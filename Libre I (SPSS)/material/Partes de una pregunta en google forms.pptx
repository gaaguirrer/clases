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 id="275" r:id="rId21"/>
    <p:sldId id="276" r:id="rId22"/>
    <p:sldId id="277" r:id="rId23"/>
    <p:sldId id="278" r:id="rId24"/>
    <p:sldId id="279" r:id="rId25"/>
    <p:sldId id="280" r:id="rId26"/>
    <p:sldId id="281" r:id="rId27"/>
    <p:sldId id="282" r:id="rId28"/>
    <p:sldId id="283" r:id="rId29"/>
    <p:sldId id="285" r:id="rId30"/>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4B0070"/>
    <a:srgbClr val="001C7D"/>
    <a:srgbClr val="660099"/>
    <a:srgbClr val="EDF4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p:scale>
          <a:sx n="70" d="100"/>
          <a:sy n="70" d="100"/>
        </p:scale>
        <p:origin x="660" y="60"/>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22B761-6711-DF88-C6E0-97598380FFC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A952F889-13EB-AEF4-C855-252B4F3C29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C98C4D05-53D3-2A86-8C73-A3292140624E}"/>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5" name="Marcador de pie de página 4">
            <a:extLst>
              <a:ext uri="{FF2B5EF4-FFF2-40B4-BE49-F238E27FC236}">
                <a16:creationId xmlns:a16="http://schemas.microsoft.com/office/drawing/2014/main" id="{C22530E4-D953-D2E5-31D8-1CA8B9A44B2F}"/>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0FDA3DB5-0BA6-3550-42A0-33DD0AF536D1}"/>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30883756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3D30E9-4E9C-16E4-E5E5-FE79D42A1CA9}"/>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6FD2A806-7C65-66F9-2E76-9C6084349E1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84261251-D7F9-7AA2-F923-04C0DD1C4308}"/>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5" name="Marcador de pie de página 4">
            <a:extLst>
              <a:ext uri="{FF2B5EF4-FFF2-40B4-BE49-F238E27FC236}">
                <a16:creationId xmlns:a16="http://schemas.microsoft.com/office/drawing/2014/main" id="{71377207-E1D7-3859-6280-9835C8CE0A3D}"/>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19C45FD3-A667-CFB5-91FE-96D0BEA9AB4E}"/>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136885913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0DC1DC-C754-9AF2-4BE0-8E133B7E373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8449B253-A15F-16EA-CBF3-B9EE4CCEBE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5063A65-9B70-0B1F-3776-37045FD130C4}"/>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5" name="Marcador de pie de página 4">
            <a:extLst>
              <a:ext uri="{FF2B5EF4-FFF2-40B4-BE49-F238E27FC236}">
                <a16:creationId xmlns:a16="http://schemas.microsoft.com/office/drawing/2014/main" id="{45467A95-54FE-DE5F-08BA-E6D52330198B}"/>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D913D79F-ADF4-885F-F1C9-01A3D6D788E2}"/>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221863171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4590BE-BAF8-B020-3AF8-C9785479033D}"/>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7ED3142A-1DF1-659E-809C-BB75C228F66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1B5B0EF4-1B70-A537-84A1-AE7B6FA8881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DE58A7C7-E7DB-7563-9BA7-31FB8CCB1B17}"/>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6" name="Marcador de pie de página 5">
            <a:extLst>
              <a:ext uri="{FF2B5EF4-FFF2-40B4-BE49-F238E27FC236}">
                <a16:creationId xmlns:a16="http://schemas.microsoft.com/office/drawing/2014/main" id="{CEE933ED-3B79-FF24-0B17-991417E847EE}"/>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03A6495F-992D-AB20-647C-751070751454}"/>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63453448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582050-917F-DBDA-6854-158F320BBAB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2914F8F4-5F98-C3A2-78A1-4497ECF585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BED4147-1867-B5EE-B47C-8F21C88AC0C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56EF225A-7730-1EC4-B216-DD1B41D207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98B6291-86C1-3A3B-3696-04512245C08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22E04D73-FA31-BD9A-8FFC-1A16F97466F7}"/>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8" name="Marcador de pie de página 7">
            <a:extLst>
              <a:ext uri="{FF2B5EF4-FFF2-40B4-BE49-F238E27FC236}">
                <a16:creationId xmlns:a16="http://schemas.microsoft.com/office/drawing/2014/main" id="{3537CD6A-E191-6845-F6ED-269565D1E757}"/>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13689EBC-34D1-3C9B-2D43-796A2B6AB8D0}"/>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177111499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8DF112-CD6B-9884-EDB3-EDCE90544610}"/>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BA00746A-EE7D-CAC6-F07B-D9BC8313575F}"/>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4" name="Marcador de pie de página 3">
            <a:extLst>
              <a:ext uri="{FF2B5EF4-FFF2-40B4-BE49-F238E27FC236}">
                <a16:creationId xmlns:a16="http://schemas.microsoft.com/office/drawing/2014/main" id="{8BB789E3-9F8C-153F-2728-F0E603B139EF}"/>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FEFE1A04-D1A8-8959-EB35-BA0006CE533F}"/>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408905317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422A3E9-0DB2-42A9-BAC0-DCCEBA569B0D}"/>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3" name="Marcador de pie de página 2">
            <a:extLst>
              <a:ext uri="{FF2B5EF4-FFF2-40B4-BE49-F238E27FC236}">
                <a16:creationId xmlns:a16="http://schemas.microsoft.com/office/drawing/2014/main" id="{702E7559-83A7-67A0-4936-818E1E6B9212}"/>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190BCC10-E2C6-A94A-0D9D-46800E2225CA}"/>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281588934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4BD689-B8AE-80E3-53B3-2EBDF22C2E6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0397C9BD-E664-65DB-F432-2859FEFB5F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D3107D67-B2CF-28FE-9D71-AB6B300C4B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6CD3FFB-3773-EB47-62CF-C11B206C52A6}"/>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6" name="Marcador de pie de página 5">
            <a:extLst>
              <a:ext uri="{FF2B5EF4-FFF2-40B4-BE49-F238E27FC236}">
                <a16:creationId xmlns:a16="http://schemas.microsoft.com/office/drawing/2014/main" id="{FE1D6D8D-9460-FA2C-211A-94E87A98D6FE}"/>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D3DCF999-D939-0C4A-B0D6-F969064F28BC}"/>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91891349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3BD56F-52DD-937D-0B91-0C4DFCF5446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9A31DFCF-A36E-4F5E-FF5A-4C461B1457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C9D34F29-D356-0666-C286-17977CEB2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3012A1-FF1C-D650-7912-9041268D2EB0}"/>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6" name="Marcador de pie de página 5">
            <a:extLst>
              <a:ext uri="{FF2B5EF4-FFF2-40B4-BE49-F238E27FC236}">
                <a16:creationId xmlns:a16="http://schemas.microsoft.com/office/drawing/2014/main" id="{CC7156CB-721D-5D3C-B97E-A16FAFCD0C70}"/>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88F09E4D-0A94-21BA-753B-B81CEACB6C88}"/>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137344023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310DDD-8A87-DCDC-4D1B-1ACDDDDCCD62}"/>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5AB01414-B1F9-EC57-0C86-AFEF3EB8EC0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B5B69F2C-00C7-B379-A5CA-41451291165C}"/>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5" name="Marcador de pie de página 4">
            <a:extLst>
              <a:ext uri="{FF2B5EF4-FFF2-40B4-BE49-F238E27FC236}">
                <a16:creationId xmlns:a16="http://schemas.microsoft.com/office/drawing/2014/main" id="{9F5EA922-B1B7-3533-08E4-763818F6C0F9}"/>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ECEB2D9E-40C0-10B7-4B13-FCFCA24A7008}"/>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332535803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E10981A-28B1-6FAE-33ED-5FF1B522723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B01C9D6D-3666-ED1A-9A3F-1EAC3BD2452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209113C0-9643-F1C6-D6BA-1BF1275E4B33}"/>
              </a:ext>
            </a:extLst>
          </p:cNvPr>
          <p:cNvSpPr>
            <a:spLocks noGrp="1"/>
          </p:cNvSpPr>
          <p:nvPr>
            <p:ph type="dt" sz="half" idx="10"/>
          </p:nvPr>
        </p:nvSpPr>
        <p:spPr/>
        <p:txBody>
          <a:bodyPr/>
          <a:lstStyle/>
          <a:p>
            <a:fld id="{A7E3BAF7-2F6F-484E-AEAD-02D68AED87EE}" type="datetimeFigureOut">
              <a:rPr lang="es-NI" smtClean="0"/>
              <a:t>23/2/2023</a:t>
            </a:fld>
            <a:endParaRPr lang="es-NI"/>
          </a:p>
        </p:txBody>
      </p:sp>
      <p:sp>
        <p:nvSpPr>
          <p:cNvPr id="5" name="Marcador de pie de página 4">
            <a:extLst>
              <a:ext uri="{FF2B5EF4-FFF2-40B4-BE49-F238E27FC236}">
                <a16:creationId xmlns:a16="http://schemas.microsoft.com/office/drawing/2014/main" id="{22631671-2767-8B31-BDF1-67FFE5DD86E1}"/>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6634F676-1A66-8705-8C85-5CEF85D56CF2}"/>
              </a:ext>
            </a:extLst>
          </p:cNvPr>
          <p:cNvSpPr>
            <a:spLocks noGrp="1"/>
          </p:cNvSpPr>
          <p:nvPr>
            <p:ph type="sldNum" sz="quarter" idx="12"/>
          </p:nvPr>
        </p:nvSpPr>
        <p:spPr/>
        <p:txBody>
          <a:bodyPr/>
          <a:lstStyle/>
          <a:p>
            <a:fld id="{C3210692-0AA6-49DD-AD32-F365DB91F1F8}" type="slidenum">
              <a:rPr lang="es-NI" smtClean="0"/>
              <a:t>‹Nº›</a:t>
            </a:fld>
            <a:endParaRPr lang="es-NI"/>
          </a:p>
        </p:txBody>
      </p:sp>
    </p:spTree>
    <p:extLst>
      <p:ext uri="{BB962C8B-B14F-4D97-AF65-F5344CB8AC3E}">
        <p14:creationId xmlns:p14="http://schemas.microsoft.com/office/powerpoint/2010/main" val="404821867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60000"/>
            <a:lum/>
          </a:blip>
          <a:srcRect/>
          <a:stretch>
            <a:fillRect t="-9000" b="-9000"/>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711B8E2-DAF5-C641-CC58-0E8D517E41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AF3BA2CE-CD61-C6E8-E425-FAAB8FE6C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426D7D54-A784-1364-5C9A-6753AD63E3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E3BAF7-2F6F-484E-AEAD-02D68AED87EE}" type="datetimeFigureOut">
              <a:rPr lang="es-NI" smtClean="0"/>
              <a:t>23/2/2023</a:t>
            </a:fld>
            <a:endParaRPr lang="es-NI"/>
          </a:p>
        </p:txBody>
      </p:sp>
      <p:sp>
        <p:nvSpPr>
          <p:cNvPr id="5" name="Marcador de pie de página 4">
            <a:extLst>
              <a:ext uri="{FF2B5EF4-FFF2-40B4-BE49-F238E27FC236}">
                <a16:creationId xmlns:a16="http://schemas.microsoft.com/office/drawing/2014/main" id="{ADC49177-D6CF-FE6B-ABAC-8BF211CB4F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3538FFC9-FE44-BA11-31EF-975E99413D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210692-0AA6-49DD-AD32-F365DB91F1F8}" type="slidenum">
              <a:rPr lang="es-NI" smtClean="0"/>
              <a:t>‹Nº›</a:t>
            </a:fld>
            <a:endParaRPr lang="es-NI"/>
          </a:p>
        </p:txBody>
      </p:sp>
    </p:spTree>
    <p:extLst>
      <p:ext uri="{BB962C8B-B14F-4D97-AF65-F5344CB8AC3E}">
        <p14:creationId xmlns:p14="http://schemas.microsoft.com/office/powerpoint/2010/main" val="3980495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2.xml"/><Relationship Id="rId18" Type="http://schemas.openxmlformats.org/officeDocument/2006/relationships/slide" Target="slide17.xml"/><Relationship Id="rId3" Type="http://schemas.openxmlformats.org/officeDocument/2006/relationships/slide" Target="slide18.xml"/><Relationship Id="rId7" Type="http://schemas.openxmlformats.org/officeDocument/2006/relationships/slide" Target="slide6.xml"/><Relationship Id="rId12" Type="http://schemas.openxmlformats.org/officeDocument/2006/relationships/slide" Target="slide11.xml"/><Relationship Id="rId17" Type="http://schemas.openxmlformats.org/officeDocument/2006/relationships/slide" Target="slide16.xml"/><Relationship Id="rId2" Type="http://schemas.openxmlformats.org/officeDocument/2006/relationships/image" Target="../media/image4.png"/><Relationship Id="rId16" Type="http://schemas.openxmlformats.org/officeDocument/2006/relationships/slide" Target="slide15.xml"/><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5" Type="http://schemas.openxmlformats.org/officeDocument/2006/relationships/slide" Target="slide14.xml"/><Relationship Id="rId10" Type="http://schemas.openxmlformats.org/officeDocument/2006/relationships/slide" Target="slide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13.xml"/></Relationships>
</file>

<file path=ppt/slides/_rels/slide3.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2.xml"/><Relationship Id="rId18" Type="http://schemas.openxmlformats.org/officeDocument/2006/relationships/slide" Target="slide17.xml"/><Relationship Id="rId3" Type="http://schemas.openxmlformats.org/officeDocument/2006/relationships/slide" Target="slide18.xml"/><Relationship Id="rId7" Type="http://schemas.openxmlformats.org/officeDocument/2006/relationships/slide" Target="slide6.xml"/><Relationship Id="rId12" Type="http://schemas.openxmlformats.org/officeDocument/2006/relationships/slide" Target="slide11.xml"/><Relationship Id="rId17" Type="http://schemas.openxmlformats.org/officeDocument/2006/relationships/slide" Target="slide16.xml"/><Relationship Id="rId2" Type="http://schemas.openxmlformats.org/officeDocument/2006/relationships/image" Target="../media/image4.png"/><Relationship Id="rId16" Type="http://schemas.openxmlformats.org/officeDocument/2006/relationships/slide" Target="slide15.xml"/><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5" Type="http://schemas.openxmlformats.org/officeDocument/2006/relationships/slide" Target="slide14.xml"/><Relationship Id="rId10" Type="http://schemas.openxmlformats.org/officeDocument/2006/relationships/slide" Target="slide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13.xml"/></Relationships>
</file>

<file path=ppt/slides/_rels/slide4.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11.xml"/><Relationship Id="rId18" Type="http://schemas.openxmlformats.org/officeDocument/2006/relationships/slide" Target="slide16.xml"/><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slide" Target="slide10.xml"/><Relationship Id="rId17" Type="http://schemas.openxmlformats.org/officeDocument/2006/relationships/slide" Target="slide15.xml"/><Relationship Id="rId2" Type="http://schemas.openxmlformats.org/officeDocument/2006/relationships/image" Target="../media/image4.png"/><Relationship Id="rId16" Type="http://schemas.openxmlformats.org/officeDocument/2006/relationships/slide" Target="slide14.xml"/><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slide" Target="slide9.xml"/><Relationship Id="rId5" Type="http://schemas.openxmlformats.org/officeDocument/2006/relationships/slide" Target="slide3.xml"/><Relationship Id="rId15" Type="http://schemas.openxmlformats.org/officeDocument/2006/relationships/slide" Target="slide13.xml"/><Relationship Id="rId10" Type="http://schemas.openxmlformats.org/officeDocument/2006/relationships/slide" Target="slide8.xml"/><Relationship Id="rId19" Type="http://schemas.openxmlformats.org/officeDocument/2006/relationships/slide" Target="slide17.xml"/><Relationship Id="rId4" Type="http://schemas.openxmlformats.org/officeDocument/2006/relationships/slide" Target="slide18.xml"/><Relationship Id="rId9" Type="http://schemas.openxmlformats.org/officeDocument/2006/relationships/slide" Target="slide7.xml"/><Relationship Id="rId14" Type="http://schemas.openxmlformats.org/officeDocument/2006/relationships/slide" Target="slide12.xml"/></Relationships>
</file>

<file path=ppt/slides/_rels/slide5.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2.xml"/><Relationship Id="rId18" Type="http://schemas.openxmlformats.org/officeDocument/2006/relationships/slide" Target="slide17.xml"/><Relationship Id="rId3" Type="http://schemas.openxmlformats.org/officeDocument/2006/relationships/slide" Target="slide18.xml"/><Relationship Id="rId7" Type="http://schemas.openxmlformats.org/officeDocument/2006/relationships/slide" Target="slide6.xml"/><Relationship Id="rId12" Type="http://schemas.openxmlformats.org/officeDocument/2006/relationships/slide" Target="slide11.xml"/><Relationship Id="rId17" Type="http://schemas.openxmlformats.org/officeDocument/2006/relationships/slide" Target="slide16.xml"/><Relationship Id="rId2" Type="http://schemas.openxmlformats.org/officeDocument/2006/relationships/image" Target="../media/image4.png"/><Relationship Id="rId16" Type="http://schemas.openxmlformats.org/officeDocument/2006/relationships/slide" Target="slide15.xml"/><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5" Type="http://schemas.openxmlformats.org/officeDocument/2006/relationships/slide" Target="slide14.xml"/><Relationship Id="rId10" Type="http://schemas.openxmlformats.org/officeDocument/2006/relationships/slide" Target="slide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13.xml"/></Relationships>
</file>

<file path=ppt/slides/_rels/slide6.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11.xml"/><Relationship Id="rId18" Type="http://schemas.openxmlformats.org/officeDocument/2006/relationships/slide" Target="slide16.xml"/><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slide" Target="slide10.xml"/><Relationship Id="rId17" Type="http://schemas.openxmlformats.org/officeDocument/2006/relationships/slide" Target="slide15.xml"/><Relationship Id="rId2" Type="http://schemas.openxmlformats.org/officeDocument/2006/relationships/image" Target="../media/image4.png"/><Relationship Id="rId16" Type="http://schemas.openxmlformats.org/officeDocument/2006/relationships/slide" Target="slide14.xml"/><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slide" Target="slide9.xml"/><Relationship Id="rId5" Type="http://schemas.openxmlformats.org/officeDocument/2006/relationships/slide" Target="slide3.xml"/><Relationship Id="rId15" Type="http://schemas.openxmlformats.org/officeDocument/2006/relationships/slide" Target="slide13.xml"/><Relationship Id="rId10" Type="http://schemas.openxmlformats.org/officeDocument/2006/relationships/slide" Target="slide8.xml"/><Relationship Id="rId19" Type="http://schemas.openxmlformats.org/officeDocument/2006/relationships/slide" Target="slide17.xml"/><Relationship Id="rId4" Type="http://schemas.openxmlformats.org/officeDocument/2006/relationships/slide" Target="slide18.xml"/><Relationship Id="rId9" Type="http://schemas.openxmlformats.org/officeDocument/2006/relationships/slide" Target="slide7.xml"/><Relationship Id="rId14" Type="http://schemas.openxmlformats.org/officeDocument/2006/relationships/slide" Target="slide12.xml"/></Relationships>
</file>

<file path=ppt/slides/_rels/slide7.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2.xml"/><Relationship Id="rId18" Type="http://schemas.openxmlformats.org/officeDocument/2006/relationships/slide" Target="slide17.xml"/><Relationship Id="rId3" Type="http://schemas.openxmlformats.org/officeDocument/2006/relationships/slide" Target="slide18.xml"/><Relationship Id="rId7" Type="http://schemas.openxmlformats.org/officeDocument/2006/relationships/slide" Target="slide6.xml"/><Relationship Id="rId12" Type="http://schemas.openxmlformats.org/officeDocument/2006/relationships/slide" Target="slide11.xml"/><Relationship Id="rId17" Type="http://schemas.openxmlformats.org/officeDocument/2006/relationships/slide" Target="slide16.xml"/><Relationship Id="rId2" Type="http://schemas.openxmlformats.org/officeDocument/2006/relationships/image" Target="../media/image4.png"/><Relationship Id="rId16" Type="http://schemas.openxmlformats.org/officeDocument/2006/relationships/slide" Target="slide15.xml"/><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5" Type="http://schemas.openxmlformats.org/officeDocument/2006/relationships/slide" Target="slide14.xml"/><Relationship Id="rId10" Type="http://schemas.openxmlformats.org/officeDocument/2006/relationships/slide" Target="slide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13.xml"/></Relationships>
</file>

<file path=ppt/slides/_rels/slide8.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11.xml"/><Relationship Id="rId18" Type="http://schemas.openxmlformats.org/officeDocument/2006/relationships/slide" Target="slide16.xml"/><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slide" Target="slide10.xml"/><Relationship Id="rId17" Type="http://schemas.openxmlformats.org/officeDocument/2006/relationships/slide" Target="slide15.xml"/><Relationship Id="rId2" Type="http://schemas.openxmlformats.org/officeDocument/2006/relationships/image" Target="../media/image4.png"/><Relationship Id="rId16" Type="http://schemas.openxmlformats.org/officeDocument/2006/relationships/slide" Target="slide14.xml"/><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slide" Target="slide8.xml"/><Relationship Id="rId5" Type="http://schemas.openxmlformats.org/officeDocument/2006/relationships/slide" Target="slide3.xml"/><Relationship Id="rId15" Type="http://schemas.openxmlformats.org/officeDocument/2006/relationships/slide" Target="slide13.xml"/><Relationship Id="rId10" Type="http://schemas.openxmlformats.org/officeDocument/2006/relationships/slide" Target="slide9.xml"/><Relationship Id="rId19" Type="http://schemas.openxmlformats.org/officeDocument/2006/relationships/slide" Target="slide17.xml"/><Relationship Id="rId4" Type="http://schemas.openxmlformats.org/officeDocument/2006/relationships/slide" Target="slide18.xml"/><Relationship Id="rId9" Type="http://schemas.openxmlformats.org/officeDocument/2006/relationships/slide" Target="slide7.xml"/><Relationship Id="rId14" Type="http://schemas.openxmlformats.org/officeDocument/2006/relationships/slide" Target="slide12.xml"/></Relationships>
</file>

<file path=ppt/slides/_rels/slide9.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2.xml"/><Relationship Id="rId18" Type="http://schemas.openxmlformats.org/officeDocument/2006/relationships/slide" Target="slide17.xml"/><Relationship Id="rId3" Type="http://schemas.openxmlformats.org/officeDocument/2006/relationships/slide" Target="slide18.xml"/><Relationship Id="rId7" Type="http://schemas.openxmlformats.org/officeDocument/2006/relationships/slide" Target="slide6.xml"/><Relationship Id="rId12" Type="http://schemas.openxmlformats.org/officeDocument/2006/relationships/slide" Target="slide11.xml"/><Relationship Id="rId17" Type="http://schemas.openxmlformats.org/officeDocument/2006/relationships/slide" Target="slide16.xml"/><Relationship Id="rId2" Type="http://schemas.openxmlformats.org/officeDocument/2006/relationships/image" Target="../media/image4.png"/><Relationship Id="rId16" Type="http://schemas.openxmlformats.org/officeDocument/2006/relationships/slide" Target="slide15.xml"/><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5" Type="http://schemas.openxmlformats.org/officeDocument/2006/relationships/slide" Target="slide14.xml"/><Relationship Id="rId10" Type="http://schemas.openxmlformats.org/officeDocument/2006/relationships/slide" Target="slide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13.xml"/></Relationships>
</file>

<file path=ppt/slides/_rels/slide10.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11.xml"/><Relationship Id="rId18" Type="http://schemas.openxmlformats.org/officeDocument/2006/relationships/slide" Target="slide16.xml"/><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slide" Target="slide10.xml"/><Relationship Id="rId17" Type="http://schemas.openxmlformats.org/officeDocument/2006/relationships/slide" Target="slide15.xml"/><Relationship Id="rId2" Type="http://schemas.openxmlformats.org/officeDocument/2006/relationships/image" Target="../media/image4.png"/><Relationship Id="rId16" Type="http://schemas.openxmlformats.org/officeDocument/2006/relationships/slide" Target="slide14.xml"/><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slide" Target="slide9.xml"/><Relationship Id="rId5" Type="http://schemas.openxmlformats.org/officeDocument/2006/relationships/slide" Target="slide3.xml"/><Relationship Id="rId15" Type="http://schemas.openxmlformats.org/officeDocument/2006/relationships/slide" Target="slide13.xml"/><Relationship Id="rId10" Type="http://schemas.openxmlformats.org/officeDocument/2006/relationships/slide" Target="slide8.xml"/><Relationship Id="rId19" Type="http://schemas.openxmlformats.org/officeDocument/2006/relationships/slide" Target="slide17.xml"/><Relationship Id="rId4" Type="http://schemas.openxmlformats.org/officeDocument/2006/relationships/slide" Target="slide18.xml"/><Relationship Id="rId9" Type="http://schemas.openxmlformats.org/officeDocument/2006/relationships/slide" Target="slide7.xml"/><Relationship Id="rId14" Type="http://schemas.openxmlformats.org/officeDocument/2006/relationships/slide" Target="slide12.xml"/></Relationships>
</file>

<file path=ppt/slides/_rels/slide11.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2.xml"/><Relationship Id="rId18" Type="http://schemas.openxmlformats.org/officeDocument/2006/relationships/slide" Target="slide17.xml"/><Relationship Id="rId3" Type="http://schemas.openxmlformats.org/officeDocument/2006/relationships/slide" Target="slide18.xml"/><Relationship Id="rId7" Type="http://schemas.openxmlformats.org/officeDocument/2006/relationships/slide" Target="slide6.xml"/><Relationship Id="rId12" Type="http://schemas.openxmlformats.org/officeDocument/2006/relationships/slide" Target="slide11.xml"/><Relationship Id="rId17" Type="http://schemas.openxmlformats.org/officeDocument/2006/relationships/slide" Target="slide16.xml"/><Relationship Id="rId2" Type="http://schemas.openxmlformats.org/officeDocument/2006/relationships/image" Target="../media/image4.png"/><Relationship Id="rId16" Type="http://schemas.openxmlformats.org/officeDocument/2006/relationships/slide" Target="slide15.xml"/><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5" Type="http://schemas.openxmlformats.org/officeDocument/2006/relationships/slide" Target="slide14.xml"/><Relationship Id="rId10" Type="http://schemas.openxmlformats.org/officeDocument/2006/relationships/slide" Target="slide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13.xml"/></Relationships>
</file>

<file path=ppt/slides/_rels/slide12.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11.xml"/><Relationship Id="rId18" Type="http://schemas.openxmlformats.org/officeDocument/2006/relationships/slide" Target="slide16.xml"/><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slide" Target="slide10.xml"/><Relationship Id="rId17" Type="http://schemas.openxmlformats.org/officeDocument/2006/relationships/slide" Target="slide15.xml"/><Relationship Id="rId2" Type="http://schemas.openxmlformats.org/officeDocument/2006/relationships/image" Target="../media/image4.png"/><Relationship Id="rId16" Type="http://schemas.openxmlformats.org/officeDocument/2006/relationships/slide" Target="slide14.xml"/><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slide" Target="slide9.xml"/><Relationship Id="rId5" Type="http://schemas.openxmlformats.org/officeDocument/2006/relationships/slide" Target="slide3.xml"/><Relationship Id="rId15" Type="http://schemas.openxmlformats.org/officeDocument/2006/relationships/slide" Target="slide13.xml"/><Relationship Id="rId10" Type="http://schemas.openxmlformats.org/officeDocument/2006/relationships/slide" Target="slide8.xml"/><Relationship Id="rId19" Type="http://schemas.openxmlformats.org/officeDocument/2006/relationships/slide" Target="slide17.xml"/><Relationship Id="rId4" Type="http://schemas.openxmlformats.org/officeDocument/2006/relationships/slide" Target="slide18.xml"/><Relationship Id="rId9" Type="http://schemas.openxmlformats.org/officeDocument/2006/relationships/slide" Target="slide7.xml"/><Relationship Id="rId14" Type="http://schemas.openxmlformats.org/officeDocument/2006/relationships/slide" Target="slide12.xml"/></Relationships>
</file>

<file path=ppt/slides/_rels/slide13.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2.xml"/><Relationship Id="rId18" Type="http://schemas.openxmlformats.org/officeDocument/2006/relationships/slide" Target="slide17.xml"/><Relationship Id="rId3" Type="http://schemas.openxmlformats.org/officeDocument/2006/relationships/slide" Target="slide18.xml"/><Relationship Id="rId7" Type="http://schemas.openxmlformats.org/officeDocument/2006/relationships/slide" Target="slide6.xml"/><Relationship Id="rId12" Type="http://schemas.openxmlformats.org/officeDocument/2006/relationships/slide" Target="slide11.xml"/><Relationship Id="rId17" Type="http://schemas.openxmlformats.org/officeDocument/2006/relationships/slide" Target="slide16.xml"/><Relationship Id="rId2" Type="http://schemas.openxmlformats.org/officeDocument/2006/relationships/image" Target="../media/image4.png"/><Relationship Id="rId16" Type="http://schemas.openxmlformats.org/officeDocument/2006/relationships/slide" Target="slide15.xml"/><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5" Type="http://schemas.openxmlformats.org/officeDocument/2006/relationships/slide" Target="slide14.xml"/><Relationship Id="rId10" Type="http://schemas.openxmlformats.org/officeDocument/2006/relationships/slide" Target="slide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13.xml"/></Relationships>
</file>

<file path=ppt/slides/_rels/slide14.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11.xml"/><Relationship Id="rId18" Type="http://schemas.openxmlformats.org/officeDocument/2006/relationships/slide" Target="slide16.xml"/><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slide" Target="slide10.xml"/><Relationship Id="rId17" Type="http://schemas.openxmlformats.org/officeDocument/2006/relationships/slide" Target="slide15.xml"/><Relationship Id="rId2" Type="http://schemas.openxmlformats.org/officeDocument/2006/relationships/image" Target="../media/image4.png"/><Relationship Id="rId16" Type="http://schemas.openxmlformats.org/officeDocument/2006/relationships/slide" Target="slide14.xml"/><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slide" Target="slide9.xml"/><Relationship Id="rId5" Type="http://schemas.openxmlformats.org/officeDocument/2006/relationships/slide" Target="slide3.xml"/><Relationship Id="rId15" Type="http://schemas.openxmlformats.org/officeDocument/2006/relationships/slide" Target="slide13.xml"/><Relationship Id="rId10" Type="http://schemas.openxmlformats.org/officeDocument/2006/relationships/slide" Target="slide8.xml"/><Relationship Id="rId19" Type="http://schemas.openxmlformats.org/officeDocument/2006/relationships/slide" Target="slide17.xml"/><Relationship Id="rId4" Type="http://schemas.openxmlformats.org/officeDocument/2006/relationships/slide" Target="slide18.xml"/><Relationship Id="rId9" Type="http://schemas.openxmlformats.org/officeDocument/2006/relationships/slide" Target="slide7.xml"/><Relationship Id="rId14" Type="http://schemas.openxmlformats.org/officeDocument/2006/relationships/slide" Target="slide12.xml"/></Relationships>
</file>

<file path=ppt/slides/_rels/slide15.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2.xml"/><Relationship Id="rId18" Type="http://schemas.openxmlformats.org/officeDocument/2006/relationships/slide" Target="slide17.xml"/><Relationship Id="rId3" Type="http://schemas.openxmlformats.org/officeDocument/2006/relationships/slide" Target="slide18.xml"/><Relationship Id="rId7" Type="http://schemas.openxmlformats.org/officeDocument/2006/relationships/slide" Target="slide6.xml"/><Relationship Id="rId12" Type="http://schemas.openxmlformats.org/officeDocument/2006/relationships/slide" Target="slide11.xml"/><Relationship Id="rId17" Type="http://schemas.openxmlformats.org/officeDocument/2006/relationships/slide" Target="slide16.xml"/><Relationship Id="rId2" Type="http://schemas.openxmlformats.org/officeDocument/2006/relationships/image" Target="../media/image4.png"/><Relationship Id="rId16" Type="http://schemas.openxmlformats.org/officeDocument/2006/relationships/slide" Target="slide15.xml"/><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5" Type="http://schemas.openxmlformats.org/officeDocument/2006/relationships/slide" Target="slide14.xml"/><Relationship Id="rId10" Type="http://schemas.openxmlformats.org/officeDocument/2006/relationships/slide" Target="slide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13.xml"/></Relationships>
</file>

<file path=ppt/slides/_rels/slide16.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11.xml"/><Relationship Id="rId18" Type="http://schemas.openxmlformats.org/officeDocument/2006/relationships/slide" Target="slide16.xml"/><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slide" Target="slide10.xml"/><Relationship Id="rId17" Type="http://schemas.openxmlformats.org/officeDocument/2006/relationships/slide" Target="slide15.xml"/><Relationship Id="rId2" Type="http://schemas.openxmlformats.org/officeDocument/2006/relationships/image" Target="../media/image4.png"/><Relationship Id="rId16" Type="http://schemas.openxmlformats.org/officeDocument/2006/relationships/slide" Target="slide14.xml"/><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slide" Target="slide9.xml"/><Relationship Id="rId5" Type="http://schemas.openxmlformats.org/officeDocument/2006/relationships/slide" Target="slide3.xml"/><Relationship Id="rId15" Type="http://schemas.openxmlformats.org/officeDocument/2006/relationships/slide" Target="slide13.xml"/><Relationship Id="rId10" Type="http://schemas.openxmlformats.org/officeDocument/2006/relationships/slide" Target="slide8.xml"/><Relationship Id="rId19" Type="http://schemas.openxmlformats.org/officeDocument/2006/relationships/slide" Target="slide17.xml"/><Relationship Id="rId4" Type="http://schemas.openxmlformats.org/officeDocument/2006/relationships/slide" Target="slide18.xml"/><Relationship Id="rId9" Type="http://schemas.openxmlformats.org/officeDocument/2006/relationships/slide" Target="slide7.xml"/><Relationship Id="rId14" Type="http://schemas.openxmlformats.org/officeDocument/2006/relationships/slide" Target="slide12.xml"/></Relationships>
</file>

<file path=ppt/slides/_rels/slide17.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2.xml"/><Relationship Id="rId18" Type="http://schemas.openxmlformats.org/officeDocument/2006/relationships/slide" Target="slide17.xml"/><Relationship Id="rId3" Type="http://schemas.openxmlformats.org/officeDocument/2006/relationships/slide" Target="slide18.xml"/><Relationship Id="rId7" Type="http://schemas.openxmlformats.org/officeDocument/2006/relationships/slide" Target="slide6.xml"/><Relationship Id="rId12" Type="http://schemas.openxmlformats.org/officeDocument/2006/relationships/slide" Target="slide11.xml"/><Relationship Id="rId17" Type="http://schemas.openxmlformats.org/officeDocument/2006/relationships/slide" Target="slide16.xml"/><Relationship Id="rId2" Type="http://schemas.openxmlformats.org/officeDocument/2006/relationships/image" Target="../media/image4.png"/><Relationship Id="rId16" Type="http://schemas.openxmlformats.org/officeDocument/2006/relationships/slide" Target="slide15.xml"/><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5" Type="http://schemas.openxmlformats.org/officeDocument/2006/relationships/slide" Target="slide14.xml"/><Relationship Id="rId10" Type="http://schemas.openxmlformats.org/officeDocument/2006/relationships/slide" Target="slide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13.xml"/></Relationships>
</file>

<file path=ppt/slides/_rels/slide18.xml.rels><?xml version="1.0" encoding="UTF-8" standalone="yes"?>
<Relationships xmlns="http://schemas.openxmlformats.org/package/2006/relationships"><Relationship Id="rId8" Type="http://schemas.openxmlformats.org/officeDocument/2006/relationships/slide" Target="slide22.xml"/><Relationship Id="rId13" Type="http://schemas.openxmlformats.org/officeDocument/2006/relationships/slide" Target="slide27.xml"/><Relationship Id="rId3" Type="http://schemas.openxmlformats.org/officeDocument/2006/relationships/image" Target="../media/image6.png"/><Relationship Id="rId7" Type="http://schemas.openxmlformats.org/officeDocument/2006/relationships/slide" Target="slide21.xml"/><Relationship Id="rId12" Type="http://schemas.openxmlformats.org/officeDocument/2006/relationships/slide" Target="slide26.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0.xml"/><Relationship Id="rId11" Type="http://schemas.openxmlformats.org/officeDocument/2006/relationships/slide" Target="slide25.xml"/><Relationship Id="rId5" Type="http://schemas.openxmlformats.org/officeDocument/2006/relationships/slide" Target="slide19.xml"/><Relationship Id="rId10" Type="http://schemas.openxmlformats.org/officeDocument/2006/relationships/slide" Target="slide24.xml"/><Relationship Id="rId4" Type="http://schemas.openxmlformats.org/officeDocument/2006/relationships/slide" Target="slide18.xml"/><Relationship Id="rId9" Type="http://schemas.openxmlformats.org/officeDocument/2006/relationships/slide" Target="slide23.xml"/><Relationship Id="rId14" Type="http://schemas.openxmlformats.org/officeDocument/2006/relationships/slide" Target="slide28.xml"/></Relationships>
</file>

<file path=ppt/slides/_rels/slide19.xml.rels><?xml version="1.0" encoding="UTF-8" standalone="yes"?>
<Relationships xmlns="http://schemas.openxmlformats.org/package/2006/relationships"><Relationship Id="rId8" Type="http://schemas.openxmlformats.org/officeDocument/2006/relationships/slide" Target="slide22.xml"/><Relationship Id="rId13" Type="http://schemas.openxmlformats.org/officeDocument/2006/relationships/slide" Target="slide27.xml"/><Relationship Id="rId3" Type="http://schemas.openxmlformats.org/officeDocument/2006/relationships/image" Target="../media/image7.png"/><Relationship Id="rId7" Type="http://schemas.openxmlformats.org/officeDocument/2006/relationships/slide" Target="slide21.xml"/><Relationship Id="rId12" Type="http://schemas.openxmlformats.org/officeDocument/2006/relationships/slide" Target="slide26.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0.xml"/><Relationship Id="rId11" Type="http://schemas.openxmlformats.org/officeDocument/2006/relationships/slide" Target="slide25.xml"/><Relationship Id="rId5" Type="http://schemas.openxmlformats.org/officeDocument/2006/relationships/slide" Target="slide19.xml"/><Relationship Id="rId10" Type="http://schemas.openxmlformats.org/officeDocument/2006/relationships/slide" Target="slide24.xml"/><Relationship Id="rId4" Type="http://schemas.openxmlformats.org/officeDocument/2006/relationships/slide" Target="slide18.xml"/><Relationship Id="rId9" Type="http://schemas.openxmlformats.org/officeDocument/2006/relationships/slide" Target="slide23.xml"/><Relationship Id="rId14" Type="http://schemas.openxmlformats.org/officeDocument/2006/relationships/slide" Target="slide28.xml"/></Relationships>
</file>

<file path=ppt/slides/_rels/slide20.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8.xml"/><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7.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slide" Target="slide26.xml"/><Relationship Id="rId5" Type="http://schemas.openxmlformats.org/officeDocument/2006/relationships/slide" Target="slide20.xml"/><Relationship Id="rId10" Type="http://schemas.openxmlformats.org/officeDocument/2006/relationships/slide" Target="slide25.xml"/><Relationship Id="rId4" Type="http://schemas.openxmlformats.org/officeDocument/2006/relationships/slide" Target="slide19.xml"/><Relationship Id="rId9" Type="http://schemas.openxmlformats.org/officeDocument/2006/relationships/slide" Target="slide24.xml"/><Relationship Id="rId14"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8.xml"/><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7.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slide" Target="slide26.xml"/><Relationship Id="rId5" Type="http://schemas.openxmlformats.org/officeDocument/2006/relationships/slide" Target="slide20.xml"/><Relationship Id="rId10" Type="http://schemas.openxmlformats.org/officeDocument/2006/relationships/slide" Target="slide25.xml"/><Relationship Id="rId4" Type="http://schemas.openxmlformats.org/officeDocument/2006/relationships/slide" Target="slide19.xml"/><Relationship Id="rId9" Type="http://schemas.openxmlformats.org/officeDocument/2006/relationships/slide" Target="slide24.xml"/><Relationship Id="rId14" Type="http://schemas.openxmlformats.org/officeDocument/2006/relationships/image" Target="../media/image9.png"/></Relationships>
</file>

<file path=ppt/slides/_rels/slide22.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8.xml"/><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7.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slide" Target="slide26.xml"/><Relationship Id="rId5" Type="http://schemas.openxmlformats.org/officeDocument/2006/relationships/slide" Target="slide20.xml"/><Relationship Id="rId10" Type="http://schemas.openxmlformats.org/officeDocument/2006/relationships/slide" Target="slide25.xml"/><Relationship Id="rId4" Type="http://schemas.openxmlformats.org/officeDocument/2006/relationships/slide" Target="slide19.xml"/><Relationship Id="rId9" Type="http://schemas.openxmlformats.org/officeDocument/2006/relationships/slide" Target="slide24.xml"/><Relationship Id="rId14" Type="http://schemas.openxmlformats.org/officeDocument/2006/relationships/image" Target="../media/image10.png"/></Relationships>
</file>

<file path=ppt/slides/_rels/slide23.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8.xml"/><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7.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slide" Target="slide26.xml"/><Relationship Id="rId5" Type="http://schemas.openxmlformats.org/officeDocument/2006/relationships/slide" Target="slide20.xml"/><Relationship Id="rId10" Type="http://schemas.openxmlformats.org/officeDocument/2006/relationships/slide" Target="slide25.xml"/><Relationship Id="rId4" Type="http://schemas.openxmlformats.org/officeDocument/2006/relationships/slide" Target="slide19.xml"/><Relationship Id="rId9" Type="http://schemas.openxmlformats.org/officeDocument/2006/relationships/slide" Target="slide24.xml"/><Relationship Id="rId14" Type="http://schemas.openxmlformats.org/officeDocument/2006/relationships/image" Target="../media/image11.png"/></Relationships>
</file>

<file path=ppt/slides/_rels/slide24.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8.xml"/><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7.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slide" Target="slide26.xml"/><Relationship Id="rId5" Type="http://schemas.openxmlformats.org/officeDocument/2006/relationships/slide" Target="slide20.xml"/><Relationship Id="rId10" Type="http://schemas.openxmlformats.org/officeDocument/2006/relationships/slide" Target="slide25.xml"/><Relationship Id="rId4" Type="http://schemas.openxmlformats.org/officeDocument/2006/relationships/slide" Target="slide19.xml"/><Relationship Id="rId9" Type="http://schemas.openxmlformats.org/officeDocument/2006/relationships/slide" Target="slide24.xml"/><Relationship Id="rId14" Type="http://schemas.openxmlformats.org/officeDocument/2006/relationships/image" Target="../media/image12.png"/></Relationships>
</file>

<file path=ppt/slides/_rels/slide25.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8.xml"/><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7.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slide" Target="slide26.xml"/><Relationship Id="rId5" Type="http://schemas.openxmlformats.org/officeDocument/2006/relationships/slide" Target="slide20.xml"/><Relationship Id="rId10" Type="http://schemas.openxmlformats.org/officeDocument/2006/relationships/slide" Target="slide25.xml"/><Relationship Id="rId4" Type="http://schemas.openxmlformats.org/officeDocument/2006/relationships/slide" Target="slide19.xml"/><Relationship Id="rId9" Type="http://schemas.openxmlformats.org/officeDocument/2006/relationships/slide" Target="slide24.xml"/><Relationship Id="rId14" Type="http://schemas.openxmlformats.org/officeDocument/2006/relationships/image" Target="../media/image13.png"/></Relationships>
</file>

<file path=ppt/slides/_rels/slide26.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8.xml"/><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7.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slide" Target="slide26.xml"/><Relationship Id="rId5" Type="http://schemas.openxmlformats.org/officeDocument/2006/relationships/slide" Target="slide20.xml"/><Relationship Id="rId10" Type="http://schemas.openxmlformats.org/officeDocument/2006/relationships/slide" Target="slide25.xml"/><Relationship Id="rId4" Type="http://schemas.openxmlformats.org/officeDocument/2006/relationships/slide" Target="slide19.xml"/><Relationship Id="rId9" Type="http://schemas.openxmlformats.org/officeDocument/2006/relationships/slide" Target="slide24.xml"/><Relationship Id="rId14" Type="http://schemas.openxmlformats.org/officeDocument/2006/relationships/image" Target="../media/image14.png"/></Relationships>
</file>

<file path=ppt/slides/_rels/slide27.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8.xml"/><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7.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slide" Target="slide26.xml"/><Relationship Id="rId5" Type="http://schemas.openxmlformats.org/officeDocument/2006/relationships/slide" Target="slide20.xml"/><Relationship Id="rId10" Type="http://schemas.openxmlformats.org/officeDocument/2006/relationships/slide" Target="slide25.xml"/><Relationship Id="rId4" Type="http://schemas.openxmlformats.org/officeDocument/2006/relationships/slide" Target="slide19.xml"/><Relationship Id="rId9" Type="http://schemas.openxmlformats.org/officeDocument/2006/relationships/slide" Target="slide24.xml"/><Relationship Id="rId14" Type="http://schemas.openxmlformats.org/officeDocument/2006/relationships/image" Target="../media/image15.png"/></Relationships>
</file>

<file path=ppt/slides/_rels/slide28.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8.xml"/><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7.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slide" Target="slide26.xml"/><Relationship Id="rId5" Type="http://schemas.openxmlformats.org/officeDocument/2006/relationships/slide" Target="slide20.xml"/><Relationship Id="rId10" Type="http://schemas.openxmlformats.org/officeDocument/2006/relationships/slide" Target="slide25.xml"/><Relationship Id="rId4" Type="http://schemas.openxmlformats.org/officeDocument/2006/relationships/slide" Target="slide19.xml"/><Relationship Id="rId9" Type="http://schemas.openxmlformats.org/officeDocument/2006/relationships/slide" Target="slide24.xml"/><Relationship Id="rId14"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Logotipo&#10;&#10;Descripción generada automáticamente con confianza media">
            <a:extLst>
              <a:ext uri="{FF2B5EF4-FFF2-40B4-BE49-F238E27FC236}">
                <a16:creationId xmlns:a16="http://schemas.microsoft.com/office/drawing/2014/main" id="{4C31D380-7A74-3167-0A5F-6F892EE7CE53}"/>
              </a:ext>
            </a:extLst>
          </p:cNvPr>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8333" t="14097" r="49167" b="18299"/>
          <a:stretch/>
        </p:blipFill>
        <p:spPr>
          <a:xfrm>
            <a:off x="843808" y="113145"/>
            <a:ext cx="4559464" cy="2362748"/>
          </a:xfrm>
          <a:prstGeom prst="rect">
            <a:avLst/>
          </a:prstGeom>
        </p:spPr>
      </p:pic>
      <p:pic>
        <p:nvPicPr>
          <p:cNvPr id="1026" name="Picture 2" descr="FormRecycler (How to Merge Google Forms) - TORIS Consulting, LLC">
            <a:extLst>
              <a:ext uri="{FF2B5EF4-FFF2-40B4-BE49-F238E27FC236}">
                <a16:creationId xmlns:a16="http://schemas.microsoft.com/office/drawing/2014/main" id="{5447192B-1EE1-F05B-1844-66CC83C0FE96}"/>
              </a:ext>
            </a:extLst>
          </p:cNvPr>
          <p:cNvPicPr>
            <a:picLocks noChangeAspect="1" noChangeArrowheads="1"/>
          </p:cNvPicPr>
          <p:nvPr/>
        </p:nvPicPr>
        <p:blipFill rotWithShape="1">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35333" b="65167" l="14000" r="83333">
                        <a14:foregroundMark x1="18444" y1="38000" x2="17000" y2="38167"/>
                        <a14:foregroundMark x1="14222" y1="43833" x2="14222" y2="47833"/>
                        <a14:foregroundMark x1="28444" y1="49833" x2="29222" y2="54667"/>
                        <a14:foregroundMark x1="38222" y1="48333" x2="38222" y2="52833"/>
                        <a14:foregroundMark x1="48556" y1="53333" x2="50778" y2="54833"/>
                        <a14:foregroundMark x1="57333" y1="46833" x2="57667" y2="50500"/>
                        <a14:foregroundMark x1="60889" y1="51667" x2="61444" y2="53333"/>
                        <a14:foregroundMark x1="57556" y1="60667" x2="57667" y2="63833"/>
                        <a14:foregroundMark x1="57556" y1="59167" x2="58889" y2="59167"/>
                        <a14:foregroundMark x1="59889" y1="59500" x2="59556" y2="59333"/>
                        <a14:foregroundMark x1="62333" y1="61667" x2="62333" y2="64000"/>
                        <a14:foregroundMark x1="65667" y1="61500" x2="65667" y2="63333"/>
                        <a14:foregroundMark x1="68222" y1="60667" x2="68333" y2="63000"/>
                        <a14:foregroundMark x1="70222" y1="63333" x2="71222" y2="64833"/>
                        <a14:foregroundMark x1="73778" y1="61000" x2="73778" y2="63500"/>
                        <a14:foregroundMark x1="78111" y1="61833" x2="78222" y2="63500"/>
                        <a14:foregroundMark x1="75667" y1="64333" x2="76000" y2="64333"/>
                        <a14:foregroundMark x1="76444" y1="62000" x2="76889" y2="61167"/>
                        <a14:foregroundMark x1="80222" y1="64833" x2="81000" y2="65333"/>
                        <a14:foregroundMark x1="83444" y1="63667" x2="83444" y2="64167"/>
                        <a14:foregroundMark x1="74111" y1="35500" x2="77556" y2="35333"/>
                        <a14:backgroundMark x1="73333" y1="42500" x2="73778" y2="42500"/>
                        <a14:backgroundMark x1="73889" y1="45667" x2="74000" y2="46667"/>
                        <a14:backgroundMark x1="73667" y1="49833" x2="73778" y2="50167"/>
                      </a14:backgroundRemoval>
                    </a14:imgEffect>
                  </a14:imgLayer>
                </a14:imgProps>
              </a:ext>
              <a:ext uri="{28A0092B-C50C-407E-A947-70E740481C1C}">
                <a14:useLocalDpi xmlns:a14="http://schemas.microsoft.com/office/drawing/2010/main" val="0"/>
              </a:ext>
            </a:extLst>
          </a:blip>
          <a:srcRect l="12074" t="32667" r="14275" b="31269"/>
          <a:stretch/>
        </p:blipFill>
        <p:spPr bwMode="auto">
          <a:xfrm>
            <a:off x="6096000" y="456026"/>
            <a:ext cx="5820228" cy="1899937"/>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189F94AA-3293-6C49-6EC5-A78E6E06C7E6}"/>
              </a:ext>
            </a:extLst>
          </p:cNvPr>
          <p:cNvSpPr/>
          <p:nvPr/>
        </p:nvSpPr>
        <p:spPr>
          <a:xfrm>
            <a:off x="275772" y="2793878"/>
            <a:ext cx="11640456" cy="3416320"/>
          </a:xfrm>
          <a:prstGeom prst="rect">
            <a:avLst/>
          </a:prstGeom>
          <a:noFill/>
        </p:spPr>
        <p:txBody>
          <a:bodyPr wrap="square" lIns="91440" tIns="45720" rIns="91440" bIns="45720">
            <a:spAutoFit/>
          </a:bodyPr>
          <a:lstStyle/>
          <a:p>
            <a:pPr algn="ctr"/>
            <a:r>
              <a:rPr lang="es-ES" sz="5400" b="1" cap="none" spc="0" dirty="0">
                <a:ln w="13462">
                  <a:solidFill>
                    <a:schemeClr val="bg1"/>
                  </a:solidFill>
                  <a:prstDash val="solid"/>
                </a:ln>
                <a:solidFill>
                  <a:srgbClr val="660099"/>
                </a:solidFill>
                <a:effectLst>
                  <a:glow rad="63500">
                    <a:srgbClr val="001C7D"/>
                  </a:glow>
                  <a:outerShdw dist="38100" dir="2700000" algn="bl" rotWithShape="0">
                    <a:schemeClr val="accent5"/>
                  </a:outerShdw>
                </a:effectLst>
                <a:latin typeface="Verdana" panose="020B0604030504040204" pitchFamily="34" charset="0"/>
                <a:ea typeface="Verdana" panose="020B0604030504040204" pitchFamily="34" charset="0"/>
              </a:rPr>
              <a:t>Explicación de los elementos de una pregunta en Google </a:t>
            </a:r>
            <a:r>
              <a:rPr lang="es-ES" sz="5400" b="1" cap="none" spc="0" dirty="0" err="1">
                <a:ln w="13462">
                  <a:solidFill>
                    <a:schemeClr val="bg1"/>
                  </a:solidFill>
                  <a:prstDash val="solid"/>
                </a:ln>
                <a:solidFill>
                  <a:srgbClr val="660099"/>
                </a:solidFill>
                <a:effectLst>
                  <a:glow rad="63500">
                    <a:srgbClr val="001C7D"/>
                  </a:glow>
                  <a:outerShdw dist="38100" dir="2700000" algn="bl" rotWithShape="0">
                    <a:schemeClr val="accent5"/>
                  </a:outerShdw>
                </a:effectLst>
                <a:latin typeface="Verdana" panose="020B0604030504040204" pitchFamily="34" charset="0"/>
                <a:ea typeface="Verdana" panose="020B0604030504040204" pitchFamily="34" charset="0"/>
              </a:rPr>
              <a:t>forms</a:t>
            </a:r>
            <a:r>
              <a:rPr lang="es-ES" sz="5400" b="1" cap="none" spc="0" dirty="0">
                <a:ln w="13462">
                  <a:solidFill>
                    <a:schemeClr val="bg1"/>
                  </a:solidFill>
                  <a:prstDash val="solid"/>
                </a:ln>
                <a:solidFill>
                  <a:srgbClr val="660099"/>
                </a:solidFill>
                <a:effectLst>
                  <a:glow rad="63500">
                    <a:srgbClr val="001C7D"/>
                  </a:glow>
                  <a:outerShdw dist="38100" dir="2700000" algn="bl" rotWithShape="0">
                    <a:schemeClr val="accent5"/>
                  </a:outerShdw>
                </a:effectLst>
                <a:latin typeface="Verdana" panose="020B0604030504040204" pitchFamily="34" charset="0"/>
                <a:ea typeface="Verdana" panose="020B0604030504040204" pitchFamily="34" charset="0"/>
              </a:rPr>
              <a:t>, enfocado en la elaboración de encuestas</a:t>
            </a:r>
          </a:p>
        </p:txBody>
      </p:sp>
      <p:sp>
        <p:nvSpPr>
          <p:cNvPr id="7" name="Rectángulo 6">
            <a:extLst>
              <a:ext uri="{FF2B5EF4-FFF2-40B4-BE49-F238E27FC236}">
                <a16:creationId xmlns:a16="http://schemas.microsoft.com/office/drawing/2014/main" id="{ECC9F650-7ACB-5918-1162-06EFA46A1D56}"/>
              </a:ext>
            </a:extLst>
          </p:cNvPr>
          <p:cNvSpPr/>
          <p:nvPr/>
        </p:nvSpPr>
        <p:spPr>
          <a:xfrm>
            <a:off x="9006114" y="6401974"/>
            <a:ext cx="3131128" cy="338554"/>
          </a:xfrm>
          <a:prstGeom prst="rect">
            <a:avLst/>
          </a:prstGeom>
          <a:noFill/>
        </p:spPr>
        <p:txBody>
          <a:bodyPr wrap="square" lIns="91440" tIns="45720" rIns="91440" bIns="45720">
            <a:spAutoFit/>
          </a:bodyPr>
          <a:lstStyle/>
          <a:p>
            <a:pPr algn="ctr"/>
            <a:r>
              <a:rPr lang="es-ES" sz="1600" b="1" cap="none" spc="0" dirty="0">
                <a:ln w="2540">
                  <a:solidFill>
                    <a:schemeClr val="bg1"/>
                  </a:solidFill>
                  <a:prstDash val="solid"/>
                </a:ln>
                <a:solidFill>
                  <a:srgbClr val="001C7D"/>
                </a:solidFill>
                <a:effectLst>
                  <a:glow rad="63500">
                    <a:srgbClr val="660099"/>
                  </a:glow>
                  <a:outerShdw dist="38100" dir="2700000" algn="bl" rotWithShape="0">
                    <a:schemeClr val="accent5"/>
                  </a:outerShdw>
                </a:effectLst>
                <a:latin typeface="Verdana" panose="020B0604030504040204" pitchFamily="34" charset="0"/>
                <a:ea typeface="Verdana" panose="020B0604030504040204" pitchFamily="34" charset="0"/>
              </a:rPr>
              <a:t>Ing. Guillermo Aguirre</a:t>
            </a:r>
          </a:p>
        </p:txBody>
      </p:sp>
    </p:spTree>
    <p:extLst>
      <p:ext uri="{BB962C8B-B14F-4D97-AF65-F5344CB8AC3E}">
        <p14:creationId xmlns:p14="http://schemas.microsoft.com/office/powerpoint/2010/main" val="54950527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6" name="Rectángulo 3">
            <a:hlinkClick r:id="rId3" action="ppaction://hlinksldjump"/>
            <a:hlinkHover r:id="rId4" action="ppaction://hlinksldjump"/>
            <a:extLst>
              <a:ext uri="{FF2B5EF4-FFF2-40B4-BE49-F238E27FC236}">
                <a16:creationId xmlns:a16="http://schemas.microsoft.com/office/drawing/2014/main" id="{4BA62251-B46C-4CE1-21F7-9369D6B3EE3F}"/>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4">
            <a:hlinkHover r:id="rId5" action="ppaction://hlinksldjump"/>
            <a:extLst>
              <a:ext uri="{FF2B5EF4-FFF2-40B4-BE49-F238E27FC236}">
                <a16:creationId xmlns:a16="http://schemas.microsoft.com/office/drawing/2014/main" id="{F41770A3-2667-07BE-BD7C-A572A7AF2D36}"/>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5">
            <a:hlinkHover r:id="rId6" action="ppaction://hlinksldjump"/>
            <a:extLst>
              <a:ext uri="{FF2B5EF4-FFF2-40B4-BE49-F238E27FC236}">
                <a16:creationId xmlns:a16="http://schemas.microsoft.com/office/drawing/2014/main" id="{4381C71C-4167-2E19-8B7A-38EFEBD75A69}"/>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6">
            <a:hlinkHover r:id="rId7" action="ppaction://hlinksldjump"/>
            <a:extLst>
              <a:ext uri="{FF2B5EF4-FFF2-40B4-BE49-F238E27FC236}">
                <a16:creationId xmlns:a16="http://schemas.microsoft.com/office/drawing/2014/main" id="{F8A91A54-1412-BC31-52E3-D745E9C19F63}"/>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7">
            <a:hlinkHover r:id="rId8" action="ppaction://hlinksldjump"/>
            <a:extLst>
              <a:ext uri="{FF2B5EF4-FFF2-40B4-BE49-F238E27FC236}">
                <a16:creationId xmlns:a16="http://schemas.microsoft.com/office/drawing/2014/main" id="{5A27BDC5-47D7-BA85-0E6F-F2F3DBB96C4E}"/>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8">
            <a:hlinkHover r:id="rId9" action="ppaction://hlinksldjump"/>
            <a:extLst>
              <a:ext uri="{FF2B5EF4-FFF2-40B4-BE49-F238E27FC236}">
                <a16:creationId xmlns:a16="http://schemas.microsoft.com/office/drawing/2014/main" id="{685AEC9A-2C97-A817-1EEA-0C211D749236}"/>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9">
            <a:hlinkHover r:id="rId10" action="ppaction://hlinksldjump"/>
            <a:extLst>
              <a:ext uri="{FF2B5EF4-FFF2-40B4-BE49-F238E27FC236}">
                <a16:creationId xmlns:a16="http://schemas.microsoft.com/office/drawing/2014/main" id="{9681F453-CEC1-3D57-083A-D44A99FD48C8}"/>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0">
            <a:hlinkHover r:id="rId11" action="ppaction://hlinksldjump"/>
            <a:extLst>
              <a:ext uri="{FF2B5EF4-FFF2-40B4-BE49-F238E27FC236}">
                <a16:creationId xmlns:a16="http://schemas.microsoft.com/office/drawing/2014/main" id="{456722F9-BAA8-54E8-4CB5-28155ED1E6C7}"/>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1">
            <a:hlinkHover r:id="rId12" action="ppaction://hlinksldjump"/>
            <a:extLst>
              <a:ext uri="{FF2B5EF4-FFF2-40B4-BE49-F238E27FC236}">
                <a16:creationId xmlns:a16="http://schemas.microsoft.com/office/drawing/2014/main" id="{5B0C915F-DF8F-A7E8-1670-8614CA96EC02}"/>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2">
            <a:hlinkHover r:id="rId13" action="ppaction://hlinksldjump"/>
            <a:extLst>
              <a:ext uri="{FF2B5EF4-FFF2-40B4-BE49-F238E27FC236}">
                <a16:creationId xmlns:a16="http://schemas.microsoft.com/office/drawing/2014/main" id="{92EFF35C-5289-9DFA-25E7-FE6639258FF8}"/>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3">
            <a:hlinkHover r:id="rId14" action="ppaction://hlinksldjump"/>
            <a:extLst>
              <a:ext uri="{FF2B5EF4-FFF2-40B4-BE49-F238E27FC236}">
                <a16:creationId xmlns:a16="http://schemas.microsoft.com/office/drawing/2014/main" id="{C6364CBE-0B01-D632-E227-5340444E64A4}"/>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4">
            <a:hlinkHover r:id="rId15" action="ppaction://hlinksldjump"/>
            <a:extLst>
              <a:ext uri="{FF2B5EF4-FFF2-40B4-BE49-F238E27FC236}">
                <a16:creationId xmlns:a16="http://schemas.microsoft.com/office/drawing/2014/main" id="{9EAD85BF-CC1D-FF55-30CD-12C80053CC1D}"/>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5">
            <a:hlinkHover r:id="rId16" action="ppaction://hlinksldjump"/>
            <a:extLst>
              <a:ext uri="{FF2B5EF4-FFF2-40B4-BE49-F238E27FC236}">
                <a16:creationId xmlns:a16="http://schemas.microsoft.com/office/drawing/2014/main" id="{29EFB2F1-49FF-BAD7-F0B0-23A6FEEC48FF}"/>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6">
            <a:hlinkHover r:id="rId17" action="ppaction://hlinksldjump"/>
            <a:extLst>
              <a:ext uri="{FF2B5EF4-FFF2-40B4-BE49-F238E27FC236}">
                <a16:creationId xmlns:a16="http://schemas.microsoft.com/office/drawing/2014/main" id="{5D1ED32C-9EF7-122A-7823-886EAEDFCCAC}"/>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1" name="Rectángulo 17">
            <a:hlinkHover r:id="rId18" action="ppaction://hlinksldjump"/>
            <a:extLst>
              <a:ext uri="{FF2B5EF4-FFF2-40B4-BE49-F238E27FC236}">
                <a16:creationId xmlns:a16="http://schemas.microsoft.com/office/drawing/2014/main" id="{5765B1D6-F825-9DD6-C4FC-081846D5ADBF}"/>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2" name="CuadroTexto 21">
            <a:extLst>
              <a:ext uri="{FF2B5EF4-FFF2-40B4-BE49-F238E27FC236}">
                <a16:creationId xmlns:a16="http://schemas.microsoft.com/office/drawing/2014/main" id="{663F2A45-674D-5E85-FF85-D29F5A852027}"/>
              </a:ext>
            </a:extLst>
          </p:cNvPr>
          <p:cNvSpPr txBox="1"/>
          <p:nvPr/>
        </p:nvSpPr>
        <p:spPr>
          <a:xfrm>
            <a:off x="1543932" y="304067"/>
            <a:ext cx="9016226" cy="1323439"/>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No necesita dar clic, sólo desplace el cursor sobre la imagen y aparecerán los conceptos, sin embargo si quiere consultar los tipos de pregunta, debe dar clic en la imagen donde dice “opción múltiple”</a:t>
            </a:r>
            <a:endParaRPr lang="es-NI"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endParaRPr>
          </a:p>
        </p:txBody>
      </p:sp>
      <p:sp>
        <p:nvSpPr>
          <p:cNvPr id="23" name="Rectángulo 22">
            <a:extLst>
              <a:ext uri="{FF2B5EF4-FFF2-40B4-BE49-F238E27FC236}">
                <a16:creationId xmlns:a16="http://schemas.microsoft.com/office/drawing/2014/main" id="{86FA6066-B582-41D6-E286-D5502B944F30}"/>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9445833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2" name="Rectángulo 3">
            <a:hlinkClick r:id="rId3" action="ppaction://hlinksldjump"/>
            <a:hlinkHover r:id="rId4" action="ppaction://hlinksldjump"/>
            <a:extLst>
              <a:ext uri="{FF2B5EF4-FFF2-40B4-BE49-F238E27FC236}">
                <a16:creationId xmlns:a16="http://schemas.microsoft.com/office/drawing/2014/main" id="{527386DB-4CA5-20ED-1CBD-C4B0DECF6F92}"/>
              </a:ext>
            </a:extLst>
          </p:cNvPr>
          <p:cNvSpPr>
            <a:spLocks noGrp="1" noRot="1" noMove="1" noResize="1" noEditPoints="1" noAdjustHandles="1" noChangeArrowheads="1" noChangeShapeType="1"/>
          </p:cNvSpPr>
          <p:nvPr/>
        </p:nvSpPr>
        <p:spPr>
          <a:xfrm>
            <a:off x="5886845" y="2100490"/>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5" action="ppaction://hlinksldjump"/>
            <a:extLst>
              <a:ext uri="{FF2B5EF4-FFF2-40B4-BE49-F238E27FC236}">
                <a16:creationId xmlns:a16="http://schemas.microsoft.com/office/drawing/2014/main" id="{475CC6AB-F95D-DCA9-84F7-5F81AB6455D5}"/>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6" action="ppaction://hlinksldjump"/>
            <a:extLst>
              <a:ext uri="{FF2B5EF4-FFF2-40B4-BE49-F238E27FC236}">
                <a16:creationId xmlns:a16="http://schemas.microsoft.com/office/drawing/2014/main" id="{68B9D39A-E394-CB27-332D-9CD6A4652B24}"/>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2" name="Rectángulo 6">
            <a:hlinkHover r:id="rId7" action="ppaction://hlinksldjump"/>
            <a:extLst>
              <a:ext uri="{FF2B5EF4-FFF2-40B4-BE49-F238E27FC236}">
                <a16:creationId xmlns:a16="http://schemas.microsoft.com/office/drawing/2014/main" id="{1E6BBA32-0380-47F4-EB8B-05FB459C65F6}"/>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3" name="Rectángulo 7">
            <a:hlinkHover r:id="rId8" action="ppaction://hlinksldjump"/>
            <a:extLst>
              <a:ext uri="{FF2B5EF4-FFF2-40B4-BE49-F238E27FC236}">
                <a16:creationId xmlns:a16="http://schemas.microsoft.com/office/drawing/2014/main" id="{32A40B9D-4F36-5CA7-0116-6945E657BFE8}"/>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4" name="Rectángulo 8">
            <a:hlinkHover r:id="rId9" action="ppaction://hlinksldjump"/>
            <a:extLst>
              <a:ext uri="{FF2B5EF4-FFF2-40B4-BE49-F238E27FC236}">
                <a16:creationId xmlns:a16="http://schemas.microsoft.com/office/drawing/2014/main" id="{86FF43E5-B753-127B-FDA9-7B0D37FEF0E7}"/>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5" name="Rectángulo 9">
            <a:hlinkHover r:id="rId10" action="ppaction://hlinksldjump"/>
            <a:extLst>
              <a:ext uri="{FF2B5EF4-FFF2-40B4-BE49-F238E27FC236}">
                <a16:creationId xmlns:a16="http://schemas.microsoft.com/office/drawing/2014/main" id="{42495775-9707-F047-27C4-B77569DD2350}"/>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6" name="Rectángulo 10">
            <a:hlinkHover r:id="rId11" action="ppaction://hlinksldjump"/>
            <a:extLst>
              <a:ext uri="{FF2B5EF4-FFF2-40B4-BE49-F238E27FC236}">
                <a16:creationId xmlns:a16="http://schemas.microsoft.com/office/drawing/2014/main" id="{1FB69E73-1C0C-D7A0-CDEE-809D7106A3FA}"/>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7" name="Rectángulo 11">
            <a:hlinkHover r:id="rId12" action="ppaction://hlinksldjump"/>
            <a:extLst>
              <a:ext uri="{FF2B5EF4-FFF2-40B4-BE49-F238E27FC236}">
                <a16:creationId xmlns:a16="http://schemas.microsoft.com/office/drawing/2014/main" id="{DDF0E2EE-3366-7798-D048-54605508E985}"/>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8" name="Rectángulo 12">
            <a:hlinkHover r:id="rId13" action="ppaction://hlinksldjump"/>
            <a:extLst>
              <a:ext uri="{FF2B5EF4-FFF2-40B4-BE49-F238E27FC236}">
                <a16:creationId xmlns:a16="http://schemas.microsoft.com/office/drawing/2014/main" id="{C1B9D4D3-1A77-A9CC-975C-5433DC8CA4D2}"/>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9" name="Rectángulo 13">
            <a:hlinkHover r:id="rId14" action="ppaction://hlinksldjump"/>
            <a:extLst>
              <a:ext uri="{FF2B5EF4-FFF2-40B4-BE49-F238E27FC236}">
                <a16:creationId xmlns:a16="http://schemas.microsoft.com/office/drawing/2014/main" id="{ED4EA570-E928-4059-9222-A84760692496}"/>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0" name="Rectángulo 14">
            <a:hlinkHover r:id="rId15" action="ppaction://hlinksldjump"/>
            <a:extLst>
              <a:ext uri="{FF2B5EF4-FFF2-40B4-BE49-F238E27FC236}">
                <a16:creationId xmlns:a16="http://schemas.microsoft.com/office/drawing/2014/main" id="{E55E2A32-DC9A-5330-9139-16E38AA45393}"/>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1" name="Rectángulo 15">
            <a:hlinkHover r:id="rId16" action="ppaction://hlinksldjump"/>
            <a:extLst>
              <a:ext uri="{FF2B5EF4-FFF2-40B4-BE49-F238E27FC236}">
                <a16:creationId xmlns:a16="http://schemas.microsoft.com/office/drawing/2014/main" id="{F4B81DC6-3385-1AA3-5CFC-0FE73C5E81E1}"/>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2" name="Rectángulo 16">
            <a:hlinkHover r:id="rId17" action="ppaction://hlinksldjump"/>
            <a:extLst>
              <a:ext uri="{FF2B5EF4-FFF2-40B4-BE49-F238E27FC236}">
                <a16:creationId xmlns:a16="http://schemas.microsoft.com/office/drawing/2014/main" id="{35CF5D3E-2436-D5A2-E045-0235690A80AA}"/>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3" name="Rectángulo 17">
            <a:hlinkHover r:id="rId18" action="ppaction://hlinksldjump"/>
            <a:extLst>
              <a:ext uri="{FF2B5EF4-FFF2-40B4-BE49-F238E27FC236}">
                <a16:creationId xmlns:a16="http://schemas.microsoft.com/office/drawing/2014/main" id="{7AA5E32D-FB03-D81C-55FC-E2DFDF9770DE}"/>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5" name="CuadroTexto 34">
            <a:extLst>
              <a:ext uri="{FF2B5EF4-FFF2-40B4-BE49-F238E27FC236}">
                <a16:creationId xmlns:a16="http://schemas.microsoft.com/office/drawing/2014/main" id="{9F5C5435-561A-885D-D045-D75B047C1FCD}"/>
              </a:ext>
            </a:extLst>
          </p:cNvPr>
          <p:cNvSpPr txBox="1">
            <a:spLocks noGrp="1" noRot="1" noMove="1" noResize="1" noEditPoints="1" noAdjustHandles="1" noChangeArrowheads="1" noChangeShapeType="1"/>
          </p:cNvSpPr>
          <p:nvPr/>
        </p:nvSpPr>
        <p:spPr>
          <a:xfrm>
            <a:off x="1543932" y="304067"/>
            <a:ext cx="9016226" cy="1631216"/>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Tipo de pregunta</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Google </a:t>
            </a:r>
            <a:r>
              <a:rPr lang="es-ES" sz="2000" dirty="0" err="1">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Forms</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ofrece varios tipos de preguntas, como preguntas de selección múltiple, preguntas de respuesta corta, preguntas de casilla de verificación, preguntas de escala lineal, etc. Es importante seleccionar el tipo de pregunta correcto para recopilar la información deseada.</a:t>
            </a:r>
            <a:endParaRPr lang="es-NI"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endParaRPr>
          </a:p>
        </p:txBody>
      </p:sp>
      <p:sp>
        <p:nvSpPr>
          <p:cNvPr id="36" name="Rectángulo 35">
            <a:extLst>
              <a:ext uri="{FF2B5EF4-FFF2-40B4-BE49-F238E27FC236}">
                <a16:creationId xmlns:a16="http://schemas.microsoft.com/office/drawing/2014/main" id="{067A0A78-4450-7701-1F1B-F245A42BC9A2}"/>
              </a:ext>
            </a:extLst>
          </p:cNvPr>
          <p:cNvSpPr>
            <a:spLocks noGrp="1" noRot="1" noMove="1" noResize="1" noEditPoints="1" noAdjustHandles="1" noChangeArrowheads="1" noChangeShapeType="1"/>
          </p:cNvSpPr>
          <p:nvPr/>
        </p:nvSpPr>
        <p:spPr>
          <a:xfrm>
            <a:off x="5936776" y="2102266"/>
            <a:ext cx="3766782" cy="591457"/>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38" name="Conector recto de flecha 37">
            <a:extLst>
              <a:ext uri="{FF2B5EF4-FFF2-40B4-BE49-F238E27FC236}">
                <a16:creationId xmlns:a16="http://schemas.microsoft.com/office/drawing/2014/main" id="{D2C5C43C-398D-C5E2-61AC-DF55635B8723}"/>
              </a:ext>
            </a:extLst>
          </p:cNvPr>
          <p:cNvCxnSpPr>
            <a:cxnSpLocks noGrp="1" noRot="1" noMove="1" noResize="1" noEditPoints="1" noAdjustHandles="1" noChangeArrowheads="1" noChangeShapeType="1"/>
            <a:stCxn id="36" idx="0"/>
          </p:cNvCxnSpPr>
          <p:nvPr/>
        </p:nvCxnSpPr>
        <p:spPr>
          <a:xfrm flipH="1" flipV="1">
            <a:off x="5936776" y="1583704"/>
            <a:ext cx="1883391" cy="518562"/>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Rectángulo 40">
            <a:extLst>
              <a:ext uri="{FF2B5EF4-FFF2-40B4-BE49-F238E27FC236}">
                <a16:creationId xmlns:a16="http://schemas.microsoft.com/office/drawing/2014/main" id="{A2A5B88B-1B00-6C76-81C1-17B4C64439A7}"/>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150306391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6" name="Rectángulo 5">
            <a:hlinkClick r:id="" action="ppaction://hlinkshowjump?jump=nextslide"/>
            <a:hlinkHover r:id="rId3" action="ppaction://hlinksldjump"/>
            <a:extLst>
              <a:ext uri="{FF2B5EF4-FFF2-40B4-BE49-F238E27FC236}">
                <a16:creationId xmlns:a16="http://schemas.microsoft.com/office/drawing/2014/main" id="{4BA62251-B46C-4CE1-21F7-9369D6B3EE3F}"/>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Rectángulo 3">
            <a:hlinkClick r:id="rId4" action="ppaction://hlinksldjump"/>
            <a:hlinkHover r:id="rId5" action="ppaction://hlinksldjump"/>
            <a:extLst>
              <a:ext uri="{FF2B5EF4-FFF2-40B4-BE49-F238E27FC236}">
                <a16:creationId xmlns:a16="http://schemas.microsoft.com/office/drawing/2014/main" id="{365F8BC4-8F7D-B336-BD05-312721D5F332}"/>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6" action="ppaction://hlinksldjump"/>
            <a:extLst>
              <a:ext uri="{FF2B5EF4-FFF2-40B4-BE49-F238E27FC236}">
                <a16:creationId xmlns:a16="http://schemas.microsoft.com/office/drawing/2014/main" id="{F20B2349-3F24-E1E0-DC99-C3409C57DE3C}"/>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7" action="ppaction://hlinksldjump"/>
            <a:extLst>
              <a:ext uri="{FF2B5EF4-FFF2-40B4-BE49-F238E27FC236}">
                <a16:creationId xmlns:a16="http://schemas.microsoft.com/office/drawing/2014/main" id="{BBA45C54-7EC7-3C05-06A2-42DEEC46AED3}"/>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6">
            <a:hlinkHover r:id="rId8" action="ppaction://hlinksldjump"/>
            <a:extLst>
              <a:ext uri="{FF2B5EF4-FFF2-40B4-BE49-F238E27FC236}">
                <a16:creationId xmlns:a16="http://schemas.microsoft.com/office/drawing/2014/main" id="{89FF1144-8C02-06F7-56FB-B6F29FB8B4AD}"/>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7">
            <a:hlinkHover r:id="rId9" action="ppaction://hlinksldjump"/>
            <a:extLst>
              <a:ext uri="{FF2B5EF4-FFF2-40B4-BE49-F238E27FC236}">
                <a16:creationId xmlns:a16="http://schemas.microsoft.com/office/drawing/2014/main" id="{D2B7ED83-CDDB-55C2-9CA3-6FA634073367}"/>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8">
            <a:hlinkHover r:id="rId10" action="ppaction://hlinksldjump"/>
            <a:extLst>
              <a:ext uri="{FF2B5EF4-FFF2-40B4-BE49-F238E27FC236}">
                <a16:creationId xmlns:a16="http://schemas.microsoft.com/office/drawing/2014/main" id="{1D3CD1A1-5812-4C43-7D87-FFD914B4EA76}"/>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9">
            <a:hlinkHover r:id="rId11" action="ppaction://hlinksldjump"/>
            <a:extLst>
              <a:ext uri="{FF2B5EF4-FFF2-40B4-BE49-F238E27FC236}">
                <a16:creationId xmlns:a16="http://schemas.microsoft.com/office/drawing/2014/main" id="{A831ABC4-87CD-5103-A849-FD235F00DC79}"/>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0">
            <a:hlinkHover r:id="rId12" action="ppaction://hlinksldjump"/>
            <a:extLst>
              <a:ext uri="{FF2B5EF4-FFF2-40B4-BE49-F238E27FC236}">
                <a16:creationId xmlns:a16="http://schemas.microsoft.com/office/drawing/2014/main" id="{D812332F-8444-C489-6174-C3FFDDBB6759}"/>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1">
            <a:hlinkHover r:id="rId13" action="ppaction://hlinksldjump"/>
            <a:extLst>
              <a:ext uri="{FF2B5EF4-FFF2-40B4-BE49-F238E27FC236}">
                <a16:creationId xmlns:a16="http://schemas.microsoft.com/office/drawing/2014/main" id="{7D1AD4F2-8989-35AE-2805-A985CCA28689}"/>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2">
            <a:hlinkHover r:id="rId14" action="ppaction://hlinksldjump"/>
            <a:extLst>
              <a:ext uri="{FF2B5EF4-FFF2-40B4-BE49-F238E27FC236}">
                <a16:creationId xmlns:a16="http://schemas.microsoft.com/office/drawing/2014/main" id="{53DE6B3F-4E63-D66D-99F9-7D4CF218E29E}"/>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3">
            <a:hlinkHover r:id="rId15" action="ppaction://hlinksldjump"/>
            <a:extLst>
              <a:ext uri="{FF2B5EF4-FFF2-40B4-BE49-F238E27FC236}">
                <a16:creationId xmlns:a16="http://schemas.microsoft.com/office/drawing/2014/main" id="{1BF8A463-F4F0-B5FF-54CB-95E30473A995}"/>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4">
            <a:hlinkHover r:id="rId16" action="ppaction://hlinksldjump"/>
            <a:extLst>
              <a:ext uri="{FF2B5EF4-FFF2-40B4-BE49-F238E27FC236}">
                <a16:creationId xmlns:a16="http://schemas.microsoft.com/office/drawing/2014/main" id="{7F1256E1-BE52-A2CD-6339-B3AD210B01B3}"/>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5">
            <a:hlinkHover r:id="rId17" action="ppaction://hlinksldjump"/>
            <a:extLst>
              <a:ext uri="{FF2B5EF4-FFF2-40B4-BE49-F238E27FC236}">
                <a16:creationId xmlns:a16="http://schemas.microsoft.com/office/drawing/2014/main" id="{95A09FA9-66D4-7D9D-9728-1F34588DA41E}"/>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6">
            <a:hlinkHover r:id="rId18" action="ppaction://hlinksldjump"/>
            <a:extLst>
              <a:ext uri="{FF2B5EF4-FFF2-40B4-BE49-F238E27FC236}">
                <a16:creationId xmlns:a16="http://schemas.microsoft.com/office/drawing/2014/main" id="{BA77E9D4-DD87-75C0-4ED3-6A04446BCA7B}"/>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7">
            <a:hlinkHover r:id="rId19" action="ppaction://hlinksldjump"/>
            <a:extLst>
              <a:ext uri="{FF2B5EF4-FFF2-40B4-BE49-F238E27FC236}">
                <a16:creationId xmlns:a16="http://schemas.microsoft.com/office/drawing/2014/main" id="{22FE77C9-B135-1790-2DE0-DC8E10824C35}"/>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CuadroTexto 19">
            <a:extLst>
              <a:ext uri="{FF2B5EF4-FFF2-40B4-BE49-F238E27FC236}">
                <a16:creationId xmlns:a16="http://schemas.microsoft.com/office/drawing/2014/main" id="{D7D63F85-12A2-EF1F-DFBA-63F0EA5A5588}"/>
              </a:ext>
            </a:extLst>
          </p:cNvPr>
          <p:cNvSpPr txBox="1">
            <a:spLocks noGrp="1" noRot="1" noMove="1" noResize="1" noEditPoints="1" noAdjustHandles="1" noChangeArrowheads="1" noChangeShapeType="1"/>
          </p:cNvSpPr>
          <p:nvPr/>
        </p:nvSpPr>
        <p:spPr>
          <a:xfrm>
            <a:off x="1543932" y="304067"/>
            <a:ext cx="9016226" cy="1631216"/>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Imagen</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Permite agregar una imagen a la pregunta, puede usarse para dar información adicional al encuestado, o para ofrecer una muestra del producto, también se pueden usar para proporcionar una elección, mostrando las opciones de forma gráfica, otorgando así más datos para quien responde</a:t>
            </a:r>
            <a:endParaRPr lang="es-NI"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endParaRPr>
          </a:p>
        </p:txBody>
      </p:sp>
      <p:sp>
        <p:nvSpPr>
          <p:cNvPr id="22" name="Rectángulo 21">
            <a:extLst>
              <a:ext uri="{FF2B5EF4-FFF2-40B4-BE49-F238E27FC236}">
                <a16:creationId xmlns:a16="http://schemas.microsoft.com/office/drawing/2014/main" id="{64B467DE-4E68-7D0F-766E-8799A7C3D31D}"/>
              </a:ext>
            </a:extLst>
          </p:cNvPr>
          <p:cNvSpPr>
            <a:spLocks noGrp="1" noRot="1" noMove="1" noResize="1" noEditPoints="1" noAdjustHandles="1" noChangeArrowheads="1" noChangeShapeType="1"/>
          </p:cNvSpPr>
          <p:nvPr/>
        </p:nvSpPr>
        <p:spPr>
          <a:xfrm>
            <a:off x="5341256" y="2194564"/>
            <a:ext cx="754743" cy="591457"/>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3" name="Conector recto de flecha 22">
            <a:extLst>
              <a:ext uri="{FF2B5EF4-FFF2-40B4-BE49-F238E27FC236}">
                <a16:creationId xmlns:a16="http://schemas.microsoft.com/office/drawing/2014/main" id="{5586C6F8-27D2-AE39-E6D4-0396EF716A6D}"/>
              </a:ext>
            </a:extLst>
          </p:cNvPr>
          <p:cNvCxnSpPr>
            <a:cxnSpLocks noGrp="1" noRot="1" noMove="1" noResize="1" noEditPoints="1" noAdjustHandles="1" noChangeArrowheads="1" noChangeShapeType="1"/>
            <a:stCxn id="22" idx="0"/>
          </p:cNvCxnSpPr>
          <p:nvPr/>
        </p:nvCxnSpPr>
        <p:spPr>
          <a:xfrm flipV="1">
            <a:off x="5718628" y="1897040"/>
            <a:ext cx="130238" cy="297524"/>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ángulo 26">
            <a:extLst>
              <a:ext uri="{FF2B5EF4-FFF2-40B4-BE49-F238E27FC236}">
                <a16:creationId xmlns:a16="http://schemas.microsoft.com/office/drawing/2014/main" id="{5FDE1706-7EBB-CFB0-F2F3-3CFC167D6177}"/>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41854889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2" name="Rectángulo 3">
            <a:hlinkClick r:id="rId3" action="ppaction://hlinksldjump"/>
            <a:hlinkHover r:id="rId4" action="ppaction://hlinksldjump"/>
            <a:extLst>
              <a:ext uri="{FF2B5EF4-FFF2-40B4-BE49-F238E27FC236}">
                <a16:creationId xmlns:a16="http://schemas.microsoft.com/office/drawing/2014/main" id="{EA721247-E987-0E89-C73A-7DC7BCEEC106}"/>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5" action="ppaction://hlinksldjump"/>
            <a:extLst>
              <a:ext uri="{FF2B5EF4-FFF2-40B4-BE49-F238E27FC236}">
                <a16:creationId xmlns:a16="http://schemas.microsoft.com/office/drawing/2014/main" id="{17003883-A645-66C6-FC2A-3484B517039D}"/>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6" action="ppaction://hlinksldjump"/>
            <a:extLst>
              <a:ext uri="{FF2B5EF4-FFF2-40B4-BE49-F238E27FC236}">
                <a16:creationId xmlns:a16="http://schemas.microsoft.com/office/drawing/2014/main" id="{52A0DE50-63BC-052A-4CD6-B07D014C1D06}"/>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6">
            <a:hlinkHover r:id="rId7" action="ppaction://hlinksldjump"/>
            <a:extLst>
              <a:ext uri="{FF2B5EF4-FFF2-40B4-BE49-F238E27FC236}">
                <a16:creationId xmlns:a16="http://schemas.microsoft.com/office/drawing/2014/main" id="{4652B2AF-352F-CB49-5FAD-F1F893451E10}"/>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71232C26-5AA1-F33D-F065-8708741CD051}"/>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8">
            <a:hlinkHover r:id="rId9" action="ppaction://hlinksldjump"/>
            <a:extLst>
              <a:ext uri="{FF2B5EF4-FFF2-40B4-BE49-F238E27FC236}">
                <a16:creationId xmlns:a16="http://schemas.microsoft.com/office/drawing/2014/main" id="{3706751E-082E-BB7F-B64F-D46554D12C84}"/>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9">
            <a:hlinkHover r:id="rId10" action="ppaction://hlinksldjump"/>
            <a:extLst>
              <a:ext uri="{FF2B5EF4-FFF2-40B4-BE49-F238E27FC236}">
                <a16:creationId xmlns:a16="http://schemas.microsoft.com/office/drawing/2014/main" id="{815F0B15-92B2-01DE-8884-4DA52DF2B143}"/>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11" action="ppaction://hlinksldjump"/>
            <a:extLst>
              <a:ext uri="{FF2B5EF4-FFF2-40B4-BE49-F238E27FC236}">
                <a16:creationId xmlns:a16="http://schemas.microsoft.com/office/drawing/2014/main" id="{A4122F74-EB67-8E4B-89DC-6E7A2D753BDB}"/>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2" action="ppaction://hlinksldjump"/>
            <a:extLst>
              <a:ext uri="{FF2B5EF4-FFF2-40B4-BE49-F238E27FC236}">
                <a16:creationId xmlns:a16="http://schemas.microsoft.com/office/drawing/2014/main" id="{BBF73548-714C-C69E-D9F1-9CFDD6369A3A}"/>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3" action="ppaction://hlinksldjump"/>
            <a:extLst>
              <a:ext uri="{FF2B5EF4-FFF2-40B4-BE49-F238E27FC236}">
                <a16:creationId xmlns:a16="http://schemas.microsoft.com/office/drawing/2014/main" id="{DAEBAD63-B431-BBF6-D511-2D57B673361D}"/>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a:hlinkHover r:id="rId14" action="ppaction://hlinksldjump"/>
            <a:extLst>
              <a:ext uri="{FF2B5EF4-FFF2-40B4-BE49-F238E27FC236}">
                <a16:creationId xmlns:a16="http://schemas.microsoft.com/office/drawing/2014/main" id="{0107435B-5AD8-AA66-35AE-30DD2A0B8AED}"/>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5" action="ppaction://hlinksldjump"/>
            <a:extLst>
              <a:ext uri="{FF2B5EF4-FFF2-40B4-BE49-F238E27FC236}">
                <a16:creationId xmlns:a16="http://schemas.microsoft.com/office/drawing/2014/main" id="{E9EB784F-1D56-D160-0843-0A453BFA9DC5}"/>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6" action="ppaction://hlinksldjump"/>
            <a:extLst>
              <a:ext uri="{FF2B5EF4-FFF2-40B4-BE49-F238E27FC236}">
                <a16:creationId xmlns:a16="http://schemas.microsoft.com/office/drawing/2014/main" id="{68806024-6557-3402-1A2F-B52F8A91B9D0}"/>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6">
            <a:hlinkHover r:id="rId17" action="ppaction://hlinksldjump"/>
            <a:extLst>
              <a:ext uri="{FF2B5EF4-FFF2-40B4-BE49-F238E27FC236}">
                <a16:creationId xmlns:a16="http://schemas.microsoft.com/office/drawing/2014/main" id="{3146D3DC-F731-2116-1476-C3987F549478}"/>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7">
            <a:hlinkHover r:id="rId18" action="ppaction://hlinksldjump"/>
            <a:extLst>
              <a:ext uri="{FF2B5EF4-FFF2-40B4-BE49-F238E27FC236}">
                <a16:creationId xmlns:a16="http://schemas.microsoft.com/office/drawing/2014/main" id="{D60BA6F0-49B5-EADE-A08D-DA68931CB76F}"/>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a:extLst>
              <a:ext uri="{FF2B5EF4-FFF2-40B4-BE49-F238E27FC236}">
                <a16:creationId xmlns:a16="http://schemas.microsoft.com/office/drawing/2014/main" id="{323E992D-66F6-A921-C161-73C2AF61B7ED}"/>
              </a:ext>
            </a:extLst>
          </p:cNvPr>
          <p:cNvSpPr>
            <a:spLocks noGrp="1" noRot="1" noMove="1" noResize="1" noEditPoints="1" noAdjustHandles="1" noChangeArrowheads="1" noChangeShapeType="1"/>
          </p:cNvSpPr>
          <p:nvPr/>
        </p:nvSpPr>
        <p:spPr>
          <a:xfrm>
            <a:off x="1814286" y="2141615"/>
            <a:ext cx="3576881" cy="591457"/>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0" name="Conector recto de flecha 19">
            <a:extLst>
              <a:ext uri="{FF2B5EF4-FFF2-40B4-BE49-F238E27FC236}">
                <a16:creationId xmlns:a16="http://schemas.microsoft.com/office/drawing/2014/main" id="{C2CCF7AD-959E-E23C-99F7-CDF41227A633}"/>
              </a:ext>
            </a:extLst>
          </p:cNvPr>
          <p:cNvCxnSpPr>
            <a:cxnSpLocks noGrp="1" noRot="1" noMove="1" noResize="1" noEditPoints="1" noAdjustHandles="1" noChangeArrowheads="1" noChangeShapeType="1"/>
            <a:stCxn id="19" idx="0"/>
          </p:cNvCxnSpPr>
          <p:nvPr/>
        </p:nvCxnSpPr>
        <p:spPr>
          <a:xfrm flipV="1">
            <a:off x="3602727" y="1627506"/>
            <a:ext cx="1389539" cy="514109"/>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CuadroTexto 22">
            <a:extLst>
              <a:ext uri="{FF2B5EF4-FFF2-40B4-BE49-F238E27FC236}">
                <a16:creationId xmlns:a16="http://schemas.microsoft.com/office/drawing/2014/main" id="{738A74F1-3339-E63F-3051-4B6FFBBE90A3}"/>
              </a:ext>
            </a:extLst>
          </p:cNvPr>
          <p:cNvSpPr txBox="1">
            <a:spLocks noGrp="1" noRot="1" noMove="1" noResize="1" noEditPoints="1" noAdjustHandles="1" noChangeArrowheads="1" noChangeShapeType="1"/>
          </p:cNvSpPr>
          <p:nvPr/>
        </p:nvSpPr>
        <p:spPr>
          <a:xfrm>
            <a:off x="1543932" y="304067"/>
            <a:ext cx="9016226" cy="1323439"/>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Enunciado de la pregunta</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Es la parte de la “pregunta” que describe el contenido de la misma. Puede ser una oración o una pregunta completa. Debe proferirse de forma clara y precisa, sin lugar a las ambigüedades para que responde no se confunda</a:t>
            </a:r>
            <a:endParaRPr lang="es-NI"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endParaRPr>
          </a:p>
        </p:txBody>
      </p:sp>
      <p:sp>
        <p:nvSpPr>
          <p:cNvPr id="26" name="Rectángulo 25">
            <a:extLst>
              <a:ext uri="{FF2B5EF4-FFF2-40B4-BE49-F238E27FC236}">
                <a16:creationId xmlns:a16="http://schemas.microsoft.com/office/drawing/2014/main" id="{AEF72B8F-F9BF-2875-081E-CE32D81857BE}"/>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67530899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6" name="Rectángulo 5">
            <a:hlinkClick r:id="" action="ppaction://hlinkshowjump?jump=nextslide"/>
            <a:hlinkHover r:id="rId3" action="ppaction://hlinksldjump"/>
            <a:extLst>
              <a:ext uri="{FF2B5EF4-FFF2-40B4-BE49-F238E27FC236}">
                <a16:creationId xmlns:a16="http://schemas.microsoft.com/office/drawing/2014/main" id="{4BA62251-B46C-4CE1-21F7-9369D6B3EE3F}"/>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Rectángulo 3">
            <a:hlinkClick r:id="rId4" action="ppaction://hlinksldjump"/>
            <a:hlinkHover r:id="rId5" action="ppaction://hlinksldjump"/>
            <a:extLst>
              <a:ext uri="{FF2B5EF4-FFF2-40B4-BE49-F238E27FC236}">
                <a16:creationId xmlns:a16="http://schemas.microsoft.com/office/drawing/2014/main" id="{64543111-49AD-25A7-9C57-998542CCE213}"/>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6" action="ppaction://hlinksldjump"/>
            <a:extLst>
              <a:ext uri="{FF2B5EF4-FFF2-40B4-BE49-F238E27FC236}">
                <a16:creationId xmlns:a16="http://schemas.microsoft.com/office/drawing/2014/main" id="{FDADC6AF-3F89-F7EB-4D33-63ABB718C1BF}"/>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7" action="ppaction://hlinksldjump"/>
            <a:extLst>
              <a:ext uri="{FF2B5EF4-FFF2-40B4-BE49-F238E27FC236}">
                <a16:creationId xmlns:a16="http://schemas.microsoft.com/office/drawing/2014/main" id="{58222953-DD96-95A7-775B-AA0D768DDFDA}"/>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6">
            <a:hlinkHover r:id="rId8" action="ppaction://hlinksldjump"/>
            <a:extLst>
              <a:ext uri="{FF2B5EF4-FFF2-40B4-BE49-F238E27FC236}">
                <a16:creationId xmlns:a16="http://schemas.microsoft.com/office/drawing/2014/main" id="{82022E1E-5F32-3B57-FFE2-1745E220C28A}"/>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7">
            <a:hlinkHover r:id="rId9" action="ppaction://hlinksldjump"/>
            <a:extLst>
              <a:ext uri="{FF2B5EF4-FFF2-40B4-BE49-F238E27FC236}">
                <a16:creationId xmlns:a16="http://schemas.microsoft.com/office/drawing/2014/main" id="{E7C08D64-E9D4-FD50-8B99-3AD1ABD290CA}"/>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8">
            <a:hlinkHover r:id="rId10" action="ppaction://hlinksldjump"/>
            <a:extLst>
              <a:ext uri="{FF2B5EF4-FFF2-40B4-BE49-F238E27FC236}">
                <a16:creationId xmlns:a16="http://schemas.microsoft.com/office/drawing/2014/main" id="{F651A952-B177-2AAE-E4F1-49CA6CCCF908}"/>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9">
            <a:hlinkHover r:id="rId11" action="ppaction://hlinksldjump"/>
            <a:extLst>
              <a:ext uri="{FF2B5EF4-FFF2-40B4-BE49-F238E27FC236}">
                <a16:creationId xmlns:a16="http://schemas.microsoft.com/office/drawing/2014/main" id="{AF3C6932-132C-136F-FCC3-22D278720FD9}"/>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0">
            <a:hlinkHover r:id="rId12" action="ppaction://hlinksldjump"/>
            <a:extLst>
              <a:ext uri="{FF2B5EF4-FFF2-40B4-BE49-F238E27FC236}">
                <a16:creationId xmlns:a16="http://schemas.microsoft.com/office/drawing/2014/main" id="{7444011F-A8C6-9788-0F02-568CD0FCBCF6}"/>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1">
            <a:hlinkHover r:id="rId13" action="ppaction://hlinksldjump"/>
            <a:extLst>
              <a:ext uri="{FF2B5EF4-FFF2-40B4-BE49-F238E27FC236}">
                <a16:creationId xmlns:a16="http://schemas.microsoft.com/office/drawing/2014/main" id="{E7DF583F-63B5-4B14-CBB3-29AF5C706DE4}"/>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2">
            <a:hlinkHover r:id="rId14" action="ppaction://hlinksldjump"/>
            <a:extLst>
              <a:ext uri="{FF2B5EF4-FFF2-40B4-BE49-F238E27FC236}">
                <a16:creationId xmlns:a16="http://schemas.microsoft.com/office/drawing/2014/main" id="{1A29FE33-5C37-FA82-2751-143AA2029367}"/>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3">
            <a:hlinkHover r:id="rId15" action="ppaction://hlinksldjump"/>
            <a:extLst>
              <a:ext uri="{FF2B5EF4-FFF2-40B4-BE49-F238E27FC236}">
                <a16:creationId xmlns:a16="http://schemas.microsoft.com/office/drawing/2014/main" id="{7152D8BD-61B3-4492-FB0C-DEFAF47A5755}"/>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4">
            <a:hlinkHover r:id="rId16" action="ppaction://hlinksldjump"/>
            <a:extLst>
              <a:ext uri="{FF2B5EF4-FFF2-40B4-BE49-F238E27FC236}">
                <a16:creationId xmlns:a16="http://schemas.microsoft.com/office/drawing/2014/main" id="{9D18F9A0-32D4-8983-F7D1-AB48CF65BCB4}"/>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5">
            <a:hlinkHover r:id="rId17" action="ppaction://hlinksldjump"/>
            <a:extLst>
              <a:ext uri="{FF2B5EF4-FFF2-40B4-BE49-F238E27FC236}">
                <a16:creationId xmlns:a16="http://schemas.microsoft.com/office/drawing/2014/main" id="{5B2069D1-5A49-8183-CCFD-F068418CAC09}"/>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6">
            <a:hlinkHover r:id="rId18" action="ppaction://hlinksldjump"/>
            <a:extLst>
              <a:ext uri="{FF2B5EF4-FFF2-40B4-BE49-F238E27FC236}">
                <a16:creationId xmlns:a16="http://schemas.microsoft.com/office/drawing/2014/main" id="{A5B451A0-DAEF-8BF5-73F4-91BC8193EDFF}"/>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7">
            <a:hlinkHover r:id="rId19" action="ppaction://hlinksldjump"/>
            <a:extLst>
              <a:ext uri="{FF2B5EF4-FFF2-40B4-BE49-F238E27FC236}">
                <a16:creationId xmlns:a16="http://schemas.microsoft.com/office/drawing/2014/main" id="{65209AAB-8084-2923-480B-881BEC7BE238}"/>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a:extLst>
              <a:ext uri="{FF2B5EF4-FFF2-40B4-BE49-F238E27FC236}">
                <a16:creationId xmlns:a16="http://schemas.microsoft.com/office/drawing/2014/main" id="{6BDC6F03-1A88-1A6A-8AE6-640EAB858C85}"/>
              </a:ext>
            </a:extLst>
          </p:cNvPr>
          <p:cNvSpPr>
            <a:spLocks noGrp="1" noRot="1" noMove="1" noResize="1" noEditPoints="1" noAdjustHandles="1" noChangeArrowheads="1" noChangeShapeType="1"/>
          </p:cNvSpPr>
          <p:nvPr/>
        </p:nvSpPr>
        <p:spPr>
          <a:xfrm>
            <a:off x="1814287" y="2910899"/>
            <a:ext cx="3412626" cy="591457"/>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1" name="Conector recto de flecha 20">
            <a:extLst>
              <a:ext uri="{FF2B5EF4-FFF2-40B4-BE49-F238E27FC236}">
                <a16:creationId xmlns:a16="http://schemas.microsoft.com/office/drawing/2014/main" id="{98F10F31-221D-CD0A-5EA1-C50EDB0B91AA}"/>
              </a:ext>
            </a:extLst>
          </p:cNvPr>
          <p:cNvCxnSpPr>
            <a:cxnSpLocks noGrp="1" noRot="1" noMove="1" noResize="1" noEditPoints="1" noAdjustHandles="1" noChangeArrowheads="1" noChangeShapeType="1"/>
            <a:stCxn id="20" idx="0"/>
          </p:cNvCxnSpPr>
          <p:nvPr/>
        </p:nvCxnSpPr>
        <p:spPr>
          <a:xfrm flipV="1">
            <a:off x="3520600" y="1617259"/>
            <a:ext cx="2299629" cy="129364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9BBF7E0C-1E1A-F31A-299D-BA4732639497}"/>
              </a:ext>
            </a:extLst>
          </p:cNvPr>
          <p:cNvSpPr txBox="1">
            <a:spLocks noGrp="1" noRot="1" noMove="1" noResize="1" noEditPoints="1" noAdjustHandles="1" noChangeArrowheads="1" noChangeShapeType="1"/>
          </p:cNvSpPr>
          <p:nvPr/>
        </p:nvSpPr>
        <p:spPr>
          <a:xfrm>
            <a:off x="1543932" y="304067"/>
            <a:ext cx="9016226" cy="1323439"/>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Opciones de respuesta</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Esta parte se refiere a las opciones que se presentan al encuestado para responder a la pregunta. Dependiendo del tipo de pregunta, puede haber varias opciones o solo una, dependiendo del tipo de pregunta</a:t>
            </a:r>
            <a:endParaRPr lang="es-NI"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endParaRPr>
          </a:p>
        </p:txBody>
      </p:sp>
      <p:sp>
        <p:nvSpPr>
          <p:cNvPr id="26" name="Rectángulo 25">
            <a:extLst>
              <a:ext uri="{FF2B5EF4-FFF2-40B4-BE49-F238E27FC236}">
                <a16:creationId xmlns:a16="http://schemas.microsoft.com/office/drawing/2014/main" id="{5516720D-AF75-3CAA-0FA9-701C6F9B98B6}"/>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3938390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2" name="Rectángulo 3">
            <a:hlinkClick r:id="rId3" action="ppaction://hlinksldjump"/>
            <a:hlinkHover r:id="rId4" action="ppaction://hlinksldjump"/>
            <a:extLst>
              <a:ext uri="{FF2B5EF4-FFF2-40B4-BE49-F238E27FC236}">
                <a16:creationId xmlns:a16="http://schemas.microsoft.com/office/drawing/2014/main" id="{DE244178-01D2-69E2-D130-D5A19B46B6F2}"/>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5" action="ppaction://hlinksldjump"/>
            <a:extLst>
              <a:ext uri="{FF2B5EF4-FFF2-40B4-BE49-F238E27FC236}">
                <a16:creationId xmlns:a16="http://schemas.microsoft.com/office/drawing/2014/main" id="{9E6EDA91-DC88-923F-2762-7E8A2AEA298F}"/>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6" action="ppaction://hlinksldjump"/>
            <a:extLst>
              <a:ext uri="{FF2B5EF4-FFF2-40B4-BE49-F238E27FC236}">
                <a16:creationId xmlns:a16="http://schemas.microsoft.com/office/drawing/2014/main" id="{00EA1469-2A83-CE7E-ACB4-70A6DDD1CB07}"/>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6">
            <a:hlinkHover r:id="rId7" action="ppaction://hlinksldjump"/>
            <a:extLst>
              <a:ext uri="{FF2B5EF4-FFF2-40B4-BE49-F238E27FC236}">
                <a16:creationId xmlns:a16="http://schemas.microsoft.com/office/drawing/2014/main" id="{77DFD69B-0887-8C4E-271D-E8C92FAB19CB}"/>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ECBBA1BC-3E98-838B-4B13-19A74C473B3C}"/>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8">
            <a:hlinkHover r:id="rId9" action="ppaction://hlinksldjump"/>
            <a:extLst>
              <a:ext uri="{FF2B5EF4-FFF2-40B4-BE49-F238E27FC236}">
                <a16:creationId xmlns:a16="http://schemas.microsoft.com/office/drawing/2014/main" id="{9C26BB08-2549-3788-6798-8D0FEFE470BC}"/>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9">
            <a:hlinkHover r:id="rId10" action="ppaction://hlinksldjump"/>
            <a:extLst>
              <a:ext uri="{FF2B5EF4-FFF2-40B4-BE49-F238E27FC236}">
                <a16:creationId xmlns:a16="http://schemas.microsoft.com/office/drawing/2014/main" id="{1970EE0C-8138-9D5A-BF6E-145D9A3A7464}"/>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11" action="ppaction://hlinksldjump"/>
            <a:extLst>
              <a:ext uri="{FF2B5EF4-FFF2-40B4-BE49-F238E27FC236}">
                <a16:creationId xmlns:a16="http://schemas.microsoft.com/office/drawing/2014/main" id="{1D7A05CD-2F4D-2BA6-4FCF-824E62F63821}"/>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2" action="ppaction://hlinksldjump"/>
            <a:extLst>
              <a:ext uri="{FF2B5EF4-FFF2-40B4-BE49-F238E27FC236}">
                <a16:creationId xmlns:a16="http://schemas.microsoft.com/office/drawing/2014/main" id="{2D81C5AD-F969-ACD9-8158-E6F0EA05E019}"/>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3" action="ppaction://hlinksldjump"/>
            <a:extLst>
              <a:ext uri="{FF2B5EF4-FFF2-40B4-BE49-F238E27FC236}">
                <a16:creationId xmlns:a16="http://schemas.microsoft.com/office/drawing/2014/main" id="{6B7C226D-40B5-03EF-AD90-756883DC1620}"/>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a:hlinkHover r:id="rId14" action="ppaction://hlinksldjump"/>
            <a:extLst>
              <a:ext uri="{FF2B5EF4-FFF2-40B4-BE49-F238E27FC236}">
                <a16:creationId xmlns:a16="http://schemas.microsoft.com/office/drawing/2014/main" id="{FDCFF46C-E29C-D030-F870-4EDD3C40AC5F}"/>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5" action="ppaction://hlinksldjump"/>
            <a:extLst>
              <a:ext uri="{FF2B5EF4-FFF2-40B4-BE49-F238E27FC236}">
                <a16:creationId xmlns:a16="http://schemas.microsoft.com/office/drawing/2014/main" id="{6646198E-DE26-DEDF-9C24-01974E87236B}"/>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6" action="ppaction://hlinksldjump"/>
            <a:extLst>
              <a:ext uri="{FF2B5EF4-FFF2-40B4-BE49-F238E27FC236}">
                <a16:creationId xmlns:a16="http://schemas.microsoft.com/office/drawing/2014/main" id="{92F7BD63-0E81-B646-4694-1C3AD92EC0CB}"/>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6">
            <a:hlinkHover r:id="rId17" action="ppaction://hlinksldjump"/>
            <a:extLst>
              <a:ext uri="{FF2B5EF4-FFF2-40B4-BE49-F238E27FC236}">
                <a16:creationId xmlns:a16="http://schemas.microsoft.com/office/drawing/2014/main" id="{15EE64A5-E025-1686-3CF3-905DDBACE6A3}"/>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7">
            <a:hlinkHover r:id="rId18" action="ppaction://hlinksldjump"/>
            <a:extLst>
              <a:ext uri="{FF2B5EF4-FFF2-40B4-BE49-F238E27FC236}">
                <a16:creationId xmlns:a16="http://schemas.microsoft.com/office/drawing/2014/main" id="{F03DBDC1-73F4-2335-C731-43570F671478}"/>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a:extLst>
              <a:ext uri="{FF2B5EF4-FFF2-40B4-BE49-F238E27FC236}">
                <a16:creationId xmlns:a16="http://schemas.microsoft.com/office/drawing/2014/main" id="{65DA99A1-D2AD-50CE-51AC-A6A5382136E7}"/>
              </a:ext>
            </a:extLst>
          </p:cNvPr>
          <p:cNvSpPr>
            <a:spLocks noGrp="1" noRot="1" noMove="1" noResize="1" noEditPoints="1" noAdjustHandles="1" noChangeArrowheads="1" noChangeShapeType="1"/>
          </p:cNvSpPr>
          <p:nvPr/>
        </p:nvSpPr>
        <p:spPr>
          <a:xfrm>
            <a:off x="1712686" y="3351108"/>
            <a:ext cx="1904403" cy="591457"/>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0" name="Conector recto de flecha 19">
            <a:extLst>
              <a:ext uri="{FF2B5EF4-FFF2-40B4-BE49-F238E27FC236}">
                <a16:creationId xmlns:a16="http://schemas.microsoft.com/office/drawing/2014/main" id="{01DD30D4-D7AA-543F-2996-4855C40D4625}"/>
              </a:ext>
            </a:extLst>
          </p:cNvPr>
          <p:cNvCxnSpPr>
            <a:cxnSpLocks noGrp="1" noRot="1" noMove="1" noResize="1" noEditPoints="1" noAdjustHandles="1" noChangeArrowheads="1" noChangeShapeType="1"/>
            <a:stCxn id="19" idx="0"/>
          </p:cNvCxnSpPr>
          <p:nvPr/>
        </p:nvCxnSpPr>
        <p:spPr>
          <a:xfrm flipV="1">
            <a:off x="2664888" y="1935283"/>
            <a:ext cx="2449558" cy="1415825"/>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EA925435-0EEC-B081-6BE5-CFDADA51A620}"/>
              </a:ext>
            </a:extLst>
          </p:cNvPr>
          <p:cNvSpPr txBox="1">
            <a:spLocks noGrp="1" noRot="1" noMove="1" noResize="1" noEditPoints="1" noAdjustHandles="1" noChangeArrowheads="1" noChangeShapeType="1"/>
          </p:cNvSpPr>
          <p:nvPr/>
        </p:nvSpPr>
        <p:spPr>
          <a:xfrm>
            <a:off x="1543932" y="304067"/>
            <a:ext cx="9016226" cy="1631216"/>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Agregar una Opción</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Permite agregar una nueva opción a una pregunta de repuesta cerrada ya sea de opción única u opción múltiple, dependiendo del tipo de pregunta que se haya seleccionado, se puede agregar tantas como se desee, pero se recomiendo que sean alrededor de cinco.</a:t>
            </a:r>
            <a:endParaRPr lang="es-NI"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endParaRPr>
          </a:p>
        </p:txBody>
      </p:sp>
      <p:sp>
        <p:nvSpPr>
          <p:cNvPr id="26" name="Rectángulo 25">
            <a:extLst>
              <a:ext uri="{FF2B5EF4-FFF2-40B4-BE49-F238E27FC236}">
                <a16:creationId xmlns:a16="http://schemas.microsoft.com/office/drawing/2014/main" id="{A9C5A6D6-E734-E7A3-38DB-BE36522B6283}"/>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195899106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6" name="Rectángulo 5">
            <a:hlinkClick r:id="" action="ppaction://hlinkshowjump?jump=nextslide"/>
            <a:hlinkHover r:id="rId3" action="ppaction://hlinksldjump"/>
            <a:extLst>
              <a:ext uri="{FF2B5EF4-FFF2-40B4-BE49-F238E27FC236}">
                <a16:creationId xmlns:a16="http://schemas.microsoft.com/office/drawing/2014/main" id="{4BA62251-B46C-4CE1-21F7-9369D6B3EE3F}"/>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Rectángulo 3">
            <a:hlinkClick r:id="rId4" action="ppaction://hlinksldjump"/>
            <a:hlinkHover r:id="rId5" action="ppaction://hlinksldjump"/>
            <a:extLst>
              <a:ext uri="{FF2B5EF4-FFF2-40B4-BE49-F238E27FC236}">
                <a16:creationId xmlns:a16="http://schemas.microsoft.com/office/drawing/2014/main" id="{FD1B20C4-EAD9-2D3F-B8BE-903B592F5FEA}"/>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6" action="ppaction://hlinksldjump"/>
            <a:extLst>
              <a:ext uri="{FF2B5EF4-FFF2-40B4-BE49-F238E27FC236}">
                <a16:creationId xmlns:a16="http://schemas.microsoft.com/office/drawing/2014/main" id="{6231D7AB-1654-60E4-D681-17F65C9DB28B}"/>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7" action="ppaction://hlinksldjump"/>
            <a:extLst>
              <a:ext uri="{FF2B5EF4-FFF2-40B4-BE49-F238E27FC236}">
                <a16:creationId xmlns:a16="http://schemas.microsoft.com/office/drawing/2014/main" id="{9D158CA0-31AD-E426-54F6-48A7401D47F2}"/>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6">
            <a:hlinkHover r:id="rId8" action="ppaction://hlinksldjump"/>
            <a:extLst>
              <a:ext uri="{FF2B5EF4-FFF2-40B4-BE49-F238E27FC236}">
                <a16:creationId xmlns:a16="http://schemas.microsoft.com/office/drawing/2014/main" id="{6B43C6EA-A246-96E9-A580-7661299813D5}"/>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7">
            <a:hlinkHover r:id="rId9" action="ppaction://hlinksldjump"/>
            <a:extLst>
              <a:ext uri="{FF2B5EF4-FFF2-40B4-BE49-F238E27FC236}">
                <a16:creationId xmlns:a16="http://schemas.microsoft.com/office/drawing/2014/main" id="{E9AD1F6F-D261-64D6-B422-97010A3FE508}"/>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9">
            <a:hlinkHover r:id="rId10" action="ppaction://hlinksldjump"/>
            <a:extLst>
              <a:ext uri="{FF2B5EF4-FFF2-40B4-BE49-F238E27FC236}">
                <a16:creationId xmlns:a16="http://schemas.microsoft.com/office/drawing/2014/main" id="{14BC1C04-65C7-BD19-8CA2-00E39BB73B5D}"/>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8">
            <a:hlinkHover r:id="rId11" action="ppaction://hlinksldjump"/>
            <a:extLst>
              <a:ext uri="{FF2B5EF4-FFF2-40B4-BE49-F238E27FC236}">
                <a16:creationId xmlns:a16="http://schemas.microsoft.com/office/drawing/2014/main" id="{BE0FC680-4345-E6D5-BA33-75ABFC983CB1}"/>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0">
            <a:hlinkHover r:id="rId12" action="ppaction://hlinksldjump"/>
            <a:extLst>
              <a:ext uri="{FF2B5EF4-FFF2-40B4-BE49-F238E27FC236}">
                <a16:creationId xmlns:a16="http://schemas.microsoft.com/office/drawing/2014/main" id="{38CBC44D-5355-5190-9C02-104C48ED9D88}"/>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1">
            <a:hlinkHover r:id="rId13" action="ppaction://hlinksldjump"/>
            <a:extLst>
              <a:ext uri="{FF2B5EF4-FFF2-40B4-BE49-F238E27FC236}">
                <a16:creationId xmlns:a16="http://schemas.microsoft.com/office/drawing/2014/main" id="{317018F5-478F-BF79-04B6-4AF4508A2B8E}"/>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2">
            <a:hlinkHover r:id="rId14" action="ppaction://hlinksldjump"/>
            <a:extLst>
              <a:ext uri="{FF2B5EF4-FFF2-40B4-BE49-F238E27FC236}">
                <a16:creationId xmlns:a16="http://schemas.microsoft.com/office/drawing/2014/main" id="{9038393C-6DE4-1224-69BB-DFF7F9E77D4E}"/>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3">
            <a:hlinkHover r:id="rId15" action="ppaction://hlinksldjump"/>
            <a:extLst>
              <a:ext uri="{FF2B5EF4-FFF2-40B4-BE49-F238E27FC236}">
                <a16:creationId xmlns:a16="http://schemas.microsoft.com/office/drawing/2014/main" id="{4C4F1FEB-8478-432D-96BC-CDA1E53ADC7C}"/>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4">
            <a:hlinkHover r:id="rId16" action="ppaction://hlinksldjump"/>
            <a:extLst>
              <a:ext uri="{FF2B5EF4-FFF2-40B4-BE49-F238E27FC236}">
                <a16:creationId xmlns:a16="http://schemas.microsoft.com/office/drawing/2014/main" id="{FA0199DF-AF83-2BA9-83AC-614D7EA01DD1}"/>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5">
            <a:hlinkHover r:id="rId17" action="ppaction://hlinksldjump"/>
            <a:extLst>
              <a:ext uri="{FF2B5EF4-FFF2-40B4-BE49-F238E27FC236}">
                <a16:creationId xmlns:a16="http://schemas.microsoft.com/office/drawing/2014/main" id="{F3057F8F-9CF1-C0B6-6816-7EEB080BAE11}"/>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6">
            <a:hlinkHover r:id="rId18" action="ppaction://hlinksldjump"/>
            <a:extLst>
              <a:ext uri="{FF2B5EF4-FFF2-40B4-BE49-F238E27FC236}">
                <a16:creationId xmlns:a16="http://schemas.microsoft.com/office/drawing/2014/main" id="{660FD7A6-B2CF-BF14-76EC-B184C0DFABB0}"/>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7">
            <a:hlinkHover r:id="rId19" action="ppaction://hlinksldjump"/>
            <a:extLst>
              <a:ext uri="{FF2B5EF4-FFF2-40B4-BE49-F238E27FC236}">
                <a16:creationId xmlns:a16="http://schemas.microsoft.com/office/drawing/2014/main" id="{F6121B92-6068-E99E-147E-1C5C77E733F3}"/>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a:extLst>
              <a:ext uri="{FF2B5EF4-FFF2-40B4-BE49-F238E27FC236}">
                <a16:creationId xmlns:a16="http://schemas.microsoft.com/office/drawing/2014/main" id="{97FAD7CA-C5C2-D2D7-2760-D7CBCC2A6E59}"/>
              </a:ext>
            </a:extLst>
          </p:cNvPr>
          <p:cNvSpPr>
            <a:spLocks noGrp="1" noRot="1" noMove="1" noResize="1" noEditPoints="1" noAdjustHandles="1" noChangeArrowheads="1" noChangeShapeType="1"/>
          </p:cNvSpPr>
          <p:nvPr/>
        </p:nvSpPr>
        <p:spPr>
          <a:xfrm>
            <a:off x="3570514" y="3465449"/>
            <a:ext cx="1820654" cy="451460"/>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1" name="Conector recto de flecha 20">
            <a:extLst>
              <a:ext uri="{FF2B5EF4-FFF2-40B4-BE49-F238E27FC236}">
                <a16:creationId xmlns:a16="http://schemas.microsoft.com/office/drawing/2014/main" id="{022E8F23-5C60-8573-5C33-A86817986FE5}"/>
              </a:ext>
            </a:extLst>
          </p:cNvPr>
          <p:cNvCxnSpPr>
            <a:cxnSpLocks noGrp="1" noRot="1" noMove="1" noResize="1" noEditPoints="1" noAdjustHandles="1" noChangeArrowheads="1" noChangeShapeType="1"/>
            <a:stCxn id="20" idx="0"/>
          </p:cNvCxnSpPr>
          <p:nvPr/>
        </p:nvCxnSpPr>
        <p:spPr>
          <a:xfrm flipV="1">
            <a:off x="4480841" y="1319730"/>
            <a:ext cx="1455935" cy="2145719"/>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C520BB98-E070-F05F-88F5-13565477A6C1}"/>
              </a:ext>
            </a:extLst>
          </p:cNvPr>
          <p:cNvSpPr txBox="1">
            <a:spLocks noGrp="1" noRot="1" noMove="1" noResize="1" noEditPoints="1" noAdjustHandles="1" noChangeArrowheads="1" noChangeShapeType="1"/>
          </p:cNvSpPr>
          <p:nvPr/>
        </p:nvSpPr>
        <p:spPr>
          <a:xfrm>
            <a:off x="1543932" y="304067"/>
            <a:ext cx="9016226" cy="1015663"/>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Agregar “otros”</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A veces se incluye una opción "Otro" para permitir que los encuestados proporcionen una respuesta abierta o alternativa a la pregunta.</a:t>
            </a:r>
          </a:p>
        </p:txBody>
      </p:sp>
      <p:sp>
        <p:nvSpPr>
          <p:cNvPr id="28" name="Rectángulo 27">
            <a:extLst>
              <a:ext uri="{FF2B5EF4-FFF2-40B4-BE49-F238E27FC236}">
                <a16:creationId xmlns:a16="http://schemas.microsoft.com/office/drawing/2014/main" id="{E12A61F2-F87D-9489-9585-2BC4D05F4CAE}"/>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76372289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2" name="Rectángulo 3">
            <a:hlinkClick r:id="rId3" action="ppaction://hlinksldjump"/>
            <a:hlinkHover r:id="rId4" action="ppaction://hlinksldjump"/>
            <a:extLst>
              <a:ext uri="{FF2B5EF4-FFF2-40B4-BE49-F238E27FC236}">
                <a16:creationId xmlns:a16="http://schemas.microsoft.com/office/drawing/2014/main" id="{E171A7D7-5F68-051E-72D7-7C8604C50CC0}"/>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5" action="ppaction://hlinksldjump"/>
            <a:extLst>
              <a:ext uri="{FF2B5EF4-FFF2-40B4-BE49-F238E27FC236}">
                <a16:creationId xmlns:a16="http://schemas.microsoft.com/office/drawing/2014/main" id="{1A30F8C3-4E67-681A-4F1D-8047C138A5F0}"/>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6" action="ppaction://hlinksldjump"/>
            <a:extLst>
              <a:ext uri="{FF2B5EF4-FFF2-40B4-BE49-F238E27FC236}">
                <a16:creationId xmlns:a16="http://schemas.microsoft.com/office/drawing/2014/main" id="{5C9867C3-C404-AAB9-81BC-7772B99F183F}"/>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6">
            <a:hlinkHover r:id="rId7" action="ppaction://hlinksldjump"/>
            <a:extLst>
              <a:ext uri="{FF2B5EF4-FFF2-40B4-BE49-F238E27FC236}">
                <a16:creationId xmlns:a16="http://schemas.microsoft.com/office/drawing/2014/main" id="{875A72B9-5FA4-E73E-D468-D20C4DF9CFC8}"/>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7C45868D-F052-04B9-2B84-D41CD8164236}"/>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8">
            <a:hlinkHover r:id="rId9" action="ppaction://hlinksldjump"/>
            <a:extLst>
              <a:ext uri="{FF2B5EF4-FFF2-40B4-BE49-F238E27FC236}">
                <a16:creationId xmlns:a16="http://schemas.microsoft.com/office/drawing/2014/main" id="{D1758F2F-DD2D-CA6A-F0FC-FE6935657D23}"/>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9">
            <a:hlinkHover r:id="rId10" action="ppaction://hlinksldjump"/>
            <a:extLst>
              <a:ext uri="{FF2B5EF4-FFF2-40B4-BE49-F238E27FC236}">
                <a16:creationId xmlns:a16="http://schemas.microsoft.com/office/drawing/2014/main" id="{2894C2B1-B151-0CDC-14F2-D066A8D7D388}"/>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11" action="ppaction://hlinksldjump"/>
            <a:extLst>
              <a:ext uri="{FF2B5EF4-FFF2-40B4-BE49-F238E27FC236}">
                <a16:creationId xmlns:a16="http://schemas.microsoft.com/office/drawing/2014/main" id="{DFE87828-4309-73EF-7BA7-40055C35B996}"/>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2" action="ppaction://hlinksldjump"/>
            <a:extLst>
              <a:ext uri="{FF2B5EF4-FFF2-40B4-BE49-F238E27FC236}">
                <a16:creationId xmlns:a16="http://schemas.microsoft.com/office/drawing/2014/main" id="{BB5B133E-A563-8999-74D0-6B241CD5C88F}"/>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3" action="ppaction://hlinksldjump"/>
            <a:extLst>
              <a:ext uri="{FF2B5EF4-FFF2-40B4-BE49-F238E27FC236}">
                <a16:creationId xmlns:a16="http://schemas.microsoft.com/office/drawing/2014/main" id="{372D9F2C-80BC-767B-0F35-6D9F75C179A7}"/>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a:hlinkHover r:id="rId14" action="ppaction://hlinksldjump"/>
            <a:extLst>
              <a:ext uri="{FF2B5EF4-FFF2-40B4-BE49-F238E27FC236}">
                <a16:creationId xmlns:a16="http://schemas.microsoft.com/office/drawing/2014/main" id="{CE0F39E9-2C4D-8020-E250-9868100D76AA}"/>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5" action="ppaction://hlinksldjump"/>
            <a:extLst>
              <a:ext uri="{FF2B5EF4-FFF2-40B4-BE49-F238E27FC236}">
                <a16:creationId xmlns:a16="http://schemas.microsoft.com/office/drawing/2014/main" id="{5874F182-755F-0AC0-BA02-A77E815F30A0}"/>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6" action="ppaction://hlinksldjump"/>
            <a:extLst>
              <a:ext uri="{FF2B5EF4-FFF2-40B4-BE49-F238E27FC236}">
                <a16:creationId xmlns:a16="http://schemas.microsoft.com/office/drawing/2014/main" id="{270E82EB-4DE8-1660-BE8C-9A03ABD6D6DE}"/>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6">
            <a:hlinkHover r:id="rId17" action="ppaction://hlinksldjump"/>
            <a:extLst>
              <a:ext uri="{FF2B5EF4-FFF2-40B4-BE49-F238E27FC236}">
                <a16:creationId xmlns:a16="http://schemas.microsoft.com/office/drawing/2014/main" id="{1C8AC6C0-D528-45B9-C2B3-035F1EC596E4}"/>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7">
            <a:hlinkHover r:id="rId18" action="ppaction://hlinksldjump"/>
            <a:extLst>
              <a:ext uri="{FF2B5EF4-FFF2-40B4-BE49-F238E27FC236}">
                <a16:creationId xmlns:a16="http://schemas.microsoft.com/office/drawing/2014/main" id="{CF633A1A-AA9A-AF10-66C1-DCA2F1DD9EE7}"/>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a:extLst>
              <a:ext uri="{FF2B5EF4-FFF2-40B4-BE49-F238E27FC236}">
                <a16:creationId xmlns:a16="http://schemas.microsoft.com/office/drawing/2014/main" id="{E840A83A-91DB-57EE-3217-87A7C49D670D}"/>
              </a:ext>
            </a:extLst>
          </p:cNvPr>
          <p:cNvSpPr>
            <a:spLocks noGrp="1" noRot="1" noMove="1" noResize="1" noEditPoints="1" noAdjustHandles="1" noChangeArrowheads="1" noChangeShapeType="1"/>
          </p:cNvSpPr>
          <p:nvPr/>
        </p:nvSpPr>
        <p:spPr>
          <a:xfrm>
            <a:off x="6344693" y="4209784"/>
            <a:ext cx="681797" cy="591457"/>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0" name="Conector recto de flecha 19">
            <a:extLst>
              <a:ext uri="{FF2B5EF4-FFF2-40B4-BE49-F238E27FC236}">
                <a16:creationId xmlns:a16="http://schemas.microsoft.com/office/drawing/2014/main" id="{EF697915-8CBC-EB7F-89F5-34D20CE1454B}"/>
              </a:ext>
            </a:extLst>
          </p:cNvPr>
          <p:cNvCxnSpPr>
            <a:cxnSpLocks noGrp="1" noRot="1" noMove="1" noResize="1" noEditPoints="1" noAdjustHandles="1" noChangeArrowheads="1" noChangeShapeType="1"/>
            <a:stCxn id="19" idx="0"/>
          </p:cNvCxnSpPr>
          <p:nvPr/>
        </p:nvCxnSpPr>
        <p:spPr>
          <a:xfrm flipH="1" flipV="1">
            <a:off x="5542634" y="1646856"/>
            <a:ext cx="1142958" cy="2562928"/>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9EE0A682-3BB9-30B1-75C0-1A33FD0439ED}"/>
              </a:ext>
            </a:extLst>
          </p:cNvPr>
          <p:cNvSpPr txBox="1">
            <a:spLocks noGrp="1" noRot="1" noMove="1" noResize="1" noEditPoints="1" noAdjustHandles="1" noChangeArrowheads="1" noChangeShapeType="1"/>
          </p:cNvSpPr>
          <p:nvPr/>
        </p:nvSpPr>
        <p:spPr>
          <a:xfrm>
            <a:off x="1543932" y="304067"/>
            <a:ext cx="9016226" cy="1631216"/>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Copiar / Duplicar</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Muchas veces queremos usar una pregunta como base haciendo pocas modificaciones para convertirla en una nueva pregunta, para ello está este icono, crea una copia exacta de la pregunta actual que luego podremos modificar como nos convenga.</a:t>
            </a:r>
          </a:p>
        </p:txBody>
      </p:sp>
      <p:sp>
        <p:nvSpPr>
          <p:cNvPr id="25" name="Rectángulo 24">
            <a:extLst>
              <a:ext uri="{FF2B5EF4-FFF2-40B4-BE49-F238E27FC236}">
                <a16:creationId xmlns:a16="http://schemas.microsoft.com/office/drawing/2014/main" id="{B21644F6-29B6-C60B-078C-F921875EABF3}"/>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45296325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6" name="Rectángulo 5">
            <a:hlinkClick r:id="" action="ppaction://hlinkshowjump?jump=nextslide"/>
            <a:hlinkHover r:id="rId3" action="ppaction://hlinksldjump"/>
            <a:extLst>
              <a:ext uri="{FF2B5EF4-FFF2-40B4-BE49-F238E27FC236}">
                <a16:creationId xmlns:a16="http://schemas.microsoft.com/office/drawing/2014/main" id="{4BA62251-B46C-4CE1-21F7-9369D6B3EE3F}"/>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Rectángulo 3">
            <a:hlinkClick r:id="rId4" action="ppaction://hlinksldjump"/>
            <a:hlinkHover r:id="rId5" action="ppaction://hlinksldjump"/>
            <a:extLst>
              <a:ext uri="{FF2B5EF4-FFF2-40B4-BE49-F238E27FC236}">
                <a16:creationId xmlns:a16="http://schemas.microsoft.com/office/drawing/2014/main" id="{D90D9FCB-C7A3-3561-9F1E-44B009687F8E}"/>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6" action="ppaction://hlinksldjump"/>
            <a:extLst>
              <a:ext uri="{FF2B5EF4-FFF2-40B4-BE49-F238E27FC236}">
                <a16:creationId xmlns:a16="http://schemas.microsoft.com/office/drawing/2014/main" id="{FCF188BF-0983-B284-9DE8-04B0D4A92D9F}"/>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7" action="ppaction://hlinksldjump"/>
            <a:extLst>
              <a:ext uri="{FF2B5EF4-FFF2-40B4-BE49-F238E27FC236}">
                <a16:creationId xmlns:a16="http://schemas.microsoft.com/office/drawing/2014/main" id="{21FF236E-EBA8-41BE-18D2-3EDF6D13310E}"/>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6">
            <a:hlinkHover r:id="rId8" action="ppaction://hlinksldjump"/>
            <a:extLst>
              <a:ext uri="{FF2B5EF4-FFF2-40B4-BE49-F238E27FC236}">
                <a16:creationId xmlns:a16="http://schemas.microsoft.com/office/drawing/2014/main" id="{6D6B0DE1-67CF-57BD-0D3F-CABD8E484082}"/>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7">
            <a:hlinkHover r:id="rId9" action="ppaction://hlinksldjump"/>
            <a:extLst>
              <a:ext uri="{FF2B5EF4-FFF2-40B4-BE49-F238E27FC236}">
                <a16:creationId xmlns:a16="http://schemas.microsoft.com/office/drawing/2014/main" id="{30DD0A60-4173-711F-96F5-43111A727584}"/>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8">
            <a:hlinkHover r:id="rId10" action="ppaction://hlinksldjump"/>
            <a:extLst>
              <a:ext uri="{FF2B5EF4-FFF2-40B4-BE49-F238E27FC236}">
                <a16:creationId xmlns:a16="http://schemas.microsoft.com/office/drawing/2014/main" id="{900AB7E9-E973-B650-6DE7-AE2D84D5B219}"/>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9">
            <a:hlinkHover r:id="rId11" action="ppaction://hlinksldjump"/>
            <a:extLst>
              <a:ext uri="{FF2B5EF4-FFF2-40B4-BE49-F238E27FC236}">
                <a16:creationId xmlns:a16="http://schemas.microsoft.com/office/drawing/2014/main" id="{86BAA76A-B849-D5F0-803D-585E639EDEF5}"/>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0">
            <a:hlinkHover r:id="rId12" action="ppaction://hlinksldjump"/>
            <a:extLst>
              <a:ext uri="{FF2B5EF4-FFF2-40B4-BE49-F238E27FC236}">
                <a16:creationId xmlns:a16="http://schemas.microsoft.com/office/drawing/2014/main" id="{98765FB1-95F1-9DF9-47E5-DCD6FCA86DD1}"/>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1">
            <a:hlinkHover r:id="rId13" action="ppaction://hlinksldjump"/>
            <a:extLst>
              <a:ext uri="{FF2B5EF4-FFF2-40B4-BE49-F238E27FC236}">
                <a16:creationId xmlns:a16="http://schemas.microsoft.com/office/drawing/2014/main" id="{54C5AF04-881F-119D-E351-B90F2956A911}"/>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2">
            <a:hlinkHover r:id="rId14" action="ppaction://hlinksldjump"/>
            <a:extLst>
              <a:ext uri="{FF2B5EF4-FFF2-40B4-BE49-F238E27FC236}">
                <a16:creationId xmlns:a16="http://schemas.microsoft.com/office/drawing/2014/main" id="{F760BAF4-6854-108B-F999-FF99D243A8E3}"/>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3">
            <a:hlinkHover r:id="rId15" action="ppaction://hlinksldjump"/>
            <a:extLst>
              <a:ext uri="{FF2B5EF4-FFF2-40B4-BE49-F238E27FC236}">
                <a16:creationId xmlns:a16="http://schemas.microsoft.com/office/drawing/2014/main" id="{7E38D974-7E29-6986-9444-8EE79A0FE13F}"/>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4">
            <a:hlinkHover r:id="rId16" action="ppaction://hlinksldjump"/>
            <a:extLst>
              <a:ext uri="{FF2B5EF4-FFF2-40B4-BE49-F238E27FC236}">
                <a16:creationId xmlns:a16="http://schemas.microsoft.com/office/drawing/2014/main" id="{A2C7EFC6-2CF0-A49F-7B3F-3FDABFD27EA7}"/>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5">
            <a:hlinkHover r:id="rId17" action="ppaction://hlinksldjump"/>
            <a:extLst>
              <a:ext uri="{FF2B5EF4-FFF2-40B4-BE49-F238E27FC236}">
                <a16:creationId xmlns:a16="http://schemas.microsoft.com/office/drawing/2014/main" id="{D5C37037-B215-0398-E064-78BE7354AE47}"/>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6">
            <a:hlinkHover r:id="rId18" action="ppaction://hlinksldjump"/>
            <a:extLst>
              <a:ext uri="{FF2B5EF4-FFF2-40B4-BE49-F238E27FC236}">
                <a16:creationId xmlns:a16="http://schemas.microsoft.com/office/drawing/2014/main" id="{2141FDB5-9BC5-595C-F4DA-23971B0A9967}"/>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7">
            <a:hlinkHover r:id="rId19" action="ppaction://hlinksldjump"/>
            <a:extLst>
              <a:ext uri="{FF2B5EF4-FFF2-40B4-BE49-F238E27FC236}">
                <a16:creationId xmlns:a16="http://schemas.microsoft.com/office/drawing/2014/main" id="{B24AC4D9-A02A-FAB0-E627-92C4FDD99158}"/>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a:extLst>
              <a:ext uri="{FF2B5EF4-FFF2-40B4-BE49-F238E27FC236}">
                <a16:creationId xmlns:a16="http://schemas.microsoft.com/office/drawing/2014/main" id="{0EDBDFFB-3860-AB8F-D21B-7462CE3C14FF}"/>
              </a:ext>
            </a:extLst>
          </p:cNvPr>
          <p:cNvSpPr>
            <a:spLocks noGrp="1" noRot="1" noMove="1" noResize="1" noEditPoints="1" noAdjustHandles="1" noChangeArrowheads="1" noChangeShapeType="1"/>
          </p:cNvSpPr>
          <p:nvPr/>
        </p:nvSpPr>
        <p:spPr>
          <a:xfrm>
            <a:off x="6917465" y="4299008"/>
            <a:ext cx="588586" cy="591457"/>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1" name="Conector recto de flecha 20">
            <a:extLst>
              <a:ext uri="{FF2B5EF4-FFF2-40B4-BE49-F238E27FC236}">
                <a16:creationId xmlns:a16="http://schemas.microsoft.com/office/drawing/2014/main" id="{C1BA3272-39EF-DB6E-82BE-3869BAE5D416}"/>
              </a:ext>
            </a:extLst>
          </p:cNvPr>
          <p:cNvCxnSpPr>
            <a:cxnSpLocks noGrp="1" noRot="1" noMove="1" noResize="1" noEditPoints="1" noAdjustHandles="1" noChangeArrowheads="1" noChangeShapeType="1"/>
            <a:stCxn id="20" idx="0"/>
            <a:endCxn id="5" idx="0"/>
          </p:cNvCxnSpPr>
          <p:nvPr/>
        </p:nvCxnSpPr>
        <p:spPr>
          <a:xfrm flipH="1" flipV="1">
            <a:off x="6096000" y="1897040"/>
            <a:ext cx="1115758" cy="2401968"/>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3AB53DD5-CD0A-732B-9362-092EB82E1C0E}"/>
              </a:ext>
            </a:extLst>
          </p:cNvPr>
          <p:cNvSpPr txBox="1">
            <a:spLocks noGrp="1" noRot="1" noMove="1" noResize="1" noEditPoints="1" noAdjustHandles="1" noChangeArrowheads="1" noChangeShapeType="1"/>
          </p:cNvSpPr>
          <p:nvPr/>
        </p:nvSpPr>
        <p:spPr>
          <a:xfrm>
            <a:off x="1543932" y="304067"/>
            <a:ext cx="9016226" cy="1631216"/>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Eliminar</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Muchas veces luego de reflexionar o someter la encuesta a métodos de evaluación determinamos que una pregunta no debe estar, para ello usamos el icono de eliminar, sin embargo, si lo que queremos es cambiar el orden podemos usar los seis puntos en la parte superior y central del la pregunta para moverla</a:t>
            </a:r>
          </a:p>
        </p:txBody>
      </p:sp>
      <p:sp>
        <p:nvSpPr>
          <p:cNvPr id="26" name="Rectángulo 25">
            <a:extLst>
              <a:ext uri="{FF2B5EF4-FFF2-40B4-BE49-F238E27FC236}">
                <a16:creationId xmlns:a16="http://schemas.microsoft.com/office/drawing/2014/main" id="{19D5CE04-49F6-3B70-30CE-2F5F4B239854}"/>
              </a:ext>
            </a:extLst>
          </p:cNvPr>
          <p:cNvSpPr/>
          <p:nvPr/>
        </p:nvSpPr>
        <p:spPr>
          <a:xfrm>
            <a:off x="1734993" y="4392446"/>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98411636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2" name="Rectángulo 3">
            <a:hlinkClick r:id="rId3" action="ppaction://hlinksldjump"/>
            <a:hlinkHover r:id="rId4" action="ppaction://hlinksldjump"/>
            <a:extLst>
              <a:ext uri="{FF2B5EF4-FFF2-40B4-BE49-F238E27FC236}">
                <a16:creationId xmlns:a16="http://schemas.microsoft.com/office/drawing/2014/main" id="{FADF042D-4162-3228-2666-26B65319F78C}"/>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5" action="ppaction://hlinksldjump"/>
            <a:extLst>
              <a:ext uri="{FF2B5EF4-FFF2-40B4-BE49-F238E27FC236}">
                <a16:creationId xmlns:a16="http://schemas.microsoft.com/office/drawing/2014/main" id="{236CCE7B-AF8B-0CD4-AA16-02F812F010A1}"/>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6" action="ppaction://hlinksldjump"/>
            <a:extLst>
              <a:ext uri="{FF2B5EF4-FFF2-40B4-BE49-F238E27FC236}">
                <a16:creationId xmlns:a16="http://schemas.microsoft.com/office/drawing/2014/main" id="{14B5536B-B09A-DDCD-BAD2-E1928ACDD713}"/>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6">
            <a:hlinkHover r:id="rId7" action="ppaction://hlinksldjump"/>
            <a:extLst>
              <a:ext uri="{FF2B5EF4-FFF2-40B4-BE49-F238E27FC236}">
                <a16:creationId xmlns:a16="http://schemas.microsoft.com/office/drawing/2014/main" id="{3E2F3FC4-790B-233B-52F3-702BC9F1B303}"/>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B764E0B5-DC73-5974-BB66-14BE53B59720}"/>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8">
            <a:hlinkHover r:id="rId9" action="ppaction://hlinksldjump"/>
            <a:extLst>
              <a:ext uri="{FF2B5EF4-FFF2-40B4-BE49-F238E27FC236}">
                <a16:creationId xmlns:a16="http://schemas.microsoft.com/office/drawing/2014/main" id="{C88B3F6B-6BFB-B94A-240A-99949D437D47}"/>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9">
            <a:hlinkHover r:id="rId10" action="ppaction://hlinksldjump"/>
            <a:extLst>
              <a:ext uri="{FF2B5EF4-FFF2-40B4-BE49-F238E27FC236}">
                <a16:creationId xmlns:a16="http://schemas.microsoft.com/office/drawing/2014/main" id="{63642880-D433-8BE0-6FC2-96E0F9603498}"/>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11" action="ppaction://hlinksldjump"/>
            <a:extLst>
              <a:ext uri="{FF2B5EF4-FFF2-40B4-BE49-F238E27FC236}">
                <a16:creationId xmlns:a16="http://schemas.microsoft.com/office/drawing/2014/main" id="{71B8CDBB-0284-FB9E-B799-787D047D0BEB}"/>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2" action="ppaction://hlinksldjump"/>
            <a:extLst>
              <a:ext uri="{FF2B5EF4-FFF2-40B4-BE49-F238E27FC236}">
                <a16:creationId xmlns:a16="http://schemas.microsoft.com/office/drawing/2014/main" id="{0B3FD3FB-9110-3330-D7A3-C94E155C94A0}"/>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3" action="ppaction://hlinksldjump"/>
            <a:extLst>
              <a:ext uri="{FF2B5EF4-FFF2-40B4-BE49-F238E27FC236}">
                <a16:creationId xmlns:a16="http://schemas.microsoft.com/office/drawing/2014/main" id="{FDA2E70B-E19C-B8A4-047E-828456EBA139}"/>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a:hlinkHover r:id="rId14" action="ppaction://hlinksldjump"/>
            <a:extLst>
              <a:ext uri="{FF2B5EF4-FFF2-40B4-BE49-F238E27FC236}">
                <a16:creationId xmlns:a16="http://schemas.microsoft.com/office/drawing/2014/main" id="{2563140C-F817-631F-5DFB-07A7BCEFA403}"/>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5" action="ppaction://hlinksldjump"/>
            <a:extLst>
              <a:ext uri="{FF2B5EF4-FFF2-40B4-BE49-F238E27FC236}">
                <a16:creationId xmlns:a16="http://schemas.microsoft.com/office/drawing/2014/main" id="{BF29644E-A9FB-ECA9-614D-4312BEA029A0}"/>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6" action="ppaction://hlinksldjump"/>
            <a:extLst>
              <a:ext uri="{FF2B5EF4-FFF2-40B4-BE49-F238E27FC236}">
                <a16:creationId xmlns:a16="http://schemas.microsoft.com/office/drawing/2014/main" id="{825452E4-6BDD-2801-BA6B-D00D0EEF0F94}"/>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6">
            <a:hlinkHover r:id="rId17" action="ppaction://hlinksldjump"/>
            <a:extLst>
              <a:ext uri="{FF2B5EF4-FFF2-40B4-BE49-F238E27FC236}">
                <a16:creationId xmlns:a16="http://schemas.microsoft.com/office/drawing/2014/main" id="{3316A5E8-0F1F-55BD-D4C9-FB10C8DA77B9}"/>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7">
            <a:hlinkHover r:id="rId18" action="ppaction://hlinksldjump"/>
            <a:extLst>
              <a:ext uri="{FF2B5EF4-FFF2-40B4-BE49-F238E27FC236}">
                <a16:creationId xmlns:a16="http://schemas.microsoft.com/office/drawing/2014/main" id="{3C46A19A-292B-11AA-9F2A-7070E4571A37}"/>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a:extLst>
              <a:ext uri="{FF2B5EF4-FFF2-40B4-BE49-F238E27FC236}">
                <a16:creationId xmlns:a16="http://schemas.microsoft.com/office/drawing/2014/main" id="{65D398CB-B044-F73A-D164-DD5AA55B10F3}"/>
              </a:ext>
            </a:extLst>
          </p:cNvPr>
          <p:cNvSpPr>
            <a:spLocks noGrp="1" noRot="1" noMove="1" noResize="1" noEditPoints="1" noAdjustHandles="1" noChangeArrowheads="1" noChangeShapeType="1"/>
          </p:cNvSpPr>
          <p:nvPr/>
        </p:nvSpPr>
        <p:spPr>
          <a:xfrm>
            <a:off x="7722554" y="4264357"/>
            <a:ext cx="1645497" cy="591457"/>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0" name="Conector recto de flecha 19">
            <a:extLst>
              <a:ext uri="{FF2B5EF4-FFF2-40B4-BE49-F238E27FC236}">
                <a16:creationId xmlns:a16="http://schemas.microsoft.com/office/drawing/2014/main" id="{B8FC8A59-3232-B01D-FBD6-6E53A738BB0B}"/>
              </a:ext>
            </a:extLst>
          </p:cNvPr>
          <p:cNvCxnSpPr>
            <a:cxnSpLocks noGrp="1" noRot="1" noMove="1" noResize="1" noEditPoints="1" noAdjustHandles="1" noChangeArrowheads="1" noChangeShapeType="1"/>
            <a:stCxn id="19" idx="0"/>
            <a:endCxn id="21" idx="2"/>
          </p:cNvCxnSpPr>
          <p:nvPr/>
        </p:nvCxnSpPr>
        <p:spPr>
          <a:xfrm flipH="1" flipV="1">
            <a:off x="6052045" y="1319730"/>
            <a:ext cx="2493258" cy="2944627"/>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6B921F09-CE2E-9CA4-3AC5-27C04A1712A9}"/>
              </a:ext>
            </a:extLst>
          </p:cNvPr>
          <p:cNvSpPr txBox="1">
            <a:spLocks noGrp="1" noRot="1" noMove="1" noResize="1" noEditPoints="1" noAdjustHandles="1" noChangeArrowheads="1" noChangeShapeType="1"/>
          </p:cNvSpPr>
          <p:nvPr/>
        </p:nvSpPr>
        <p:spPr>
          <a:xfrm>
            <a:off x="1543932" y="304067"/>
            <a:ext cx="9016226" cy="1015663"/>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obligatorio</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indica si la pregunta es obligatoria y debe ser respondida para enviar el formulario. Se puede activar y desactivar dando clic encima </a:t>
            </a:r>
          </a:p>
        </p:txBody>
      </p:sp>
      <p:sp>
        <p:nvSpPr>
          <p:cNvPr id="24" name="Rectángulo 23">
            <a:extLst>
              <a:ext uri="{FF2B5EF4-FFF2-40B4-BE49-F238E27FC236}">
                <a16:creationId xmlns:a16="http://schemas.microsoft.com/office/drawing/2014/main" id="{1C637D7A-9D24-E4E8-0AAB-B390551CB7E6}"/>
              </a:ext>
            </a:extLst>
          </p:cNvPr>
          <p:cNvSpPr/>
          <p:nvPr/>
        </p:nvSpPr>
        <p:spPr>
          <a:xfrm>
            <a:off x="1734993" y="4392446"/>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150075669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6" name="Rectángulo 5">
            <a:hlinkClick r:id="" action="ppaction://hlinkshowjump?jump=nextslide"/>
            <a:hlinkHover r:id="rId3" action="ppaction://hlinksldjump"/>
            <a:extLst>
              <a:ext uri="{FF2B5EF4-FFF2-40B4-BE49-F238E27FC236}">
                <a16:creationId xmlns:a16="http://schemas.microsoft.com/office/drawing/2014/main" id="{4BA62251-B46C-4CE1-21F7-9369D6B3EE3F}"/>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Rectángulo 3">
            <a:hlinkClick r:id="rId4" action="ppaction://hlinksldjump"/>
            <a:hlinkHover r:id="rId5" action="ppaction://hlinksldjump"/>
            <a:extLst>
              <a:ext uri="{FF2B5EF4-FFF2-40B4-BE49-F238E27FC236}">
                <a16:creationId xmlns:a16="http://schemas.microsoft.com/office/drawing/2014/main" id="{2B04C2D6-CB56-7673-B744-E5781CF6CB76}"/>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6" action="ppaction://hlinksldjump"/>
            <a:extLst>
              <a:ext uri="{FF2B5EF4-FFF2-40B4-BE49-F238E27FC236}">
                <a16:creationId xmlns:a16="http://schemas.microsoft.com/office/drawing/2014/main" id="{5F9F9CE4-5CC4-6D88-1F94-DD6628CFD2F8}"/>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7" action="ppaction://hlinksldjump"/>
            <a:extLst>
              <a:ext uri="{FF2B5EF4-FFF2-40B4-BE49-F238E27FC236}">
                <a16:creationId xmlns:a16="http://schemas.microsoft.com/office/drawing/2014/main" id="{104CFD0B-B458-7F29-172E-C93FB8726BA5}"/>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6">
            <a:hlinkHover r:id="rId8" action="ppaction://hlinksldjump"/>
            <a:extLst>
              <a:ext uri="{FF2B5EF4-FFF2-40B4-BE49-F238E27FC236}">
                <a16:creationId xmlns:a16="http://schemas.microsoft.com/office/drawing/2014/main" id="{F522EC4A-60DD-9628-588E-87C80407D791}"/>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7">
            <a:hlinkHover r:id="rId9" action="ppaction://hlinksldjump"/>
            <a:extLst>
              <a:ext uri="{FF2B5EF4-FFF2-40B4-BE49-F238E27FC236}">
                <a16:creationId xmlns:a16="http://schemas.microsoft.com/office/drawing/2014/main" id="{D5A40806-5025-BED4-3933-AEC26FD28370}"/>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8">
            <a:hlinkHover r:id="rId10" action="ppaction://hlinksldjump"/>
            <a:extLst>
              <a:ext uri="{FF2B5EF4-FFF2-40B4-BE49-F238E27FC236}">
                <a16:creationId xmlns:a16="http://schemas.microsoft.com/office/drawing/2014/main" id="{F18C56FA-BBD4-792F-8073-BC9AAFE0DC7E}"/>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9">
            <a:hlinkHover r:id="rId11" action="ppaction://hlinksldjump"/>
            <a:extLst>
              <a:ext uri="{FF2B5EF4-FFF2-40B4-BE49-F238E27FC236}">
                <a16:creationId xmlns:a16="http://schemas.microsoft.com/office/drawing/2014/main" id="{73CF782A-8342-5A0F-570D-E91F40507506}"/>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0">
            <a:hlinkHover r:id="rId12" action="ppaction://hlinksldjump"/>
            <a:extLst>
              <a:ext uri="{FF2B5EF4-FFF2-40B4-BE49-F238E27FC236}">
                <a16:creationId xmlns:a16="http://schemas.microsoft.com/office/drawing/2014/main" id="{A1CB438A-654D-16B2-ACDE-279E1D9006B9}"/>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1">
            <a:hlinkHover r:id="rId13" action="ppaction://hlinksldjump"/>
            <a:extLst>
              <a:ext uri="{FF2B5EF4-FFF2-40B4-BE49-F238E27FC236}">
                <a16:creationId xmlns:a16="http://schemas.microsoft.com/office/drawing/2014/main" id="{54FF7F41-CEC7-33A9-1EB5-87C21CEEA410}"/>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2">
            <a:hlinkHover r:id="rId14" action="ppaction://hlinksldjump"/>
            <a:extLst>
              <a:ext uri="{FF2B5EF4-FFF2-40B4-BE49-F238E27FC236}">
                <a16:creationId xmlns:a16="http://schemas.microsoft.com/office/drawing/2014/main" id="{8C374C02-7681-09E1-B853-261192BC6B3A}"/>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3">
            <a:hlinkHover r:id="rId15" action="ppaction://hlinksldjump"/>
            <a:extLst>
              <a:ext uri="{FF2B5EF4-FFF2-40B4-BE49-F238E27FC236}">
                <a16:creationId xmlns:a16="http://schemas.microsoft.com/office/drawing/2014/main" id="{C9869F56-0D5C-6A4E-EB34-9E93BF69109A}"/>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4">
            <a:hlinkHover r:id="rId16" action="ppaction://hlinksldjump"/>
            <a:extLst>
              <a:ext uri="{FF2B5EF4-FFF2-40B4-BE49-F238E27FC236}">
                <a16:creationId xmlns:a16="http://schemas.microsoft.com/office/drawing/2014/main" id="{0CE8D34F-9809-D3FF-A648-28CEBF59D960}"/>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5">
            <a:hlinkHover r:id="rId17" action="ppaction://hlinksldjump"/>
            <a:extLst>
              <a:ext uri="{FF2B5EF4-FFF2-40B4-BE49-F238E27FC236}">
                <a16:creationId xmlns:a16="http://schemas.microsoft.com/office/drawing/2014/main" id="{529265C7-8CDE-6A03-BE78-9623C064DD99}"/>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6">
            <a:hlinkHover r:id="rId18" action="ppaction://hlinksldjump"/>
            <a:extLst>
              <a:ext uri="{FF2B5EF4-FFF2-40B4-BE49-F238E27FC236}">
                <a16:creationId xmlns:a16="http://schemas.microsoft.com/office/drawing/2014/main" id="{A9315E37-D07F-0A05-5169-5A15C381C821}"/>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7">
            <a:hlinkHover r:id="rId19" action="ppaction://hlinksldjump"/>
            <a:extLst>
              <a:ext uri="{FF2B5EF4-FFF2-40B4-BE49-F238E27FC236}">
                <a16:creationId xmlns:a16="http://schemas.microsoft.com/office/drawing/2014/main" id="{ADC1BC0E-A9E6-CC55-14AE-DC353F578D3D}"/>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a:extLst>
              <a:ext uri="{FF2B5EF4-FFF2-40B4-BE49-F238E27FC236}">
                <a16:creationId xmlns:a16="http://schemas.microsoft.com/office/drawing/2014/main" id="{09BBC1E5-A2EE-6E67-45B0-6770C000FE50}"/>
              </a:ext>
            </a:extLst>
          </p:cNvPr>
          <p:cNvSpPr>
            <a:spLocks noGrp="1" noRot="1" noMove="1" noResize="1" noEditPoints="1" noAdjustHandles="1" noChangeArrowheads="1" noChangeShapeType="1"/>
          </p:cNvSpPr>
          <p:nvPr/>
        </p:nvSpPr>
        <p:spPr>
          <a:xfrm>
            <a:off x="10050258" y="2502063"/>
            <a:ext cx="597810" cy="438746"/>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1" name="Conector recto de flecha 20">
            <a:extLst>
              <a:ext uri="{FF2B5EF4-FFF2-40B4-BE49-F238E27FC236}">
                <a16:creationId xmlns:a16="http://schemas.microsoft.com/office/drawing/2014/main" id="{700D25AE-BA82-FACB-B469-3AA1838B6F72}"/>
              </a:ext>
            </a:extLst>
          </p:cNvPr>
          <p:cNvCxnSpPr>
            <a:cxnSpLocks noGrp="1" noRot="1" noMove="1" noResize="1" noEditPoints="1" noAdjustHandles="1" noChangeArrowheads="1" noChangeShapeType="1"/>
            <a:stCxn id="20" idx="0"/>
          </p:cNvCxnSpPr>
          <p:nvPr/>
        </p:nvCxnSpPr>
        <p:spPr>
          <a:xfrm flipH="1" flipV="1">
            <a:off x="6096000" y="1319730"/>
            <a:ext cx="4253163" cy="1182333"/>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9768CDE4-DE6B-A614-7028-CD0E6D7250E2}"/>
              </a:ext>
            </a:extLst>
          </p:cNvPr>
          <p:cNvSpPr txBox="1">
            <a:spLocks noGrp="1" noRot="1" noMove="1" noResize="1" noEditPoints="1" noAdjustHandles="1" noChangeArrowheads="1" noChangeShapeType="1"/>
          </p:cNvSpPr>
          <p:nvPr/>
        </p:nvSpPr>
        <p:spPr>
          <a:xfrm>
            <a:off x="1543932" y="304067"/>
            <a:ext cx="9016226" cy="1015663"/>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Agregar pregunta</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a:t>
            </a:r>
            <a:r>
              <a:rPr lang="es-MX"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Permite el encuestador agregar hoy una nueva pregunta, por defecto será de opción muy difícil pero se puede modificar cambiando el tipo </a:t>
            </a:r>
            <a:endPar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endParaRPr>
          </a:p>
        </p:txBody>
      </p:sp>
      <p:sp>
        <p:nvSpPr>
          <p:cNvPr id="27" name="Rectángulo 26">
            <a:extLst>
              <a:ext uri="{FF2B5EF4-FFF2-40B4-BE49-F238E27FC236}">
                <a16:creationId xmlns:a16="http://schemas.microsoft.com/office/drawing/2014/main" id="{39914A66-9C84-7B95-DE1B-E16CCAEE8147}"/>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87026700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2" name="Rectángulo 3">
            <a:hlinkClick r:id="rId3" action="ppaction://hlinksldjump"/>
            <a:hlinkHover r:id="rId4" action="ppaction://hlinksldjump"/>
            <a:extLst>
              <a:ext uri="{FF2B5EF4-FFF2-40B4-BE49-F238E27FC236}">
                <a16:creationId xmlns:a16="http://schemas.microsoft.com/office/drawing/2014/main" id="{BC983FE1-0A17-F50C-19D1-9ABFA245CA8C}"/>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5" action="ppaction://hlinksldjump"/>
            <a:extLst>
              <a:ext uri="{FF2B5EF4-FFF2-40B4-BE49-F238E27FC236}">
                <a16:creationId xmlns:a16="http://schemas.microsoft.com/office/drawing/2014/main" id="{C1E33517-2305-E2C0-651F-FD02A7790087}"/>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6" action="ppaction://hlinksldjump"/>
            <a:extLst>
              <a:ext uri="{FF2B5EF4-FFF2-40B4-BE49-F238E27FC236}">
                <a16:creationId xmlns:a16="http://schemas.microsoft.com/office/drawing/2014/main" id="{CBC941CC-27DD-844D-EE3D-F02CFB459CC4}"/>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6">
            <a:hlinkHover r:id="rId7" action="ppaction://hlinksldjump"/>
            <a:extLst>
              <a:ext uri="{FF2B5EF4-FFF2-40B4-BE49-F238E27FC236}">
                <a16:creationId xmlns:a16="http://schemas.microsoft.com/office/drawing/2014/main" id="{9FB06B11-CABF-FB25-49DA-1129BA5F5343}"/>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F904C16D-8F7C-1B9D-7958-64B39C6EBCCC}"/>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8">
            <a:hlinkHover r:id="rId9" action="ppaction://hlinksldjump"/>
            <a:extLst>
              <a:ext uri="{FF2B5EF4-FFF2-40B4-BE49-F238E27FC236}">
                <a16:creationId xmlns:a16="http://schemas.microsoft.com/office/drawing/2014/main" id="{2E2051E7-F52D-D024-36F2-5365243452A7}"/>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9">
            <a:hlinkHover r:id="rId10" action="ppaction://hlinksldjump"/>
            <a:extLst>
              <a:ext uri="{FF2B5EF4-FFF2-40B4-BE49-F238E27FC236}">
                <a16:creationId xmlns:a16="http://schemas.microsoft.com/office/drawing/2014/main" id="{AFC8E183-07BF-C8AF-C77C-4309492B6353}"/>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11" action="ppaction://hlinksldjump"/>
            <a:extLst>
              <a:ext uri="{FF2B5EF4-FFF2-40B4-BE49-F238E27FC236}">
                <a16:creationId xmlns:a16="http://schemas.microsoft.com/office/drawing/2014/main" id="{379F7581-6EF4-3D7A-EB8B-93907CA6824B}"/>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2" action="ppaction://hlinksldjump"/>
            <a:extLst>
              <a:ext uri="{FF2B5EF4-FFF2-40B4-BE49-F238E27FC236}">
                <a16:creationId xmlns:a16="http://schemas.microsoft.com/office/drawing/2014/main" id="{274639D5-C0E8-8FC9-419E-63EF2C4FE53E}"/>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3" action="ppaction://hlinksldjump"/>
            <a:extLst>
              <a:ext uri="{FF2B5EF4-FFF2-40B4-BE49-F238E27FC236}">
                <a16:creationId xmlns:a16="http://schemas.microsoft.com/office/drawing/2014/main" id="{220A9EB4-9EFC-B388-6CF1-1C92E46F8B39}"/>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a:hlinkHover r:id="rId14" action="ppaction://hlinksldjump"/>
            <a:extLst>
              <a:ext uri="{FF2B5EF4-FFF2-40B4-BE49-F238E27FC236}">
                <a16:creationId xmlns:a16="http://schemas.microsoft.com/office/drawing/2014/main" id="{139D97F6-EDE8-81A8-6BC2-5429702FFD9A}"/>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5" action="ppaction://hlinksldjump"/>
            <a:extLst>
              <a:ext uri="{FF2B5EF4-FFF2-40B4-BE49-F238E27FC236}">
                <a16:creationId xmlns:a16="http://schemas.microsoft.com/office/drawing/2014/main" id="{31080D89-D43A-5DA0-B360-66F731247E99}"/>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6" action="ppaction://hlinksldjump"/>
            <a:extLst>
              <a:ext uri="{FF2B5EF4-FFF2-40B4-BE49-F238E27FC236}">
                <a16:creationId xmlns:a16="http://schemas.microsoft.com/office/drawing/2014/main" id="{59FB2E90-F3EE-27EE-BDDF-61FE9A606852}"/>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6">
            <a:hlinkHover r:id="rId17" action="ppaction://hlinksldjump"/>
            <a:extLst>
              <a:ext uri="{FF2B5EF4-FFF2-40B4-BE49-F238E27FC236}">
                <a16:creationId xmlns:a16="http://schemas.microsoft.com/office/drawing/2014/main" id="{5E68B992-1E8D-DC89-3457-112725B2F617}"/>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7">
            <a:hlinkHover r:id="rId18" action="ppaction://hlinksldjump"/>
            <a:extLst>
              <a:ext uri="{FF2B5EF4-FFF2-40B4-BE49-F238E27FC236}">
                <a16:creationId xmlns:a16="http://schemas.microsoft.com/office/drawing/2014/main" id="{8F0191B1-07FC-BD58-D2FC-A0DA1826B2CB}"/>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a:extLst>
              <a:ext uri="{FF2B5EF4-FFF2-40B4-BE49-F238E27FC236}">
                <a16:creationId xmlns:a16="http://schemas.microsoft.com/office/drawing/2014/main" id="{7500871E-B316-7FF5-34B2-12268BC624B9}"/>
              </a:ext>
            </a:extLst>
          </p:cNvPr>
          <p:cNvSpPr>
            <a:spLocks noGrp="1" noRot="1" noMove="1" noResize="1" noEditPoints="1" noAdjustHandles="1" noChangeArrowheads="1" noChangeShapeType="1"/>
          </p:cNvSpPr>
          <p:nvPr/>
        </p:nvSpPr>
        <p:spPr>
          <a:xfrm>
            <a:off x="10050257" y="2947207"/>
            <a:ext cx="557583" cy="451460"/>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0" name="Conector recto de flecha 19">
            <a:extLst>
              <a:ext uri="{FF2B5EF4-FFF2-40B4-BE49-F238E27FC236}">
                <a16:creationId xmlns:a16="http://schemas.microsoft.com/office/drawing/2014/main" id="{7ABCEDFC-C0F4-3952-605C-CA8EA4385F2D}"/>
              </a:ext>
            </a:extLst>
          </p:cNvPr>
          <p:cNvCxnSpPr>
            <a:cxnSpLocks noGrp="1" noRot="1" noMove="1" noResize="1" noEditPoints="1" noAdjustHandles="1" noChangeArrowheads="1" noChangeShapeType="1"/>
            <a:stCxn id="19" idx="0"/>
          </p:cNvCxnSpPr>
          <p:nvPr/>
        </p:nvCxnSpPr>
        <p:spPr>
          <a:xfrm flipH="1" flipV="1">
            <a:off x="6415315" y="1319730"/>
            <a:ext cx="3913734" cy="1627477"/>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687D4506-8A5E-FF87-3925-8960DC74B730}"/>
              </a:ext>
            </a:extLst>
          </p:cNvPr>
          <p:cNvSpPr txBox="1">
            <a:spLocks noGrp="1" noRot="1" noMove="1" noResize="1" noEditPoints="1" noAdjustHandles="1" noChangeArrowheads="1" noChangeShapeType="1"/>
          </p:cNvSpPr>
          <p:nvPr/>
        </p:nvSpPr>
        <p:spPr>
          <a:xfrm>
            <a:off x="1543932" y="304067"/>
            <a:ext cx="9016226" cy="1015663"/>
          </a:xfrm>
          <a:prstGeom prst="rect">
            <a:avLst/>
          </a:prstGeom>
          <a:noFill/>
        </p:spPr>
        <p:txBody>
          <a:bodyPr wrap="square" rtlCol="0">
            <a:spAutoFit/>
          </a:bodyPr>
          <a:lstStyle/>
          <a:p>
            <a:pPr algn="just"/>
            <a:r>
              <a:rPr lang="es-MX"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Importar pregunta</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a:t>
            </a:r>
            <a:r>
              <a:rPr lang="es-MX"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otorga la posibilidad de extraer una pregunta de otras encuestas o formularios que hayamos elaborado previamente, luego podremos modificarla como gustemos </a:t>
            </a:r>
            <a:endPar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endParaRPr>
          </a:p>
        </p:txBody>
      </p:sp>
      <p:sp>
        <p:nvSpPr>
          <p:cNvPr id="25" name="Rectángulo 24">
            <a:extLst>
              <a:ext uri="{FF2B5EF4-FFF2-40B4-BE49-F238E27FC236}">
                <a16:creationId xmlns:a16="http://schemas.microsoft.com/office/drawing/2014/main" id="{961F862E-45C3-C2AD-8A1C-76B9FFEAD5E5}"/>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58996923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6" name="Rectángulo 5">
            <a:hlinkClick r:id="" action="ppaction://hlinkshowjump?jump=nextslide"/>
            <a:hlinkHover r:id="rId3" action="ppaction://hlinksldjump"/>
            <a:extLst>
              <a:ext uri="{FF2B5EF4-FFF2-40B4-BE49-F238E27FC236}">
                <a16:creationId xmlns:a16="http://schemas.microsoft.com/office/drawing/2014/main" id="{4BA62251-B46C-4CE1-21F7-9369D6B3EE3F}"/>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Rectángulo 3">
            <a:hlinkClick r:id="rId4" action="ppaction://hlinksldjump"/>
            <a:hlinkHover r:id="rId5" action="ppaction://hlinksldjump"/>
            <a:extLst>
              <a:ext uri="{FF2B5EF4-FFF2-40B4-BE49-F238E27FC236}">
                <a16:creationId xmlns:a16="http://schemas.microsoft.com/office/drawing/2014/main" id="{7B1EAACF-D657-5184-FA9A-3A600FEC5830}"/>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6" action="ppaction://hlinksldjump"/>
            <a:extLst>
              <a:ext uri="{FF2B5EF4-FFF2-40B4-BE49-F238E27FC236}">
                <a16:creationId xmlns:a16="http://schemas.microsoft.com/office/drawing/2014/main" id="{A41D82A6-4966-E16B-B4EC-DD890D5BCE14}"/>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7" action="ppaction://hlinksldjump"/>
            <a:extLst>
              <a:ext uri="{FF2B5EF4-FFF2-40B4-BE49-F238E27FC236}">
                <a16:creationId xmlns:a16="http://schemas.microsoft.com/office/drawing/2014/main" id="{BA925420-898A-F504-FA38-E5EA1FBE5DCC}"/>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6">
            <a:hlinkHover r:id="rId8" action="ppaction://hlinksldjump"/>
            <a:extLst>
              <a:ext uri="{FF2B5EF4-FFF2-40B4-BE49-F238E27FC236}">
                <a16:creationId xmlns:a16="http://schemas.microsoft.com/office/drawing/2014/main" id="{B2F3A4D9-2B5B-738A-76DD-9F609702382B}"/>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7">
            <a:hlinkHover r:id="rId9" action="ppaction://hlinksldjump"/>
            <a:extLst>
              <a:ext uri="{FF2B5EF4-FFF2-40B4-BE49-F238E27FC236}">
                <a16:creationId xmlns:a16="http://schemas.microsoft.com/office/drawing/2014/main" id="{E74AF715-181B-CAFB-BE5A-E451C724D6B0}"/>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8">
            <a:hlinkHover r:id="rId10" action="ppaction://hlinksldjump"/>
            <a:extLst>
              <a:ext uri="{FF2B5EF4-FFF2-40B4-BE49-F238E27FC236}">
                <a16:creationId xmlns:a16="http://schemas.microsoft.com/office/drawing/2014/main" id="{2FFAF7A8-23C0-127D-1DAF-6C996A396E3E}"/>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9">
            <a:hlinkHover r:id="rId11" action="ppaction://hlinksldjump"/>
            <a:extLst>
              <a:ext uri="{FF2B5EF4-FFF2-40B4-BE49-F238E27FC236}">
                <a16:creationId xmlns:a16="http://schemas.microsoft.com/office/drawing/2014/main" id="{C3977129-DB53-4269-CD3E-53BF859FA1DF}"/>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0">
            <a:hlinkHover r:id="rId12" action="ppaction://hlinksldjump"/>
            <a:extLst>
              <a:ext uri="{FF2B5EF4-FFF2-40B4-BE49-F238E27FC236}">
                <a16:creationId xmlns:a16="http://schemas.microsoft.com/office/drawing/2014/main" id="{3F34F786-E9EC-612A-0860-2C15A7541281}"/>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1">
            <a:hlinkHover r:id="rId13" action="ppaction://hlinksldjump"/>
            <a:extLst>
              <a:ext uri="{FF2B5EF4-FFF2-40B4-BE49-F238E27FC236}">
                <a16:creationId xmlns:a16="http://schemas.microsoft.com/office/drawing/2014/main" id="{622F2D67-DAE2-7CF1-B797-AD2FBD0EC854}"/>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2">
            <a:hlinkHover r:id="rId14" action="ppaction://hlinksldjump"/>
            <a:extLst>
              <a:ext uri="{FF2B5EF4-FFF2-40B4-BE49-F238E27FC236}">
                <a16:creationId xmlns:a16="http://schemas.microsoft.com/office/drawing/2014/main" id="{0392D9E7-A9FB-088E-EE8E-B36811AF691F}"/>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3">
            <a:hlinkHover r:id="rId15" action="ppaction://hlinksldjump"/>
            <a:extLst>
              <a:ext uri="{FF2B5EF4-FFF2-40B4-BE49-F238E27FC236}">
                <a16:creationId xmlns:a16="http://schemas.microsoft.com/office/drawing/2014/main" id="{8DE4CF11-E120-4322-E53B-050A305EE979}"/>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4">
            <a:hlinkHover r:id="rId16" action="ppaction://hlinksldjump"/>
            <a:extLst>
              <a:ext uri="{FF2B5EF4-FFF2-40B4-BE49-F238E27FC236}">
                <a16:creationId xmlns:a16="http://schemas.microsoft.com/office/drawing/2014/main" id="{C81F7CB8-5E47-0B4C-70AE-EF0834232E00}"/>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5">
            <a:hlinkHover r:id="rId17" action="ppaction://hlinksldjump"/>
            <a:extLst>
              <a:ext uri="{FF2B5EF4-FFF2-40B4-BE49-F238E27FC236}">
                <a16:creationId xmlns:a16="http://schemas.microsoft.com/office/drawing/2014/main" id="{4B8E675C-CC43-4B84-7EEF-6AA105C203A1}"/>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6">
            <a:hlinkHover r:id="rId18" action="ppaction://hlinksldjump"/>
            <a:extLst>
              <a:ext uri="{FF2B5EF4-FFF2-40B4-BE49-F238E27FC236}">
                <a16:creationId xmlns:a16="http://schemas.microsoft.com/office/drawing/2014/main" id="{09E0AF3E-FCF7-7F39-ACA5-CA1A3A92DE84}"/>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7">
            <a:hlinkHover r:id="rId19" action="ppaction://hlinksldjump"/>
            <a:extLst>
              <a:ext uri="{FF2B5EF4-FFF2-40B4-BE49-F238E27FC236}">
                <a16:creationId xmlns:a16="http://schemas.microsoft.com/office/drawing/2014/main" id="{D795A919-7E47-F16F-BCE5-9428083326FA}"/>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a:extLst>
              <a:ext uri="{FF2B5EF4-FFF2-40B4-BE49-F238E27FC236}">
                <a16:creationId xmlns:a16="http://schemas.microsoft.com/office/drawing/2014/main" id="{6BA3E786-B06B-DFD4-DF06-41CB7BB5B245}"/>
              </a:ext>
            </a:extLst>
          </p:cNvPr>
          <p:cNvSpPr>
            <a:spLocks noGrp="1" noRot="1" noMove="1" noResize="1" noEditPoints="1" noAdjustHandles="1" noChangeArrowheads="1" noChangeShapeType="1"/>
          </p:cNvSpPr>
          <p:nvPr/>
        </p:nvSpPr>
        <p:spPr>
          <a:xfrm>
            <a:off x="10056793" y="3381921"/>
            <a:ext cx="462559" cy="476417"/>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1" name="Conector recto de flecha 20">
            <a:extLst>
              <a:ext uri="{FF2B5EF4-FFF2-40B4-BE49-F238E27FC236}">
                <a16:creationId xmlns:a16="http://schemas.microsoft.com/office/drawing/2014/main" id="{70A67592-B6F3-5D5C-7569-9004F7AE79D7}"/>
              </a:ext>
            </a:extLst>
          </p:cNvPr>
          <p:cNvCxnSpPr>
            <a:cxnSpLocks noGrp="1" noRot="1" noMove="1" noResize="1" noEditPoints="1" noAdjustHandles="1" noChangeArrowheads="1" noChangeShapeType="1"/>
            <a:stCxn id="20" idx="0"/>
          </p:cNvCxnSpPr>
          <p:nvPr/>
        </p:nvCxnSpPr>
        <p:spPr>
          <a:xfrm flipH="1" flipV="1">
            <a:off x="7484661" y="1935283"/>
            <a:ext cx="2803412" cy="1446638"/>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B339CF43-91E8-F8C0-B985-9B9108E70817}"/>
              </a:ext>
            </a:extLst>
          </p:cNvPr>
          <p:cNvSpPr txBox="1">
            <a:spLocks noGrp="1" noRot="1" noMove="1" noResize="1" noEditPoints="1" noAdjustHandles="1" noChangeArrowheads="1" noChangeShapeType="1"/>
          </p:cNvSpPr>
          <p:nvPr/>
        </p:nvSpPr>
        <p:spPr>
          <a:xfrm>
            <a:off x="1543932" y="304067"/>
            <a:ext cx="9016226" cy="1631216"/>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Agregar </a:t>
            </a:r>
            <a:r>
              <a:rPr lang="es-MX"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Título y descripción </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a:t>
            </a:r>
            <a:r>
              <a:rPr lang="es-MX"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añadirá una nueva sección parecido a una pregunta, sin embargo esta sección contendrán nuevas casillas de título y descripción. Se pueden usar cuando queremos dividir los tópicos de una encuesta o proporcionar información adicional al encuestado </a:t>
            </a:r>
            <a:endPar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endParaRPr>
          </a:p>
        </p:txBody>
      </p:sp>
      <p:sp>
        <p:nvSpPr>
          <p:cNvPr id="27" name="Rectángulo 26">
            <a:extLst>
              <a:ext uri="{FF2B5EF4-FFF2-40B4-BE49-F238E27FC236}">
                <a16:creationId xmlns:a16="http://schemas.microsoft.com/office/drawing/2014/main" id="{2B0D0285-EE93-0543-FD69-D679804365A5}"/>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5307597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ChangeAspect="1"/>
          </p:cNvPicPr>
          <p:nvPr/>
        </p:nvPicPr>
        <p:blipFill rotWithShape="1">
          <a:blip r:embed="rId2"/>
          <a:srcRect l="22500" t="30439" r="15933" b="29343"/>
          <a:stretch/>
        </p:blipFill>
        <p:spPr>
          <a:xfrm>
            <a:off x="1543932" y="1897040"/>
            <a:ext cx="9104136" cy="3343701"/>
          </a:xfrm>
          <a:prstGeom prst="rect">
            <a:avLst/>
          </a:prstGeom>
        </p:spPr>
      </p:pic>
      <p:sp>
        <p:nvSpPr>
          <p:cNvPr id="2" name="Rectángulo 3">
            <a:hlinkClick r:id="rId3" action="ppaction://hlinksldjump"/>
            <a:hlinkHover r:id="rId4" action="ppaction://hlinksldjump"/>
            <a:extLst>
              <a:ext uri="{FF2B5EF4-FFF2-40B4-BE49-F238E27FC236}">
                <a16:creationId xmlns:a16="http://schemas.microsoft.com/office/drawing/2014/main" id="{783C3545-44BA-DECE-32E4-4276D3EBF3BF}"/>
              </a:ext>
            </a:extLst>
          </p:cNvPr>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5" action="ppaction://hlinksldjump"/>
            <a:extLst>
              <a:ext uri="{FF2B5EF4-FFF2-40B4-BE49-F238E27FC236}">
                <a16:creationId xmlns:a16="http://schemas.microsoft.com/office/drawing/2014/main" id="{1D385121-B76D-5B8C-DDD0-A2086B5A6F92}"/>
              </a:ext>
            </a:extLst>
          </p:cNvPr>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6" action="ppaction://hlinksldjump"/>
            <a:extLst>
              <a:ext uri="{FF2B5EF4-FFF2-40B4-BE49-F238E27FC236}">
                <a16:creationId xmlns:a16="http://schemas.microsoft.com/office/drawing/2014/main" id="{4CFEA328-7FA9-B319-F35F-EC502EC62AC0}"/>
              </a:ext>
            </a:extLst>
          </p:cNvPr>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6">
            <a:hlinkHover r:id="rId7" action="ppaction://hlinksldjump"/>
            <a:extLst>
              <a:ext uri="{FF2B5EF4-FFF2-40B4-BE49-F238E27FC236}">
                <a16:creationId xmlns:a16="http://schemas.microsoft.com/office/drawing/2014/main" id="{05677FC3-C434-EA40-C26B-5C576934A353}"/>
              </a:ext>
            </a:extLst>
          </p:cNvPr>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D7297999-0F61-7319-DCAF-D98497FD2F97}"/>
              </a:ext>
            </a:extLst>
          </p:cNvPr>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8">
            <a:hlinkHover r:id="rId9" action="ppaction://hlinksldjump"/>
            <a:extLst>
              <a:ext uri="{FF2B5EF4-FFF2-40B4-BE49-F238E27FC236}">
                <a16:creationId xmlns:a16="http://schemas.microsoft.com/office/drawing/2014/main" id="{5172294B-75C4-7BDD-C1B6-7666FFA177BD}"/>
              </a:ext>
            </a:extLst>
          </p:cNvPr>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9">
            <a:hlinkHover r:id="rId10" action="ppaction://hlinksldjump"/>
            <a:extLst>
              <a:ext uri="{FF2B5EF4-FFF2-40B4-BE49-F238E27FC236}">
                <a16:creationId xmlns:a16="http://schemas.microsoft.com/office/drawing/2014/main" id="{B98CB5BC-89E7-A912-49D7-73D048428D05}"/>
              </a:ext>
            </a:extLst>
          </p:cNvPr>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11" action="ppaction://hlinksldjump"/>
            <a:extLst>
              <a:ext uri="{FF2B5EF4-FFF2-40B4-BE49-F238E27FC236}">
                <a16:creationId xmlns:a16="http://schemas.microsoft.com/office/drawing/2014/main" id="{5D9147A3-13D2-D26F-1348-5AEFB8DCB963}"/>
              </a:ext>
            </a:extLst>
          </p:cNvPr>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2" action="ppaction://hlinksldjump"/>
            <a:extLst>
              <a:ext uri="{FF2B5EF4-FFF2-40B4-BE49-F238E27FC236}">
                <a16:creationId xmlns:a16="http://schemas.microsoft.com/office/drawing/2014/main" id="{A65DC96D-A7DF-B44A-D921-AB910414966F}"/>
              </a:ext>
            </a:extLst>
          </p:cNvPr>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3" action="ppaction://hlinksldjump"/>
            <a:extLst>
              <a:ext uri="{FF2B5EF4-FFF2-40B4-BE49-F238E27FC236}">
                <a16:creationId xmlns:a16="http://schemas.microsoft.com/office/drawing/2014/main" id="{89DA8443-F8A7-087B-1419-B14FF5088DC0}"/>
              </a:ext>
            </a:extLst>
          </p:cNvPr>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a:hlinkHover r:id="rId14" action="ppaction://hlinksldjump"/>
            <a:extLst>
              <a:ext uri="{FF2B5EF4-FFF2-40B4-BE49-F238E27FC236}">
                <a16:creationId xmlns:a16="http://schemas.microsoft.com/office/drawing/2014/main" id="{6BEE7B09-9635-DAD6-C6B2-3724351E0B7D}"/>
              </a:ext>
            </a:extLst>
          </p:cNvPr>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5" action="ppaction://hlinksldjump"/>
            <a:extLst>
              <a:ext uri="{FF2B5EF4-FFF2-40B4-BE49-F238E27FC236}">
                <a16:creationId xmlns:a16="http://schemas.microsoft.com/office/drawing/2014/main" id="{C420B4C3-B15D-3412-BCA8-E1DD5D93DD6C}"/>
              </a:ext>
            </a:extLst>
          </p:cNvPr>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6" action="ppaction://hlinksldjump"/>
            <a:extLst>
              <a:ext uri="{FF2B5EF4-FFF2-40B4-BE49-F238E27FC236}">
                <a16:creationId xmlns:a16="http://schemas.microsoft.com/office/drawing/2014/main" id="{61D67AD3-DFC9-1B69-FCA3-C3FC50AFC6F4}"/>
              </a:ext>
            </a:extLst>
          </p:cNvPr>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6">
            <a:hlinkHover r:id="rId17" action="ppaction://hlinksldjump"/>
            <a:extLst>
              <a:ext uri="{FF2B5EF4-FFF2-40B4-BE49-F238E27FC236}">
                <a16:creationId xmlns:a16="http://schemas.microsoft.com/office/drawing/2014/main" id="{1D13D792-C1EC-EFA7-1E2E-5031A6A787B4}"/>
              </a:ext>
            </a:extLst>
          </p:cNvPr>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7">
            <a:hlinkHover r:id="rId18" action="ppaction://hlinksldjump"/>
            <a:extLst>
              <a:ext uri="{FF2B5EF4-FFF2-40B4-BE49-F238E27FC236}">
                <a16:creationId xmlns:a16="http://schemas.microsoft.com/office/drawing/2014/main" id="{A3168F94-2D44-0286-1B41-7E0B84EF6477}"/>
              </a:ext>
            </a:extLst>
          </p:cNvPr>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a:extLst>
              <a:ext uri="{FF2B5EF4-FFF2-40B4-BE49-F238E27FC236}">
                <a16:creationId xmlns:a16="http://schemas.microsoft.com/office/drawing/2014/main" id="{4539BA3E-EE76-2834-87EF-072F9B5ECAA8}"/>
              </a:ext>
            </a:extLst>
          </p:cNvPr>
          <p:cNvSpPr/>
          <p:nvPr/>
        </p:nvSpPr>
        <p:spPr>
          <a:xfrm>
            <a:off x="10056793" y="3745795"/>
            <a:ext cx="462559" cy="518562"/>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0" name="Conector recto de flecha 19">
            <a:extLst>
              <a:ext uri="{FF2B5EF4-FFF2-40B4-BE49-F238E27FC236}">
                <a16:creationId xmlns:a16="http://schemas.microsoft.com/office/drawing/2014/main" id="{76E87A76-CE59-3EB3-932E-BEC24466D40F}"/>
              </a:ext>
            </a:extLst>
          </p:cNvPr>
          <p:cNvCxnSpPr>
            <a:cxnSpLocks/>
            <a:stCxn id="19" idx="0"/>
          </p:cNvCxnSpPr>
          <p:nvPr/>
        </p:nvCxnSpPr>
        <p:spPr>
          <a:xfrm flipH="1" flipV="1">
            <a:off x="6430695" y="1935283"/>
            <a:ext cx="3857378" cy="1810512"/>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6E037C14-0987-E8C5-BF3C-B87D56547D4D}"/>
              </a:ext>
            </a:extLst>
          </p:cNvPr>
          <p:cNvSpPr txBox="1"/>
          <p:nvPr/>
        </p:nvSpPr>
        <p:spPr>
          <a:xfrm>
            <a:off x="1543932" y="304067"/>
            <a:ext cx="9016226" cy="1631216"/>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Agregar Imagen</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Añade una nueva sección con una imagen, no como hace el icono en el centro de la pregunta, que describe dicha pregunta, sino que aplica para la encuesta globalmente, de modo que si el del centro añade información a una pregunta, la imagen del icono de la derecha agrega información a toda la encuesta</a:t>
            </a:r>
          </a:p>
        </p:txBody>
      </p:sp>
      <p:sp>
        <p:nvSpPr>
          <p:cNvPr id="26" name="Rectángulo 25">
            <a:extLst>
              <a:ext uri="{FF2B5EF4-FFF2-40B4-BE49-F238E27FC236}">
                <a16:creationId xmlns:a16="http://schemas.microsoft.com/office/drawing/2014/main" id="{92A478F9-41AE-A7B8-FDC6-618A96FBEF6F}"/>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40697168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ChangeAspect="1"/>
          </p:cNvPicPr>
          <p:nvPr/>
        </p:nvPicPr>
        <p:blipFill rotWithShape="1">
          <a:blip r:embed="rId2"/>
          <a:srcRect l="22500" t="30439" r="15933" b="29343"/>
          <a:stretch/>
        </p:blipFill>
        <p:spPr>
          <a:xfrm>
            <a:off x="1543932" y="1897040"/>
            <a:ext cx="9104136" cy="3343701"/>
          </a:xfrm>
          <a:prstGeom prst="rect">
            <a:avLst/>
          </a:prstGeom>
        </p:spPr>
      </p:pic>
      <p:sp>
        <p:nvSpPr>
          <p:cNvPr id="6" name="Rectángulo 5">
            <a:hlinkClick r:id="" action="ppaction://hlinkshowjump?jump=nextslide"/>
            <a:hlinkHover r:id="rId3" action="ppaction://hlinksldjump"/>
            <a:extLst>
              <a:ext uri="{FF2B5EF4-FFF2-40B4-BE49-F238E27FC236}">
                <a16:creationId xmlns:a16="http://schemas.microsoft.com/office/drawing/2014/main" id="{4BA62251-B46C-4CE1-21F7-9369D6B3EE3F}"/>
              </a:ext>
            </a:extLst>
          </p:cNvPr>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Rectángulo 3">
            <a:hlinkClick r:id="rId4" action="ppaction://hlinksldjump"/>
            <a:hlinkHover r:id="rId5" action="ppaction://hlinksldjump"/>
            <a:extLst>
              <a:ext uri="{FF2B5EF4-FFF2-40B4-BE49-F238E27FC236}">
                <a16:creationId xmlns:a16="http://schemas.microsoft.com/office/drawing/2014/main" id="{B0DA95F2-AC32-99AD-220B-47F088E6F861}"/>
              </a:ext>
            </a:extLst>
          </p:cNvPr>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6" action="ppaction://hlinksldjump"/>
            <a:extLst>
              <a:ext uri="{FF2B5EF4-FFF2-40B4-BE49-F238E27FC236}">
                <a16:creationId xmlns:a16="http://schemas.microsoft.com/office/drawing/2014/main" id="{64E17AFF-2C14-17FA-F672-22E34F533BFC}"/>
              </a:ext>
            </a:extLst>
          </p:cNvPr>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7" action="ppaction://hlinksldjump"/>
            <a:extLst>
              <a:ext uri="{FF2B5EF4-FFF2-40B4-BE49-F238E27FC236}">
                <a16:creationId xmlns:a16="http://schemas.microsoft.com/office/drawing/2014/main" id="{3BD3DAC9-5AB3-2FC2-69F7-E3476B3BBEE7}"/>
              </a:ext>
            </a:extLst>
          </p:cNvPr>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6">
            <a:hlinkHover r:id="rId8" action="ppaction://hlinksldjump"/>
            <a:extLst>
              <a:ext uri="{FF2B5EF4-FFF2-40B4-BE49-F238E27FC236}">
                <a16:creationId xmlns:a16="http://schemas.microsoft.com/office/drawing/2014/main" id="{3998B13D-1C23-5A5D-5903-57C0E0D237A2}"/>
              </a:ext>
            </a:extLst>
          </p:cNvPr>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7">
            <a:hlinkHover r:id="rId9" action="ppaction://hlinksldjump"/>
            <a:extLst>
              <a:ext uri="{FF2B5EF4-FFF2-40B4-BE49-F238E27FC236}">
                <a16:creationId xmlns:a16="http://schemas.microsoft.com/office/drawing/2014/main" id="{6CBD0BEF-7581-61B8-6564-CE327075AD80}"/>
              </a:ext>
            </a:extLst>
          </p:cNvPr>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8">
            <a:hlinkHover r:id="rId10" action="ppaction://hlinksldjump"/>
            <a:extLst>
              <a:ext uri="{FF2B5EF4-FFF2-40B4-BE49-F238E27FC236}">
                <a16:creationId xmlns:a16="http://schemas.microsoft.com/office/drawing/2014/main" id="{0C66B4CF-192D-E9F8-B4AD-79E19C6E53ED}"/>
              </a:ext>
            </a:extLst>
          </p:cNvPr>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9">
            <a:hlinkHover r:id="rId11" action="ppaction://hlinksldjump"/>
            <a:extLst>
              <a:ext uri="{FF2B5EF4-FFF2-40B4-BE49-F238E27FC236}">
                <a16:creationId xmlns:a16="http://schemas.microsoft.com/office/drawing/2014/main" id="{0068D7D7-2B8D-3595-ED91-C6BF92CE4808}"/>
              </a:ext>
            </a:extLst>
          </p:cNvPr>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0">
            <a:hlinkHover r:id="rId12" action="ppaction://hlinksldjump"/>
            <a:extLst>
              <a:ext uri="{FF2B5EF4-FFF2-40B4-BE49-F238E27FC236}">
                <a16:creationId xmlns:a16="http://schemas.microsoft.com/office/drawing/2014/main" id="{47F25BCD-9CBF-2340-6259-2181D24E8E17}"/>
              </a:ext>
            </a:extLst>
          </p:cNvPr>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1">
            <a:hlinkHover r:id="rId13" action="ppaction://hlinksldjump"/>
            <a:extLst>
              <a:ext uri="{FF2B5EF4-FFF2-40B4-BE49-F238E27FC236}">
                <a16:creationId xmlns:a16="http://schemas.microsoft.com/office/drawing/2014/main" id="{250C9D0E-2F6C-9BDF-C896-25E872203EF0}"/>
              </a:ext>
            </a:extLst>
          </p:cNvPr>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2">
            <a:hlinkHover r:id="rId14" action="ppaction://hlinksldjump"/>
            <a:extLst>
              <a:ext uri="{FF2B5EF4-FFF2-40B4-BE49-F238E27FC236}">
                <a16:creationId xmlns:a16="http://schemas.microsoft.com/office/drawing/2014/main" id="{D98D1DB0-B845-1B9A-0550-CD7853D87655}"/>
              </a:ext>
            </a:extLst>
          </p:cNvPr>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3">
            <a:hlinkHover r:id="rId15" action="ppaction://hlinksldjump"/>
            <a:extLst>
              <a:ext uri="{FF2B5EF4-FFF2-40B4-BE49-F238E27FC236}">
                <a16:creationId xmlns:a16="http://schemas.microsoft.com/office/drawing/2014/main" id="{4B4F0FE3-760B-C40A-A545-AAC73B315AF1}"/>
              </a:ext>
            </a:extLst>
          </p:cNvPr>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4">
            <a:hlinkHover r:id="rId16" action="ppaction://hlinksldjump"/>
            <a:extLst>
              <a:ext uri="{FF2B5EF4-FFF2-40B4-BE49-F238E27FC236}">
                <a16:creationId xmlns:a16="http://schemas.microsoft.com/office/drawing/2014/main" id="{47128872-3349-F3A1-22FC-26C22B587B2C}"/>
              </a:ext>
            </a:extLst>
          </p:cNvPr>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5">
            <a:hlinkHover r:id="rId17" action="ppaction://hlinksldjump"/>
            <a:extLst>
              <a:ext uri="{FF2B5EF4-FFF2-40B4-BE49-F238E27FC236}">
                <a16:creationId xmlns:a16="http://schemas.microsoft.com/office/drawing/2014/main" id="{C4ADC8DB-1366-CDD4-15D9-9352E75F1C47}"/>
              </a:ext>
            </a:extLst>
          </p:cNvPr>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6">
            <a:hlinkHover r:id="rId18" action="ppaction://hlinksldjump"/>
            <a:extLst>
              <a:ext uri="{FF2B5EF4-FFF2-40B4-BE49-F238E27FC236}">
                <a16:creationId xmlns:a16="http://schemas.microsoft.com/office/drawing/2014/main" id="{9FEDAA70-0B2A-D1A4-E5CA-5843F879F57F}"/>
              </a:ext>
            </a:extLst>
          </p:cNvPr>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7">
            <a:hlinkHover r:id="rId19" action="ppaction://hlinksldjump"/>
            <a:extLst>
              <a:ext uri="{FF2B5EF4-FFF2-40B4-BE49-F238E27FC236}">
                <a16:creationId xmlns:a16="http://schemas.microsoft.com/office/drawing/2014/main" id="{29C05A2C-6223-2CDD-84DD-9D7993719C5D}"/>
              </a:ext>
            </a:extLst>
          </p:cNvPr>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a:extLst>
              <a:ext uri="{FF2B5EF4-FFF2-40B4-BE49-F238E27FC236}">
                <a16:creationId xmlns:a16="http://schemas.microsoft.com/office/drawing/2014/main" id="{6BD319F2-1BF1-494D-0D66-25882DEB105B}"/>
              </a:ext>
            </a:extLst>
          </p:cNvPr>
          <p:cNvSpPr/>
          <p:nvPr/>
        </p:nvSpPr>
        <p:spPr>
          <a:xfrm>
            <a:off x="10050257" y="4264358"/>
            <a:ext cx="533415" cy="429292"/>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1" name="Conector recto de flecha 20">
            <a:extLst>
              <a:ext uri="{FF2B5EF4-FFF2-40B4-BE49-F238E27FC236}">
                <a16:creationId xmlns:a16="http://schemas.microsoft.com/office/drawing/2014/main" id="{C51961E0-4996-7084-1A3F-8523F1007F84}"/>
              </a:ext>
            </a:extLst>
          </p:cNvPr>
          <p:cNvCxnSpPr>
            <a:cxnSpLocks/>
            <a:stCxn id="20" idx="0"/>
          </p:cNvCxnSpPr>
          <p:nvPr/>
        </p:nvCxnSpPr>
        <p:spPr>
          <a:xfrm flipH="1" flipV="1">
            <a:off x="6255226" y="1924263"/>
            <a:ext cx="4061739" cy="2340095"/>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757621DD-8D44-E1CB-A52F-F52A7CE61D70}"/>
              </a:ext>
            </a:extLst>
          </p:cNvPr>
          <p:cNvSpPr txBox="1"/>
          <p:nvPr/>
        </p:nvSpPr>
        <p:spPr>
          <a:xfrm>
            <a:off x="1543932" y="304067"/>
            <a:ext cx="9016226" cy="1631216"/>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Agregar vídeo</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Agrega una sección a la encuesta en la cual podemos poner un vídeo, que puede introducir un tema, explicar algo, o ayudar a entender la siguientes preguntas, se recomiendo no usar vídeos de más de 30 segundos para seguir manteniendo la atención del encuestado.</a:t>
            </a:r>
          </a:p>
        </p:txBody>
      </p:sp>
      <p:sp>
        <p:nvSpPr>
          <p:cNvPr id="27" name="Rectángulo 26">
            <a:extLst>
              <a:ext uri="{FF2B5EF4-FFF2-40B4-BE49-F238E27FC236}">
                <a16:creationId xmlns:a16="http://schemas.microsoft.com/office/drawing/2014/main" id="{F50BFF90-DB66-5417-1D6D-39768B1B9AAA}"/>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61043804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FDC50C7-271C-54EB-A829-39615BEF21D4}"/>
              </a:ext>
            </a:extLst>
          </p:cNvPr>
          <p:cNvPicPr>
            <a:picLocks noGrp="1" noRot="1" noChangeAspect="1" noMove="1" noResize="1" noEditPoints="1" noAdjustHandles="1" noChangeArrowheads="1" noChangeShapeType="1" noCrop="1"/>
          </p:cNvPicPr>
          <p:nvPr/>
        </p:nvPicPr>
        <p:blipFill rotWithShape="1">
          <a:blip r:embed="rId2"/>
          <a:srcRect l="22500" t="30439" r="15933" b="29343"/>
          <a:stretch/>
        </p:blipFill>
        <p:spPr>
          <a:xfrm>
            <a:off x="1543932" y="1897040"/>
            <a:ext cx="9104136" cy="3343701"/>
          </a:xfrm>
          <a:prstGeom prst="rect">
            <a:avLst/>
          </a:prstGeom>
        </p:spPr>
      </p:pic>
      <p:sp>
        <p:nvSpPr>
          <p:cNvPr id="2" name="Rectángulo 3">
            <a:hlinkClick r:id="rId3" action="ppaction://hlinksldjump"/>
            <a:hlinkHover r:id="rId4" action="ppaction://hlinksldjump"/>
            <a:extLst>
              <a:ext uri="{FF2B5EF4-FFF2-40B4-BE49-F238E27FC236}">
                <a16:creationId xmlns:a16="http://schemas.microsoft.com/office/drawing/2014/main" id="{BABADCB6-C303-0F5D-B4D7-E01FFD1B7E6A}"/>
              </a:ext>
            </a:extLst>
          </p:cNvPr>
          <p:cNvSpPr>
            <a:spLocks noGrp="1" noRot="1" noMove="1" noResize="1" noEditPoints="1" noAdjustHandles="1" noChangeArrowheads="1" noChangeShapeType="1"/>
          </p:cNvSpPr>
          <p:nvPr/>
        </p:nvSpPr>
        <p:spPr>
          <a:xfrm>
            <a:off x="5936776" y="2101755"/>
            <a:ext cx="3766782"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4">
            <a:hlinkHover r:id="rId5" action="ppaction://hlinksldjump"/>
            <a:extLst>
              <a:ext uri="{FF2B5EF4-FFF2-40B4-BE49-F238E27FC236}">
                <a16:creationId xmlns:a16="http://schemas.microsoft.com/office/drawing/2014/main" id="{08D8252B-7048-9CBD-A1D6-6754701958D7}"/>
              </a:ext>
            </a:extLst>
          </p:cNvPr>
          <p:cNvSpPr>
            <a:spLocks noGrp="1" noRot="1" noMove="1" noResize="1" noEditPoints="1" noAdjustHandles="1" noChangeArrowheads="1" noChangeShapeType="1"/>
          </p:cNvSpPr>
          <p:nvPr/>
        </p:nvSpPr>
        <p:spPr>
          <a:xfrm>
            <a:off x="5341257" y="2254155"/>
            <a:ext cx="595519" cy="543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5">
            <a:hlinkHover r:id="rId6" action="ppaction://hlinksldjump"/>
            <a:extLst>
              <a:ext uri="{FF2B5EF4-FFF2-40B4-BE49-F238E27FC236}">
                <a16:creationId xmlns:a16="http://schemas.microsoft.com/office/drawing/2014/main" id="{01CF9135-1A36-A9DE-890B-6F415BE15520}"/>
              </a:ext>
            </a:extLst>
          </p:cNvPr>
          <p:cNvSpPr>
            <a:spLocks noGrp="1" noRot="1" noMove="1" noResize="1" noEditPoints="1" noAdjustHandles="1" noChangeArrowheads="1" noChangeShapeType="1"/>
          </p:cNvSpPr>
          <p:nvPr/>
        </p:nvSpPr>
        <p:spPr>
          <a:xfrm>
            <a:off x="1814287" y="2177955"/>
            <a:ext cx="3628570"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6">
            <a:hlinkHover r:id="rId7" action="ppaction://hlinksldjump"/>
            <a:extLst>
              <a:ext uri="{FF2B5EF4-FFF2-40B4-BE49-F238E27FC236}">
                <a16:creationId xmlns:a16="http://schemas.microsoft.com/office/drawing/2014/main" id="{4ED7C3A3-D37A-8D20-BFDA-8DEC71BFD734}"/>
              </a:ext>
            </a:extLst>
          </p:cNvPr>
          <p:cNvSpPr>
            <a:spLocks noGrp="1" noRot="1" noMove="1" noResize="1" noEditPoints="1" noAdjustHandles="1" noChangeArrowheads="1" noChangeShapeType="1"/>
          </p:cNvSpPr>
          <p:nvPr/>
        </p:nvSpPr>
        <p:spPr>
          <a:xfrm>
            <a:off x="1712687" y="2769412"/>
            <a:ext cx="3279579" cy="6960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C97D2F3E-A689-1942-A0A3-3BD770A7E83E}"/>
              </a:ext>
            </a:extLst>
          </p:cNvPr>
          <p:cNvSpPr>
            <a:spLocks noGrp="1" noRot="1" noMove="1" noResize="1" noEditPoints="1" noAdjustHandles="1" noChangeArrowheads="1" noChangeShapeType="1"/>
          </p:cNvSpPr>
          <p:nvPr/>
        </p:nvSpPr>
        <p:spPr>
          <a:xfrm>
            <a:off x="1712687" y="3465448"/>
            <a:ext cx="1857827" cy="518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Rectángulo 8">
            <a:hlinkHover r:id="rId9" action="ppaction://hlinksldjump"/>
            <a:extLst>
              <a:ext uri="{FF2B5EF4-FFF2-40B4-BE49-F238E27FC236}">
                <a16:creationId xmlns:a16="http://schemas.microsoft.com/office/drawing/2014/main" id="{A47D3AEA-6DF9-7E94-62B9-42ED2D889CBD}"/>
              </a:ext>
            </a:extLst>
          </p:cNvPr>
          <p:cNvSpPr>
            <a:spLocks noGrp="1" noRot="1" noMove="1" noResize="1" noEditPoints="1" noAdjustHandles="1" noChangeArrowheads="1" noChangeShapeType="1"/>
          </p:cNvSpPr>
          <p:nvPr/>
        </p:nvSpPr>
        <p:spPr>
          <a:xfrm>
            <a:off x="3739269" y="3465448"/>
            <a:ext cx="1375177" cy="45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9">
            <a:hlinkHover r:id="rId10" action="ppaction://hlinksldjump"/>
            <a:extLst>
              <a:ext uri="{FF2B5EF4-FFF2-40B4-BE49-F238E27FC236}">
                <a16:creationId xmlns:a16="http://schemas.microsoft.com/office/drawing/2014/main" id="{181D912A-9853-BD2A-648A-F274F5A4E60E}"/>
              </a:ext>
            </a:extLst>
          </p:cNvPr>
          <p:cNvSpPr>
            <a:spLocks noGrp="1" noRot="1" noMove="1" noResize="1" noEditPoints="1" noAdjustHandles="1" noChangeArrowheads="1" noChangeShapeType="1"/>
          </p:cNvSpPr>
          <p:nvPr/>
        </p:nvSpPr>
        <p:spPr>
          <a:xfrm>
            <a:off x="6415315" y="4264357"/>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11" action="ppaction://hlinksldjump"/>
            <a:extLst>
              <a:ext uri="{FF2B5EF4-FFF2-40B4-BE49-F238E27FC236}">
                <a16:creationId xmlns:a16="http://schemas.microsoft.com/office/drawing/2014/main" id="{4E75A0A6-5F37-2A6F-5007-77D21016604A}"/>
              </a:ext>
            </a:extLst>
          </p:cNvPr>
          <p:cNvSpPr>
            <a:spLocks noGrp="1" noRot="1" noMove="1" noResize="1" noEditPoints="1" noAdjustHandles="1" noChangeArrowheads="1" noChangeShapeType="1"/>
          </p:cNvSpPr>
          <p:nvPr/>
        </p:nvSpPr>
        <p:spPr>
          <a:xfrm>
            <a:off x="6889901" y="4322075"/>
            <a:ext cx="594760"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2" action="ppaction://hlinksldjump"/>
            <a:extLst>
              <a:ext uri="{FF2B5EF4-FFF2-40B4-BE49-F238E27FC236}">
                <a16:creationId xmlns:a16="http://schemas.microsoft.com/office/drawing/2014/main" id="{FC3177EE-A3AA-2287-ABED-F506E826EC0F}"/>
              </a:ext>
            </a:extLst>
          </p:cNvPr>
          <p:cNvSpPr>
            <a:spLocks noGrp="1" noRot="1" noMove="1" noResize="1" noEditPoints="1" noAdjustHandles="1" noChangeArrowheads="1" noChangeShapeType="1"/>
          </p:cNvSpPr>
          <p:nvPr/>
        </p:nvSpPr>
        <p:spPr>
          <a:xfrm>
            <a:off x="7770236" y="4322075"/>
            <a:ext cx="1567542" cy="430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3" action="ppaction://hlinksldjump"/>
            <a:extLst>
              <a:ext uri="{FF2B5EF4-FFF2-40B4-BE49-F238E27FC236}">
                <a16:creationId xmlns:a16="http://schemas.microsoft.com/office/drawing/2014/main" id="{70F58CFA-2C32-921C-32AC-162E3889CDE7}"/>
              </a:ext>
            </a:extLst>
          </p:cNvPr>
          <p:cNvSpPr>
            <a:spLocks noGrp="1" noRot="1" noMove="1" noResize="1" noEditPoints="1" noAdjustHandles="1" noChangeArrowheads="1" noChangeShapeType="1"/>
          </p:cNvSpPr>
          <p:nvPr/>
        </p:nvSpPr>
        <p:spPr>
          <a:xfrm>
            <a:off x="10057714" y="259368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a:hlinkHover r:id="rId14" action="ppaction://hlinksldjump"/>
            <a:extLst>
              <a:ext uri="{FF2B5EF4-FFF2-40B4-BE49-F238E27FC236}">
                <a16:creationId xmlns:a16="http://schemas.microsoft.com/office/drawing/2014/main" id="{6C07E9ED-1060-6EA6-F767-8E4459A35585}"/>
              </a:ext>
            </a:extLst>
          </p:cNvPr>
          <p:cNvSpPr>
            <a:spLocks noGrp="1" noRot="1" noMove="1" noResize="1" noEditPoints="1" noAdjustHandles="1" noChangeArrowheads="1" noChangeShapeType="1"/>
          </p:cNvSpPr>
          <p:nvPr/>
        </p:nvSpPr>
        <p:spPr>
          <a:xfrm>
            <a:off x="10057714" y="2999662"/>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5" action="ppaction://hlinksldjump"/>
            <a:extLst>
              <a:ext uri="{FF2B5EF4-FFF2-40B4-BE49-F238E27FC236}">
                <a16:creationId xmlns:a16="http://schemas.microsoft.com/office/drawing/2014/main" id="{461B1E53-3495-43F5-51F7-9E1210B873D8}"/>
              </a:ext>
            </a:extLst>
          </p:cNvPr>
          <p:cNvSpPr>
            <a:spLocks noGrp="1" noRot="1" noMove="1" noResize="1" noEditPoints="1" noAdjustHandles="1" noChangeArrowheads="1" noChangeShapeType="1"/>
          </p:cNvSpPr>
          <p:nvPr/>
        </p:nvSpPr>
        <p:spPr>
          <a:xfrm>
            <a:off x="10057714" y="3429000"/>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6" action="ppaction://hlinksldjump"/>
            <a:extLst>
              <a:ext uri="{FF2B5EF4-FFF2-40B4-BE49-F238E27FC236}">
                <a16:creationId xmlns:a16="http://schemas.microsoft.com/office/drawing/2014/main" id="{1B7C2469-343F-DF6F-30B5-407EDCF73B88}"/>
              </a:ext>
            </a:extLst>
          </p:cNvPr>
          <p:cNvSpPr>
            <a:spLocks noGrp="1" noRot="1" noMove="1" noResize="1" noEditPoints="1" noAdjustHandles="1" noChangeArrowheads="1" noChangeShapeType="1"/>
          </p:cNvSpPr>
          <p:nvPr/>
        </p:nvSpPr>
        <p:spPr>
          <a:xfrm>
            <a:off x="10056794" y="3858338"/>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7" name="Rectángulo 16">
            <a:hlinkHover r:id="rId17" action="ppaction://hlinksldjump"/>
            <a:extLst>
              <a:ext uri="{FF2B5EF4-FFF2-40B4-BE49-F238E27FC236}">
                <a16:creationId xmlns:a16="http://schemas.microsoft.com/office/drawing/2014/main" id="{1BF96796-B719-BC5E-73F5-55382B8C26BC}"/>
              </a:ext>
            </a:extLst>
          </p:cNvPr>
          <p:cNvSpPr>
            <a:spLocks noGrp="1" noRot="1" noMove="1" noResize="1" noEditPoints="1" noAdjustHandles="1" noChangeArrowheads="1" noChangeShapeType="1"/>
          </p:cNvSpPr>
          <p:nvPr/>
        </p:nvSpPr>
        <p:spPr>
          <a:xfrm>
            <a:off x="10056794" y="4322075"/>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Rectángulo 17">
            <a:hlinkHover r:id="rId18" action="ppaction://hlinksldjump"/>
            <a:extLst>
              <a:ext uri="{FF2B5EF4-FFF2-40B4-BE49-F238E27FC236}">
                <a16:creationId xmlns:a16="http://schemas.microsoft.com/office/drawing/2014/main" id="{CD336556-8CCE-9B57-75E1-7C7B3AFA6E7A}"/>
              </a:ext>
            </a:extLst>
          </p:cNvPr>
          <p:cNvSpPr>
            <a:spLocks noGrp="1" noRot="1" noMove="1" noResize="1" noEditPoints="1" noAdjustHandles="1" noChangeArrowheads="1" noChangeShapeType="1"/>
          </p:cNvSpPr>
          <p:nvPr/>
        </p:nvSpPr>
        <p:spPr>
          <a:xfrm>
            <a:off x="10050258" y="4752549"/>
            <a:ext cx="509900" cy="351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a:extLst>
              <a:ext uri="{FF2B5EF4-FFF2-40B4-BE49-F238E27FC236}">
                <a16:creationId xmlns:a16="http://schemas.microsoft.com/office/drawing/2014/main" id="{0F97F80D-EFC0-9563-0786-6B3A17EAF92E}"/>
              </a:ext>
            </a:extLst>
          </p:cNvPr>
          <p:cNvSpPr>
            <a:spLocks noGrp="1" noRot="1" noMove="1" noResize="1" noEditPoints="1" noAdjustHandles="1" noChangeArrowheads="1" noChangeShapeType="1"/>
          </p:cNvSpPr>
          <p:nvPr/>
        </p:nvSpPr>
        <p:spPr>
          <a:xfrm>
            <a:off x="10050258" y="4673522"/>
            <a:ext cx="509900" cy="449466"/>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20" name="Conector recto de flecha 19">
            <a:extLst>
              <a:ext uri="{FF2B5EF4-FFF2-40B4-BE49-F238E27FC236}">
                <a16:creationId xmlns:a16="http://schemas.microsoft.com/office/drawing/2014/main" id="{2724BF82-BD8A-7959-FA5B-2FDB78779D0F}"/>
              </a:ext>
            </a:extLst>
          </p:cNvPr>
          <p:cNvCxnSpPr>
            <a:cxnSpLocks noGrp="1" noRot="1" noMove="1" noResize="1" noEditPoints="1" noAdjustHandles="1" noChangeArrowheads="1" noChangeShapeType="1"/>
            <a:stCxn id="19" idx="0"/>
          </p:cNvCxnSpPr>
          <p:nvPr/>
        </p:nvCxnSpPr>
        <p:spPr>
          <a:xfrm flipH="1" flipV="1">
            <a:off x="6255226" y="1319730"/>
            <a:ext cx="4049982" cy="3353792"/>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F7DF1A40-7D05-76CC-9CD0-48622084B04F}"/>
              </a:ext>
            </a:extLst>
          </p:cNvPr>
          <p:cNvSpPr txBox="1">
            <a:spLocks noGrp="1" noRot="1" noMove="1" noResize="1" noEditPoints="1" noAdjustHandles="1" noChangeArrowheads="1" noChangeShapeType="1"/>
          </p:cNvSpPr>
          <p:nvPr/>
        </p:nvSpPr>
        <p:spPr>
          <a:xfrm>
            <a:off x="1543932" y="304067"/>
            <a:ext cx="9016226" cy="1015663"/>
          </a:xfrm>
          <a:prstGeom prst="rect">
            <a:avLst/>
          </a:prstGeom>
          <a:noFill/>
        </p:spPr>
        <p:txBody>
          <a:bodyPr wrap="square" rtlCol="0">
            <a:spAutoFit/>
          </a:bodyPr>
          <a:lstStyle/>
          <a:p>
            <a:pPr algn="just"/>
            <a:r>
              <a:rPr lang="es-ES" sz="2000" b="1"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Agregar Nueva sección</a:t>
            </a:r>
            <a:r>
              <a:rPr lang="es-ES" sz="2000" dirty="0">
                <a:solidFill>
                  <a:schemeClr val="accent1">
                    <a:lumMod val="75000"/>
                  </a:schemeClr>
                </a:solidFill>
                <a:effectLst>
                  <a:glow rad="12700">
                    <a:schemeClr val="accent1">
                      <a:lumMod val="40000"/>
                      <a:lumOff val="60000"/>
                    </a:schemeClr>
                  </a:glow>
                </a:effectLst>
                <a:latin typeface="Verdana" panose="020B0604030504040204" pitchFamily="34" charset="0"/>
                <a:ea typeface="Verdana" panose="020B0604030504040204" pitchFamily="34" charset="0"/>
              </a:rPr>
              <a:t>: Permite agregar a la encuesta una nueva sección, esto es útil cuando queremos dividir temas o categorías en nuestra encuesta</a:t>
            </a:r>
          </a:p>
        </p:txBody>
      </p:sp>
      <p:sp>
        <p:nvSpPr>
          <p:cNvPr id="26" name="Rectángulo 25">
            <a:extLst>
              <a:ext uri="{FF2B5EF4-FFF2-40B4-BE49-F238E27FC236}">
                <a16:creationId xmlns:a16="http://schemas.microsoft.com/office/drawing/2014/main" id="{395B1409-EA52-7C79-FB05-144EFFE306D9}"/>
              </a:ext>
            </a:extLst>
          </p:cNvPr>
          <p:cNvSpPr/>
          <p:nvPr/>
        </p:nvSpPr>
        <p:spPr>
          <a:xfrm>
            <a:off x="1814287" y="4322075"/>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61022119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1" y="426277"/>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pic>
        <p:nvPicPr>
          <p:cNvPr id="14" name="Imagen 13">
            <a:extLst>
              <a:ext uri="{FF2B5EF4-FFF2-40B4-BE49-F238E27FC236}">
                <a16:creationId xmlns:a16="http://schemas.microsoft.com/office/drawing/2014/main" id="{276AEF98-ABC0-92E6-1701-4A7CB444B762}"/>
              </a:ext>
            </a:extLst>
          </p:cNvPr>
          <p:cNvPicPr>
            <a:picLocks noChangeAspect="1"/>
          </p:cNvPicPr>
          <p:nvPr/>
        </p:nvPicPr>
        <p:blipFill>
          <a:blip r:embed="rId3"/>
          <a:stretch>
            <a:fillRect/>
          </a:stretch>
        </p:blipFill>
        <p:spPr>
          <a:xfrm>
            <a:off x="3952661" y="2755704"/>
            <a:ext cx="7343775" cy="2286000"/>
          </a:xfrm>
          <a:prstGeom prst="rect">
            <a:avLst/>
          </a:prstGeom>
        </p:spPr>
      </p:pic>
      <p:sp>
        <p:nvSpPr>
          <p:cNvPr id="19" name="Rectángulo 18">
            <a:hlinkHover r:id="rId4" action="ppaction://hlinksldjump"/>
            <a:extLst>
              <a:ext uri="{FF2B5EF4-FFF2-40B4-BE49-F238E27FC236}">
                <a16:creationId xmlns:a16="http://schemas.microsoft.com/office/drawing/2014/main" id="{3F00A52D-1F6D-EEEF-86BA-62C1195003EB}"/>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a:hlinkHover r:id="rId5" action="ppaction://hlinksldjump"/>
            <a:extLst>
              <a:ext uri="{FF2B5EF4-FFF2-40B4-BE49-F238E27FC236}">
                <a16:creationId xmlns:a16="http://schemas.microsoft.com/office/drawing/2014/main" id="{8EC54C3D-7C76-B43D-C618-CB5D37C87EDB}"/>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1" name="Rectángulo 20">
            <a:hlinkHover r:id="rId6" action="ppaction://hlinksldjump"/>
            <a:extLst>
              <a:ext uri="{FF2B5EF4-FFF2-40B4-BE49-F238E27FC236}">
                <a16:creationId xmlns:a16="http://schemas.microsoft.com/office/drawing/2014/main" id="{7A83ED62-6434-DF54-770E-F74CA4431578}"/>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2" name="Rectángulo 21">
            <a:hlinkHover r:id="rId7" action="ppaction://hlinksldjump"/>
            <a:extLst>
              <a:ext uri="{FF2B5EF4-FFF2-40B4-BE49-F238E27FC236}">
                <a16:creationId xmlns:a16="http://schemas.microsoft.com/office/drawing/2014/main" id="{D1371491-FB32-B626-9D89-067FD8AF9F94}"/>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3" name="Rectángulo 22">
            <a:hlinkHover r:id="rId8" action="ppaction://hlinksldjump"/>
            <a:extLst>
              <a:ext uri="{FF2B5EF4-FFF2-40B4-BE49-F238E27FC236}">
                <a16:creationId xmlns:a16="http://schemas.microsoft.com/office/drawing/2014/main" id="{06D01DE8-5EBC-F815-3CC3-4F79BFC4798D}"/>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4" name="Rectángulo 23">
            <a:hlinkHover r:id="rId9" action="ppaction://hlinksldjump"/>
            <a:extLst>
              <a:ext uri="{FF2B5EF4-FFF2-40B4-BE49-F238E27FC236}">
                <a16:creationId xmlns:a16="http://schemas.microsoft.com/office/drawing/2014/main" id="{40A9F063-644E-C6BB-412E-DA86CB50F3FD}"/>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5" name="Rectángulo 24">
            <a:hlinkHover r:id="rId10" action="ppaction://hlinksldjump"/>
            <a:extLst>
              <a:ext uri="{FF2B5EF4-FFF2-40B4-BE49-F238E27FC236}">
                <a16:creationId xmlns:a16="http://schemas.microsoft.com/office/drawing/2014/main" id="{F5F8132C-2842-D974-8E50-8AF019AC13F7}"/>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6" name="Rectángulo 25">
            <a:hlinkHover r:id="rId11" action="ppaction://hlinksldjump"/>
            <a:extLst>
              <a:ext uri="{FF2B5EF4-FFF2-40B4-BE49-F238E27FC236}">
                <a16:creationId xmlns:a16="http://schemas.microsoft.com/office/drawing/2014/main" id="{FA96EFCE-064A-16F7-9459-48C0F4749554}"/>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7" name="Rectángulo 26">
            <a:hlinkHover r:id="rId12" action="ppaction://hlinksldjump"/>
            <a:extLst>
              <a:ext uri="{FF2B5EF4-FFF2-40B4-BE49-F238E27FC236}">
                <a16:creationId xmlns:a16="http://schemas.microsoft.com/office/drawing/2014/main" id="{8A1C9BBB-DFEB-B9C0-0BCE-C76238EDE946}"/>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8" name="Rectángulo 27">
            <a:hlinkHover r:id="rId13" action="ppaction://hlinksldjump"/>
            <a:extLst>
              <a:ext uri="{FF2B5EF4-FFF2-40B4-BE49-F238E27FC236}">
                <a16:creationId xmlns:a16="http://schemas.microsoft.com/office/drawing/2014/main" id="{884C2C73-D567-95E8-C82C-B802CF8E81C1}"/>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9" name="Rectángulo 28">
            <a:hlinkHover r:id="rId14" action="ppaction://hlinksldjump"/>
            <a:extLst>
              <a:ext uri="{FF2B5EF4-FFF2-40B4-BE49-F238E27FC236}">
                <a16:creationId xmlns:a16="http://schemas.microsoft.com/office/drawing/2014/main" id="{7646418E-26C4-00A5-58CF-541B1845C290}"/>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CuadroTexto 1">
            <a:extLst>
              <a:ext uri="{FF2B5EF4-FFF2-40B4-BE49-F238E27FC236}">
                <a16:creationId xmlns:a16="http://schemas.microsoft.com/office/drawing/2014/main" id="{06717CC9-165F-C785-6A60-C4C8F807448A}"/>
              </a:ext>
            </a:extLst>
          </p:cNvPr>
          <p:cNvSpPr txBox="1"/>
          <p:nvPr/>
        </p:nvSpPr>
        <p:spPr>
          <a:xfrm>
            <a:off x="3952661" y="447902"/>
            <a:ext cx="7907243" cy="2246769"/>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La pregunta de respuesta corta es ideal para preguntar sobre información específica, como el nombre, la edad o el número de teléfono. Permite que los encuestados den una respuesta breve y precisa en una o dos palabras. También ayuda en la recopilación y análisis de datos, ya que las respuestas son fáciles de procesar.</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3" name="Rectángulo 2">
            <a:extLst>
              <a:ext uri="{FF2B5EF4-FFF2-40B4-BE49-F238E27FC236}">
                <a16:creationId xmlns:a16="http://schemas.microsoft.com/office/drawing/2014/main" id="{879C5147-94C7-517D-5705-B0C3F4BB2625}"/>
              </a:ext>
            </a:extLst>
          </p:cNvPr>
          <p:cNvSpPr/>
          <p:nvPr/>
        </p:nvSpPr>
        <p:spPr>
          <a:xfrm>
            <a:off x="4134406" y="4554999"/>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12934823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1" y="782501"/>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pic>
        <p:nvPicPr>
          <p:cNvPr id="14" name="Imagen 13">
            <a:extLst>
              <a:ext uri="{FF2B5EF4-FFF2-40B4-BE49-F238E27FC236}">
                <a16:creationId xmlns:a16="http://schemas.microsoft.com/office/drawing/2014/main" id="{276AEF98-ABC0-92E6-1701-4A7CB444B76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52661" y="3033840"/>
            <a:ext cx="7303817" cy="2286000"/>
          </a:xfrm>
          <a:prstGeom prst="rect">
            <a:avLst/>
          </a:prstGeom>
        </p:spPr>
      </p:pic>
      <p:sp>
        <p:nvSpPr>
          <p:cNvPr id="30" name="Rectángulo 29">
            <a:hlinkHover r:id="rId4" action="ppaction://hlinksldjump"/>
            <a:extLst>
              <a:ext uri="{FF2B5EF4-FFF2-40B4-BE49-F238E27FC236}">
                <a16:creationId xmlns:a16="http://schemas.microsoft.com/office/drawing/2014/main" id="{932BD616-756B-BDE6-F094-5D4F08597DF5}"/>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1" name="Rectángulo 30">
            <a:hlinkHover r:id="rId5" action="ppaction://hlinksldjump"/>
            <a:extLst>
              <a:ext uri="{FF2B5EF4-FFF2-40B4-BE49-F238E27FC236}">
                <a16:creationId xmlns:a16="http://schemas.microsoft.com/office/drawing/2014/main" id="{4C2B93DE-2E2D-7397-B4CC-7CA3A5DCF39B}"/>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2" name="Rectángulo 31">
            <a:hlinkHover r:id="rId6" action="ppaction://hlinksldjump"/>
            <a:extLst>
              <a:ext uri="{FF2B5EF4-FFF2-40B4-BE49-F238E27FC236}">
                <a16:creationId xmlns:a16="http://schemas.microsoft.com/office/drawing/2014/main" id="{E743C918-E1E9-0631-BA1A-813B40DD551C}"/>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3" name="Rectángulo 32">
            <a:hlinkHover r:id="rId7" action="ppaction://hlinksldjump"/>
            <a:extLst>
              <a:ext uri="{FF2B5EF4-FFF2-40B4-BE49-F238E27FC236}">
                <a16:creationId xmlns:a16="http://schemas.microsoft.com/office/drawing/2014/main" id="{F24C06EB-1BFC-3E54-1E2A-9D4719F01E48}"/>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4" name="Rectángulo 33">
            <a:hlinkHover r:id="rId8" action="ppaction://hlinksldjump"/>
            <a:extLst>
              <a:ext uri="{FF2B5EF4-FFF2-40B4-BE49-F238E27FC236}">
                <a16:creationId xmlns:a16="http://schemas.microsoft.com/office/drawing/2014/main" id="{F26FB2E0-ADBC-97C4-2361-6942AA0936EF}"/>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5" name="Rectángulo 34">
            <a:hlinkHover r:id="rId9" action="ppaction://hlinksldjump"/>
            <a:extLst>
              <a:ext uri="{FF2B5EF4-FFF2-40B4-BE49-F238E27FC236}">
                <a16:creationId xmlns:a16="http://schemas.microsoft.com/office/drawing/2014/main" id="{C62ED9FF-2E63-51DB-4A97-8463FD7EC988}"/>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6" name="Rectángulo 35">
            <a:hlinkHover r:id="rId10" action="ppaction://hlinksldjump"/>
            <a:extLst>
              <a:ext uri="{FF2B5EF4-FFF2-40B4-BE49-F238E27FC236}">
                <a16:creationId xmlns:a16="http://schemas.microsoft.com/office/drawing/2014/main" id="{D6586397-F503-4B47-8DC8-D5DB0AA7A13C}"/>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7" name="Rectángulo 36">
            <a:hlinkHover r:id="rId11" action="ppaction://hlinksldjump"/>
            <a:extLst>
              <a:ext uri="{FF2B5EF4-FFF2-40B4-BE49-F238E27FC236}">
                <a16:creationId xmlns:a16="http://schemas.microsoft.com/office/drawing/2014/main" id="{D9BC1ED8-1FB9-25C7-8198-3A77808784C4}"/>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8" name="Rectángulo 37">
            <a:hlinkHover r:id="rId12" action="ppaction://hlinksldjump"/>
            <a:extLst>
              <a:ext uri="{FF2B5EF4-FFF2-40B4-BE49-F238E27FC236}">
                <a16:creationId xmlns:a16="http://schemas.microsoft.com/office/drawing/2014/main" id="{FB06E1A6-140D-AA85-1B4E-974073EBE330}"/>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9" name="Rectángulo 38">
            <a:hlinkHover r:id="rId13" action="ppaction://hlinksldjump"/>
            <a:extLst>
              <a:ext uri="{FF2B5EF4-FFF2-40B4-BE49-F238E27FC236}">
                <a16:creationId xmlns:a16="http://schemas.microsoft.com/office/drawing/2014/main" id="{BE5D2C3A-FD0D-5E47-ABB7-542BEE2B2866}"/>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0" name="Rectángulo 39">
            <a:hlinkHover r:id="rId14" action="ppaction://hlinksldjump"/>
            <a:extLst>
              <a:ext uri="{FF2B5EF4-FFF2-40B4-BE49-F238E27FC236}">
                <a16:creationId xmlns:a16="http://schemas.microsoft.com/office/drawing/2014/main" id="{02D30CA1-9F9F-7272-4A3E-6CF764281EB9}"/>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1" name="CuadroTexto 40">
            <a:extLst>
              <a:ext uri="{FF2B5EF4-FFF2-40B4-BE49-F238E27FC236}">
                <a16:creationId xmlns:a16="http://schemas.microsoft.com/office/drawing/2014/main" id="{D90C0DA9-C86E-C0FF-75EC-3FFBD3ECA151}"/>
              </a:ext>
            </a:extLst>
          </p:cNvPr>
          <p:cNvSpPr txBox="1"/>
          <p:nvPr/>
        </p:nvSpPr>
        <p:spPr>
          <a:xfrm>
            <a:off x="3952661" y="447902"/>
            <a:ext cx="7920891" cy="2554545"/>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La pregunta de párrafo en Google </a:t>
            </a:r>
            <a:r>
              <a:rPr lang="es-ES" sz="2000" b="1" dirty="0" err="1">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Form</a:t>
            </a:r>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 se utiliza cuando se desea obtener respuestas detalladas y amplias. Son útiles para recopilar opiniones y sugerencias, ya que permiten a los encuestados explicar sus respuestas con más detalle. Sin embargo, se debe tener en cuenta que este tipo de pregunta puede requerir más tiempo y esfuerzo por parte del encuestado para responder correctamente.</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42" name="Rectángulo 41">
            <a:extLst>
              <a:ext uri="{FF2B5EF4-FFF2-40B4-BE49-F238E27FC236}">
                <a16:creationId xmlns:a16="http://schemas.microsoft.com/office/drawing/2014/main" id="{8E0675EE-4616-B4F9-9F46-981FA9A00110}"/>
              </a:ext>
            </a:extLst>
          </p:cNvPr>
          <p:cNvSpPr/>
          <p:nvPr/>
        </p:nvSpPr>
        <p:spPr>
          <a:xfrm>
            <a:off x="4134406" y="4763732"/>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65258333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1" y="1432896"/>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sp>
        <p:nvSpPr>
          <p:cNvPr id="2" name="Rectángulo 1">
            <a:hlinkHover r:id="rId3" action="ppaction://hlinksldjump"/>
            <a:extLst>
              <a:ext uri="{FF2B5EF4-FFF2-40B4-BE49-F238E27FC236}">
                <a16:creationId xmlns:a16="http://schemas.microsoft.com/office/drawing/2014/main" id="{F2BC1899-D6EE-82FF-FBC1-0600FB5F139C}"/>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2">
            <a:hlinkHover r:id="rId4" action="ppaction://hlinksldjump"/>
            <a:extLst>
              <a:ext uri="{FF2B5EF4-FFF2-40B4-BE49-F238E27FC236}">
                <a16:creationId xmlns:a16="http://schemas.microsoft.com/office/drawing/2014/main" id="{7E7A784F-3B3D-F3B7-5FAF-4BAA26EA8BBC}"/>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Rectángulo 4">
            <a:hlinkHover r:id="rId5" action="ppaction://hlinksldjump"/>
            <a:extLst>
              <a:ext uri="{FF2B5EF4-FFF2-40B4-BE49-F238E27FC236}">
                <a16:creationId xmlns:a16="http://schemas.microsoft.com/office/drawing/2014/main" id="{87CFB2AE-E5E7-D8A8-A930-F92F956A41D7}"/>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hlinkHover r:id="rId6" action="ppaction://hlinksldjump"/>
            <a:extLst>
              <a:ext uri="{FF2B5EF4-FFF2-40B4-BE49-F238E27FC236}">
                <a16:creationId xmlns:a16="http://schemas.microsoft.com/office/drawing/2014/main" id="{D8340017-6BC4-4D37-E7A6-CB15AE839389}"/>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Rectángulo 6">
            <a:hlinkHover r:id="rId7" action="ppaction://hlinksldjump"/>
            <a:extLst>
              <a:ext uri="{FF2B5EF4-FFF2-40B4-BE49-F238E27FC236}">
                <a16:creationId xmlns:a16="http://schemas.microsoft.com/office/drawing/2014/main" id="{697CDCC6-003D-F46E-9BBE-D14B6B224166}"/>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8672602C-5AA9-34C4-FE5F-D13A1E3BFAC1}"/>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9" action="ppaction://hlinksldjump"/>
            <a:extLst>
              <a:ext uri="{FF2B5EF4-FFF2-40B4-BE49-F238E27FC236}">
                <a16:creationId xmlns:a16="http://schemas.microsoft.com/office/drawing/2014/main" id="{FE3105F5-2A36-8E1B-7E4F-C654D53F150D}"/>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0" action="ppaction://hlinksldjump"/>
            <a:extLst>
              <a:ext uri="{FF2B5EF4-FFF2-40B4-BE49-F238E27FC236}">
                <a16:creationId xmlns:a16="http://schemas.microsoft.com/office/drawing/2014/main" id="{8DFC15F3-2AB9-7A02-E569-6A0FCB4E9EF3}"/>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1" action="ppaction://hlinksldjump"/>
            <a:extLst>
              <a:ext uri="{FF2B5EF4-FFF2-40B4-BE49-F238E27FC236}">
                <a16:creationId xmlns:a16="http://schemas.microsoft.com/office/drawing/2014/main" id="{D4F48993-5ED0-6FD6-2D60-C8CFBA6032CA}"/>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2" action="ppaction://hlinksldjump"/>
            <a:extLst>
              <a:ext uri="{FF2B5EF4-FFF2-40B4-BE49-F238E27FC236}">
                <a16:creationId xmlns:a16="http://schemas.microsoft.com/office/drawing/2014/main" id="{D50514BA-A3F9-A7DC-D303-6C3E56F6D892}"/>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3" action="ppaction://hlinksldjump"/>
            <a:extLst>
              <a:ext uri="{FF2B5EF4-FFF2-40B4-BE49-F238E27FC236}">
                <a16:creationId xmlns:a16="http://schemas.microsoft.com/office/drawing/2014/main" id="{F7244B56-CECE-7923-5004-590BFB49D3EA}"/>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18" name="Imagen 17">
            <a:extLst>
              <a:ext uri="{FF2B5EF4-FFF2-40B4-BE49-F238E27FC236}">
                <a16:creationId xmlns:a16="http://schemas.microsoft.com/office/drawing/2014/main" id="{B87C6949-1E43-BCEE-8685-4C2A73BE821D}"/>
              </a:ext>
            </a:extLst>
          </p:cNvPr>
          <p:cNvPicPr>
            <a:picLocks noChangeAspect="1"/>
          </p:cNvPicPr>
          <p:nvPr/>
        </p:nvPicPr>
        <p:blipFill>
          <a:blip r:embed="rId14"/>
          <a:stretch>
            <a:fillRect/>
          </a:stretch>
        </p:blipFill>
        <p:spPr>
          <a:xfrm>
            <a:off x="3975834" y="2739997"/>
            <a:ext cx="7324725" cy="2619375"/>
          </a:xfrm>
          <a:prstGeom prst="rect">
            <a:avLst/>
          </a:prstGeom>
        </p:spPr>
      </p:pic>
      <p:sp>
        <p:nvSpPr>
          <p:cNvPr id="19" name="CuadroTexto 18">
            <a:extLst>
              <a:ext uri="{FF2B5EF4-FFF2-40B4-BE49-F238E27FC236}">
                <a16:creationId xmlns:a16="http://schemas.microsoft.com/office/drawing/2014/main" id="{1E6A8BE4-9BF5-9401-944D-05FE45DBA356}"/>
              </a:ext>
            </a:extLst>
          </p:cNvPr>
          <p:cNvSpPr txBox="1"/>
          <p:nvPr/>
        </p:nvSpPr>
        <p:spPr>
          <a:xfrm>
            <a:off x="3952661" y="447902"/>
            <a:ext cx="7907243" cy="2246769"/>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Se recomienda utilizar una pregunta de opción múltiple en una encuesta de Google </a:t>
            </a:r>
            <a:r>
              <a:rPr lang="es-ES" sz="2000" b="1" dirty="0" err="1">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Form</a:t>
            </a:r>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 cuando se desea recopilar información específica y limitada sobre una pregunta en particular. Las preguntas de opción múltiple ofrecen opciones predefinidas de respuesta que pueden ser más fáciles y rápidas para que los encuestados respondan.</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20" name="Rectángulo 19">
            <a:extLst>
              <a:ext uri="{FF2B5EF4-FFF2-40B4-BE49-F238E27FC236}">
                <a16:creationId xmlns:a16="http://schemas.microsoft.com/office/drawing/2014/main" id="{67A04F3F-228F-45E0-38F1-51C6A9F19DE6}"/>
              </a:ext>
            </a:extLst>
          </p:cNvPr>
          <p:cNvSpPr/>
          <p:nvPr/>
        </p:nvSpPr>
        <p:spPr>
          <a:xfrm>
            <a:off x="4148054" y="4763732"/>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65575619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1" y="1892548"/>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sp>
        <p:nvSpPr>
          <p:cNvPr id="2" name="Rectángulo 1">
            <a:hlinkHover r:id="rId3" action="ppaction://hlinksldjump"/>
            <a:extLst>
              <a:ext uri="{FF2B5EF4-FFF2-40B4-BE49-F238E27FC236}">
                <a16:creationId xmlns:a16="http://schemas.microsoft.com/office/drawing/2014/main" id="{6E5EA144-E0D1-A280-59BF-76E63EDA9FE2}"/>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2">
            <a:hlinkHover r:id="rId4" action="ppaction://hlinksldjump"/>
            <a:extLst>
              <a:ext uri="{FF2B5EF4-FFF2-40B4-BE49-F238E27FC236}">
                <a16:creationId xmlns:a16="http://schemas.microsoft.com/office/drawing/2014/main" id="{8BDF71FE-4581-FDED-468A-9357D48C7267}"/>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Rectángulo 4">
            <a:hlinkHover r:id="rId5" action="ppaction://hlinksldjump"/>
            <a:extLst>
              <a:ext uri="{FF2B5EF4-FFF2-40B4-BE49-F238E27FC236}">
                <a16:creationId xmlns:a16="http://schemas.microsoft.com/office/drawing/2014/main" id="{8157CCE2-509B-410D-0D14-0EFC05A24BF5}"/>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hlinkHover r:id="rId6" action="ppaction://hlinksldjump"/>
            <a:extLst>
              <a:ext uri="{FF2B5EF4-FFF2-40B4-BE49-F238E27FC236}">
                <a16:creationId xmlns:a16="http://schemas.microsoft.com/office/drawing/2014/main" id="{CEC5DF63-30EE-5A92-12E9-21F37028AAB4}"/>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Rectángulo 6">
            <a:hlinkHover r:id="rId7" action="ppaction://hlinksldjump"/>
            <a:extLst>
              <a:ext uri="{FF2B5EF4-FFF2-40B4-BE49-F238E27FC236}">
                <a16:creationId xmlns:a16="http://schemas.microsoft.com/office/drawing/2014/main" id="{12602AC2-4158-570E-B461-47925678FA63}"/>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6690C803-489C-7B5F-ABF1-34050EA3AB6D}"/>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9" action="ppaction://hlinksldjump"/>
            <a:extLst>
              <a:ext uri="{FF2B5EF4-FFF2-40B4-BE49-F238E27FC236}">
                <a16:creationId xmlns:a16="http://schemas.microsoft.com/office/drawing/2014/main" id="{A8411330-5F5D-F104-4C87-9AC1714FD38F}"/>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0" action="ppaction://hlinksldjump"/>
            <a:extLst>
              <a:ext uri="{FF2B5EF4-FFF2-40B4-BE49-F238E27FC236}">
                <a16:creationId xmlns:a16="http://schemas.microsoft.com/office/drawing/2014/main" id="{0288C706-14B0-1CDA-7988-90A0A41BF472}"/>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1" action="ppaction://hlinksldjump"/>
            <a:extLst>
              <a:ext uri="{FF2B5EF4-FFF2-40B4-BE49-F238E27FC236}">
                <a16:creationId xmlns:a16="http://schemas.microsoft.com/office/drawing/2014/main" id="{2825FC12-99E0-9658-A736-119F30A258D1}"/>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2" action="ppaction://hlinksldjump"/>
            <a:extLst>
              <a:ext uri="{FF2B5EF4-FFF2-40B4-BE49-F238E27FC236}">
                <a16:creationId xmlns:a16="http://schemas.microsoft.com/office/drawing/2014/main" id="{1BD4DF4A-4789-D160-3CC5-31624BA37DD3}"/>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3" action="ppaction://hlinksldjump"/>
            <a:extLst>
              <a:ext uri="{FF2B5EF4-FFF2-40B4-BE49-F238E27FC236}">
                <a16:creationId xmlns:a16="http://schemas.microsoft.com/office/drawing/2014/main" id="{EE4E5107-E33B-4924-DF98-6A618B3C3180}"/>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18" name="Imagen 17">
            <a:extLst>
              <a:ext uri="{FF2B5EF4-FFF2-40B4-BE49-F238E27FC236}">
                <a16:creationId xmlns:a16="http://schemas.microsoft.com/office/drawing/2014/main" id="{9CC6D75C-F57B-CE7F-6F2F-A6B3DFB49720}"/>
              </a:ext>
            </a:extLst>
          </p:cNvPr>
          <p:cNvPicPr>
            <a:picLocks noChangeAspect="1"/>
          </p:cNvPicPr>
          <p:nvPr/>
        </p:nvPicPr>
        <p:blipFill>
          <a:blip r:embed="rId14"/>
          <a:stretch>
            <a:fillRect/>
          </a:stretch>
        </p:blipFill>
        <p:spPr>
          <a:xfrm>
            <a:off x="3859810" y="2994270"/>
            <a:ext cx="7353300" cy="2752725"/>
          </a:xfrm>
          <a:prstGeom prst="rect">
            <a:avLst/>
          </a:prstGeom>
        </p:spPr>
      </p:pic>
      <p:sp>
        <p:nvSpPr>
          <p:cNvPr id="19" name="CuadroTexto 18">
            <a:extLst>
              <a:ext uri="{FF2B5EF4-FFF2-40B4-BE49-F238E27FC236}">
                <a16:creationId xmlns:a16="http://schemas.microsoft.com/office/drawing/2014/main" id="{F242C41D-6D5D-CADD-003A-525E71F4024A}"/>
              </a:ext>
            </a:extLst>
          </p:cNvPr>
          <p:cNvSpPr txBox="1"/>
          <p:nvPr/>
        </p:nvSpPr>
        <p:spPr>
          <a:xfrm>
            <a:off x="3952661" y="447902"/>
            <a:ext cx="7907243" cy="2554545"/>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Se recomienda utilizar una pregunta de casillas de verificación en una encuesta de Google </a:t>
            </a:r>
            <a:r>
              <a:rPr lang="es-ES" sz="2000" b="1" dirty="0" err="1">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Form</a:t>
            </a:r>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 cuando se desea recopilar múltiples opciones de respuesta y permitir que los encuestados seleccionen más de una respuesta. Las casillas de verificación son útiles para recopilar datos demográficos y otras respuestas donde los encuestados pueden seleccionar más de una opción.</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20" name="Rectángulo 19">
            <a:extLst>
              <a:ext uri="{FF2B5EF4-FFF2-40B4-BE49-F238E27FC236}">
                <a16:creationId xmlns:a16="http://schemas.microsoft.com/office/drawing/2014/main" id="{5B714DE4-4A33-8448-F43F-D17651088CA9}"/>
              </a:ext>
            </a:extLst>
          </p:cNvPr>
          <p:cNvSpPr/>
          <p:nvPr/>
        </p:nvSpPr>
        <p:spPr>
          <a:xfrm>
            <a:off x="4134406" y="5171064"/>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161627541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1" y="2356248"/>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sp>
        <p:nvSpPr>
          <p:cNvPr id="2" name="Rectángulo 1">
            <a:hlinkHover r:id="rId3" action="ppaction://hlinksldjump"/>
            <a:extLst>
              <a:ext uri="{FF2B5EF4-FFF2-40B4-BE49-F238E27FC236}">
                <a16:creationId xmlns:a16="http://schemas.microsoft.com/office/drawing/2014/main" id="{1BC19680-274B-5090-F3B6-070A242A7AFE}"/>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2">
            <a:hlinkHover r:id="rId4" action="ppaction://hlinksldjump"/>
            <a:extLst>
              <a:ext uri="{FF2B5EF4-FFF2-40B4-BE49-F238E27FC236}">
                <a16:creationId xmlns:a16="http://schemas.microsoft.com/office/drawing/2014/main" id="{D2C02DEC-62E0-583D-A1BE-F735802A9022}"/>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Rectángulo 4">
            <a:hlinkHover r:id="rId5" action="ppaction://hlinksldjump"/>
            <a:extLst>
              <a:ext uri="{FF2B5EF4-FFF2-40B4-BE49-F238E27FC236}">
                <a16:creationId xmlns:a16="http://schemas.microsoft.com/office/drawing/2014/main" id="{1AD1F58F-FC97-253C-A28C-0656F336A69D}"/>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hlinkHover r:id="rId6" action="ppaction://hlinksldjump"/>
            <a:extLst>
              <a:ext uri="{FF2B5EF4-FFF2-40B4-BE49-F238E27FC236}">
                <a16:creationId xmlns:a16="http://schemas.microsoft.com/office/drawing/2014/main" id="{4E26B98A-127D-5257-5BD3-8F16D09DB698}"/>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Rectángulo 6">
            <a:hlinkHover r:id="rId7" action="ppaction://hlinksldjump"/>
            <a:extLst>
              <a:ext uri="{FF2B5EF4-FFF2-40B4-BE49-F238E27FC236}">
                <a16:creationId xmlns:a16="http://schemas.microsoft.com/office/drawing/2014/main" id="{A14F3075-10C1-405F-2A8E-711363347EA2}"/>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448139BA-0F97-58A7-A25C-1EFFD179DDA6}"/>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9" action="ppaction://hlinksldjump"/>
            <a:extLst>
              <a:ext uri="{FF2B5EF4-FFF2-40B4-BE49-F238E27FC236}">
                <a16:creationId xmlns:a16="http://schemas.microsoft.com/office/drawing/2014/main" id="{D0C47EF5-D544-1497-2D50-564D6B69D2D2}"/>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0" action="ppaction://hlinksldjump"/>
            <a:extLst>
              <a:ext uri="{FF2B5EF4-FFF2-40B4-BE49-F238E27FC236}">
                <a16:creationId xmlns:a16="http://schemas.microsoft.com/office/drawing/2014/main" id="{258544E4-F538-47F0-00E4-04B1379C339F}"/>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1" action="ppaction://hlinksldjump"/>
            <a:extLst>
              <a:ext uri="{FF2B5EF4-FFF2-40B4-BE49-F238E27FC236}">
                <a16:creationId xmlns:a16="http://schemas.microsoft.com/office/drawing/2014/main" id="{B67B58B5-8E08-62BD-8002-B3791D9E0E3B}"/>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2" action="ppaction://hlinksldjump"/>
            <a:extLst>
              <a:ext uri="{FF2B5EF4-FFF2-40B4-BE49-F238E27FC236}">
                <a16:creationId xmlns:a16="http://schemas.microsoft.com/office/drawing/2014/main" id="{B8DA40E5-1082-359A-7F23-A2BB4A007F83}"/>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3" action="ppaction://hlinksldjump"/>
            <a:extLst>
              <a:ext uri="{FF2B5EF4-FFF2-40B4-BE49-F238E27FC236}">
                <a16:creationId xmlns:a16="http://schemas.microsoft.com/office/drawing/2014/main" id="{69E60E36-AF7E-1148-93CB-B12AE11453C0}"/>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18" name="Imagen 17">
            <a:extLst>
              <a:ext uri="{FF2B5EF4-FFF2-40B4-BE49-F238E27FC236}">
                <a16:creationId xmlns:a16="http://schemas.microsoft.com/office/drawing/2014/main" id="{BB965110-A604-3F8B-3A66-450E4BAD4B2A}"/>
              </a:ext>
            </a:extLst>
          </p:cNvPr>
          <p:cNvPicPr>
            <a:picLocks noChangeAspect="1"/>
          </p:cNvPicPr>
          <p:nvPr/>
        </p:nvPicPr>
        <p:blipFill>
          <a:blip r:embed="rId14"/>
          <a:stretch>
            <a:fillRect/>
          </a:stretch>
        </p:blipFill>
        <p:spPr>
          <a:xfrm>
            <a:off x="3952661" y="2960244"/>
            <a:ext cx="7334250" cy="2638425"/>
          </a:xfrm>
          <a:prstGeom prst="rect">
            <a:avLst/>
          </a:prstGeom>
        </p:spPr>
      </p:pic>
      <p:sp>
        <p:nvSpPr>
          <p:cNvPr id="19" name="CuadroTexto 18">
            <a:extLst>
              <a:ext uri="{FF2B5EF4-FFF2-40B4-BE49-F238E27FC236}">
                <a16:creationId xmlns:a16="http://schemas.microsoft.com/office/drawing/2014/main" id="{55F61369-D7A4-AFD6-F079-44FFCA2C26F0}"/>
              </a:ext>
            </a:extLst>
          </p:cNvPr>
          <p:cNvSpPr txBox="1"/>
          <p:nvPr/>
        </p:nvSpPr>
        <p:spPr>
          <a:xfrm>
            <a:off x="3952661" y="447902"/>
            <a:ext cx="7934539" cy="2554545"/>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Las preguntas de lista desplegable son útiles cuando se quiere limitar las opciones de respuesta para una pregunta específica. Estas preguntas son útiles cuando se quiere evitar respuestas ambiguas o inesperadas de los encuestados. Además, pueden ayudar a simplificar el proceso de respuesta para los encuestados al presentar una lista predefinida de opciones de respuesta.</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20" name="Rectángulo 19">
            <a:extLst>
              <a:ext uri="{FF2B5EF4-FFF2-40B4-BE49-F238E27FC236}">
                <a16:creationId xmlns:a16="http://schemas.microsoft.com/office/drawing/2014/main" id="{6D506E3F-E8DC-2E78-813F-10A4AAA91EC8}"/>
              </a:ext>
            </a:extLst>
          </p:cNvPr>
          <p:cNvSpPr/>
          <p:nvPr/>
        </p:nvSpPr>
        <p:spPr>
          <a:xfrm>
            <a:off x="4120758" y="5129914"/>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87318424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1" y="2984628"/>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sp>
        <p:nvSpPr>
          <p:cNvPr id="2" name="Rectángulo 1">
            <a:hlinkHover r:id="rId3" action="ppaction://hlinksldjump"/>
            <a:extLst>
              <a:ext uri="{FF2B5EF4-FFF2-40B4-BE49-F238E27FC236}">
                <a16:creationId xmlns:a16="http://schemas.microsoft.com/office/drawing/2014/main" id="{2046196E-95CE-84DF-A691-483B00BDCB06}"/>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2">
            <a:hlinkHover r:id="rId4" action="ppaction://hlinksldjump"/>
            <a:extLst>
              <a:ext uri="{FF2B5EF4-FFF2-40B4-BE49-F238E27FC236}">
                <a16:creationId xmlns:a16="http://schemas.microsoft.com/office/drawing/2014/main" id="{67A30F7F-F214-BF09-286E-C7A271475C2E}"/>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Rectángulo 4">
            <a:hlinkHover r:id="rId5" action="ppaction://hlinksldjump"/>
            <a:extLst>
              <a:ext uri="{FF2B5EF4-FFF2-40B4-BE49-F238E27FC236}">
                <a16:creationId xmlns:a16="http://schemas.microsoft.com/office/drawing/2014/main" id="{13310F7B-5452-DEAE-199C-E2FC67E270D0}"/>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hlinkHover r:id="rId6" action="ppaction://hlinksldjump"/>
            <a:extLst>
              <a:ext uri="{FF2B5EF4-FFF2-40B4-BE49-F238E27FC236}">
                <a16:creationId xmlns:a16="http://schemas.microsoft.com/office/drawing/2014/main" id="{DEB98895-65A5-2525-4A34-1C8F69727E39}"/>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Rectángulo 6">
            <a:hlinkHover r:id="rId7" action="ppaction://hlinksldjump"/>
            <a:extLst>
              <a:ext uri="{FF2B5EF4-FFF2-40B4-BE49-F238E27FC236}">
                <a16:creationId xmlns:a16="http://schemas.microsoft.com/office/drawing/2014/main" id="{F7E3519E-CAAC-97A6-69C7-00FBC1079CE2}"/>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16975B37-E8DC-A959-59E0-7CADF424740D}"/>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9" action="ppaction://hlinksldjump"/>
            <a:extLst>
              <a:ext uri="{FF2B5EF4-FFF2-40B4-BE49-F238E27FC236}">
                <a16:creationId xmlns:a16="http://schemas.microsoft.com/office/drawing/2014/main" id="{44341132-AF86-451D-31BA-B59180416BE6}"/>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0" action="ppaction://hlinksldjump"/>
            <a:extLst>
              <a:ext uri="{FF2B5EF4-FFF2-40B4-BE49-F238E27FC236}">
                <a16:creationId xmlns:a16="http://schemas.microsoft.com/office/drawing/2014/main" id="{B41D7442-19C2-9B70-77D4-58D35C3E1399}"/>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1" action="ppaction://hlinksldjump"/>
            <a:extLst>
              <a:ext uri="{FF2B5EF4-FFF2-40B4-BE49-F238E27FC236}">
                <a16:creationId xmlns:a16="http://schemas.microsoft.com/office/drawing/2014/main" id="{F4B69E79-38B6-79A7-6D80-2A9A152CDAC8}"/>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2" action="ppaction://hlinksldjump"/>
            <a:extLst>
              <a:ext uri="{FF2B5EF4-FFF2-40B4-BE49-F238E27FC236}">
                <a16:creationId xmlns:a16="http://schemas.microsoft.com/office/drawing/2014/main" id="{15289F9F-0E17-E3F7-F80B-C5E04BFD53C6}"/>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3" action="ppaction://hlinksldjump"/>
            <a:extLst>
              <a:ext uri="{FF2B5EF4-FFF2-40B4-BE49-F238E27FC236}">
                <a16:creationId xmlns:a16="http://schemas.microsoft.com/office/drawing/2014/main" id="{364C0E56-A64E-9AF3-7F69-B7026D3C443F}"/>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18" name="Imagen 17">
            <a:extLst>
              <a:ext uri="{FF2B5EF4-FFF2-40B4-BE49-F238E27FC236}">
                <a16:creationId xmlns:a16="http://schemas.microsoft.com/office/drawing/2014/main" id="{638A5223-3EDC-5763-DC08-26FAEAC28A9E}"/>
              </a:ext>
            </a:extLst>
          </p:cNvPr>
          <p:cNvPicPr>
            <a:picLocks noChangeAspect="1"/>
          </p:cNvPicPr>
          <p:nvPr/>
        </p:nvPicPr>
        <p:blipFill>
          <a:blip r:embed="rId14"/>
          <a:stretch>
            <a:fillRect/>
          </a:stretch>
        </p:blipFill>
        <p:spPr>
          <a:xfrm>
            <a:off x="3961547" y="2697879"/>
            <a:ext cx="7353300" cy="3676650"/>
          </a:xfrm>
          <a:prstGeom prst="rect">
            <a:avLst/>
          </a:prstGeom>
        </p:spPr>
      </p:pic>
      <p:sp>
        <p:nvSpPr>
          <p:cNvPr id="19" name="CuadroTexto 18">
            <a:extLst>
              <a:ext uri="{FF2B5EF4-FFF2-40B4-BE49-F238E27FC236}">
                <a16:creationId xmlns:a16="http://schemas.microsoft.com/office/drawing/2014/main" id="{FAF20F05-8362-8175-6808-221C76999200}"/>
              </a:ext>
            </a:extLst>
          </p:cNvPr>
          <p:cNvSpPr txBox="1"/>
          <p:nvPr/>
        </p:nvSpPr>
        <p:spPr>
          <a:xfrm>
            <a:off x="3952661" y="447902"/>
            <a:ext cx="7893596" cy="1938992"/>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Una pregunta de carga de archivos en Google </a:t>
            </a:r>
            <a:r>
              <a:rPr lang="es-ES" sz="2000" b="1" dirty="0" err="1">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Form</a:t>
            </a:r>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 es útil cuando se desea que los encuestados proporcionen una respuesta en formato de archivo, como imágenes o documentos. Es ideal para recopilar información visual o material de referencia sobre un tema específico.</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20" name="Rectángulo 19">
            <a:extLst>
              <a:ext uri="{FF2B5EF4-FFF2-40B4-BE49-F238E27FC236}">
                <a16:creationId xmlns:a16="http://schemas.microsoft.com/office/drawing/2014/main" id="{32680889-D75A-41D8-1F8E-09F0C57E9C5D}"/>
              </a:ext>
            </a:extLst>
          </p:cNvPr>
          <p:cNvSpPr/>
          <p:nvPr/>
        </p:nvSpPr>
        <p:spPr>
          <a:xfrm>
            <a:off x="4120758" y="5845544"/>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3498836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0" y="3573741"/>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sp>
        <p:nvSpPr>
          <p:cNvPr id="2" name="Rectángulo 1">
            <a:hlinkHover r:id="rId3" action="ppaction://hlinksldjump"/>
            <a:extLst>
              <a:ext uri="{FF2B5EF4-FFF2-40B4-BE49-F238E27FC236}">
                <a16:creationId xmlns:a16="http://schemas.microsoft.com/office/drawing/2014/main" id="{23E11CB8-EAB4-5193-630D-AFBB560812F0}"/>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2">
            <a:hlinkHover r:id="rId4" action="ppaction://hlinksldjump"/>
            <a:extLst>
              <a:ext uri="{FF2B5EF4-FFF2-40B4-BE49-F238E27FC236}">
                <a16:creationId xmlns:a16="http://schemas.microsoft.com/office/drawing/2014/main" id="{75FFE54B-9F60-7AE0-C7C3-9CC6600D5485}"/>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Rectángulo 4">
            <a:hlinkHover r:id="rId5" action="ppaction://hlinksldjump"/>
            <a:extLst>
              <a:ext uri="{FF2B5EF4-FFF2-40B4-BE49-F238E27FC236}">
                <a16:creationId xmlns:a16="http://schemas.microsoft.com/office/drawing/2014/main" id="{14D98E6D-CE95-485C-EA84-9F50454A4B9B}"/>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hlinkHover r:id="rId6" action="ppaction://hlinksldjump"/>
            <a:extLst>
              <a:ext uri="{FF2B5EF4-FFF2-40B4-BE49-F238E27FC236}">
                <a16:creationId xmlns:a16="http://schemas.microsoft.com/office/drawing/2014/main" id="{99B81AE0-3595-F87D-1286-44E750D0B094}"/>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Rectángulo 6">
            <a:hlinkHover r:id="rId7" action="ppaction://hlinksldjump"/>
            <a:extLst>
              <a:ext uri="{FF2B5EF4-FFF2-40B4-BE49-F238E27FC236}">
                <a16:creationId xmlns:a16="http://schemas.microsoft.com/office/drawing/2014/main" id="{3723B5C0-3838-F997-D931-4B311D29EB4B}"/>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93EFC5A5-F12D-94C0-2C40-ED5120DA365F}"/>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9" action="ppaction://hlinksldjump"/>
            <a:extLst>
              <a:ext uri="{FF2B5EF4-FFF2-40B4-BE49-F238E27FC236}">
                <a16:creationId xmlns:a16="http://schemas.microsoft.com/office/drawing/2014/main" id="{CDEB1B8D-D9A1-A59B-ECDA-2334745BEA45}"/>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0" action="ppaction://hlinksldjump"/>
            <a:extLst>
              <a:ext uri="{FF2B5EF4-FFF2-40B4-BE49-F238E27FC236}">
                <a16:creationId xmlns:a16="http://schemas.microsoft.com/office/drawing/2014/main" id="{FC10C46A-D1E4-1630-6DE4-EC8CF0D58E12}"/>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1" action="ppaction://hlinksldjump"/>
            <a:extLst>
              <a:ext uri="{FF2B5EF4-FFF2-40B4-BE49-F238E27FC236}">
                <a16:creationId xmlns:a16="http://schemas.microsoft.com/office/drawing/2014/main" id="{65E82796-16E0-5D50-5B3E-E66E849A2145}"/>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2" action="ppaction://hlinksldjump"/>
            <a:extLst>
              <a:ext uri="{FF2B5EF4-FFF2-40B4-BE49-F238E27FC236}">
                <a16:creationId xmlns:a16="http://schemas.microsoft.com/office/drawing/2014/main" id="{6393549B-BD9F-2BAF-A42B-4382B2503D77}"/>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3" action="ppaction://hlinksldjump"/>
            <a:extLst>
              <a:ext uri="{FF2B5EF4-FFF2-40B4-BE49-F238E27FC236}">
                <a16:creationId xmlns:a16="http://schemas.microsoft.com/office/drawing/2014/main" id="{07DDEFAE-E480-FFDE-2444-A9D5438191E7}"/>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20" name="Imagen 19">
            <a:extLst>
              <a:ext uri="{FF2B5EF4-FFF2-40B4-BE49-F238E27FC236}">
                <a16:creationId xmlns:a16="http://schemas.microsoft.com/office/drawing/2014/main" id="{1016BC6C-FECA-FE2B-CB6F-2763DEFF6F90}"/>
              </a:ext>
            </a:extLst>
          </p:cNvPr>
          <p:cNvPicPr>
            <a:picLocks noChangeAspect="1"/>
          </p:cNvPicPr>
          <p:nvPr/>
        </p:nvPicPr>
        <p:blipFill>
          <a:blip r:embed="rId14"/>
          <a:stretch>
            <a:fillRect/>
          </a:stretch>
        </p:blipFill>
        <p:spPr>
          <a:xfrm>
            <a:off x="3898071" y="2698172"/>
            <a:ext cx="7343775" cy="3333750"/>
          </a:xfrm>
          <a:prstGeom prst="rect">
            <a:avLst/>
          </a:prstGeom>
        </p:spPr>
      </p:pic>
      <p:sp>
        <p:nvSpPr>
          <p:cNvPr id="21" name="CuadroTexto 20">
            <a:extLst>
              <a:ext uri="{FF2B5EF4-FFF2-40B4-BE49-F238E27FC236}">
                <a16:creationId xmlns:a16="http://schemas.microsoft.com/office/drawing/2014/main" id="{7D33B872-12E5-F947-0995-9D6C8030D336}"/>
              </a:ext>
            </a:extLst>
          </p:cNvPr>
          <p:cNvSpPr txBox="1"/>
          <p:nvPr/>
        </p:nvSpPr>
        <p:spPr>
          <a:xfrm>
            <a:off x="3952661" y="447902"/>
            <a:ext cx="7907243" cy="2246769"/>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Las preguntas de escala lineal miden la opinión de los encuestados sobre un tema en una escala graduada. Son útiles para medir la satisfacción del cliente, la percepción de calidad, entre otros, y permiten a los encuestados indicar su opinión en una escala de puntuación, lo que facilita la interpretación de los resultados.</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22" name="Rectángulo 21">
            <a:extLst>
              <a:ext uri="{FF2B5EF4-FFF2-40B4-BE49-F238E27FC236}">
                <a16:creationId xmlns:a16="http://schemas.microsoft.com/office/drawing/2014/main" id="{0FA5F4A5-DB28-2BB0-6E7E-144B0CEA5663}"/>
              </a:ext>
            </a:extLst>
          </p:cNvPr>
          <p:cNvSpPr/>
          <p:nvPr/>
        </p:nvSpPr>
        <p:spPr>
          <a:xfrm>
            <a:off x="4148054" y="5431638"/>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87207598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1" y="4022710"/>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sp>
        <p:nvSpPr>
          <p:cNvPr id="2" name="Rectángulo 1">
            <a:hlinkHover r:id="rId3" action="ppaction://hlinksldjump"/>
            <a:extLst>
              <a:ext uri="{FF2B5EF4-FFF2-40B4-BE49-F238E27FC236}">
                <a16:creationId xmlns:a16="http://schemas.microsoft.com/office/drawing/2014/main" id="{E6F65A58-D8BB-CDA0-294E-6055ACED833D}"/>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2">
            <a:hlinkHover r:id="rId4" action="ppaction://hlinksldjump"/>
            <a:extLst>
              <a:ext uri="{FF2B5EF4-FFF2-40B4-BE49-F238E27FC236}">
                <a16:creationId xmlns:a16="http://schemas.microsoft.com/office/drawing/2014/main" id="{33E68362-E926-E82C-B82C-7A76E4058A7F}"/>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Rectángulo 4">
            <a:hlinkHover r:id="rId5" action="ppaction://hlinksldjump"/>
            <a:extLst>
              <a:ext uri="{FF2B5EF4-FFF2-40B4-BE49-F238E27FC236}">
                <a16:creationId xmlns:a16="http://schemas.microsoft.com/office/drawing/2014/main" id="{1F26C8AB-310F-3F31-B030-FD99CA6E45F2}"/>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hlinkHover r:id="rId6" action="ppaction://hlinksldjump"/>
            <a:extLst>
              <a:ext uri="{FF2B5EF4-FFF2-40B4-BE49-F238E27FC236}">
                <a16:creationId xmlns:a16="http://schemas.microsoft.com/office/drawing/2014/main" id="{AA163BE9-A1D3-8607-EA9A-458984060F84}"/>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Rectángulo 6">
            <a:hlinkHover r:id="rId7" action="ppaction://hlinksldjump"/>
            <a:extLst>
              <a:ext uri="{FF2B5EF4-FFF2-40B4-BE49-F238E27FC236}">
                <a16:creationId xmlns:a16="http://schemas.microsoft.com/office/drawing/2014/main" id="{2DEE5E5B-82F4-6615-26C1-638DDF72E1DE}"/>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3F9F811B-2B61-1777-5877-F77F7E2EB320}"/>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9" action="ppaction://hlinksldjump"/>
            <a:extLst>
              <a:ext uri="{FF2B5EF4-FFF2-40B4-BE49-F238E27FC236}">
                <a16:creationId xmlns:a16="http://schemas.microsoft.com/office/drawing/2014/main" id="{FCBBC134-6181-F0F3-2B59-AEB2C74CA7EF}"/>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0" action="ppaction://hlinksldjump"/>
            <a:extLst>
              <a:ext uri="{FF2B5EF4-FFF2-40B4-BE49-F238E27FC236}">
                <a16:creationId xmlns:a16="http://schemas.microsoft.com/office/drawing/2014/main" id="{C3616EBF-26A6-46C4-3426-962C6D19BCE0}"/>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1" action="ppaction://hlinksldjump"/>
            <a:extLst>
              <a:ext uri="{FF2B5EF4-FFF2-40B4-BE49-F238E27FC236}">
                <a16:creationId xmlns:a16="http://schemas.microsoft.com/office/drawing/2014/main" id="{71B95FA2-E73E-C7C4-4811-4272A80A5B4B}"/>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2" action="ppaction://hlinksldjump"/>
            <a:extLst>
              <a:ext uri="{FF2B5EF4-FFF2-40B4-BE49-F238E27FC236}">
                <a16:creationId xmlns:a16="http://schemas.microsoft.com/office/drawing/2014/main" id="{EB05210C-489C-3A51-1421-0F44BFCA92A4}"/>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3" action="ppaction://hlinksldjump"/>
            <a:extLst>
              <a:ext uri="{FF2B5EF4-FFF2-40B4-BE49-F238E27FC236}">
                <a16:creationId xmlns:a16="http://schemas.microsoft.com/office/drawing/2014/main" id="{FC31B53F-62A6-949C-D8A1-808F42A94FC2}"/>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18" name="Imagen 17">
            <a:extLst>
              <a:ext uri="{FF2B5EF4-FFF2-40B4-BE49-F238E27FC236}">
                <a16:creationId xmlns:a16="http://schemas.microsoft.com/office/drawing/2014/main" id="{EA39BD22-331E-AD44-0CAC-DCB38736BED3}"/>
              </a:ext>
            </a:extLst>
          </p:cNvPr>
          <p:cNvPicPr>
            <a:picLocks noChangeAspect="1"/>
          </p:cNvPicPr>
          <p:nvPr/>
        </p:nvPicPr>
        <p:blipFill>
          <a:blip r:embed="rId14"/>
          <a:stretch>
            <a:fillRect/>
          </a:stretch>
        </p:blipFill>
        <p:spPr>
          <a:xfrm>
            <a:off x="3859810" y="3002447"/>
            <a:ext cx="7362825" cy="2924175"/>
          </a:xfrm>
          <a:prstGeom prst="rect">
            <a:avLst/>
          </a:prstGeom>
        </p:spPr>
      </p:pic>
      <p:sp>
        <p:nvSpPr>
          <p:cNvPr id="19" name="CuadroTexto 18">
            <a:extLst>
              <a:ext uri="{FF2B5EF4-FFF2-40B4-BE49-F238E27FC236}">
                <a16:creationId xmlns:a16="http://schemas.microsoft.com/office/drawing/2014/main" id="{9FFC27C8-1434-3D14-869E-BC888C395DF2}"/>
              </a:ext>
            </a:extLst>
          </p:cNvPr>
          <p:cNvSpPr txBox="1"/>
          <p:nvPr/>
        </p:nvSpPr>
        <p:spPr>
          <a:xfrm>
            <a:off x="3952661" y="447902"/>
            <a:ext cx="7920891" cy="2554545"/>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La pregunta de cuadrícula de opción múltiple en una encuesta de Google </a:t>
            </a:r>
            <a:r>
              <a:rPr lang="es-ES" sz="2000" b="1" dirty="0" err="1">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Form</a:t>
            </a:r>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 se usa para recopilar información sobre múltiples variables utilizando la misma escala de respuesta. Este tipo de pregunta es útil para comparar la opinión o percepción de los encuestados sobre diferentes aspectos de un tema en particular y facilita la presentación y análisis de los resultados de manera ordenada y coherente.</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20" name="Rectángulo 19">
            <a:extLst>
              <a:ext uri="{FF2B5EF4-FFF2-40B4-BE49-F238E27FC236}">
                <a16:creationId xmlns:a16="http://schemas.microsoft.com/office/drawing/2014/main" id="{246C6D5B-AAE2-AAF4-AB2C-241EEB401A8B}"/>
              </a:ext>
            </a:extLst>
          </p:cNvPr>
          <p:cNvSpPr/>
          <p:nvPr/>
        </p:nvSpPr>
        <p:spPr>
          <a:xfrm>
            <a:off x="4093463" y="5428374"/>
            <a:ext cx="2552998"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58546447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1" y="4493775"/>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sp>
        <p:nvSpPr>
          <p:cNvPr id="2" name="Rectángulo 1">
            <a:hlinkHover r:id="rId3" action="ppaction://hlinksldjump"/>
            <a:extLst>
              <a:ext uri="{FF2B5EF4-FFF2-40B4-BE49-F238E27FC236}">
                <a16:creationId xmlns:a16="http://schemas.microsoft.com/office/drawing/2014/main" id="{9C759E9F-47D2-1F70-A93B-9AC3F22243AB}"/>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2">
            <a:hlinkHover r:id="rId4" action="ppaction://hlinksldjump"/>
            <a:extLst>
              <a:ext uri="{FF2B5EF4-FFF2-40B4-BE49-F238E27FC236}">
                <a16:creationId xmlns:a16="http://schemas.microsoft.com/office/drawing/2014/main" id="{DD9619D5-2AE8-9D85-CCA0-C20E609EF1AE}"/>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Rectángulo 4">
            <a:hlinkHover r:id="rId5" action="ppaction://hlinksldjump"/>
            <a:extLst>
              <a:ext uri="{FF2B5EF4-FFF2-40B4-BE49-F238E27FC236}">
                <a16:creationId xmlns:a16="http://schemas.microsoft.com/office/drawing/2014/main" id="{951A2D34-EC1E-7995-B808-1AD508C4BF27}"/>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hlinkHover r:id="rId6" action="ppaction://hlinksldjump"/>
            <a:extLst>
              <a:ext uri="{FF2B5EF4-FFF2-40B4-BE49-F238E27FC236}">
                <a16:creationId xmlns:a16="http://schemas.microsoft.com/office/drawing/2014/main" id="{634645C8-3619-5FC9-C87A-71FCCFFE1A70}"/>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Rectángulo 6">
            <a:hlinkHover r:id="rId7" action="ppaction://hlinksldjump"/>
            <a:extLst>
              <a:ext uri="{FF2B5EF4-FFF2-40B4-BE49-F238E27FC236}">
                <a16:creationId xmlns:a16="http://schemas.microsoft.com/office/drawing/2014/main" id="{579005BE-0C51-F01E-FD5A-50EF4E4EFD8A}"/>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5274EBCC-9049-E230-AEA8-3733029B71B5}"/>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9" action="ppaction://hlinksldjump"/>
            <a:extLst>
              <a:ext uri="{FF2B5EF4-FFF2-40B4-BE49-F238E27FC236}">
                <a16:creationId xmlns:a16="http://schemas.microsoft.com/office/drawing/2014/main" id="{906FE5C8-82C0-5DA0-063A-BFCD769F60C9}"/>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0" action="ppaction://hlinksldjump"/>
            <a:extLst>
              <a:ext uri="{FF2B5EF4-FFF2-40B4-BE49-F238E27FC236}">
                <a16:creationId xmlns:a16="http://schemas.microsoft.com/office/drawing/2014/main" id="{9B247BC8-F1AE-7D1C-DC6A-2302D869D75C}"/>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1" action="ppaction://hlinksldjump"/>
            <a:extLst>
              <a:ext uri="{FF2B5EF4-FFF2-40B4-BE49-F238E27FC236}">
                <a16:creationId xmlns:a16="http://schemas.microsoft.com/office/drawing/2014/main" id="{E02688B6-3600-B5E3-19E0-2CA37FF886A7}"/>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2" action="ppaction://hlinksldjump"/>
            <a:extLst>
              <a:ext uri="{FF2B5EF4-FFF2-40B4-BE49-F238E27FC236}">
                <a16:creationId xmlns:a16="http://schemas.microsoft.com/office/drawing/2014/main" id="{F535A6E1-3BC5-8A8D-E737-F3C3B87AAE88}"/>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3" action="ppaction://hlinksldjump"/>
            <a:extLst>
              <a:ext uri="{FF2B5EF4-FFF2-40B4-BE49-F238E27FC236}">
                <a16:creationId xmlns:a16="http://schemas.microsoft.com/office/drawing/2014/main" id="{361B3DA6-AAA5-7EF8-764B-4D05FCF8F5C5}"/>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18" name="Imagen 17">
            <a:extLst>
              <a:ext uri="{FF2B5EF4-FFF2-40B4-BE49-F238E27FC236}">
                <a16:creationId xmlns:a16="http://schemas.microsoft.com/office/drawing/2014/main" id="{2FEDC04C-A6A9-DAD5-206F-89A84CD31338}"/>
              </a:ext>
            </a:extLst>
          </p:cNvPr>
          <p:cNvPicPr>
            <a:picLocks noChangeAspect="1"/>
          </p:cNvPicPr>
          <p:nvPr/>
        </p:nvPicPr>
        <p:blipFill>
          <a:blip r:embed="rId14"/>
          <a:stretch>
            <a:fillRect/>
          </a:stretch>
        </p:blipFill>
        <p:spPr>
          <a:xfrm>
            <a:off x="3920604" y="2691349"/>
            <a:ext cx="7353300" cy="2933700"/>
          </a:xfrm>
          <a:prstGeom prst="rect">
            <a:avLst/>
          </a:prstGeom>
        </p:spPr>
      </p:pic>
      <p:sp>
        <p:nvSpPr>
          <p:cNvPr id="19" name="CuadroTexto 18">
            <a:extLst>
              <a:ext uri="{FF2B5EF4-FFF2-40B4-BE49-F238E27FC236}">
                <a16:creationId xmlns:a16="http://schemas.microsoft.com/office/drawing/2014/main" id="{CD593F43-0C96-B3FA-CE3D-B466309BEC11}"/>
              </a:ext>
            </a:extLst>
          </p:cNvPr>
          <p:cNvSpPr txBox="1"/>
          <p:nvPr/>
        </p:nvSpPr>
        <p:spPr>
          <a:xfrm>
            <a:off x="3952661" y="447902"/>
            <a:ext cx="7907243" cy="2246769"/>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Se recomienda utilizar una pregunta de cuadrícula de casillas de verificación en una encuesta de Google </a:t>
            </a:r>
            <a:r>
              <a:rPr lang="es-ES" sz="2000" b="1" dirty="0" err="1">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Form</a:t>
            </a:r>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 cuando se desea que los encuestados elijan múltiples opciones de respuesta en diferentes variables. Este tipo de pregunta es útil para recopilar información detallada sobre las preferencias o hábitos de los encuestados.</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20" name="Rectángulo 19">
            <a:extLst>
              <a:ext uri="{FF2B5EF4-FFF2-40B4-BE49-F238E27FC236}">
                <a16:creationId xmlns:a16="http://schemas.microsoft.com/office/drawing/2014/main" id="{8BD8274D-D3C8-6C8F-B362-A852D47E15C5}"/>
              </a:ext>
            </a:extLst>
          </p:cNvPr>
          <p:cNvSpPr/>
          <p:nvPr/>
        </p:nvSpPr>
        <p:spPr>
          <a:xfrm>
            <a:off x="4093463" y="5150489"/>
            <a:ext cx="2580292"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0736995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1" y="5063135"/>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sp>
        <p:nvSpPr>
          <p:cNvPr id="2" name="Rectángulo 1">
            <a:hlinkHover r:id="rId3" action="ppaction://hlinksldjump"/>
            <a:extLst>
              <a:ext uri="{FF2B5EF4-FFF2-40B4-BE49-F238E27FC236}">
                <a16:creationId xmlns:a16="http://schemas.microsoft.com/office/drawing/2014/main" id="{32632FD8-C9E4-8D3E-869F-4CA0988C57DC}"/>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2">
            <a:hlinkHover r:id="rId4" action="ppaction://hlinksldjump"/>
            <a:extLst>
              <a:ext uri="{FF2B5EF4-FFF2-40B4-BE49-F238E27FC236}">
                <a16:creationId xmlns:a16="http://schemas.microsoft.com/office/drawing/2014/main" id="{2868BFB4-B996-D723-A6DD-7926082EBD91}"/>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Rectángulo 4">
            <a:hlinkHover r:id="rId5" action="ppaction://hlinksldjump"/>
            <a:extLst>
              <a:ext uri="{FF2B5EF4-FFF2-40B4-BE49-F238E27FC236}">
                <a16:creationId xmlns:a16="http://schemas.microsoft.com/office/drawing/2014/main" id="{F4C2A218-3B3D-287C-D727-2C2A7CCF2B1B}"/>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hlinkHover r:id="rId6" action="ppaction://hlinksldjump"/>
            <a:extLst>
              <a:ext uri="{FF2B5EF4-FFF2-40B4-BE49-F238E27FC236}">
                <a16:creationId xmlns:a16="http://schemas.microsoft.com/office/drawing/2014/main" id="{8B34B00C-DBFF-44F4-C8FF-7595902492DA}"/>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Rectángulo 6">
            <a:hlinkHover r:id="rId7" action="ppaction://hlinksldjump"/>
            <a:extLst>
              <a:ext uri="{FF2B5EF4-FFF2-40B4-BE49-F238E27FC236}">
                <a16:creationId xmlns:a16="http://schemas.microsoft.com/office/drawing/2014/main" id="{217E85FF-97C9-91F5-D45F-AB697952C793}"/>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0227AC10-7911-E000-2011-0AF5463D0FCB}"/>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9" action="ppaction://hlinksldjump"/>
            <a:extLst>
              <a:ext uri="{FF2B5EF4-FFF2-40B4-BE49-F238E27FC236}">
                <a16:creationId xmlns:a16="http://schemas.microsoft.com/office/drawing/2014/main" id="{D16B8B2D-AAA7-F3E7-3082-2122640B5C1A}"/>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0" action="ppaction://hlinksldjump"/>
            <a:extLst>
              <a:ext uri="{FF2B5EF4-FFF2-40B4-BE49-F238E27FC236}">
                <a16:creationId xmlns:a16="http://schemas.microsoft.com/office/drawing/2014/main" id="{D5DE7D01-A774-7DC4-5752-D51DD571438A}"/>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1" action="ppaction://hlinksldjump"/>
            <a:extLst>
              <a:ext uri="{FF2B5EF4-FFF2-40B4-BE49-F238E27FC236}">
                <a16:creationId xmlns:a16="http://schemas.microsoft.com/office/drawing/2014/main" id="{BDC20A15-C773-6C69-671E-BE800E0C9129}"/>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2" action="ppaction://hlinksldjump"/>
            <a:extLst>
              <a:ext uri="{FF2B5EF4-FFF2-40B4-BE49-F238E27FC236}">
                <a16:creationId xmlns:a16="http://schemas.microsoft.com/office/drawing/2014/main" id="{6B15337A-7BF3-499B-9E70-C055480373CB}"/>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3" action="ppaction://hlinksldjump"/>
            <a:extLst>
              <a:ext uri="{FF2B5EF4-FFF2-40B4-BE49-F238E27FC236}">
                <a16:creationId xmlns:a16="http://schemas.microsoft.com/office/drawing/2014/main" id="{9943CDCC-764B-97E1-B735-16314EC7FE16}"/>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18" name="Imagen 17">
            <a:extLst>
              <a:ext uri="{FF2B5EF4-FFF2-40B4-BE49-F238E27FC236}">
                <a16:creationId xmlns:a16="http://schemas.microsoft.com/office/drawing/2014/main" id="{A80D4E7F-3C77-1F89-62B5-9684AD0CC243}"/>
              </a:ext>
            </a:extLst>
          </p:cNvPr>
          <p:cNvPicPr>
            <a:picLocks noChangeAspect="1"/>
          </p:cNvPicPr>
          <p:nvPr/>
        </p:nvPicPr>
        <p:blipFill>
          <a:blip r:embed="rId14"/>
          <a:stretch>
            <a:fillRect/>
          </a:stretch>
        </p:blipFill>
        <p:spPr>
          <a:xfrm>
            <a:off x="3953301" y="2734669"/>
            <a:ext cx="7315200" cy="2162175"/>
          </a:xfrm>
          <a:prstGeom prst="rect">
            <a:avLst/>
          </a:prstGeom>
        </p:spPr>
      </p:pic>
      <p:sp>
        <p:nvSpPr>
          <p:cNvPr id="19" name="CuadroTexto 18">
            <a:extLst>
              <a:ext uri="{FF2B5EF4-FFF2-40B4-BE49-F238E27FC236}">
                <a16:creationId xmlns:a16="http://schemas.microsoft.com/office/drawing/2014/main" id="{5B67DE44-F4CC-F8F2-D0BB-B58777643FA9}"/>
              </a:ext>
            </a:extLst>
          </p:cNvPr>
          <p:cNvSpPr txBox="1"/>
          <p:nvPr/>
        </p:nvSpPr>
        <p:spPr>
          <a:xfrm>
            <a:off x="3952661" y="447902"/>
            <a:ext cx="7920891" cy="2246769"/>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Se recomienda utilizar una pregunta de fecha en una encuesta de Google </a:t>
            </a:r>
            <a:r>
              <a:rPr lang="es-ES" sz="2000" b="1" dirty="0" err="1">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Form</a:t>
            </a:r>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 cuando se necesita recopilar información sobre una fecha específica, como la fecha de nacimiento o la fecha de un evento. Esto permite que los encuestados ingresen información de manera clara y ordenada para su posterior análisis.</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20" name="Rectángulo 19">
            <a:extLst>
              <a:ext uri="{FF2B5EF4-FFF2-40B4-BE49-F238E27FC236}">
                <a16:creationId xmlns:a16="http://schemas.microsoft.com/office/drawing/2014/main" id="{07998F59-7082-6AF2-2A33-840BD546606C}"/>
              </a:ext>
            </a:extLst>
          </p:cNvPr>
          <p:cNvSpPr/>
          <p:nvPr/>
        </p:nvSpPr>
        <p:spPr>
          <a:xfrm>
            <a:off x="4120758" y="4370401"/>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425717487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85E24B1-21CF-3BE3-4F53-5CAEE46C3FBC}"/>
              </a:ext>
            </a:extLst>
          </p:cNvPr>
          <p:cNvSpPr/>
          <p:nvPr/>
        </p:nvSpPr>
        <p:spPr>
          <a:xfrm>
            <a:off x="762851" y="412172"/>
            <a:ext cx="2762250" cy="56197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1A591846-EB5D-5655-AE2F-26D318469DA3}"/>
              </a:ext>
            </a:extLst>
          </p:cNvPr>
          <p:cNvSpPr/>
          <p:nvPr/>
        </p:nvSpPr>
        <p:spPr>
          <a:xfrm>
            <a:off x="762851" y="5540682"/>
            <a:ext cx="2762250" cy="498763"/>
          </a:xfrm>
          <a:prstGeom prst="rect">
            <a:avLst/>
          </a:prstGeom>
          <a:solidFill>
            <a:srgbClr val="ED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9" name="Imagen 8">
            <a:extLst>
              <a:ext uri="{FF2B5EF4-FFF2-40B4-BE49-F238E27FC236}">
                <a16:creationId xmlns:a16="http://schemas.microsoft.com/office/drawing/2014/main" id="{24CCFC59-BEA9-4563-E4D8-D54CF3633968}"/>
              </a:ext>
            </a:extLst>
          </p:cNvPr>
          <p:cNvPicPr>
            <a:picLocks noChangeAspect="1"/>
          </p:cNvPicPr>
          <p:nvPr/>
        </p:nvPicPr>
        <p:blipFill rotWithShape="1">
          <a:blip r:embed="rId2">
            <a:clrChange>
              <a:clrFrom>
                <a:srgbClr val="FFFFFF"/>
              </a:clrFrom>
              <a:clrTo>
                <a:srgbClr val="FFFFFF">
                  <a:alpha val="0"/>
                </a:srgbClr>
              </a:clrTo>
            </a:clrChange>
          </a:blip>
          <a:srcRect l="3124" t="6645" r="74220" b="11370"/>
          <a:stretch/>
        </p:blipFill>
        <p:spPr>
          <a:xfrm>
            <a:off x="762851" y="412172"/>
            <a:ext cx="2762250" cy="5619750"/>
          </a:xfrm>
          <a:prstGeom prst="rect">
            <a:avLst/>
          </a:prstGeom>
        </p:spPr>
      </p:pic>
      <p:sp>
        <p:nvSpPr>
          <p:cNvPr id="2" name="Rectángulo 1">
            <a:hlinkHover r:id="rId3" action="ppaction://hlinksldjump"/>
            <a:extLst>
              <a:ext uri="{FF2B5EF4-FFF2-40B4-BE49-F238E27FC236}">
                <a16:creationId xmlns:a16="http://schemas.microsoft.com/office/drawing/2014/main" id="{321CB430-56A8-BCB2-7A1C-5D22424AD2B5}"/>
              </a:ext>
            </a:extLst>
          </p:cNvPr>
          <p:cNvSpPr/>
          <p:nvPr/>
        </p:nvSpPr>
        <p:spPr>
          <a:xfrm>
            <a:off x="762851" y="41217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Rectángulo 2">
            <a:hlinkHover r:id="rId4" action="ppaction://hlinksldjump"/>
            <a:extLst>
              <a:ext uri="{FF2B5EF4-FFF2-40B4-BE49-F238E27FC236}">
                <a16:creationId xmlns:a16="http://schemas.microsoft.com/office/drawing/2014/main" id="{428BA018-773E-AB02-B803-32B5EDFCE0A8}"/>
              </a:ext>
            </a:extLst>
          </p:cNvPr>
          <p:cNvSpPr/>
          <p:nvPr/>
        </p:nvSpPr>
        <p:spPr>
          <a:xfrm>
            <a:off x="762851" y="858931"/>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Rectángulo 4">
            <a:hlinkHover r:id="rId5" action="ppaction://hlinksldjump"/>
            <a:extLst>
              <a:ext uri="{FF2B5EF4-FFF2-40B4-BE49-F238E27FC236}">
                <a16:creationId xmlns:a16="http://schemas.microsoft.com/office/drawing/2014/main" id="{0305303A-CABD-EE61-7BC3-6AFB732D3BCA}"/>
              </a:ext>
            </a:extLst>
          </p:cNvPr>
          <p:cNvSpPr/>
          <p:nvPr/>
        </p:nvSpPr>
        <p:spPr>
          <a:xfrm>
            <a:off x="762851" y="1478642"/>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hlinkHover r:id="rId6" action="ppaction://hlinksldjump"/>
            <a:extLst>
              <a:ext uri="{FF2B5EF4-FFF2-40B4-BE49-F238E27FC236}">
                <a16:creationId xmlns:a16="http://schemas.microsoft.com/office/drawing/2014/main" id="{759DF4EF-0E8B-BF2D-4A48-03110D95E755}"/>
              </a:ext>
            </a:extLst>
          </p:cNvPr>
          <p:cNvSpPr/>
          <p:nvPr/>
        </p:nvSpPr>
        <p:spPr>
          <a:xfrm>
            <a:off x="762851" y="189254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Rectángulo 6">
            <a:hlinkHover r:id="rId7" action="ppaction://hlinksldjump"/>
            <a:extLst>
              <a:ext uri="{FF2B5EF4-FFF2-40B4-BE49-F238E27FC236}">
                <a16:creationId xmlns:a16="http://schemas.microsoft.com/office/drawing/2014/main" id="{716C1039-C4A6-8C20-2DB2-41879F6C6911}"/>
              </a:ext>
            </a:extLst>
          </p:cNvPr>
          <p:cNvSpPr/>
          <p:nvPr/>
        </p:nvSpPr>
        <p:spPr>
          <a:xfrm>
            <a:off x="762851" y="2390918"/>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hlinkHover r:id="rId8" action="ppaction://hlinksldjump"/>
            <a:extLst>
              <a:ext uri="{FF2B5EF4-FFF2-40B4-BE49-F238E27FC236}">
                <a16:creationId xmlns:a16="http://schemas.microsoft.com/office/drawing/2014/main" id="{0226BE62-81C7-E195-B637-5F5A84975B31}"/>
              </a:ext>
            </a:extLst>
          </p:cNvPr>
          <p:cNvSpPr/>
          <p:nvPr/>
        </p:nvSpPr>
        <p:spPr>
          <a:xfrm>
            <a:off x="762851" y="301509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Rectángulo 10">
            <a:hlinkHover r:id="rId9" action="ppaction://hlinksldjump"/>
            <a:extLst>
              <a:ext uri="{FF2B5EF4-FFF2-40B4-BE49-F238E27FC236}">
                <a16:creationId xmlns:a16="http://schemas.microsoft.com/office/drawing/2014/main" id="{7A16B585-8E52-3799-75A4-151C69F864D9}"/>
              </a:ext>
            </a:extLst>
          </p:cNvPr>
          <p:cNvSpPr/>
          <p:nvPr/>
        </p:nvSpPr>
        <p:spPr>
          <a:xfrm>
            <a:off x="762851" y="36088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hlinkHover r:id="rId10" action="ppaction://hlinksldjump"/>
            <a:extLst>
              <a:ext uri="{FF2B5EF4-FFF2-40B4-BE49-F238E27FC236}">
                <a16:creationId xmlns:a16="http://schemas.microsoft.com/office/drawing/2014/main" id="{30ED97EC-71FB-2F90-CDCD-95D0B6ACDEFE}"/>
              </a:ext>
            </a:extLst>
          </p:cNvPr>
          <p:cNvSpPr/>
          <p:nvPr/>
        </p:nvSpPr>
        <p:spPr>
          <a:xfrm>
            <a:off x="762851" y="4072504"/>
            <a:ext cx="2470051"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Rectángulo 12">
            <a:hlinkHover r:id="rId11" action="ppaction://hlinksldjump"/>
            <a:extLst>
              <a:ext uri="{FF2B5EF4-FFF2-40B4-BE49-F238E27FC236}">
                <a16:creationId xmlns:a16="http://schemas.microsoft.com/office/drawing/2014/main" id="{7E673752-B310-93B7-DE9D-6B2E213B626E}"/>
              </a:ext>
            </a:extLst>
          </p:cNvPr>
          <p:cNvSpPr/>
          <p:nvPr/>
        </p:nvSpPr>
        <p:spPr>
          <a:xfrm>
            <a:off x="762851" y="4536204"/>
            <a:ext cx="2669399"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a:hlinkHover r:id="rId12" action="ppaction://hlinksldjump"/>
            <a:extLst>
              <a:ext uri="{FF2B5EF4-FFF2-40B4-BE49-F238E27FC236}">
                <a16:creationId xmlns:a16="http://schemas.microsoft.com/office/drawing/2014/main" id="{EE108DE9-29C0-8C6B-083D-FBA1F0FF8373}"/>
              </a:ext>
            </a:extLst>
          </p:cNvPr>
          <p:cNvSpPr/>
          <p:nvPr/>
        </p:nvSpPr>
        <p:spPr>
          <a:xfrm>
            <a:off x="762852" y="5129914"/>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a:hlinkHover r:id="rId13" action="ppaction://hlinksldjump"/>
            <a:extLst>
              <a:ext uri="{FF2B5EF4-FFF2-40B4-BE49-F238E27FC236}">
                <a16:creationId xmlns:a16="http://schemas.microsoft.com/office/drawing/2014/main" id="{DF2D7FB1-B39F-7164-8ECD-D31E6E06BD51}"/>
              </a:ext>
            </a:extLst>
          </p:cNvPr>
          <p:cNvSpPr/>
          <p:nvPr/>
        </p:nvSpPr>
        <p:spPr>
          <a:xfrm>
            <a:off x="762852" y="5618016"/>
            <a:ext cx="2435382" cy="413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18" name="Imagen 17">
            <a:extLst>
              <a:ext uri="{FF2B5EF4-FFF2-40B4-BE49-F238E27FC236}">
                <a16:creationId xmlns:a16="http://schemas.microsoft.com/office/drawing/2014/main" id="{3CBCD64D-4B16-F99E-7803-7A0388584B80}"/>
              </a:ext>
            </a:extLst>
          </p:cNvPr>
          <p:cNvPicPr>
            <a:picLocks noChangeAspect="1"/>
          </p:cNvPicPr>
          <p:nvPr/>
        </p:nvPicPr>
        <p:blipFill>
          <a:blip r:embed="rId14"/>
          <a:stretch>
            <a:fillRect/>
          </a:stretch>
        </p:blipFill>
        <p:spPr>
          <a:xfrm>
            <a:off x="3957424" y="2734669"/>
            <a:ext cx="7334250" cy="2162175"/>
          </a:xfrm>
          <a:prstGeom prst="rect">
            <a:avLst/>
          </a:prstGeom>
        </p:spPr>
      </p:pic>
      <p:sp>
        <p:nvSpPr>
          <p:cNvPr id="19" name="CuadroTexto 18">
            <a:extLst>
              <a:ext uri="{FF2B5EF4-FFF2-40B4-BE49-F238E27FC236}">
                <a16:creationId xmlns:a16="http://schemas.microsoft.com/office/drawing/2014/main" id="{C39658BA-FC9E-A89B-CD8E-5C52BB15441B}"/>
              </a:ext>
            </a:extLst>
          </p:cNvPr>
          <p:cNvSpPr txBox="1"/>
          <p:nvPr/>
        </p:nvSpPr>
        <p:spPr>
          <a:xfrm>
            <a:off x="3952661" y="447902"/>
            <a:ext cx="7934539" cy="1631216"/>
          </a:xfrm>
          <a:prstGeom prst="rect">
            <a:avLst/>
          </a:prstGeom>
          <a:noFill/>
        </p:spPr>
        <p:txBody>
          <a:bodyPr wrap="square" rtlCol="0">
            <a:spAutoFit/>
          </a:bodyPr>
          <a:lstStyle/>
          <a:p>
            <a:pPr algn="just"/>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Una pregunta de hora en una encuesta de Google </a:t>
            </a:r>
            <a:r>
              <a:rPr lang="es-ES" sz="2000" b="1" dirty="0" err="1">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Form</a:t>
            </a:r>
            <a:r>
              <a:rPr lang="es-ES" sz="2000" b="1"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rPr>
              <a:t> es útil cuando se desea recopilar información sobre la hora de un evento o actividad en particular. También puede ser útil para programar citas o reuniones en un horario específico.</a:t>
            </a:r>
            <a:endParaRPr lang="es-ES" sz="2000" dirty="0">
              <a:ln w="1905">
                <a:solidFill>
                  <a:srgbClr val="FFFFFF"/>
                </a:solidFill>
              </a:ln>
              <a:solidFill>
                <a:srgbClr val="660099"/>
              </a:solidFill>
              <a:effectLst>
                <a:glow>
                  <a:schemeClr val="bg1"/>
                </a:glow>
              </a:effectLst>
              <a:latin typeface="Verdana" panose="020B0604030504040204" pitchFamily="34" charset="0"/>
              <a:ea typeface="Verdana" panose="020B0604030504040204" pitchFamily="34" charset="0"/>
            </a:endParaRPr>
          </a:p>
        </p:txBody>
      </p:sp>
      <p:sp>
        <p:nvSpPr>
          <p:cNvPr id="20" name="Rectángulo 19">
            <a:extLst>
              <a:ext uri="{FF2B5EF4-FFF2-40B4-BE49-F238E27FC236}">
                <a16:creationId xmlns:a16="http://schemas.microsoft.com/office/drawing/2014/main" id="{B5B47D15-C17D-6D7B-C975-DFA1D9D27C56}"/>
              </a:ext>
            </a:extLst>
          </p:cNvPr>
          <p:cNvSpPr/>
          <p:nvPr/>
        </p:nvSpPr>
        <p:spPr>
          <a:xfrm>
            <a:off x="4161702" y="4370401"/>
            <a:ext cx="2880543" cy="3727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416098912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622180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547</TotalTime>
  <Words>1297</Words>
  <Application>Microsoft Office PowerPoint</Application>
  <PresentationFormat>Panorámica</PresentationFormat>
  <Paragraphs>29</Paragraphs>
  <Slides>29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Arial</vt:lpstr>
      <vt:lpstr>Calibri</vt:lpstr>
      <vt:lpstr>Calibri Light</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AntonioAguirre</dc:creator>
  <cp:lastModifiedBy>Guillermo AntonioAguirre</cp:lastModifiedBy>
  <cp:revision>26</cp:revision>
  <dcterms:created xsi:type="dcterms:W3CDTF">2023-02-23T14:42:49Z</dcterms:created>
  <dcterms:modified xsi:type="dcterms:W3CDTF">2023-02-23T23:50:02Z</dcterms:modified>
</cp:coreProperties>
</file>