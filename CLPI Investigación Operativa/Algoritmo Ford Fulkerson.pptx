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17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167B0-F18D-2F6D-A47D-A66662FEE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E0CB5C-B052-52F4-4C09-C29919DEB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87216D-53A1-789A-A3CC-171310AB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CA9C70-3315-2D14-FE03-7E933528E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B8764C-4EF8-01D3-671A-5BB07A82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13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022B7-C829-7DD8-504D-F0F40E54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F2E5E9-C00B-683E-429F-E27B2C70A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E547-A580-6F69-240B-C0A44ECF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0D9FFF-97B7-4B77-32C8-D19B0171A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46CA17-2AAE-01AE-20EB-F0895C06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29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F06EE-C9FF-3960-4266-57B335151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C50BB8-D0E5-A5BE-A051-9315DBB80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920AAF-DA91-39FD-B3E6-F17E2913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DA4107-AC28-409B-0DF7-98A7C172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66DBA4-E2BB-199F-E282-7B91FD78A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17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DA1FA-4162-EC82-AC8D-0E9B2428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9CD470-84C1-E78A-9169-B2757DAF3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3018BA-FE7C-1FF5-9BB1-DD24E07A7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CD7DE5-BA53-8279-4865-2C5DCEC8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3BC0C2-673B-F1A8-5F8C-C245A9C7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7EEF09-6337-B25A-9343-79902E0B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9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3A6C3-E6C1-8D34-A0D9-4F92ACC8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594775-E756-FC10-0353-F8EC45B86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037AFB-8B72-07F3-2B7C-8F8577D12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74CA6C-61A7-947E-840A-327ADB0E8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8A161D-7C4E-A921-31CD-90785FAF2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0B84B8-754A-92BD-D382-95078FD96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A6FEA1-2922-784D-E436-6F3294442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53F0E6B-7AE8-65CB-CAF4-DFDE78A92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50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92F55-52C9-B147-3CB2-1C3A85F9B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AB934D-9CA1-042D-CA60-CF282025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2F2312-E190-2116-BA52-3587081A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A31705-B5DA-5488-7D7D-64F904EA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50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0F59EC9-4D16-DD8E-F693-A59E40D4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378642-AF97-0CB6-D5F9-A8F73E314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95CBDF-7A06-D0A8-2A16-C3EDA475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0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A75C6-EBE4-A38B-14A0-0986EF101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FB5917-AE68-E4F1-FEB0-81AB5F349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9B6420-C841-64F3-37C8-C23B3E5B5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5D9894-AFE2-13A6-7CE0-DD3F082B0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3B3020-D5C8-87C3-5870-2F14C246C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088224-4AE4-2640-912B-822AFD5C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12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2FBBD-0A53-69D9-F071-D3DD16D4C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6D96A6-356C-D35B-9673-5FF4994CFB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154282-4D00-2705-A6B1-E2F44A0B4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36029E-92E7-23D5-0CF9-EE3D965B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BE02A4-C709-3BC0-765A-29F56E9A2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8EF05B-55F7-9A58-AE95-C79055DF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31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03F02-84E7-C892-2563-02338B4D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F166EC-74C4-7E73-C9FB-E2F86F91A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A0A716-0F18-DA67-08B6-2F0ADDCA6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0024C6-605B-453E-D98A-290D499C3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344D83-9D77-B841-4983-95B61684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3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D79B4E8-B729-D7A4-61A0-6787D277B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452250-F14F-3E86-C325-BB2996AA6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DE2574-0C5B-C09B-D973-15D934B9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61417D-77E8-C8C0-CF38-EEAE1BA6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24FE28-B68F-EC57-8008-F0297463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2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B2372C-140F-ACD8-9619-5A639334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75BCFE-793F-C8C9-F437-E35C008E9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EE4920-3781-4DD7-9F53-3A5D6631D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509CC-9E08-4882-8B25-1DF4970F8493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7614AE-5590-EAAF-B532-D6C8B55E3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566F1D-DFD6-7E65-D1F9-B3547D26E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9A127-ADCD-4E8D-9CDD-27EE8C303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8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AncllC0nGj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D0C3EA7-490B-31CC-7FCE-2AA452E60307}"/>
              </a:ext>
            </a:extLst>
          </p:cNvPr>
          <p:cNvSpPr/>
          <p:nvPr/>
        </p:nvSpPr>
        <p:spPr>
          <a:xfrm>
            <a:off x="2045219" y="2967335"/>
            <a:ext cx="810157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Algoritmo Ford – </a:t>
            </a:r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Fulkerson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s-E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Video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5770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CAE3E-F459-EA3F-A3C7-31A2F6E26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2E0A6D6B-9E6B-177C-1E97-0EA8BDA114FD}"/>
              </a:ext>
            </a:extLst>
          </p:cNvPr>
          <p:cNvGrpSpPr/>
          <p:nvPr/>
        </p:nvGrpSpPr>
        <p:grpSpPr>
          <a:xfrm>
            <a:off x="1950720" y="1767840"/>
            <a:ext cx="8270242" cy="3637280"/>
            <a:chOff x="365760" y="1767840"/>
            <a:chExt cx="8270242" cy="363728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80B9495E-3450-2412-452D-471FEAB9538D}"/>
                </a:ext>
              </a:extLst>
            </p:cNvPr>
            <p:cNvSpPr/>
            <p:nvPr/>
          </p:nvSpPr>
          <p:spPr>
            <a:xfrm>
              <a:off x="365760" y="30886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4B269372-6B68-99F8-8EF1-C4697EAA4EF1}"/>
                </a:ext>
              </a:extLst>
            </p:cNvPr>
            <p:cNvSpPr/>
            <p:nvPr/>
          </p:nvSpPr>
          <p:spPr>
            <a:xfrm>
              <a:off x="196088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61A8EEF9-368C-0B6F-BC4F-298AAD8063C4}"/>
                </a:ext>
              </a:extLst>
            </p:cNvPr>
            <p:cNvSpPr/>
            <p:nvPr/>
          </p:nvSpPr>
          <p:spPr>
            <a:xfrm>
              <a:off x="184912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BF590711-A079-B0E9-76C7-CB1C6DB3E987}"/>
                </a:ext>
              </a:extLst>
            </p:cNvPr>
            <p:cNvSpPr/>
            <p:nvPr/>
          </p:nvSpPr>
          <p:spPr>
            <a:xfrm>
              <a:off x="3556000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A8392130-CF24-5301-206C-C947F1DD8556}"/>
                </a:ext>
              </a:extLst>
            </p:cNvPr>
            <p:cNvSpPr/>
            <p:nvPr/>
          </p:nvSpPr>
          <p:spPr>
            <a:xfrm>
              <a:off x="564896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990C85DF-D915-BA12-47E2-F51278CC0F9A}"/>
                </a:ext>
              </a:extLst>
            </p:cNvPr>
            <p:cNvSpPr/>
            <p:nvPr/>
          </p:nvSpPr>
          <p:spPr>
            <a:xfrm>
              <a:off x="564896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01D3C2ED-6D0B-9D7B-B80A-D8EE088C6CC1}"/>
                </a:ext>
              </a:extLst>
            </p:cNvPr>
            <p:cNvSpPr/>
            <p:nvPr/>
          </p:nvSpPr>
          <p:spPr>
            <a:xfrm>
              <a:off x="7934962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AA796A60-4AA1-C319-28B0-830A43A4D85F}"/>
                </a:ext>
              </a:extLst>
            </p:cNvPr>
            <p:cNvCxnSpPr>
              <a:cxnSpLocks/>
              <a:stCxn id="2" idx="7"/>
              <a:endCxn id="3" idx="3"/>
            </p:cNvCxnSpPr>
            <p:nvPr/>
          </p:nvCxnSpPr>
          <p:spPr>
            <a:xfrm flipV="1">
              <a:off x="964135" y="2353207"/>
              <a:ext cx="1099410" cy="83586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F91D599D-D65D-3EE6-413D-124EAB1D4A50}"/>
                </a:ext>
              </a:extLst>
            </p:cNvPr>
            <p:cNvCxnSpPr>
              <a:cxnSpLocks/>
              <a:stCxn id="2" idx="6"/>
              <a:endCxn id="5" idx="2"/>
            </p:cNvCxnSpPr>
            <p:nvPr/>
          </p:nvCxnSpPr>
          <p:spPr>
            <a:xfrm>
              <a:off x="1066800" y="3431540"/>
              <a:ext cx="2489200" cy="1016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8DCE25E0-6FD2-DA73-5EFA-26A842CCE0A0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>
            <a:xfrm>
              <a:off x="964135" y="3674007"/>
              <a:ext cx="987650" cy="114574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FC0E43DD-DD30-3422-1937-8D91E979C69A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661920" y="2110740"/>
              <a:ext cx="2987040" cy="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625EBD23-8570-CFE7-5AE7-8E9517EE3123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2550160" y="5062220"/>
              <a:ext cx="3098800" cy="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B56923FF-DAA8-7534-150C-ACF926E727D6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2447495" y="3684167"/>
              <a:ext cx="121117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9DC42DEE-17EB-D5A1-675E-A9FF4D52C6E2}"/>
                </a:ext>
              </a:extLst>
            </p:cNvPr>
            <p:cNvCxnSpPr>
              <a:cxnSpLocks/>
              <a:stCxn id="3" idx="5"/>
              <a:endCxn id="5" idx="1"/>
            </p:cNvCxnSpPr>
            <p:nvPr/>
          </p:nvCxnSpPr>
          <p:spPr>
            <a:xfrm>
              <a:off x="2559255" y="2353207"/>
              <a:ext cx="109941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DF64DBBF-3DB2-E89E-E88E-CF9B86D88443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4154375" y="2353207"/>
              <a:ext cx="159725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D56692DC-5A47-5036-B81B-6390E777FE19}"/>
                </a:ext>
              </a:extLst>
            </p:cNvPr>
            <p:cNvCxnSpPr>
              <a:cxnSpLocks/>
              <a:stCxn id="7" idx="7"/>
              <a:endCxn id="8" idx="3"/>
            </p:cNvCxnSpPr>
            <p:nvPr/>
          </p:nvCxnSpPr>
          <p:spPr>
            <a:xfrm flipV="1">
              <a:off x="6247335" y="3684167"/>
              <a:ext cx="1790292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03851F2B-FDC6-9B48-58A3-7BDBE66EC5A2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5999480" y="2453640"/>
              <a:ext cx="0" cy="226568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6EE1FA69-A5CE-F08A-8AA5-D90ECDB70E44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247335" y="2353207"/>
              <a:ext cx="1790292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3B30233D-2094-D5C5-9B0D-CFCFD5E8B9D8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4154375" y="3684167"/>
              <a:ext cx="159725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1C0F1EC-F074-4ABB-1F14-B1EEAAE3A184}"/>
              </a:ext>
            </a:extLst>
          </p:cNvPr>
          <p:cNvSpPr txBox="1"/>
          <p:nvPr/>
        </p:nvSpPr>
        <p:spPr>
          <a:xfrm>
            <a:off x="2734822" y="25276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5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7DCEA522-D1EA-96FD-D786-02E23D151825}"/>
              </a:ext>
            </a:extLst>
          </p:cNvPr>
          <p:cNvSpPr txBox="1"/>
          <p:nvPr/>
        </p:nvSpPr>
        <p:spPr>
          <a:xfrm>
            <a:off x="2784321" y="426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F70E0E2-687A-0E11-AFE0-CE7783AC158F}"/>
              </a:ext>
            </a:extLst>
          </p:cNvPr>
          <p:cNvSpPr txBox="1"/>
          <p:nvPr/>
        </p:nvSpPr>
        <p:spPr>
          <a:xfrm>
            <a:off x="3310285" y="316367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7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FEE36DE-13E3-4B6F-583F-980E65D13F8B}"/>
              </a:ext>
            </a:extLst>
          </p:cNvPr>
          <p:cNvSpPr txBox="1"/>
          <p:nvPr/>
        </p:nvSpPr>
        <p:spPr>
          <a:xfrm>
            <a:off x="5140960" y="18256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3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115E1FC5-A649-6B77-B8B8-6EA3ACE83969}"/>
              </a:ext>
            </a:extLst>
          </p:cNvPr>
          <p:cNvSpPr txBox="1"/>
          <p:nvPr/>
        </p:nvSpPr>
        <p:spPr>
          <a:xfrm>
            <a:off x="4595219" y="24201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93C5A88E-5D16-7D68-D923-C492394003C5}"/>
              </a:ext>
            </a:extLst>
          </p:cNvPr>
          <p:cNvSpPr txBox="1"/>
          <p:nvPr/>
        </p:nvSpPr>
        <p:spPr>
          <a:xfrm>
            <a:off x="4693920" y="41239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1AFFD0C-7A3D-E2A4-C3DC-431112059160}"/>
              </a:ext>
            </a:extLst>
          </p:cNvPr>
          <p:cNvSpPr txBox="1"/>
          <p:nvPr/>
        </p:nvSpPr>
        <p:spPr>
          <a:xfrm>
            <a:off x="5183382" y="50622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2956772-DA4C-26DD-9366-C05FC251F9E5}"/>
              </a:ext>
            </a:extLst>
          </p:cNvPr>
          <p:cNvSpPr txBox="1"/>
          <p:nvPr/>
        </p:nvSpPr>
        <p:spPr>
          <a:xfrm>
            <a:off x="6183661" y="3733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5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980BB37-7840-375D-94DE-457CF5F3B503}"/>
              </a:ext>
            </a:extLst>
          </p:cNvPr>
          <p:cNvSpPr txBox="1"/>
          <p:nvPr/>
        </p:nvSpPr>
        <p:spPr>
          <a:xfrm>
            <a:off x="6224782" y="26047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F6869748-D521-98A3-B968-72D6CA1A7308}"/>
              </a:ext>
            </a:extLst>
          </p:cNvPr>
          <p:cNvSpPr txBox="1"/>
          <p:nvPr/>
        </p:nvSpPr>
        <p:spPr>
          <a:xfrm>
            <a:off x="7533999" y="330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A13C2D2-14B8-84E8-AC32-9DDF7497E5C5}"/>
              </a:ext>
            </a:extLst>
          </p:cNvPr>
          <p:cNvSpPr txBox="1"/>
          <p:nvPr/>
        </p:nvSpPr>
        <p:spPr>
          <a:xfrm>
            <a:off x="8594602" y="44097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9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64AD6ED-B6B4-F4A3-8B27-AAC9B8FDF3B4}"/>
              </a:ext>
            </a:extLst>
          </p:cNvPr>
          <p:cNvSpPr txBox="1"/>
          <p:nvPr/>
        </p:nvSpPr>
        <p:spPr>
          <a:xfrm>
            <a:off x="8545932" y="236336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6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7B1F5F7-E7D3-A513-E910-8BA76B578316}"/>
              </a:ext>
            </a:extLst>
          </p:cNvPr>
          <p:cNvSpPr txBox="1"/>
          <p:nvPr/>
        </p:nvSpPr>
        <p:spPr>
          <a:xfrm>
            <a:off x="2784321" y="813141"/>
            <a:ext cx="6923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Determínanos la ruta de mayor tolerancia para llegar de A hasta G, siguiendo el camino con las aristas de mayor valor entre cada nodo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77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F79FE-C27C-BEF3-57D5-D9B3FC82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7A226AA2-5806-8104-3FD9-D6A5F63B2059}"/>
              </a:ext>
            </a:extLst>
          </p:cNvPr>
          <p:cNvGrpSpPr/>
          <p:nvPr/>
        </p:nvGrpSpPr>
        <p:grpSpPr>
          <a:xfrm>
            <a:off x="355600" y="1767840"/>
            <a:ext cx="8270242" cy="3637280"/>
            <a:chOff x="365760" y="1767840"/>
            <a:chExt cx="8270242" cy="363728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750EB3CA-B0D4-9AEF-217E-E8948AB3CD47}"/>
                </a:ext>
              </a:extLst>
            </p:cNvPr>
            <p:cNvSpPr/>
            <p:nvPr/>
          </p:nvSpPr>
          <p:spPr>
            <a:xfrm>
              <a:off x="365760" y="30886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376DAE89-CB80-2D54-1977-7DDAC3C95420}"/>
                </a:ext>
              </a:extLst>
            </p:cNvPr>
            <p:cNvSpPr/>
            <p:nvPr/>
          </p:nvSpPr>
          <p:spPr>
            <a:xfrm>
              <a:off x="196088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30D7C755-5EA7-6D6B-E872-7D09C4AA6A4D}"/>
                </a:ext>
              </a:extLst>
            </p:cNvPr>
            <p:cNvSpPr/>
            <p:nvPr/>
          </p:nvSpPr>
          <p:spPr>
            <a:xfrm>
              <a:off x="184912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2D18D2BF-AC1C-6A22-F923-DE2DFACEA4E2}"/>
                </a:ext>
              </a:extLst>
            </p:cNvPr>
            <p:cNvSpPr/>
            <p:nvPr/>
          </p:nvSpPr>
          <p:spPr>
            <a:xfrm>
              <a:off x="3556000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4927CAFC-22BF-D40D-21A4-4A55FEEBA745}"/>
                </a:ext>
              </a:extLst>
            </p:cNvPr>
            <p:cNvSpPr/>
            <p:nvPr/>
          </p:nvSpPr>
          <p:spPr>
            <a:xfrm>
              <a:off x="564896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75941976-19D4-82EC-8AD0-AFE33D243375}"/>
                </a:ext>
              </a:extLst>
            </p:cNvPr>
            <p:cNvSpPr/>
            <p:nvPr/>
          </p:nvSpPr>
          <p:spPr>
            <a:xfrm>
              <a:off x="564896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008B1165-3D3C-AAF7-2F90-240D0091217C}"/>
                </a:ext>
              </a:extLst>
            </p:cNvPr>
            <p:cNvSpPr/>
            <p:nvPr/>
          </p:nvSpPr>
          <p:spPr>
            <a:xfrm>
              <a:off x="7934962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5261810D-3F08-F487-657C-E29F5CF9AB97}"/>
                </a:ext>
              </a:extLst>
            </p:cNvPr>
            <p:cNvCxnSpPr>
              <a:cxnSpLocks/>
              <a:stCxn id="2" idx="7"/>
              <a:endCxn id="3" idx="3"/>
            </p:cNvCxnSpPr>
            <p:nvPr/>
          </p:nvCxnSpPr>
          <p:spPr>
            <a:xfrm flipV="1">
              <a:off x="964135" y="2353207"/>
              <a:ext cx="1099410" cy="83586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872FDD1D-DE14-785F-8871-A2CAF9B4DDF6}"/>
                </a:ext>
              </a:extLst>
            </p:cNvPr>
            <p:cNvCxnSpPr>
              <a:cxnSpLocks/>
              <a:stCxn id="2" idx="6"/>
              <a:endCxn id="5" idx="2"/>
            </p:cNvCxnSpPr>
            <p:nvPr/>
          </p:nvCxnSpPr>
          <p:spPr>
            <a:xfrm>
              <a:off x="1066800" y="3431540"/>
              <a:ext cx="2489200" cy="1016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E038DC3F-88A1-02AD-6396-3896D6A87B0C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>
            <a:xfrm>
              <a:off x="964135" y="3674007"/>
              <a:ext cx="987650" cy="114574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27EFC860-B379-38CC-7A89-4D9BE39232F6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661920" y="2110740"/>
              <a:ext cx="2987040" cy="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DCB5370F-1D99-3018-EBF2-F9ACFA575965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2550160" y="5062220"/>
              <a:ext cx="3098800" cy="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252655D5-583A-A66C-539C-5DDCF775414B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2447495" y="3684167"/>
              <a:ext cx="121117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12A10349-2E03-191B-1E1A-8269EC56AE8F}"/>
                </a:ext>
              </a:extLst>
            </p:cNvPr>
            <p:cNvCxnSpPr>
              <a:cxnSpLocks/>
              <a:stCxn id="3" idx="5"/>
              <a:endCxn id="5" idx="1"/>
            </p:cNvCxnSpPr>
            <p:nvPr/>
          </p:nvCxnSpPr>
          <p:spPr>
            <a:xfrm>
              <a:off x="2559255" y="2353207"/>
              <a:ext cx="109941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CD3D266E-EED6-9F1B-C4EC-0F5FDB90A233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4154375" y="2353207"/>
              <a:ext cx="159725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8932D6BC-1238-20A8-B0B5-EF33E79A2645}"/>
                </a:ext>
              </a:extLst>
            </p:cNvPr>
            <p:cNvCxnSpPr>
              <a:cxnSpLocks/>
              <a:stCxn id="7" idx="7"/>
              <a:endCxn id="8" idx="3"/>
            </p:cNvCxnSpPr>
            <p:nvPr/>
          </p:nvCxnSpPr>
          <p:spPr>
            <a:xfrm flipV="1">
              <a:off x="6247335" y="3684167"/>
              <a:ext cx="1790292" cy="113558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4FE400AE-580C-D184-27C9-72DDB5F6EB57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5999480" y="2453640"/>
              <a:ext cx="0" cy="226568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56975606-838D-41CB-740D-0F1BFBFBDFF6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247335" y="2353207"/>
              <a:ext cx="1790292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1667C03E-98D6-6400-A1E9-B132EAE60BD2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4154375" y="3684167"/>
              <a:ext cx="1597250" cy="113558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93BCD0B-A1B6-C3CD-DB08-73145612AB81}"/>
              </a:ext>
            </a:extLst>
          </p:cNvPr>
          <p:cNvSpPr txBox="1"/>
          <p:nvPr/>
        </p:nvSpPr>
        <p:spPr>
          <a:xfrm>
            <a:off x="1139702" y="25276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5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0CCA649E-FB98-2A12-9A4E-2A94CBC8A515}"/>
              </a:ext>
            </a:extLst>
          </p:cNvPr>
          <p:cNvSpPr txBox="1"/>
          <p:nvPr/>
        </p:nvSpPr>
        <p:spPr>
          <a:xfrm>
            <a:off x="1189201" y="426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DD1FA39-29A8-6065-BA39-6EF877CF8242}"/>
              </a:ext>
            </a:extLst>
          </p:cNvPr>
          <p:cNvSpPr txBox="1"/>
          <p:nvPr/>
        </p:nvSpPr>
        <p:spPr>
          <a:xfrm>
            <a:off x="1715165" y="316367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1BCFF94C-AB1C-844A-1AB8-1726C371EFC4}"/>
              </a:ext>
            </a:extLst>
          </p:cNvPr>
          <p:cNvSpPr txBox="1"/>
          <p:nvPr/>
        </p:nvSpPr>
        <p:spPr>
          <a:xfrm>
            <a:off x="3545840" y="18256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3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BBCD256-EB36-E054-220E-C7AF448D3212}"/>
              </a:ext>
            </a:extLst>
          </p:cNvPr>
          <p:cNvSpPr txBox="1"/>
          <p:nvPr/>
        </p:nvSpPr>
        <p:spPr>
          <a:xfrm>
            <a:off x="3000099" y="24201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C0F7E76-50EF-6F0B-A431-0BB8F802BEE2}"/>
              </a:ext>
            </a:extLst>
          </p:cNvPr>
          <p:cNvSpPr txBox="1"/>
          <p:nvPr/>
        </p:nvSpPr>
        <p:spPr>
          <a:xfrm>
            <a:off x="3098800" y="41239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15364134-5F7F-8896-23C0-3CC0E10CC837}"/>
              </a:ext>
            </a:extLst>
          </p:cNvPr>
          <p:cNvSpPr txBox="1"/>
          <p:nvPr/>
        </p:nvSpPr>
        <p:spPr>
          <a:xfrm>
            <a:off x="3588262" y="50622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81DE8607-27FD-E46E-3B26-32DAF6D0B4E1}"/>
              </a:ext>
            </a:extLst>
          </p:cNvPr>
          <p:cNvSpPr txBox="1"/>
          <p:nvPr/>
        </p:nvSpPr>
        <p:spPr>
          <a:xfrm>
            <a:off x="4588541" y="3733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88A74273-B531-F9D6-89AB-8405B63597F9}"/>
              </a:ext>
            </a:extLst>
          </p:cNvPr>
          <p:cNvSpPr txBox="1"/>
          <p:nvPr/>
        </p:nvSpPr>
        <p:spPr>
          <a:xfrm>
            <a:off x="4629662" y="26047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4A5D9D2-95FC-ACF8-AE24-26E795B66665}"/>
              </a:ext>
            </a:extLst>
          </p:cNvPr>
          <p:cNvSpPr txBox="1"/>
          <p:nvPr/>
        </p:nvSpPr>
        <p:spPr>
          <a:xfrm>
            <a:off x="5938879" y="330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B98B224-A9F4-DC26-383C-99DDE7028CDA}"/>
              </a:ext>
            </a:extLst>
          </p:cNvPr>
          <p:cNvSpPr txBox="1"/>
          <p:nvPr/>
        </p:nvSpPr>
        <p:spPr>
          <a:xfrm>
            <a:off x="6999482" y="44097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9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54D0DC7E-862B-7CA8-D661-4FF77AEB456C}"/>
              </a:ext>
            </a:extLst>
          </p:cNvPr>
          <p:cNvSpPr txBox="1"/>
          <p:nvPr/>
        </p:nvSpPr>
        <p:spPr>
          <a:xfrm>
            <a:off x="6950812" y="236336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6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7D0DC01-9145-4D13-F2FC-54F1EAC4D299}"/>
              </a:ext>
            </a:extLst>
          </p:cNvPr>
          <p:cNvSpPr txBox="1"/>
          <p:nvPr/>
        </p:nvSpPr>
        <p:spPr>
          <a:xfrm>
            <a:off x="8962187" y="883920"/>
            <a:ext cx="179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MIN</a:t>
            </a:r>
            <a:r>
              <a:rPr lang="es-NI" baseline="-25000" dirty="0"/>
              <a:t>(ADFG)</a:t>
            </a:r>
            <a:r>
              <a:rPr lang="es-NI" dirty="0"/>
              <a:t>: [7 </a:t>
            </a:r>
            <a:r>
              <a:rPr lang="es-NI" b="1" dirty="0">
                <a:solidFill>
                  <a:srgbClr val="0C17FC"/>
                </a:solidFill>
              </a:rPr>
              <a:t>5</a:t>
            </a:r>
            <a:r>
              <a:rPr lang="es-NI" dirty="0"/>
              <a:t> 9]</a:t>
            </a:r>
            <a:endParaRPr lang="en-U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6AC542-5F4C-BDAA-963D-E9D13A7552A3}"/>
              </a:ext>
            </a:extLst>
          </p:cNvPr>
          <p:cNvSpPr txBox="1"/>
          <p:nvPr/>
        </p:nvSpPr>
        <p:spPr>
          <a:xfrm>
            <a:off x="1950720" y="358029"/>
            <a:ext cx="6567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En rojo encontrará marcada la ruta de mayor tolerancia, se determina la mejor tolerancia del camino y se le resta a todos los valores de las aristas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53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E699B-44C8-4C1E-90C4-CFBA9D4A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B11068EF-015E-5239-3794-FD61E5AA3AAD}"/>
              </a:ext>
            </a:extLst>
          </p:cNvPr>
          <p:cNvGrpSpPr/>
          <p:nvPr/>
        </p:nvGrpSpPr>
        <p:grpSpPr>
          <a:xfrm>
            <a:off x="355600" y="1767840"/>
            <a:ext cx="8270242" cy="3637280"/>
            <a:chOff x="365760" y="1767840"/>
            <a:chExt cx="8270242" cy="363728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581FBB84-F260-B1E8-5678-7976FCA36627}"/>
                </a:ext>
              </a:extLst>
            </p:cNvPr>
            <p:cNvSpPr/>
            <p:nvPr/>
          </p:nvSpPr>
          <p:spPr>
            <a:xfrm>
              <a:off x="365760" y="30886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BC56E1E8-4B42-5757-E7A9-516FF01789DE}"/>
                </a:ext>
              </a:extLst>
            </p:cNvPr>
            <p:cNvSpPr/>
            <p:nvPr/>
          </p:nvSpPr>
          <p:spPr>
            <a:xfrm>
              <a:off x="196088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FBFDD738-04F9-70B9-6D27-E090A9208AD8}"/>
                </a:ext>
              </a:extLst>
            </p:cNvPr>
            <p:cNvSpPr/>
            <p:nvPr/>
          </p:nvSpPr>
          <p:spPr>
            <a:xfrm>
              <a:off x="184912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4EC74AD7-8E83-59F9-483A-701D642A9154}"/>
                </a:ext>
              </a:extLst>
            </p:cNvPr>
            <p:cNvSpPr/>
            <p:nvPr/>
          </p:nvSpPr>
          <p:spPr>
            <a:xfrm>
              <a:off x="3556000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120BD366-7600-4323-7B71-B32087327E3D}"/>
                </a:ext>
              </a:extLst>
            </p:cNvPr>
            <p:cNvSpPr/>
            <p:nvPr/>
          </p:nvSpPr>
          <p:spPr>
            <a:xfrm>
              <a:off x="564896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6649FF2B-FF53-0E2A-C24C-E89194F03849}"/>
                </a:ext>
              </a:extLst>
            </p:cNvPr>
            <p:cNvSpPr/>
            <p:nvPr/>
          </p:nvSpPr>
          <p:spPr>
            <a:xfrm>
              <a:off x="564896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5B63199-EE49-A12E-8D4E-8170D1369A18}"/>
                </a:ext>
              </a:extLst>
            </p:cNvPr>
            <p:cNvSpPr/>
            <p:nvPr/>
          </p:nvSpPr>
          <p:spPr>
            <a:xfrm>
              <a:off x="7934962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6E81A88D-D2E6-16A2-CB26-CDD54B7F0EEE}"/>
                </a:ext>
              </a:extLst>
            </p:cNvPr>
            <p:cNvCxnSpPr>
              <a:cxnSpLocks/>
              <a:stCxn id="2" idx="7"/>
              <a:endCxn id="3" idx="3"/>
            </p:cNvCxnSpPr>
            <p:nvPr/>
          </p:nvCxnSpPr>
          <p:spPr>
            <a:xfrm flipV="1">
              <a:off x="964135" y="2353207"/>
              <a:ext cx="1099410" cy="83586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59CB8B09-5AEC-E354-B7E4-DEBBAF93F3D1}"/>
                </a:ext>
              </a:extLst>
            </p:cNvPr>
            <p:cNvCxnSpPr>
              <a:cxnSpLocks/>
              <a:stCxn id="2" idx="6"/>
              <a:endCxn id="5" idx="2"/>
            </p:cNvCxnSpPr>
            <p:nvPr/>
          </p:nvCxnSpPr>
          <p:spPr>
            <a:xfrm>
              <a:off x="1066800" y="3431540"/>
              <a:ext cx="2489200" cy="1016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ABCCA347-C5FC-BA3D-D9E8-A0271B2763B6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>
            <a:xfrm>
              <a:off x="964135" y="3674007"/>
              <a:ext cx="987650" cy="114574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6B51C9CD-0101-905E-84B9-89ADD611F516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661920" y="2110740"/>
              <a:ext cx="2987040" cy="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72E48346-44F5-5A08-C2D5-FC90E7EC0AAC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2550160" y="5062220"/>
              <a:ext cx="3098800" cy="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D5BE99B3-CDD0-68AC-2CE7-073BF7AC3582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2447495" y="3684167"/>
              <a:ext cx="121117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40EB4DBA-E88B-DD61-B1E5-B77668BA3870}"/>
                </a:ext>
              </a:extLst>
            </p:cNvPr>
            <p:cNvCxnSpPr>
              <a:cxnSpLocks/>
              <a:stCxn id="3" idx="5"/>
              <a:endCxn id="5" idx="1"/>
            </p:cNvCxnSpPr>
            <p:nvPr/>
          </p:nvCxnSpPr>
          <p:spPr>
            <a:xfrm>
              <a:off x="2559255" y="2353207"/>
              <a:ext cx="109941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99C4CA2B-C3C7-1166-DC1E-1A0A3C3B8ECF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4154375" y="2353207"/>
              <a:ext cx="159725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3A49A01A-DE1C-4038-5F07-A6709327189B}"/>
                </a:ext>
              </a:extLst>
            </p:cNvPr>
            <p:cNvCxnSpPr>
              <a:cxnSpLocks/>
              <a:stCxn id="7" idx="7"/>
              <a:endCxn id="8" idx="3"/>
            </p:cNvCxnSpPr>
            <p:nvPr/>
          </p:nvCxnSpPr>
          <p:spPr>
            <a:xfrm flipV="1">
              <a:off x="6247335" y="3684167"/>
              <a:ext cx="1790292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5A131CAD-870F-29E7-161D-F08B41CDFC84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5999480" y="2453640"/>
              <a:ext cx="0" cy="226568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E2004912-253B-F94A-01B5-A362725F7001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247335" y="2353207"/>
              <a:ext cx="1790292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831A947F-5FF0-3B5F-8DFC-2B8F5C5E1BBB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4154375" y="3684167"/>
              <a:ext cx="1597250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E5FA7D2D-7007-1373-BDA1-5775B4CAA217}"/>
              </a:ext>
            </a:extLst>
          </p:cNvPr>
          <p:cNvSpPr txBox="1"/>
          <p:nvPr/>
        </p:nvSpPr>
        <p:spPr>
          <a:xfrm>
            <a:off x="1139702" y="25276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5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7BEF2B5-A495-555F-2FD6-3E777766F32E}"/>
              </a:ext>
            </a:extLst>
          </p:cNvPr>
          <p:cNvSpPr txBox="1"/>
          <p:nvPr/>
        </p:nvSpPr>
        <p:spPr>
          <a:xfrm>
            <a:off x="1189201" y="426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CD8A444-3855-0ED8-4426-7FE46994AD4C}"/>
              </a:ext>
            </a:extLst>
          </p:cNvPr>
          <p:cNvSpPr txBox="1"/>
          <p:nvPr/>
        </p:nvSpPr>
        <p:spPr>
          <a:xfrm>
            <a:off x="1715165" y="3163673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C4BED44-5DE2-E012-C765-5BE3E0CB3050}"/>
              </a:ext>
            </a:extLst>
          </p:cNvPr>
          <p:cNvSpPr txBox="1"/>
          <p:nvPr/>
        </p:nvSpPr>
        <p:spPr>
          <a:xfrm>
            <a:off x="3545840" y="18256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3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EC73407-2480-62D3-3A28-B043C00F256B}"/>
              </a:ext>
            </a:extLst>
          </p:cNvPr>
          <p:cNvSpPr txBox="1"/>
          <p:nvPr/>
        </p:nvSpPr>
        <p:spPr>
          <a:xfrm>
            <a:off x="3000099" y="24201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2DE9DCE-FEE1-6972-A2E0-C4FA6766F6B7}"/>
              </a:ext>
            </a:extLst>
          </p:cNvPr>
          <p:cNvSpPr txBox="1"/>
          <p:nvPr/>
        </p:nvSpPr>
        <p:spPr>
          <a:xfrm>
            <a:off x="3098800" y="41239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53654D05-533D-F692-53C2-9672EEF277E9}"/>
              </a:ext>
            </a:extLst>
          </p:cNvPr>
          <p:cNvSpPr txBox="1"/>
          <p:nvPr/>
        </p:nvSpPr>
        <p:spPr>
          <a:xfrm>
            <a:off x="3588262" y="50622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87094E8-18E7-3917-3EAA-558A1EEF057C}"/>
              </a:ext>
            </a:extLst>
          </p:cNvPr>
          <p:cNvSpPr txBox="1"/>
          <p:nvPr/>
        </p:nvSpPr>
        <p:spPr>
          <a:xfrm>
            <a:off x="4588541" y="37338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5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48E65E3-4EA8-147D-5EA3-09C4B4435F87}"/>
              </a:ext>
            </a:extLst>
          </p:cNvPr>
          <p:cNvSpPr txBox="1"/>
          <p:nvPr/>
        </p:nvSpPr>
        <p:spPr>
          <a:xfrm>
            <a:off x="4629662" y="26047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7B3BA077-AC06-BE58-983B-1C6A0272B567}"/>
              </a:ext>
            </a:extLst>
          </p:cNvPr>
          <p:cNvSpPr txBox="1"/>
          <p:nvPr/>
        </p:nvSpPr>
        <p:spPr>
          <a:xfrm>
            <a:off x="5938879" y="330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554594E-BF03-8382-9B9D-896AF4726A88}"/>
              </a:ext>
            </a:extLst>
          </p:cNvPr>
          <p:cNvSpPr txBox="1"/>
          <p:nvPr/>
        </p:nvSpPr>
        <p:spPr>
          <a:xfrm>
            <a:off x="6999482" y="44097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9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4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E98FE5C-2FFC-20F6-CA57-6B7F11EF2419}"/>
              </a:ext>
            </a:extLst>
          </p:cNvPr>
          <p:cNvSpPr txBox="1"/>
          <p:nvPr/>
        </p:nvSpPr>
        <p:spPr>
          <a:xfrm>
            <a:off x="6950812" y="236336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6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438E591-2E82-07CB-98BC-3F7C0654DFDA}"/>
              </a:ext>
            </a:extLst>
          </p:cNvPr>
          <p:cNvSpPr txBox="1"/>
          <p:nvPr/>
        </p:nvSpPr>
        <p:spPr>
          <a:xfrm>
            <a:off x="8962187" y="883920"/>
            <a:ext cx="179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MIN</a:t>
            </a:r>
            <a:r>
              <a:rPr lang="es-NI" baseline="-25000" dirty="0"/>
              <a:t>(ADFG)</a:t>
            </a:r>
            <a:r>
              <a:rPr lang="es-NI" dirty="0"/>
              <a:t>: [7 </a:t>
            </a:r>
            <a:r>
              <a:rPr lang="es-NI" b="1" dirty="0">
                <a:solidFill>
                  <a:srgbClr val="0C17FC"/>
                </a:solidFill>
              </a:rPr>
              <a:t>5</a:t>
            </a:r>
            <a:r>
              <a:rPr lang="es-NI" dirty="0"/>
              <a:t> 9]</a:t>
            </a:r>
            <a:endParaRPr lang="en-U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91B68E4-3475-2963-86CC-9B73826E6FD8}"/>
              </a:ext>
            </a:extLst>
          </p:cNvPr>
          <p:cNvSpPr txBox="1"/>
          <p:nvPr/>
        </p:nvSpPr>
        <p:spPr>
          <a:xfrm>
            <a:off x="1950720" y="358029"/>
            <a:ext cx="6567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Una vez que se le ha restado el menor valor de las aristas a todo el camino, se debe volver al paso uno y elegir las aristas de mayor tolerancia entre los nodos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163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3D812-D09C-79CB-B8F0-C8ABC282F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90B2DF36-357E-EBB1-8155-5D3EE832BA2F}"/>
              </a:ext>
            </a:extLst>
          </p:cNvPr>
          <p:cNvGrpSpPr/>
          <p:nvPr/>
        </p:nvGrpSpPr>
        <p:grpSpPr>
          <a:xfrm>
            <a:off x="355600" y="1767840"/>
            <a:ext cx="8270242" cy="3637280"/>
            <a:chOff x="365760" y="1767840"/>
            <a:chExt cx="8270242" cy="363728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D003D110-ABC3-0C6D-40BE-FF9D6D2A61E3}"/>
                </a:ext>
              </a:extLst>
            </p:cNvPr>
            <p:cNvSpPr/>
            <p:nvPr/>
          </p:nvSpPr>
          <p:spPr>
            <a:xfrm>
              <a:off x="365760" y="30886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B043A539-9FA7-E60F-1517-2668A805AE68}"/>
                </a:ext>
              </a:extLst>
            </p:cNvPr>
            <p:cNvSpPr/>
            <p:nvPr/>
          </p:nvSpPr>
          <p:spPr>
            <a:xfrm>
              <a:off x="196088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D6C41027-73B1-1579-A4F0-43C4096DAD1E}"/>
                </a:ext>
              </a:extLst>
            </p:cNvPr>
            <p:cNvSpPr/>
            <p:nvPr/>
          </p:nvSpPr>
          <p:spPr>
            <a:xfrm>
              <a:off x="184912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E320326-683B-6B68-63BA-9C3F68C977BC}"/>
                </a:ext>
              </a:extLst>
            </p:cNvPr>
            <p:cNvSpPr/>
            <p:nvPr/>
          </p:nvSpPr>
          <p:spPr>
            <a:xfrm>
              <a:off x="3556000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5B1F8286-FD49-4F0F-96F4-DE7DD78A0F8A}"/>
                </a:ext>
              </a:extLst>
            </p:cNvPr>
            <p:cNvSpPr/>
            <p:nvPr/>
          </p:nvSpPr>
          <p:spPr>
            <a:xfrm>
              <a:off x="564896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F934BB8F-3903-E15A-3880-A362E23039D1}"/>
                </a:ext>
              </a:extLst>
            </p:cNvPr>
            <p:cNvSpPr/>
            <p:nvPr/>
          </p:nvSpPr>
          <p:spPr>
            <a:xfrm>
              <a:off x="564896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3ACDA85C-5446-AA3B-10E5-EB0270B94541}"/>
                </a:ext>
              </a:extLst>
            </p:cNvPr>
            <p:cNvSpPr/>
            <p:nvPr/>
          </p:nvSpPr>
          <p:spPr>
            <a:xfrm>
              <a:off x="7934962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1A9CAB18-0DB9-FBB2-8EED-6B260B04F387}"/>
                </a:ext>
              </a:extLst>
            </p:cNvPr>
            <p:cNvCxnSpPr>
              <a:cxnSpLocks/>
              <a:stCxn id="2" idx="7"/>
              <a:endCxn id="3" idx="3"/>
            </p:cNvCxnSpPr>
            <p:nvPr/>
          </p:nvCxnSpPr>
          <p:spPr>
            <a:xfrm flipV="1">
              <a:off x="964135" y="2353207"/>
              <a:ext cx="1099410" cy="83586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75671949-A26C-2AD2-BA11-4608705A7553}"/>
                </a:ext>
              </a:extLst>
            </p:cNvPr>
            <p:cNvCxnSpPr>
              <a:cxnSpLocks/>
              <a:stCxn id="2" idx="6"/>
              <a:endCxn id="5" idx="2"/>
            </p:cNvCxnSpPr>
            <p:nvPr/>
          </p:nvCxnSpPr>
          <p:spPr>
            <a:xfrm>
              <a:off x="1066800" y="3431540"/>
              <a:ext cx="2489200" cy="1016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E5428644-2AB3-06CA-40A2-D79A60BD4430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>
            <a:xfrm>
              <a:off x="964135" y="3674007"/>
              <a:ext cx="987650" cy="114574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54711FB6-5884-82E8-FBDB-F89FA88244C8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661920" y="2110740"/>
              <a:ext cx="2987040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271A18C1-FD9D-46D2-DDB9-C932BEA2128C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2550160" y="5062220"/>
              <a:ext cx="3098800" cy="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B9A8EDEE-0C75-E411-4121-C08215B1947A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2447495" y="3684167"/>
              <a:ext cx="121117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F45828BE-AA06-D282-FD3C-E3B0737B1E7C}"/>
                </a:ext>
              </a:extLst>
            </p:cNvPr>
            <p:cNvCxnSpPr>
              <a:cxnSpLocks/>
              <a:stCxn id="3" idx="5"/>
              <a:endCxn id="5" idx="1"/>
            </p:cNvCxnSpPr>
            <p:nvPr/>
          </p:nvCxnSpPr>
          <p:spPr>
            <a:xfrm>
              <a:off x="2559255" y="2353207"/>
              <a:ext cx="109941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26C88AEE-2B1F-AA57-9F56-226B800ABC03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4154375" y="2353207"/>
              <a:ext cx="159725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5F55EB90-3892-C3BD-4B2C-9DEB152DAD0C}"/>
                </a:ext>
              </a:extLst>
            </p:cNvPr>
            <p:cNvCxnSpPr>
              <a:cxnSpLocks/>
              <a:stCxn id="7" idx="7"/>
              <a:endCxn id="8" idx="3"/>
            </p:cNvCxnSpPr>
            <p:nvPr/>
          </p:nvCxnSpPr>
          <p:spPr>
            <a:xfrm flipV="1">
              <a:off x="6247335" y="3684167"/>
              <a:ext cx="1790292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445F50A9-35ED-3F9A-1CD1-9D946CE75D61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5999480" y="2453640"/>
              <a:ext cx="0" cy="226568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4F71F807-714D-CEBD-6A18-2C4CDEEC40FF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247335" y="2353207"/>
              <a:ext cx="1790292" cy="84602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BBA02891-977D-5BA8-CCC9-C036D8802DD7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4154375" y="3684167"/>
              <a:ext cx="1597250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5572B61-5A3D-3247-3AA8-C71711FC944F}"/>
              </a:ext>
            </a:extLst>
          </p:cNvPr>
          <p:cNvSpPr txBox="1"/>
          <p:nvPr/>
        </p:nvSpPr>
        <p:spPr>
          <a:xfrm>
            <a:off x="1139702" y="25276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10F20E8-969B-BF3A-4D6A-E6B0F33A0E00}"/>
              </a:ext>
            </a:extLst>
          </p:cNvPr>
          <p:cNvSpPr txBox="1"/>
          <p:nvPr/>
        </p:nvSpPr>
        <p:spPr>
          <a:xfrm>
            <a:off x="1189201" y="426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284AE18-CF9E-4C0C-F1F4-9161447975E2}"/>
              </a:ext>
            </a:extLst>
          </p:cNvPr>
          <p:cNvSpPr txBox="1"/>
          <p:nvPr/>
        </p:nvSpPr>
        <p:spPr>
          <a:xfrm>
            <a:off x="1715165" y="3163673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5A563483-2836-969E-C9ED-408CBFD4F087}"/>
              </a:ext>
            </a:extLst>
          </p:cNvPr>
          <p:cNvSpPr txBox="1"/>
          <p:nvPr/>
        </p:nvSpPr>
        <p:spPr>
          <a:xfrm>
            <a:off x="3559845" y="18256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9DEBB5A-5F0E-5950-0237-4BFC20671B59}"/>
              </a:ext>
            </a:extLst>
          </p:cNvPr>
          <p:cNvSpPr txBox="1"/>
          <p:nvPr/>
        </p:nvSpPr>
        <p:spPr>
          <a:xfrm>
            <a:off x="3000099" y="24201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B954273C-6398-5952-3156-A03D0080992E}"/>
              </a:ext>
            </a:extLst>
          </p:cNvPr>
          <p:cNvSpPr txBox="1"/>
          <p:nvPr/>
        </p:nvSpPr>
        <p:spPr>
          <a:xfrm>
            <a:off x="3098800" y="41239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04D306B-708A-0BC8-D3A0-545DD26AB978}"/>
              </a:ext>
            </a:extLst>
          </p:cNvPr>
          <p:cNvSpPr txBox="1"/>
          <p:nvPr/>
        </p:nvSpPr>
        <p:spPr>
          <a:xfrm>
            <a:off x="3588262" y="50622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E716B447-B7AF-C002-6665-8C855A12793F}"/>
              </a:ext>
            </a:extLst>
          </p:cNvPr>
          <p:cNvSpPr txBox="1"/>
          <p:nvPr/>
        </p:nvSpPr>
        <p:spPr>
          <a:xfrm>
            <a:off x="4588541" y="37338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5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EA55A9C9-168A-A214-5766-2BF07FA17B21}"/>
              </a:ext>
            </a:extLst>
          </p:cNvPr>
          <p:cNvSpPr txBox="1"/>
          <p:nvPr/>
        </p:nvSpPr>
        <p:spPr>
          <a:xfrm>
            <a:off x="4629662" y="26047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67DD3941-DF6B-AC99-DB23-A3028C5F2619}"/>
              </a:ext>
            </a:extLst>
          </p:cNvPr>
          <p:cNvSpPr txBox="1"/>
          <p:nvPr/>
        </p:nvSpPr>
        <p:spPr>
          <a:xfrm>
            <a:off x="5938879" y="330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0969805-3631-5AF1-0EFB-F04CDCE1FF10}"/>
              </a:ext>
            </a:extLst>
          </p:cNvPr>
          <p:cNvSpPr txBox="1"/>
          <p:nvPr/>
        </p:nvSpPr>
        <p:spPr>
          <a:xfrm>
            <a:off x="6999482" y="44097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9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4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10958BF-F04F-C017-2A3B-188BF014FD1C}"/>
              </a:ext>
            </a:extLst>
          </p:cNvPr>
          <p:cNvSpPr txBox="1"/>
          <p:nvPr/>
        </p:nvSpPr>
        <p:spPr>
          <a:xfrm>
            <a:off x="6950812" y="236336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8CDA653-9FAC-229B-D4E3-B6767CB1DA0B}"/>
              </a:ext>
            </a:extLst>
          </p:cNvPr>
          <p:cNvSpPr txBox="1"/>
          <p:nvPr/>
        </p:nvSpPr>
        <p:spPr>
          <a:xfrm>
            <a:off x="8962187" y="883920"/>
            <a:ext cx="1790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MIN</a:t>
            </a:r>
            <a:r>
              <a:rPr lang="es-NI" baseline="-25000" dirty="0"/>
              <a:t>(ADFG)</a:t>
            </a:r>
            <a:r>
              <a:rPr lang="es-NI" dirty="0"/>
              <a:t>: [7 </a:t>
            </a:r>
            <a:r>
              <a:rPr lang="es-NI" b="1" dirty="0">
                <a:solidFill>
                  <a:srgbClr val="0C17FC"/>
                </a:solidFill>
              </a:rPr>
              <a:t>5</a:t>
            </a:r>
            <a:r>
              <a:rPr lang="es-NI" dirty="0"/>
              <a:t> 9]</a:t>
            </a:r>
          </a:p>
          <a:p>
            <a:r>
              <a:rPr lang="es-NI" dirty="0"/>
              <a:t>MIN</a:t>
            </a:r>
            <a:r>
              <a:rPr lang="es-NI" baseline="-25000" dirty="0"/>
              <a:t>(ABEG)</a:t>
            </a:r>
            <a:r>
              <a:rPr lang="es-NI" dirty="0"/>
              <a:t>: [5 </a:t>
            </a:r>
            <a:r>
              <a:rPr lang="es-NI" b="1" dirty="0">
                <a:solidFill>
                  <a:srgbClr val="0C17FC"/>
                </a:solidFill>
              </a:rPr>
              <a:t>3</a:t>
            </a:r>
            <a:r>
              <a:rPr lang="es-NI" dirty="0"/>
              <a:t> 6]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30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5A682-98AF-A530-B892-CB454772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82C49DBD-BFC1-013C-5C94-2546B24A5F5A}"/>
              </a:ext>
            </a:extLst>
          </p:cNvPr>
          <p:cNvGrpSpPr/>
          <p:nvPr/>
        </p:nvGrpSpPr>
        <p:grpSpPr>
          <a:xfrm>
            <a:off x="355600" y="1767840"/>
            <a:ext cx="8270242" cy="3637280"/>
            <a:chOff x="365760" y="1767840"/>
            <a:chExt cx="8270242" cy="363728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698D17DE-6733-4C87-C4FB-FB1C4A696F3A}"/>
                </a:ext>
              </a:extLst>
            </p:cNvPr>
            <p:cNvSpPr/>
            <p:nvPr/>
          </p:nvSpPr>
          <p:spPr>
            <a:xfrm>
              <a:off x="365760" y="30886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D842CFCD-B583-28B8-C348-F20A8CF1BB06}"/>
                </a:ext>
              </a:extLst>
            </p:cNvPr>
            <p:cNvSpPr/>
            <p:nvPr/>
          </p:nvSpPr>
          <p:spPr>
            <a:xfrm>
              <a:off x="196088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741F461F-FBF6-801F-2570-6FBFCA7FBC2F}"/>
                </a:ext>
              </a:extLst>
            </p:cNvPr>
            <p:cNvSpPr/>
            <p:nvPr/>
          </p:nvSpPr>
          <p:spPr>
            <a:xfrm>
              <a:off x="184912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21E7ECCF-7D56-0C8D-FDC9-4C767D82FF95}"/>
                </a:ext>
              </a:extLst>
            </p:cNvPr>
            <p:cNvSpPr/>
            <p:nvPr/>
          </p:nvSpPr>
          <p:spPr>
            <a:xfrm>
              <a:off x="3556000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85382906-594E-547A-819B-232EA11D766F}"/>
                </a:ext>
              </a:extLst>
            </p:cNvPr>
            <p:cNvSpPr/>
            <p:nvPr/>
          </p:nvSpPr>
          <p:spPr>
            <a:xfrm>
              <a:off x="564896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DCB5F2EA-B2FF-0E27-699A-2587B0AC34C0}"/>
                </a:ext>
              </a:extLst>
            </p:cNvPr>
            <p:cNvSpPr/>
            <p:nvPr/>
          </p:nvSpPr>
          <p:spPr>
            <a:xfrm>
              <a:off x="564896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08CFD8DF-789B-FA53-00F0-1A54E9FF6627}"/>
                </a:ext>
              </a:extLst>
            </p:cNvPr>
            <p:cNvSpPr/>
            <p:nvPr/>
          </p:nvSpPr>
          <p:spPr>
            <a:xfrm>
              <a:off x="7934962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97549416-8081-7B68-0AC3-A79C4DF79E56}"/>
                </a:ext>
              </a:extLst>
            </p:cNvPr>
            <p:cNvCxnSpPr>
              <a:cxnSpLocks/>
              <a:stCxn id="2" idx="7"/>
              <a:endCxn id="3" idx="3"/>
            </p:cNvCxnSpPr>
            <p:nvPr/>
          </p:nvCxnSpPr>
          <p:spPr>
            <a:xfrm flipV="1">
              <a:off x="964135" y="2353207"/>
              <a:ext cx="1099410" cy="83586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E67E0A38-314F-A8D0-8B64-8F8524A509F0}"/>
                </a:ext>
              </a:extLst>
            </p:cNvPr>
            <p:cNvCxnSpPr>
              <a:cxnSpLocks/>
              <a:stCxn id="2" idx="6"/>
              <a:endCxn id="5" idx="2"/>
            </p:cNvCxnSpPr>
            <p:nvPr/>
          </p:nvCxnSpPr>
          <p:spPr>
            <a:xfrm>
              <a:off x="1066800" y="3431540"/>
              <a:ext cx="2489200" cy="1016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D7E63A11-D671-B216-8BED-456939B3C937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>
            <a:xfrm>
              <a:off x="964135" y="3674007"/>
              <a:ext cx="987650" cy="114574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6D6566AE-E043-85BB-8BD1-97E0FE72FDAE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661920" y="2110740"/>
              <a:ext cx="298704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45D31163-C460-D98D-4B79-B183FFCAB868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2550160" y="5062220"/>
              <a:ext cx="3098800" cy="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8219FB1E-8D37-DED2-88BA-94FBA49957BE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2447495" y="3684167"/>
              <a:ext cx="121117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A5FB3DDD-1E35-7CA7-D52D-F2F2E97F25F2}"/>
                </a:ext>
              </a:extLst>
            </p:cNvPr>
            <p:cNvCxnSpPr>
              <a:cxnSpLocks/>
              <a:stCxn id="3" idx="5"/>
              <a:endCxn id="5" idx="1"/>
            </p:cNvCxnSpPr>
            <p:nvPr/>
          </p:nvCxnSpPr>
          <p:spPr>
            <a:xfrm>
              <a:off x="2559255" y="2353207"/>
              <a:ext cx="109941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7F499C9D-E8C7-3E0A-F0C2-CD98B0A813B0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4154375" y="2353207"/>
              <a:ext cx="159725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87A7134D-1E8D-8160-8258-50570E14BA31}"/>
                </a:ext>
              </a:extLst>
            </p:cNvPr>
            <p:cNvCxnSpPr>
              <a:cxnSpLocks/>
              <a:stCxn id="7" idx="7"/>
              <a:endCxn id="8" idx="3"/>
            </p:cNvCxnSpPr>
            <p:nvPr/>
          </p:nvCxnSpPr>
          <p:spPr>
            <a:xfrm flipV="1">
              <a:off x="6247335" y="3684167"/>
              <a:ext cx="1790292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7D85376A-E532-5C7E-160C-BCB051FE6FC7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5999480" y="2453640"/>
              <a:ext cx="0" cy="226568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F64E4B1C-BD2C-ACEB-54AD-CBAE3EE6AFBF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247335" y="2353207"/>
              <a:ext cx="1790292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529A309D-B300-916E-54A3-30532803C676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4154375" y="3684167"/>
              <a:ext cx="1597250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7A113F0-52A6-DD71-9D12-93C2A8E7DCBD}"/>
              </a:ext>
            </a:extLst>
          </p:cNvPr>
          <p:cNvSpPr txBox="1"/>
          <p:nvPr/>
        </p:nvSpPr>
        <p:spPr>
          <a:xfrm>
            <a:off x="1139702" y="252764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5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B6101A2-95ED-6083-99D9-D06C0FFDA557}"/>
              </a:ext>
            </a:extLst>
          </p:cNvPr>
          <p:cNvSpPr txBox="1"/>
          <p:nvPr/>
        </p:nvSpPr>
        <p:spPr>
          <a:xfrm>
            <a:off x="1189201" y="426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56D1FB3-E37A-8093-07FA-A9F590A58B6A}"/>
              </a:ext>
            </a:extLst>
          </p:cNvPr>
          <p:cNvSpPr txBox="1"/>
          <p:nvPr/>
        </p:nvSpPr>
        <p:spPr>
          <a:xfrm>
            <a:off x="1715165" y="3163673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6ABAB59-2701-FCC5-C0D5-6D902FE5AC81}"/>
              </a:ext>
            </a:extLst>
          </p:cNvPr>
          <p:cNvSpPr txBox="1"/>
          <p:nvPr/>
        </p:nvSpPr>
        <p:spPr>
          <a:xfrm>
            <a:off x="3559845" y="1825642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3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E3597134-056B-A318-6F57-D3F435F2DA1B}"/>
              </a:ext>
            </a:extLst>
          </p:cNvPr>
          <p:cNvSpPr txBox="1"/>
          <p:nvPr/>
        </p:nvSpPr>
        <p:spPr>
          <a:xfrm>
            <a:off x="3000099" y="24201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E35CB878-F349-8D1E-BD56-1746078D0F53}"/>
              </a:ext>
            </a:extLst>
          </p:cNvPr>
          <p:cNvSpPr txBox="1"/>
          <p:nvPr/>
        </p:nvSpPr>
        <p:spPr>
          <a:xfrm>
            <a:off x="3098800" y="41239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2703F8E-AF0E-606D-BBD4-EAED1DF6E8BB}"/>
              </a:ext>
            </a:extLst>
          </p:cNvPr>
          <p:cNvSpPr txBox="1"/>
          <p:nvPr/>
        </p:nvSpPr>
        <p:spPr>
          <a:xfrm>
            <a:off x="3588262" y="50622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BCF9F38-103B-7417-0E1D-47C10062DB76}"/>
              </a:ext>
            </a:extLst>
          </p:cNvPr>
          <p:cNvSpPr txBox="1"/>
          <p:nvPr/>
        </p:nvSpPr>
        <p:spPr>
          <a:xfrm>
            <a:off x="4588541" y="37338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5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BCCEBF5-E802-5043-517A-1C6A75D20AF5}"/>
              </a:ext>
            </a:extLst>
          </p:cNvPr>
          <p:cNvSpPr txBox="1"/>
          <p:nvPr/>
        </p:nvSpPr>
        <p:spPr>
          <a:xfrm>
            <a:off x="4629662" y="26047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D8F66A3-DD90-201F-71DB-5BFC96D292C7}"/>
              </a:ext>
            </a:extLst>
          </p:cNvPr>
          <p:cNvSpPr txBox="1"/>
          <p:nvPr/>
        </p:nvSpPr>
        <p:spPr>
          <a:xfrm>
            <a:off x="5938879" y="330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3859F2C-B098-3F41-6B8B-A0CA58B485E9}"/>
              </a:ext>
            </a:extLst>
          </p:cNvPr>
          <p:cNvSpPr txBox="1"/>
          <p:nvPr/>
        </p:nvSpPr>
        <p:spPr>
          <a:xfrm>
            <a:off x="6999482" y="44097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9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4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6716B95-B881-CE83-C6BD-EC997FB3E860}"/>
              </a:ext>
            </a:extLst>
          </p:cNvPr>
          <p:cNvSpPr txBox="1"/>
          <p:nvPr/>
        </p:nvSpPr>
        <p:spPr>
          <a:xfrm>
            <a:off x="6950812" y="2363367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6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3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BC3B6E1-327D-92B0-CD71-A6A304EC5C68}"/>
              </a:ext>
            </a:extLst>
          </p:cNvPr>
          <p:cNvSpPr txBox="1"/>
          <p:nvPr/>
        </p:nvSpPr>
        <p:spPr>
          <a:xfrm>
            <a:off x="8962187" y="883920"/>
            <a:ext cx="1790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MIN</a:t>
            </a:r>
            <a:r>
              <a:rPr lang="es-NI" baseline="-25000" dirty="0"/>
              <a:t>(ADFG)</a:t>
            </a:r>
            <a:r>
              <a:rPr lang="es-NI" dirty="0"/>
              <a:t>: [7 </a:t>
            </a:r>
            <a:r>
              <a:rPr lang="es-NI" b="1" dirty="0">
                <a:solidFill>
                  <a:srgbClr val="0C17FC"/>
                </a:solidFill>
              </a:rPr>
              <a:t>5</a:t>
            </a:r>
            <a:r>
              <a:rPr lang="es-NI" dirty="0"/>
              <a:t> 9]</a:t>
            </a:r>
          </a:p>
          <a:p>
            <a:r>
              <a:rPr lang="es-NI" dirty="0"/>
              <a:t>MIN</a:t>
            </a:r>
            <a:r>
              <a:rPr lang="es-NI" baseline="-25000" dirty="0"/>
              <a:t>(ABEG)</a:t>
            </a:r>
            <a:r>
              <a:rPr lang="es-NI" dirty="0"/>
              <a:t>: [5 </a:t>
            </a:r>
            <a:r>
              <a:rPr lang="es-NI" b="1" dirty="0">
                <a:solidFill>
                  <a:srgbClr val="0C17FC"/>
                </a:solidFill>
              </a:rPr>
              <a:t>3</a:t>
            </a:r>
            <a:r>
              <a:rPr lang="es-NI" dirty="0"/>
              <a:t> 6]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501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438C2-C919-E780-7182-DAD74795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A737D16-08E6-F8AF-1047-D9EBC502D65B}"/>
              </a:ext>
            </a:extLst>
          </p:cNvPr>
          <p:cNvGrpSpPr/>
          <p:nvPr/>
        </p:nvGrpSpPr>
        <p:grpSpPr>
          <a:xfrm>
            <a:off x="355600" y="1767840"/>
            <a:ext cx="8270242" cy="3637280"/>
            <a:chOff x="365760" y="1767840"/>
            <a:chExt cx="8270242" cy="363728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23AAE295-485B-7753-8E92-6E8CB4AFAFC5}"/>
                </a:ext>
              </a:extLst>
            </p:cNvPr>
            <p:cNvSpPr/>
            <p:nvPr/>
          </p:nvSpPr>
          <p:spPr>
            <a:xfrm>
              <a:off x="365760" y="30886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C6BB33F5-E834-BCA5-5CF5-25B8D72B5214}"/>
                </a:ext>
              </a:extLst>
            </p:cNvPr>
            <p:cNvSpPr/>
            <p:nvPr/>
          </p:nvSpPr>
          <p:spPr>
            <a:xfrm>
              <a:off x="196088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7BBD4BF8-99B9-E8F2-C6AE-0112BD22E5DD}"/>
                </a:ext>
              </a:extLst>
            </p:cNvPr>
            <p:cNvSpPr/>
            <p:nvPr/>
          </p:nvSpPr>
          <p:spPr>
            <a:xfrm>
              <a:off x="184912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0B1834E2-07E3-1600-C584-91EBEE4280CB}"/>
                </a:ext>
              </a:extLst>
            </p:cNvPr>
            <p:cNvSpPr/>
            <p:nvPr/>
          </p:nvSpPr>
          <p:spPr>
            <a:xfrm>
              <a:off x="3556000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5506E4C5-7246-7AF3-EF62-E1CB21821FA2}"/>
                </a:ext>
              </a:extLst>
            </p:cNvPr>
            <p:cNvSpPr/>
            <p:nvPr/>
          </p:nvSpPr>
          <p:spPr>
            <a:xfrm>
              <a:off x="564896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3E458354-6C81-E504-3FAD-AB78FB8CA9B1}"/>
                </a:ext>
              </a:extLst>
            </p:cNvPr>
            <p:cNvSpPr/>
            <p:nvPr/>
          </p:nvSpPr>
          <p:spPr>
            <a:xfrm>
              <a:off x="564896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D08B2C14-4392-CC91-A100-2CF3814381C5}"/>
                </a:ext>
              </a:extLst>
            </p:cNvPr>
            <p:cNvSpPr/>
            <p:nvPr/>
          </p:nvSpPr>
          <p:spPr>
            <a:xfrm>
              <a:off x="7934962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9443449E-7438-059E-B3F0-36EA39C8F7B3}"/>
                </a:ext>
              </a:extLst>
            </p:cNvPr>
            <p:cNvCxnSpPr>
              <a:cxnSpLocks/>
              <a:stCxn id="2" idx="7"/>
              <a:endCxn id="3" idx="3"/>
            </p:cNvCxnSpPr>
            <p:nvPr/>
          </p:nvCxnSpPr>
          <p:spPr>
            <a:xfrm flipV="1">
              <a:off x="964135" y="2353207"/>
              <a:ext cx="1099410" cy="83586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024B4107-0FE1-47F9-614F-EFCB750D9434}"/>
                </a:ext>
              </a:extLst>
            </p:cNvPr>
            <p:cNvCxnSpPr>
              <a:cxnSpLocks/>
              <a:stCxn id="2" idx="6"/>
              <a:endCxn id="5" idx="2"/>
            </p:cNvCxnSpPr>
            <p:nvPr/>
          </p:nvCxnSpPr>
          <p:spPr>
            <a:xfrm>
              <a:off x="1066800" y="3431540"/>
              <a:ext cx="2489200" cy="1016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B4B99B70-E384-95AC-92FB-DD2BB9E573BB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>
            <a:xfrm>
              <a:off x="964135" y="3674007"/>
              <a:ext cx="987650" cy="114574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376178F2-3E15-592A-A1A3-79483585E33C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661920" y="2110740"/>
              <a:ext cx="298704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4266EA9E-4FB3-B710-6A50-983162521CBA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2550160" y="5062220"/>
              <a:ext cx="3098800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C2C79BFA-A0C8-CCD4-92CD-8DCC2077952F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2447495" y="3684167"/>
              <a:ext cx="121117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B8C039E7-C5B7-EDAA-748F-31CC95D2FE78}"/>
                </a:ext>
              </a:extLst>
            </p:cNvPr>
            <p:cNvCxnSpPr>
              <a:cxnSpLocks/>
              <a:stCxn id="3" idx="5"/>
              <a:endCxn id="5" idx="1"/>
            </p:cNvCxnSpPr>
            <p:nvPr/>
          </p:nvCxnSpPr>
          <p:spPr>
            <a:xfrm>
              <a:off x="2559255" y="2353207"/>
              <a:ext cx="109941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80C7AE72-06EC-3545-32D2-09FEC405FA70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4154375" y="2353207"/>
              <a:ext cx="159725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73BE943C-B12F-13CF-309C-5F7E66E43D48}"/>
                </a:ext>
              </a:extLst>
            </p:cNvPr>
            <p:cNvCxnSpPr>
              <a:cxnSpLocks/>
              <a:stCxn id="7" idx="7"/>
              <a:endCxn id="8" idx="3"/>
            </p:cNvCxnSpPr>
            <p:nvPr/>
          </p:nvCxnSpPr>
          <p:spPr>
            <a:xfrm flipV="1">
              <a:off x="6247335" y="3684167"/>
              <a:ext cx="1790292" cy="113558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1217C967-BD71-6243-B7A8-E83857D44AD6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5999480" y="2453640"/>
              <a:ext cx="0" cy="226568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AC1810C7-43F6-152B-4BAF-3692D4D1E1A7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247335" y="2353207"/>
              <a:ext cx="1790292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95D2B491-5ADC-FF6F-607B-301D839405AD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4154375" y="3684167"/>
              <a:ext cx="1597250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B0C4597-6028-2AA5-AEDB-58A161925771}"/>
              </a:ext>
            </a:extLst>
          </p:cNvPr>
          <p:cNvSpPr txBox="1"/>
          <p:nvPr/>
        </p:nvSpPr>
        <p:spPr>
          <a:xfrm>
            <a:off x="1139702" y="252764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5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18458F6A-E70A-3084-437D-E427507E6D8C}"/>
              </a:ext>
            </a:extLst>
          </p:cNvPr>
          <p:cNvSpPr txBox="1"/>
          <p:nvPr/>
        </p:nvSpPr>
        <p:spPr>
          <a:xfrm>
            <a:off x="1189201" y="42672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391209E-EE50-866C-379E-53A2BADC17AA}"/>
              </a:ext>
            </a:extLst>
          </p:cNvPr>
          <p:cNvSpPr txBox="1"/>
          <p:nvPr/>
        </p:nvSpPr>
        <p:spPr>
          <a:xfrm>
            <a:off x="1715165" y="3163673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1D20739C-7B49-158D-B59E-2ACA66410495}"/>
              </a:ext>
            </a:extLst>
          </p:cNvPr>
          <p:cNvSpPr txBox="1"/>
          <p:nvPr/>
        </p:nvSpPr>
        <p:spPr>
          <a:xfrm>
            <a:off x="3559845" y="1825642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3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824DF9A-0FA0-3BAF-B560-F2C4C9330CDF}"/>
              </a:ext>
            </a:extLst>
          </p:cNvPr>
          <p:cNvSpPr txBox="1"/>
          <p:nvPr/>
        </p:nvSpPr>
        <p:spPr>
          <a:xfrm>
            <a:off x="3000099" y="24201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7E5AEC0-916F-47CA-97A0-18312503BB6A}"/>
              </a:ext>
            </a:extLst>
          </p:cNvPr>
          <p:cNvSpPr txBox="1"/>
          <p:nvPr/>
        </p:nvSpPr>
        <p:spPr>
          <a:xfrm>
            <a:off x="3098800" y="41239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82EE6237-3C65-B3B3-FCEC-36E87222CF50}"/>
              </a:ext>
            </a:extLst>
          </p:cNvPr>
          <p:cNvSpPr txBox="1"/>
          <p:nvPr/>
        </p:nvSpPr>
        <p:spPr>
          <a:xfrm>
            <a:off x="3588262" y="50622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D45B0C86-A7C7-85DB-A3B3-7934A3FC9785}"/>
              </a:ext>
            </a:extLst>
          </p:cNvPr>
          <p:cNvSpPr txBox="1"/>
          <p:nvPr/>
        </p:nvSpPr>
        <p:spPr>
          <a:xfrm>
            <a:off x="4588541" y="37338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5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8A8E10B9-6A9A-03B3-96EA-8144A3BF1DEA}"/>
              </a:ext>
            </a:extLst>
          </p:cNvPr>
          <p:cNvSpPr txBox="1"/>
          <p:nvPr/>
        </p:nvSpPr>
        <p:spPr>
          <a:xfrm>
            <a:off x="4629662" y="26047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702BF82-7F70-2CFB-910F-DF446AB85D96}"/>
              </a:ext>
            </a:extLst>
          </p:cNvPr>
          <p:cNvSpPr txBox="1"/>
          <p:nvPr/>
        </p:nvSpPr>
        <p:spPr>
          <a:xfrm>
            <a:off x="5938879" y="330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272B478-2D61-3A29-13BB-72226E74FD86}"/>
              </a:ext>
            </a:extLst>
          </p:cNvPr>
          <p:cNvSpPr txBox="1"/>
          <p:nvPr/>
        </p:nvSpPr>
        <p:spPr>
          <a:xfrm>
            <a:off x="7021210" y="440978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9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514D345-564F-E3BA-AB03-5E72E33354DE}"/>
              </a:ext>
            </a:extLst>
          </p:cNvPr>
          <p:cNvSpPr txBox="1"/>
          <p:nvPr/>
        </p:nvSpPr>
        <p:spPr>
          <a:xfrm>
            <a:off x="6950812" y="2363367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6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3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342078B-5775-D675-02DD-3C161780190F}"/>
              </a:ext>
            </a:extLst>
          </p:cNvPr>
          <p:cNvSpPr txBox="1"/>
          <p:nvPr/>
        </p:nvSpPr>
        <p:spPr>
          <a:xfrm>
            <a:off x="8962187" y="883920"/>
            <a:ext cx="1790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MIN</a:t>
            </a:r>
            <a:r>
              <a:rPr lang="es-NI" baseline="-25000" dirty="0"/>
              <a:t>(ADFG)</a:t>
            </a:r>
            <a:r>
              <a:rPr lang="es-NI" dirty="0"/>
              <a:t>: [7 </a:t>
            </a:r>
            <a:r>
              <a:rPr lang="es-NI" b="1" dirty="0">
                <a:solidFill>
                  <a:srgbClr val="0C17FC"/>
                </a:solidFill>
              </a:rPr>
              <a:t>5</a:t>
            </a:r>
            <a:r>
              <a:rPr lang="es-NI" dirty="0"/>
              <a:t> 9]</a:t>
            </a:r>
          </a:p>
          <a:p>
            <a:r>
              <a:rPr lang="es-NI" dirty="0"/>
              <a:t>MIN</a:t>
            </a:r>
            <a:r>
              <a:rPr lang="es-NI" baseline="-25000" dirty="0"/>
              <a:t>(ABEG)</a:t>
            </a:r>
            <a:r>
              <a:rPr lang="es-NI" dirty="0"/>
              <a:t>: [5 </a:t>
            </a:r>
            <a:r>
              <a:rPr lang="es-NI" b="1" dirty="0">
                <a:solidFill>
                  <a:srgbClr val="0C17FC"/>
                </a:solidFill>
              </a:rPr>
              <a:t>3</a:t>
            </a:r>
            <a:r>
              <a:rPr lang="es-NI" dirty="0"/>
              <a:t> 6]</a:t>
            </a:r>
          </a:p>
          <a:p>
            <a:r>
              <a:rPr lang="es-NI" dirty="0"/>
              <a:t>MIN</a:t>
            </a:r>
            <a:r>
              <a:rPr lang="es-NI" baseline="-25000" dirty="0"/>
              <a:t>(ACFG)</a:t>
            </a:r>
            <a:r>
              <a:rPr lang="es-NI" dirty="0"/>
              <a:t>: [</a:t>
            </a:r>
            <a:r>
              <a:rPr lang="es-NI" b="1" dirty="0">
                <a:solidFill>
                  <a:srgbClr val="0C17FC"/>
                </a:solidFill>
              </a:rPr>
              <a:t>4 4 4</a:t>
            </a:r>
            <a:r>
              <a:rPr lang="es-NI" dirty="0"/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79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1CAE0-F279-0E95-EAEE-58CC3280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F1A2C0BB-C3E3-A448-2DA6-C9CF669C029B}"/>
              </a:ext>
            </a:extLst>
          </p:cNvPr>
          <p:cNvGrpSpPr/>
          <p:nvPr/>
        </p:nvGrpSpPr>
        <p:grpSpPr>
          <a:xfrm>
            <a:off x="355600" y="1767840"/>
            <a:ext cx="8270242" cy="3637280"/>
            <a:chOff x="365760" y="1767840"/>
            <a:chExt cx="8270242" cy="363728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8A0D612C-7C10-5EF0-6313-7650C6D4BFEF}"/>
                </a:ext>
              </a:extLst>
            </p:cNvPr>
            <p:cNvSpPr/>
            <p:nvPr/>
          </p:nvSpPr>
          <p:spPr>
            <a:xfrm>
              <a:off x="365760" y="30886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58E3AE82-E632-8531-9237-7501E8A82601}"/>
                </a:ext>
              </a:extLst>
            </p:cNvPr>
            <p:cNvSpPr/>
            <p:nvPr/>
          </p:nvSpPr>
          <p:spPr>
            <a:xfrm>
              <a:off x="196088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67351E81-96FA-1CCD-E129-7274250B0233}"/>
                </a:ext>
              </a:extLst>
            </p:cNvPr>
            <p:cNvSpPr/>
            <p:nvPr/>
          </p:nvSpPr>
          <p:spPr>
            <a:xfrm>
              <a:off x="184912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3AA44705-4DB3-5CD0-E52B-14990E9F13D4}"/>
                </a:ext>
              </a:extLst>
            </p:cNvPr>
            <p:cNvSpPr/>
            <p:nvPr/>
          </p:nvSpPr>
          <p:spPr>
            <a:xfrm>
              <a:off x="3556000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79EB7392-9140-79F9-85A0-CAF56FC2D5EF}"/>
                </a:ext>
              </a:extLst>
            </p:cNvPr>
            <p:cNvSpPr/>
            <p:nvPr/>
          </p:nvSpPr>
          <p:spPr>
            <a:xfrm>
              <a:off x="564896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8646F4FC-EA90-E9FD-0E0A-CFA01BA95060}"/>
                </a:ext>
              </a:extLst>
            </p:cNvPr>
            <p:cNvSpPr/>
            <p:nvPr/>
          </p:nvSpPr>
          <p:spPr>
            <a:xfrm>
              <a:off x="564896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35D9E743-5CA6-C01B-1D59-DAD29FBBD689}"/>
                </a:ext>
              </a:extLst>
            </p:cNvPr>
            <p:cNvSpPr/>
            <p:nvPr/>
          </p:nvSpPr>
          <p:spPr>
            <a:xfrm>
              <a:off x="7934962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E90196B7-8703-1978-D024-FCAB6A3A3500}"/>
                </a:ext>
              </a:extLst>
            </p:cNvPr>
            <p:cNvCxnSpPr>
              <a:cxnSpLocks/>
              <a:stCxn id="2" idx="7"/>
              <a:endCxn id="3" idx="3"/>
            </p:cNvCxnSpPr>
            <p:nvPr/>
          </p:nvCxnSpPr>
          <p:spPr>
            <a:xfrm flipV="1">
              <a:off x="964135" y="2353207"/>
              <a:ext cx="1099410" cy="83586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339B20EC-246D-7DCD-4DAD-A8AA22F3CD3D}"/>
                </a:ext>
              </a:extLst>
            </p:cNvPr>
            <p:cNvCxnSpPr>
              <a:cxnSpLocks/>
              <a:stCxn id="2" idx="6"/>
              <a:endCxn id="5" idx="2"/>
            </p:cNvCxnSpPr>
            <p:nvPr/>
          </p:nvCxnSpPr>
          <p:spPr>
            <a:xfrm>
              <a:off x="1066800" y="3431540"/>
              <a:ext cx="2489200" cy="1016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6A5EFDA3-FC46-3BE3-4ACB-5BBE49F15C65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>
            <a:xfrm>
              <a:off x="964135" y="3674007"/>
              <a:ext cx="987650" cy="114574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B5BAED16-262E-E952-6C17-0C3B78EF6052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661920" y="2110740"/>
              <a:ext cx="298704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477C44C1-151E-5A17-D87E-F5737E3CD230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2550160" y="5062220"/>
              <a:ext cx="30988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8CC9C376-2139-327E-302B-0BC149C2E8CA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2447495" y="3684167"/>
              <a:ext cx="121117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7E780C82-8EA7-549C-7B49-7F0D92ECBACB}"/>
                </a:ext>
              </a:extLst>
            </p:cNvPr>
            <p:cNvCxnSpPr>
              <a:cxnSpLocks/>
              <a:stCxn id="3" idx="5"/>
              <a:endCxn id="5" idx="1"/>
            </p:cNvCxnSpPr>
            <p:nvPr/>
          </p:nvCxnSpPr>
          <p:spPr>
            <a:xfrm>
              <a:off x="2559255" y="2353207"/>
              <a:ext cx="109941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E265BD15-397B-7DCE-B752-21963A19DE1E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4154375" y="2353207"/>
              <a:ext cx="159725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3C99A66E-D4B1-4BE2-88A1-D1494517F125}"/>
                </a:ext>
              </a:extLst>
            </p:cNvPr>
            <p:cNvCxnSpPr>
              <a:cxnSpLocks/>
              <a:stCxn id="7" idx="7"/>
              <a:endCxn id="8" idx="3"/>
            </p:cNvCxnSpPr>
            <p:nvPr/>
          </p:nvCxnSpPr>
          <p:spPr>
            <a:xfrm flipV="1">
              <a:off x="6247335" y="3684167"/>
              <a:ext cx="1790292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F42D5FD8-54CF-9510-8332-1B8DE41548FC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5999480" y="2453640"/>
              <a:ext cx="0" cy="226568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65D5A755-0C57-0CBB-D893-C7C70BB41AC1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247335" y="2353207"/>
              <a:ext cx="1790292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8BB6756B-E92F-F98C-1E8C-C3F8A8FF8A3D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4154375" y="3684167"/>
              <a:ext cx="1597250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8ECEDA9-A2B6-F86E-C66D-CE8543B34806}"/>
              </a:ext>
            </a:extLst>
          </p:cNvPr>
          <p:cNvSpPr txBox="1"/>
          <p:nvPr/>
        </p:nvSpPr>
        <p:spPr>
          <a:xfrm>
            <a:off x="1139702" y="252764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5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131B1B5D-D22D-3EB2-B47B-F95209DFD392}"/>
              </a:ext>
            </a:extLst>
          </p:cNvPr>
          <p:cNvSpPr txBox="1"/>
          <p:nvPr/>
        </p:nvSpPr>
        <p:spPr>
          <a:xfrm>
            <a:off x="1189201" y="42672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DBB057FA-60F3-0E01-9C84-4713AE252E30}"/>
              </a:ext>
            </a:extLst>
          </p:cNvPr>
          <p:cNvSpPr txBox="1"/>
          <p:nvPr/>
        </p:nvSpPr>
        <p:spPr>
          <a:xfrm>
            <a:off x="1715165" y="3163673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B79D9E3B-9E1E-3920-1784-5464012730E9}"/>
              </a:ext>
            </a:extLst>
          </p:cNvPr>
          <p:cNvSpPr txBox="1"/>
          <p:nvPr/>
        </p:nvSpPr>
        <p:spPr>
          <a:xfrm>
            <a:off x="3559845" y="1825642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3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236B938-8B7E-F3D0-B8F6-18168EF2D8CC}"/>
              </a:ext>
            </a:extLst>
          </p:cNvPr>
          <p:cNvSpPr txBox="1"/>
          <p:nvPr/>
        </p:nvSpPr>
        <p:spPr>
          <a:xfrm>
            <a:off x="3000099" y="24201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B175830-0E6D-35A3-A0ED-C5B5C03C77B8}"/>
              </a:ext>
            </a:extLst>
          </p:cNvPr>
          <p:cNvSpPr txBox="1"/>
          <p:nvPr/>
        </p:nvSpPr>
        <p:spPr>
          <a:xfrm>
            <a:off x="3098800" y="41239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924C820A-A7AD-26BA-6BCF-A8394A771D65}"/>
              </a:ext>
            </a:extLst>
          </p:cNvPr>
          <p:cNvSpPr txBox="1"/>
          <p:nvPr/>
        </p:nvSpPr>
        <p:spPr>
          <a:xfrm>
            <a:off x="3588262" y="506222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B931552-E5EC-98D9-10BC-18D4B43AE160}"/>
              </a:ext>
            </a:extLst>
          </p:cNvPr>
          <p:cNvSpPr txBox="1"/>
          <p:nvPr/>
        </p:nvSpPr>
        <p:spPr>
          <a:xfrm>
            <a:off x="4588541" y="37338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5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87EA6F8-0E9E-C387-64B1-74641DC7BED8}"/>
              </a:ext>
            </a:extLst>
          </p:cNvPr>
          <p:cNvSpPr txBox="1"/>
          <p:nvPr/>
        </p:nvSpPr>
        <p:spPr>
          <a:xfrm>
            <a:off x="4629662" y="26047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4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7FF1F22-84A3-8535-2812-006AFE74901D}"/>
              </a:ext>
            </a:extLst>
          </p:cNvPr>
          <p:cNvSpPr txBox="1"/>
          <p:nvPr/>
        </p:nvSpPr>
        <p:spPr>
          <a:xfrm>
            <a:off x="5938879" y="330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486CFF8D-DB24-CD84-A289-FF63684F1383}"/>
              </a:ext>
            </a:extLst>
          </p:cNvPr>
          <p:cNvSpPr txBox="1"/>
          <p:nvPr/>
        </p:nvSpPr>
        <p:spPr>
          <a:xfrm>
            <a:off x="6999482" y="440978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9</a:t>
            </a:r>
            <a:r>
              <a:rPr lang="es-NI" b="1" dirty="0"/>
              <a:t> </a:t>
            </a:r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420F8398-ECCF-9B06-4154-EF951DB19F01}"/>
              </a:ext>
            </a:extLst>
          </p:cNvPr>
          <p:cNvSpPr txBox="1"/>
          <p:nvPr/>
        </p:nvSpPr>
        <p:spPr>
          <a:xfrm>
            <a:off x="6950812" y="2363367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6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3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E9F52D6-6597-DD3D-EA41-D60C6794B53B}"/>
              </a:ext>
            </a:extLst>
          </p:cNvPr>
          <p:cNvSpPr txBox="1"/>
          <p:nvPr/>
        </p:nvSpPr>
        <p:spPr>
          <a:xfrm>
            <a:off x="8962187" y="883920"/>
            <a:ext cx="1790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MIN</a:t>
            </a:r>
            <a:r>
              <a:rPr lang="es-NI" baseline="-25000" dirty="0"/>
              <a:t>(ADFG)</a:t>
            </a:r>
            <a:r>
              <a:rPr lang="es-NI" dirty="0"/>
              <a:t>: [7 </a:t>
            </a:r>
            <a:r>
              <a:rPr lang="es-NI" b="1" dirty="0">
                <a:solidFill>
                  <a:srgbClr val="0C17FC"/>
                </a:solidFill>
              </a:rPr>
              <a:t>5</a:t>
            </a:r>
            <a:r>
              <a:rPr lang="es-NI" dirty="0"/>
              <a:t> 9]</a:t>
            </a:r>
          </a:p>
          <a:p>
            <a:r>
              <a:rPr lang="es-NI" dirty="0"/>
              <a:t>MIN</a:t>
            </a:r>
            <a:r>
              <a:rPr lang="es-NI" baseline="-25000" dirty="0"/>
              <a:t>(ABEG)</a:t>
            </a:r>
            <a:r>
              <a:rPr lang="es-NI" dirty="0"/>
              <a:t>: [5 </a:t>
            </a:r>
            <a:r>
              <a:rPr lang="es-NI" b="1" dirty="0">
                <a:solidFill>
                  <a:srgbClr val="0C17FC"/>
                </a:solidFill>
              </a:rPr>
              <a:t>3</a:t>
            </a:r>
            <a:r>
              <a:rPr lang="es-NI" dirty="0"/>
              <a:t> 6]</a:t>
            </a:r>
          </a:p>
          <a:p>
            <a:r>
              <a:rPr lang="es-NI" dirty="0"/>
              <a:t>MIN</a:t>
            </a:r>
            <a:r>
              <a:rPr lang="es-NI" baseline="-25000" dirty="0"/>
              <a:t>(ACFG)</a:t>
            </a:r>
            <a:r>
              <a:rPr lang="es-NI" dirty="0"/>
              <a:t>: [</a:t>
            </a:r>
            <a:r>
              <a:rPr lang="es-NI" b="1" dirty="0">
                <a:solidFill>
                  <a:srgbClr val="0C17FC"/>
                </a:solidFill>
              </a:rPr>
              <a:t>4 4 4</a:t>
            </a:r>
            <a:r>
              <a:rPr lang="es-NI" dirty="0"/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685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C9D7C-DCF9-593A-AED8-E7691A163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CA344E8-8538-E318-309C-0464E5B57705}"/>
              </a:ext>
            </a:extLst>
          </p:cNvPr>
          <p:cNvGrpSpPr/>
          <p:nvPr/>
        </p:nvGrpSpPr>
        <p:grpSpPr>
          <a:xfrm>
            <a:off x="355600" y="1767840"/>
            <a:ext cx="8270242" cy="3637280"/>
            <a:chOff x="365760" y="1767840"/>
            <a:chExt cx="8270242" cy="363728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A96F42E1-EBD1-9A41-5242-9FAB63899B70}"/>
                </a:ext>
              </a:extLst>
            </p:cNvPr>
            <p:cNvSpPr/>
            <p:nvPr/>
          </p:nvSpPr>
          <p:spPr>
            <a:xfrm>
              <a:off x="365760" y="30886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4FECF21F-5388-3224-C457-C17612B5732D}"/>
                </a:ext>
              </a:extLst>
            </p:cNvPr>
            <p:cNvSpPr/>
            <p:nvPr/>
          </p:nvSpPr>
          <p:spPr>
            <a:xfrm>
              <a:off x="196088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52823490-FBA6-819A-56FA-7316A6B29906}"/>
                </a:ext>
              </a:extLst>
            </p:cNvPr>
            <p:cNvSpPr/>
            <p:nvPr/>
          </p:nvSpPr>
          <p:spPr>
            <a:xfrm>
              <a:off x="184912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8CD93389-33FD-0C91-FD1F-7712013A5BB6}"/>
                </a:ext>
              </a:extLst>
            </p:cNvPr>
            <p:cNvSpPr/>
            <p:nvPr/>
          </p:nvSpPr>
          <p:spPr>
            <a:xfrm>
              <a:off x="3556000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B387B31E-16B7-7E93-322C-92E750A53FA3}"/>
                </a:ext>
              </a:extLst>
            </p:cNvPr>
            <p:cNvSpPr/>
            <p:nvPr/>
          </p:nvSpPr>
          <p:spPr>
            <a:xfrm>
              <a:off x="564896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BA9B480F-005D-7841-6F85-B40EAEE3A592}"/>
                </a:ext>
              </a:extLst>
            </p:cNvPr>
            <p:cNvSpPr/>
            <p:nvPr/>
          </p:nvSpPr>
          <p:spPr>
            <a:xfrm>
              <a:off x="564896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75765573-F716-FABB-A61B-517D3699A004}"/>
                </a:ext>
              </a:extLst>
            </p:cNvPr>
            <p:cNvSpPr/>
            <p:nvPr/>
          </p:nvSpPr>
          <p:spPr>
            <a:xfrm>
              <a:off x="7934962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3ECA404E-6E70-5B9B-306B-7D70FCC29A8B}"/>
                </a:ext>
              </a:extLst>
            </p:cNvPr>
            <p:cNvCxnSpPr>
              <a:cxnSpLocks/>
              <a:stCxn id="2" idx="7"/>
              <a:endCxn id="3" idx="3"/>
            </p:cNvCxnSpPr>
            <p:nvPr/>
          </p:nvCxnSpPr>
          <p:spPr>
            <a:xfrm flipV="1">
              <a:off x="964135" y="2353207"/>
              <a:ext cx="1099410" cy="83586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D7FC8F5D-7DB0-AD7F-AE9E-FD4F2FA14277}"/>
                </a:ext>
              </a:extLst>
            </p:cNvPr>
            <p:cNvCxnSpPr>
              <a:cxnSpLocks/>
              <a:stCxn id="2" idx="6"/>
              <a:endCxn id="5" idx="2"/>
            </p:cNvCxnSpPr>
            <p:nvPr/>
          </p:nvCxnSpPr>
          <p:spPr>
            <a:xfrm>
              <a:off x="1066800" y="3431540"/>
              <a:ext cx="2489200" cy="1016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D92D32C8-F815-F8C0-D3B7-4B2B642A375F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>
            <a:xfrm>
              <a:off x="964135" y="3674007"/>
              <a:ext cx="987650" cy="114574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8D674210-7CAD-B870-3EB3-4766EEC64DD5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661920" y="2110740"/>
              <a:ext cx="298704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29A56480-ABED-98AC-F454-A7C6FE648CC7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2550160" y="5062220"/>
              <a:ext cx="30988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0C04F3EB-AAE2-5AF8-32A9-704134B31758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2447495" y="3684167"/>
              <a:ext cx="121117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E0222A35-278F-9E5D-71DB-4A2B2EF0B807}"/>
                </a:ext>
              </a:extLst>
            </p:cNvPr>
            <p:cNvCxnSpPr>
              <a:cxnSpLocks/>
              <a:stCxn id="3" idx="5"/>
              <a:endCxn id="5" idx="1"/>
            </p:cNvCxnSpPr>
            <p:nvPr/>
          </p:nvCxnSpPr>
          <p:spPr>
            <a:xfrm>
              <a:off x="2559255" y="2353207"/>
              <a:ext cx="1099410" cy="84602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30E37233-55CB-FD84-2430-4C49F74B22B9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4154375" y="2353207"/>
              <a:ext cx="1597250" cy="84602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FF78005A-D21D-244C-B28F-27B23325B1C8}"/>
                </a:ext>
              </a:extLst>
            </p:cNvPr>
            <p:cNvCxnSpPr>
              <a:cxnSpLocks/>
              <a:stCxn id="7" idx="7"/>
              <a:endCxn id="8" idx="3"/>
            </p:cNvCxnSpPr>
            <p:nvPr/>
          </p:nvCxnSpPr>
          <p:spPr>
            <a:xfrm flipV="1">
              <a:off x="6247335" y="3684167"/>
              <a:ext cx="1790292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CF6E9E68-22E9-80FC-E574-EA516C648B7E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5999480" y="2453640"/>
              <a:ext cx="0" cy="226568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37E5E9DD-8C06-7115-22A2-613302C691DE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247335" y="2353207"/>
              <a:ext cx="1790292" cy="84602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24F115C9-416E-CFBD-E6BA-E4A53FF3E3EA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4154375" y="3684167"/>
              <a:ext cx="1597250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6E42035-9793-44C6-3530-DA14542B76F8}"/>
              </a:ext>
            </a:extLst>
          </p:cNvPr>
          <p:cNvSpPr txBox="1"/>
          <p:nvPr/>
        </p:nvSpPr>
        <p:spPr>
          <a:xfrm>
            <a:off x="1139702" y="252764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5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dirty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78C79FC6-5566-1F2B-B4B2-2E5A8087F9A1}"/>
              </a:ext>
            </a:extLst>
          </p:cNvPr>
          <p:cNvSpPr txBox="1"/>
          <p:nvPr/>
        </p:nvSpPr>
        <p:spPr>
          <a:xfrm>
            <a:off x="1189201" y="42672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E9E5EEE-6F6B-0EE1-3A81-EBCCD01DC5A3}"/>
              </a:ext>
            </a:extLst>
          </p:cNvPr>
          <p:cNvSpPr txBox="1"/>
          <p:nvPr/>
        </p:nvSpPr>
        <p:spPr>
          <a:xfrm>
            <a:off x="1715165" y="3163673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A140682-C70C-3E85-D59F-14C0E09D6187}"/>
              </a:ext>
            </a:extLst>
          </p:cNvPr>
          <p:cNvSpPr txBox="1"/>
          <p:nvPr/>
        </p:nvSpPr>
        <p:spPr>
          <a:xfrm>
            <a:off x="3559845" y="1825642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3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540A463-71FF-A9BD-1AC8-B02E31EF8494}"/>
              </a:ext>
            </a:extLst>
          </p:cNvPr>
          <p:cNvSpPr txBox="1"/>
          <p:nvPr/>
        </p:nvSpPr>
        <p:spPr>
          <a:xfrm>
            <a:off x="3000099" y="242010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49796A16-EC2A-AA9D-C5F5-42A92C1A3BB0}"/>
              </a:ext>
            </a:extLst>
          </p:cNvPr>
          <p:cNvSpPr txBox="1"/>
          <p:nvPr/>
        </p:nvSpPr>
        <p:spPr>
          <a:xfrm>
            <a:off x="3098800" y="41239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3124705-F1E5-D96B-22C7-14B6356DC578}"/>
              </a:ext>
            </a:extLst>
          </p:cNvPr>
          <p:cNvSpPr txBox="1"/>
          <p:nvPr/>
        </p:nvSpPr>
        <p:spPr>
          <a:xfrm>
            <a:off x="3588262" y="506222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4EAB009-B5AB-E5A7-EE84-B2D88B06B65A}"/>
              </a:ext>
            </a:extLst>
          </p:cNvPr>
          <p:cNvSpPr txBox="1"/>
          <p:nvPr/>
        </p:nvSpPr>
        <p:spPr>
          <a:xfrm>
            <a:off x="4588541" y="37338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5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3BE17C7-CA07-4D6A-4540-93B23D6EA3E0}"/>
              </a:ext>
            </a:extLst>
          </p:cNvPr>
          <p:cNvSpPr txBox="1"/>
          <p:nvPr/>
        </p:nvSpPr>
        <p:spPr>
          <a:xfrm>
            <a:off x="4629662" y="260477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43D1A983-D737-4594-5DF5-2BDBBD710B78}"/>
              </a:ext>
            </a:extLst>
          </p:cNvPr>
          <p:cNvSpPr txBox="1"/>
          <p:nvPr/>
        </p:nvSpPr>
        <p:spPr>
          <a:xfrm>
            <a:off x="5938879" y="330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927C219-C95D-BB78-9130-185F11D8CE6F}"/>
              </a:ext>
            </a:extLst>
          </p:cNvPr>
          <p:cNvSpPr txBox="1"/>
          <p:nvPr/>
        </p:nvSpPr>
        <p:spPr>
          <a:xfrm>
            <a:off x="6999482" y="440978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9</a:t>
            </a:r>
            <a:r>
              <a:rPr lang="es-NI" b="1" dirty="0"/>
              <a:t> </a:t>
            </a:r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EB7A3BF4-D99D-003B-4C9F-EA74F266B0E0}"/>
              </a:ext>
            </a:extLst>
          </p:cNvPr>
          <p:cNvSpPr txBox="1"/>
          <p:nvPr/>
        </p:nvSpPr>
        <p:spPr>
          <a:xfrm>
            <a:off x="6950812" y="2363367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6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dirty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90A58B-C51C-63D6-7EB1-2DD62B7037B9}"/>
              </a:ext>
            </a:extLst>
          </p:cNvPr>
          <p:cNvSpPr txBox="1"/>
          <p:nvPr/>
        </p:nvSpPr>
        <p:spPr>
          <a:xfrm>
            <a:off x="8962187" y="883920"/>
            <a:ext cx="2030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MIN</a:t>
            </a:r>
            <a:r>
              <a:rPr lang="es-NI" baseline="-25000" dirty="0"/>
              <a:t>(ADFG)</a:t>
            </a:r>
            <a:r>
              <a:rPr lang="es-NI" dirty="0"/>
              <a:t>: [7 </a:t>
            </a:r>
            <a:r>
              <a:rPr lang="es-NI" b="1" dirty="0">
                <a:solidFill>
                  <a:srgbClr val="0C17FC"/>
                </a:solidFill>
              </a:rPr>
              <a:t>5</a:t>
            </a:r>
            <a:r>
              <a:rPr lang="es-NI" dirty="0"/>
              <a:t> 9]</a:t>
            </a:r>
          </a:p>
          <a:p>
            <a:r>
              <a:rPr lang="es-NI" dirty="0"/>
              <a:t>MIN</a:t>
            </a:r>
            <a:r>
              <a:rPr lang="es-NI" baseline="-25000" dirty="0"/>
              <a:t>(ABEG)</a:t>
            </a:r>
            <a:r>
              <a:rPr lang="es-NI" dirty="0"/>
              <a:t>: [5 </a:t>
            </a:r>
            <a:r>
              <a:rPr lang="es-NI" b="1" dirty="0">
                <a:solidFill>
                  <a:srgbClr val="0C17FC"/>
                </a:solidFill>
              </a:rPr>
              <a:t>3</a:t>
            </a:r>
            <a:r>
              <a:rPr lang="es-NI" dirty="0"/>
              <a:t> 6]</a:t>
            </a:r>
          </a:p>
          <a:p>
            <a:r>
              <a:rPr lang="es-NI" dirty="0"/>
              <a:t>MIN</a:t>
            </a:r>
            <a:r>
              <a:rPr lang="es-NI" baseline="-25000" dirty="0"/>
              <a:t>(ACFG)</a:t>
            </a:r>
            <a:r>
              <a:rPr lang="es-NI" dirty="0"/>
              <a:t>: [</a:t>
            </a:r>
            <a:r>
              <a:rPr lang="es-NI" b="1" dirty="0">
                <a:solidFill>
                  <a:srgbClr val="0C17FC"/>
                </a:solidFill>
              </a:rPr>
              <a:t>4 4 4</a:t>
            </a:r>
            <a:r>
              <a:rPr lang="es-NI" dirty="0"/>
              <a:t>]</a:t>
            </a:r>
          </a:p>
          <a:p>
            <a:r>
              <a:rPr lang="es-NI" dirty="0"/>
              <a:t>MIN</a:t>
            </a:r>
            <a:r>
              <a:rPr lang="es-NI" baseline="-25000" dirty="0"/>
              <a:t>(ABDEG)</a:t>
            </a:r>
            <a:r>
              <a:rPr lang="es-NI" dirty="0"/>
              <a:t>: [2 </a:t>
            </a:r>
            <a:r>
              <a:rPr lang="es-NI" b="1" dirty="0">
                <a:solidFill>
                  <a:srgbClr val="0C17FC"/>
                </a:solidFill>
              </a:rPr>
              <a:t>1</a:t>
            </a:r>
            <a:r>
              <a:rPr lang="es-NI" dirty="0"/>
              <a:t> 4 3]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531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6876-0EEB-88A9-2750-88A7317E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D84FD034-4CF8-BF5A-6599-5B3C917EA31F}"/>
              </a:ext>
            </a:extLst>
          </p:cNvPr>
          <p:cNvGrpSpPr/>
          <p:nvPr/>
        </p:nvGrpSpPr>
        <p:grpSpPr>
          <a:xfrm>
            <a:off x="355600" y="1767840"/>
            <a:ext cx="8270242" cy="3637280"/>
            <a:chOff x="365760" y="1767840"/>
            <a:chExt cx="8270242" cy="363728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3B7917D5-09FA-C403-1678-82BB9B6A2F28}"/>
                </a:ext>
              </a:extLst>
            </p:cNvPr>
            <p:cNvSpPr/>
            <p:nvPr/>
          </p:nvSpPr>
          <p:spPr>
            <a:xfrm>
              <a:off x="365760" y="30886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6AD4CB5F-5D78-AEE3-1F07-83120B37E67B}"/>
                </a:ext>
              </a:extLst>
            </p:cNvPr>
            <p:cNvSpPr/>
            <p:nvPr/>
          </p:nvSpPr>
          <p:spPr>
            <a:xfrm>
              <a:off x="196088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670DAFE0-F376-8061-B650-B8173438198D}"/>
                </a:ext>
              </a:extLst>
            </p:cNvPr>
            <p:cNvSpPr/>
            <p:nvPr/>
          </p:nvSpPr>
          <p:spPr>
            <a:xfrm>
              <a:off x="184912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F6E84F1-4479-4352-6C54-B59D46A7FEDE}"/>
                </a:ext>
              </a:extLst>
            </p:cNvPr>
            <p:cNvSpPr/>
            <p:nvPr/>
          </p:nvSpPr>
          <p:spPr>
            <a:xfrm>
              <a:off x="3556000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0C4A6F58-9C34-3E2E-90A5-71343811012B}"/>
                </a:ext>
              </a:extLst>
            </p:cNvPr>
            <p:cNvSpPr/>
            <p:nvPr/>
          </p:nvSpPr>
          <p:spPr>
            <a:xfrm>
              <a:off x="564896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F1647B04-7802-D8EA-B1AF-C4500AD34282}"/>
                </a:ext>
              </a:extLst>
            </p:cNvPr>
            <p:cNvSpPr/>
            <p:nvPr/>
          </p:nvSpPr>
          <p:spPr>
            <a:xfrm>
              <a:off x="564896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F92086D8-99B5-4D9E-F3DF-F4FC41EE9C3F}"/>
                </a:ext>
              </a:extLst>
            </p:cNvPr>
            <p:cNvSpPr/>
            <p:nvPr/>
          </p:nvSpPr>
          <p:spPr>
            <a:xfrm>
              <a:off x="7934962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FC35FB01-6605-1BD9-92DB-AB8BEF5B8FCC}"/>
                </a:ext>
              </a:extLst>
            </p:cNvPr>
            <p:cNvCxnSpPr>
              <a:cxnSpLocks/>
              <a:stCxn id="2" idx="7"/>
              <a:endCxn id="3" idx="3"/>
            </p:cNvCxnSpPr>
            <p:nvPr/>
          </p:nvCxnSpPr>
          <p:spPr>
            <a:xfrm flipV="1">
              <a:off x="964135" y="2353207"/>
              <a:ext cx="1099410" cy="83586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A4C3811F-4497-7148-CDB4-AF61DD7D9621}"/>
                </a:ext>
              </a:extLst>
            </p:cNvPr>
            <p:cNvCxnSpPr>
              <a:cxnSpLocks/>
              <a:stCxn id="2" idx="6"/>
              <a:endCxn id="5" idx="2"/>
            </p:cNvCxnSpPr>
            <p:nvPr/>
          </p:nvCxnSpPr>
          <p:spPr>
            <a:xfrm>
              <a:off x="1066800" y="3431540"/>
              <a:ext cx="2489200" cy="1016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926CC07C-8986-1FEF-1771-018D3F7C20C9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>
            <a:xfrm>
              <a:off x="964135" y="3674007"/>
              <a:ext cx="987650" cy="114574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1BCB8CA8-6EA2-544F-1790-4ADCB9C3678A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661920" y="2110740"/>
              <a:ext cx="298704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A97A08AD-6695-E33C-DDD3-CD1F06DAD8DA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2550160" y="5062220"/>
              <a:ext cx="30988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29C2A3FF-B881-19FF-D7B0-5947AE70260D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2447495" y="3684167"/>
              <a:ext cx="121117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A43BBFE6-AC19-15C2-58B5-2F357A8775C7}"/>
                </a:ext>
              </a:extLst>
            </p:cNvPr>
            <p:cNvCxnSpPr>
              <a:cxnSpLocks/>
              <a:stCxn id="3" idx="5"/>
              <a:endCxn id="5" idx="1"/>
            </p:cNvCxnSpPr>
            <p:nvPr/>
          </p:nvCxnSpPr>
          <p:spPr>
            <a:xfrm>
              <a:off x="2559255" y="2353207"/>
              <a:ext cx="1099410" cy="84602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C18E333A-9516-B7C8-8B09-7E8280F09FC2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4154375" y="2353207"/>
              <a:ext cx="159725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256AD697-6A72-15C6-E471-7CF8870E9EF5}"/>
                </a:ext>
              </a:extLst>
            </p:cNvPr>
            <p:cNvCxnSpPr>
              <a:cxnSpLocks/>
              <a:stCxn id="7" idx="7"/>
              <a:endCxn id="8" idx="3"/>
            </p:cNvCxnSpPr>
            <p:nvPr/>
          </p:nvCxnSpPr>
          <p:spPr>
            <a:xfrm flipV="1">
              <a:off x="6247335" y="3684167"/>
              <a:ext cx="1790292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AFFC8DFB-2D2E-FEAA-87EB-EA8161FB29C7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5999480" y="2453640"/>
              <a:ext cx="0" cy="226568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C2A61FDC-FB23-C23A-6B1F-7BC14B6ACCBD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247335" y="2353207"/>
              <a:ext cx="1790292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DBC6CB1F-8391-C141-C365-5F187863F58E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4154375" y="3684167"/>
              <a:ext cx="1597250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422E92E-9879-C0CD-FDE1-D1FA9F9004A8}"/>
              </a:ext>
            </a:extLst>
          </p:cNvPr>
          <p:cNvSpPr txBox="1"/>
          <p:nvPr/>
        </p:nvSpPr>
        <p:spPr>
          <a:xfrm>
            <a:off x="1038102" y="247684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5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1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A9666B3-08C6-C47C-9BD2-1C5C5A69FBA2}"/>
              </a:ext>
            </a:extLst>
          </p:cNvPr>
          <p:cNvSpPr txBox="1"/>
          <p:nvPr/>
        </p:nvSpPr>
        <p:spPr>
          <a:xfrm>
            <a:off x="1189201" y="42672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76F27F1-3A48-6C64-D696-8C307866EC4B}"/>
              </a:ext>
            </a:extLst>
          </p:cNvPr>
          <p:cNvSpPr txBox="1"/>
          <p:nvPr/>
        </p:nvSpPr>
        <p:spPr>
          <a:xfrm>
            <a:off x="1715165" y="3163673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1553446-51AD-35F5-641D-2511250AAFD3}"/>
              </a:ext>
            </a:extLst>
          </p:cNvPr>
          <p:cNvSpPr txBox="1"/>
          <p:nvPr/>
        </p:nvSpPr>
        <p:spPr>
          <a:xfrm>
            <a:off x="3559845" y="1825642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3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45005DB-51E0-ABEF-CF17-D6525348D695}"/>
              </a:ext>
            </a:extLst>
          </p:cNvPr>
          <p:cNvSpPr txBox="1"/>
          <p:nvPr/>
        </p:nvSpPr>
        <p:spPr>
          <a:xfrm>
            <a:off x="3000099" y="2420104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1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04F761C-F02A-08DC-707E-5CD6269FFE7B}"/>
              </a:ext>
            </a:extLst>
          </p:cNvPr>
          <p:cNvSpPr txBox="1"/>
          <p:nvPr/>
        </p:nvSpPr>
        <p:spPr>
          <a:xfrm>
            <a:off x="3098800" y="41239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381E3D6B-23E4-0910-6775-1C770D9407E7}"/>
              </a:ext>
            </a:extLst>
          </p:cNvPr>
          <p:cNvSpPr txBox="1"/>
          <p:nvPr/>
        </p:nvSpPr>
        <p:spPr>
          <a:xfrm>
            <a:off x="3588262" y="506222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75E45C1-C377-313B-E863-FEA6510BCC44}"/>
              </a:ext>
            </a:extLst>
          </p:cNvPr>
          <p:cNvSpPr txBox="1"/>
          <p:nvPr/>
        </p:nvSpPr>
        <p:spPr>
          <a:xfrm>
            <a:off x="4588541" y="37338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5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5E88B65-AFC8-97B0-CE45-F48E41205F97}"/>
              </a:ext>
            </a:extLst>
          </p:cNvPr>
          <p:cNvSpPr txBox="1"/>
          <p:nvPr/>
        </p:nvSpPr>
        <p:spPr>
          <a:xfrm>
            <a:off x="4578862" y="250317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4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3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9AACF55B-5B77-7B3F-D9F9-57D77112C9A6}"/>
              </a:ext>
            </a:extLst>
          </p:cNvPr>
          <p:cNvSpPr txBox="1"/>
          <p:nvPr/>
        </p:nvSpPr>
        <p:spPr>
          <a:xfrm>
            <a:off x="5938879" y="330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E35DB3DC-DA3A-4F6D-0BE2-E76BA506F46C}"/>
              </a:ext>
            </a:extLst>
          </p:cNvPr>
          <p:cNvSpPr txBox="1"/>
          <p:nvPr/>
        </p:nvSpPr>
        <p:spPr>
          <a:xfrm>
            <a:off x="6999482" y="440978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9</a:t>
            </a:r>
            <a:r>
              <a:rPr lang="es-NI" b="1" dirty="0"/>
              <a:t> </a:t>
            </a:r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9F22320-AE2D-225B-192B-0764A6D129B1}"/>
              </a:ext>
            </a:extLst>
          </p:cNvPr>
          <p:cNvSpPr txBox="1"/>
          <p:nvPr/>
        </p:nvSpPr>
        <p:spPr>
          <a:xfrm>
            <a:off x="6950812" y="2363367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6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2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1FBDBA-FD34-8AA5-5EE2-2617D375D5C3}"/>
              </a:ext>
            </a:extLst>
          </p:cNvPr>
          <p:cNvSpPr txBox="1"/>
          <p:nvPr/>
        </p:nvSpPr>
        <p:spPr>
          <a:xfrm>
            <a:off x="8962187" y="883920"/>
            <a:ext cx="2030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MIN</a:t>
            </a:r>
            <a:r>
              <a:rPr lang="es-NI" baseline="-25000" dirty="0"/>
              <a:t>(ADFG)</a:t>
            </a:r>
            <a:r>
              <a:rPr lang="es-NI" dirty="0"/>
              <a:t>: [7 </a:t>
            </a:r>
            <a:r>
              <a:rPr lang="es-NI" b="1" dirty="0">
                <a:solidFill>
                  <a:srgbClr val="0C17FC"/>
                </a:solidFill>
              </a:rPr>
              <a:t>5</a:t>
            </a:r>
            <a:r>
              <a:rPr lang="es-NI" dirty="0"/>
              <a:t> 9]</a:t>
            </a:r>
          </a:p>
          <a:p>
            <a:r>
              <a:rPr lang="es-NI" dirty="0"/>
              <a:t>MIN</a:t>
            </a:r>
            <a:r>
              <a:rPr lang="es-NI" baseline="-25000" dirty="0"/>
              <a:t>(ABEG)</a:t>
            </a:r>
            <a:r>
              <a:rPr lang="es-NI" dirty="0"/>
              <a:t>: [5 </a:t>
            </a:r>
            <a:r>
              <a:rPr lang="es-NI" b="1" dirty="0">
                <a:solidFill>
                  <a:srgbClr val="0C17FC"/>
                </a:solidFill>
              </a:rPr>
              <a:t>3</a:t>
            </a:r>
            <a:r>
              <a:rPr lang="es-NI" dirty="0"/>
              <a:t> 6]</a:t>
            </a:r>
          </a:p>
          <a:p>
            <a:r>
              <a:rPr lang="es-NI" dirty="0"/>
              <a:t>MIN</a:t>
            </a:r>
            <a:r>
              <a:rPr lang="es-NI" baseline="-25000" dirty="0"/>
              <a:t>(ACFG)</a:t>
            </a:r>
            <a:r>
              <a:rPr lang="es-NI" dirty="0"/>
              <a:t>: [</a:t>
            </a:r>
            <a:r>
              <a:rPr lang="es-NI" b="1" dirty="0">
                <a:solidFill>
                  <a:srgbClr val="0C17FC"/>
                </a:solidFill>
              </a:rPr>
              <a:t>4 4 4</a:t>
            </a:r>
            <a:r>
              <a:rPr lang="es-NI" dirty="0"/>
              <a:t>]</a:t>
            </a:r>
          </a:p>
          <a:p>
            <a:r>
              <a:rPr lang="es-NI" dirty="0"/>
              <a:t>MIN</a:t>
            </a:r>
            <a:r>
              <a:rPr lang="es-NI" baseline="-25000" dirty="0"/>
              <a:t>(ABDEG)</a:t>
            </a:r>
            <a:r>
              <a:rPr lang="es-NI" dirty="0"/>
              <a:t>: [2 </a:t>
            </a:r>
            <a:r>
              <a:rPr lang="es-NI" b="1" dirty="0">
                <a:solidFill>
                  <a:srgbClr val="0C17FC"/>
                </a:solidFill>
              </a:rPr>
              <a:t>1</a:t>
            </a:r>
            <a:r>
              <a:rPr lang="es-NI" dirty="0"/>
              <a:t> 4 3]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751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EC2EC-1513-73B6-AF4D-2DD4C739C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3F4264D9-F4D5-8835-AD87-9B0C2E6F5BD8}"/>
              </a:ext>
            </a:extLst>
          </p:cNvPr>
          <p:cNvGrpSpPr/>
          <p:nvPr/>
        </p:nvGrpSpPr>
        <p:grpSpPr>
          <a:xfrm>
            <a:off x="355600" y="1767840"/>
            <a:ext cx="8270242" cy="3637280"/>
            <a:chOff x="365760" y="1767840"/>
            <a:chExt cx="8270242" cy="363728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0B9E98DA-16A6-4C43-F1A1-6DB5CDE0E74A}"/>
                </a:ext>
              </a:extLst>
            </p:cNvPr>
            <p:cNvSpPr/>
            <p:nvPr/>
          </p:nvSpPr>
          <p:spPr>
            <a:xfrm>
              <a:off x="365760" y="30886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585035E6-68ED-169D-6C53-D3C360B01469}"/>
                </a:ext>
              </a:extLst>
            </p:cNvPr>
            <p:cNvSpPr/>
            <p:nvPr/>
          </p:nvSpPr>
          <p:spPr>
            <a:xfrm>
              <a:off x="196088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A219FE6B-4FD1-E248-9641-A02C1B78E4DF}"/>
                </a:ext>
              </a:extLst>
            </p:cNvPr>
            <p:cNvSpPr/>
            <p:nvPr/>
          </p:nvSpPr>
          <p:spPr>
            <a:xfrm>
              <a:off x="184912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776E030-AD0D-E416-344C-89CEB9FC3638}"/>
                </a:ext>
              </a:extLst>
            </p:cNvPr>
            <p:cNvSpPr/>
            <p:nvPr/>
          </p:nvSpPr>
          <p:spPr>
            <a:xfrm>
              <a:off x="3556000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10DE489F-C999-FF8A-709B-1007111C54FC}"/>
                </a:ext>
              </a:extLst>
            </p:cNvPr>
            <p:cNvSpPr/>
            <p:nvPr/>
          </p:nvSpPr>
          <p:spPr>
            <a:xfrm>
              <a:off x="564896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0119E168-589A-E87B-2605-C00E4DC3E134}"/>
                </a:ext>
              </a:extLst>
            </p:cNvPr>
            <p:cNvSpPr/>
            <p:nvPr/>
          </p:nvSpPr>
          <p:spPr>
            <a:xfrm>
              <a:off x="564896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93729EE9-0BD2-E88D-87D4-7F6916219902}"/>
                </a:ext>
              </a:extLst>
            </p:cNvPr>
            <p:cNvSpPr/>
            <p:nvPr/>
          </p:nvSpPr>
          <p:spPr>
            <a:xfrm>
              <a:off x="7934962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5F9A87A1-28F8-2BB4-20D7-CAD9AB49A2E7}"/>
                </a:ext>
              </a:extLst>
            </p:cNvPr>
            <p:cNvCxnSpPr>
              <a:cxnSpLocks/>
              <a:stCxn id="2" idx="7"/>
              <a:endCxn id="3" idx="3"/>
            </p:cNvCxnSpPr>
            <p:nvPr/>
          </p:nvCxnSpPr>
          <p:spPr>
            <a:xfrm flipV="1">
              <a:off x="964135" y="2353207"/>
              <a:ext cx="1099410" cy="83586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5708FBE3-11B2-86D0-F5A7-B9F2549ECE8F}"/>
                </a:ext>
              </a:extLst>
            </p:cNvPr>
            <p:cNvCxnSpPr>
              <a:cxnSpLocks/>
              <a:stCxn id="2" idx="6"/>
              <a:endCxn id="5" idx="2"/>
            </p:cNvCxnSpPr>
            <p:nvPr/>
          </p:nvCxnSpPr>
          <p:spPr>
            <a:xfrm>
              <a:off x="1066800" y="3431540"/>
              <a:ext cx="2489200" cy="1016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C6041F26-59B0-31A9-F353-EED8DDFA02CA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>
            <a:xfrm>
              <a:off x="964135" y="3674007"/>
              <a:ext cx="987650" cy="114574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9033EA6F-D19F-19E5-9E99-0BA254D67C47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661920" y="2110740"/>
              <a:ext cx="298704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A1258FB3-7201-CE58-1335-5F74025C5628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2550160" y="5062220"/>
              <a:ext cx="30988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68F70835-933A-553A-63DC-0B35FE47489C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2447495" y="3684167"/>
              <a:ext cx="121117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1124B94F-6AF2-6BEC-FA50-132445CD08DD}"/>
                </a:ext>
              </a:extLst>
            </p:cNvPr>
            <p:cNvCxnSpPr>
              <a:cxnSpLocks/>
              <a:stCxn id="3" idx="5"/>
              <a:endCxn id="5" idx="1"/>
            </p:cNvCxnSpPr>
            <p:nvPr/>
          </p:nvCxnSpPr>
          <p:spPr>
            <a:xfrm>
              <a:off x="2559255" y="2353207"/>
              <a:ext cx="1099410" cy="84602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C869C31D-AAEC-0050-538D-4166814EBDF4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4154375" y="2353207"/>
              <a:ext cx="1597250" cy="84602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1952D96C-EF5E-89C4-367E-335EB17ED85B}"/>
                </a:ext>
              </a:extLst>
            </p:cNvPr>
            <p:cNvCxnSpPr>
              <a:cxnSpLocks/>
              <a:stCxn id="7" idx="7"/>
              <a:endCxn id="8" idx="3"/>
            </p:cNvCxnSpPr>
            <p:nvPr/>
          </p:nvCxnSpPr>
          <p:spPr>
            <a:xfrm flipV="1">
              <a:off x="6247335" y="3684167"/>
              <a:ext cx="1790292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85CAB789-6866-CE7F-5B9B-66B2E136D9B3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5999480" y="2453640"/>
              <a:ext cx="0" cy="226568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90C0CFE4-D517-FB21-CF47-402F7EEEF0D0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247335" y="2353207"/>
              <a:ext cx="1790292" cy="84602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8634786F-DAA9-EDC4-62CE-32C7CD19AA69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4154375" y="3684167"/>
              <a:ext cx="1597250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D058C0F-412E-D8D7-83F2-BB3EB609A35F}"/>
              </a:ext>
            </a:extLst>
          </p:cNvPr>
          <p:cNvSpPr txBox="1"/>
          <p:nvPr/>
        </p:nvSpPr>
        <p:spPr>
          <a:xfrm>
            <a:off x="1038102" y="247684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5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1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3A3AFE3-A2CC-5D30-B57D-4A243DC11918}"/>
              </a:ext>
            </a:extLst>
          </p:cNvPr>
          <p:cNvSpPr txBox="1"/>
          <p:nvPr/>
        </p:nvSpPr>
        <p:spPr>
          <a:xfrm>
            <a:off x="1189201" y="42672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82BCC37-E4E3-314B-9E6C-FF0FF26BE8A3}"/>
              </a:ext>
            </a:extLst>
          </p:cNvPr>
          <p:cNvSpPr txBox="1"/>
          <p:nvPr/>
        </p:nvSpPr>
        <p:spPr>
          <a:xfrm>
            <a:off x="1715165" y="3163673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dirty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582E7F2-E4F2-9E25-0B41-5529441229CD}"/>
              </a:ext>
            </a:extLst>
          </p:cNvPr>
          <p:cNvSpPr txBox="1"/>
          <p:nvPr/>
        </p:nvSpPr>
        <p:spPr>
          <a:xfrm>
            <a:off x="3559845" y="1825642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3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BF5E551-7344-F4DC-2B9B-F43215B954CD}"/>
              </a:ext>
            </a:extLst>
          </p:cNvPr>
          <p:cNvSpPr txBox="1"/>
          <p:nvPr/>
        </p:nvSpPr>
        <p:spPr>
          <a:xfrm>
            <a:off x="3000099" y="2420104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1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07134B2-C3D2-12CB-A3D1-EEE61C921B67}"/>
              </a:ext>
            </a:extLst>
          </p:cNvPr>
          <p:cNvSpPr txBox="1"/>
          <p:nvPr/>
        </p:nvSpPr>
        <p:spPr>
          <a:xfrm>
            <a:off x="3098800" y="41239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17A5D5C6-C7A8-3604-8A99-B5AF10607DD7}"/>
              </a:ext>
            </a:extLst>
          </p:cNvPr>
          <p:cNvSpPr txBox="1"/>
          <p:nvPr/>
        </p:nvSpPr>
        <p:spPr>
          <a:xfrm>
            <a:off x="3588262" y="506222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E64CA422-A93A-0008-0602-9E40F6052361}"/>
              </a:ext>
            </a:extLst>
          </p:cNvPr>
          <p:cNvSpPr txBox="1"/>
          <p:nvPr/>
        </p:nvSpPr>
        <p:spPr>
          <a:xfrm>
            <a:off x="4588541" y="37338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5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D02CD1F5-840F-9B6D-A0F0-8D7FD8759BCE}"/>
              </a:ext>
            </a:extLst>
          </p:cNvPr>
          <p:cNvSpPr txBox="1"/>
          <p:nvPr/>
        </p:nvSpPr>
        <p:spPr>
          <a:xfrm>
            <a:off x="4578862" y="250317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4 </a:t>
            </a:r>
            <a:r>
              <a:rPr lang="es-NI" b="1" dirty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395F69E-CBD6-D352-2CE5-313F7C101BD9}"/>
              </a:ext>
            </a:extLst>
          </p:cNvPr>
          <p:cNvSpPr txBox="1"/>
          <p:nvPr/>
        </p:nvSpPr>
        <p:spPr>
          <a:xfrm>
            <a:off x="5938879" y="330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14F2F73-E2B4-3E04-5C13-6797A616F333}"/>
              </a:ext>
            </a:extLst>
          </p:cNvPr>
          <p:cNvSpPr txBox="1"/>
          <p:nvPr/>
        </p:nvSpPr>
        <p:spPr>
          <a:xfrm>
            <a:off x="6999482" y="440978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9</a:t>
            </a:r>
            <a:r>
              <a:rPr lang="es-NI" b="1" dirty="0"/>
              <a:t> </a:t>
            </a:r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980B8E33-E6AA-0616-904E-DD90690BACCE}"/>
              </a:ext>
            </a:extLst>
          </p:cNvPr>
          <p:cNvSpPr txBox="1"/>
          <p:nvPr/>
        </p:nvSpPr>
        <p:spPr>
          <a:xfrm>
            <a:off x="6950812" y="2363367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6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dirty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C5B606-C5F4-638D-0C66-0166BFFE1909}"/>
              </a:ext>
            </a:extLst>
          </p:cNvPr>
          <p:cNvSpPr txBox="1"/>
          <p:nvPr/>
        </p:nvSpPr>
        <p:spPr>
          <a:xfrm>
            <a:off x="8962187" y="883920"/>
            <a:ext cx="20309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MIN</a:t>
            </a:r>
            <a:r>
              <a:rPr lang="es-NI" baseline="-25000" dirty="0"/>
              <a:t>(ADFG)</a:t>
            </a:r>
            <a:r>
              <a:rPr lang="es-NI" dirty="0"/>
              <a:t>: [7 </a:t>
            </a:r>
            <a:r>
              <a:rPr lang="es-NI" b="1" dirty="0">
                <a:solidFill>
                  <a:srgbClr val="0C17FC"/>
                </a:solidFill>
              </a:rPr>
              <a:t>5</a:t>
            </a:r>
            <a:r>
              <a:rPr lang="es-NI" dirty="0"/>
              <a:t> 9]</a:t>
            </a:r>
          </a:p>
          <a:p>
            <a:r>
              <a:rPr lang="es-NI" dirty="0"/>
              <a:t>MIN</a:t>
            </a:r>
            <a:r>
              <a:rPr lang="es-NI" baseline="-25000" dirty="0"/>
              <a:t>(ABEG)</a:t>
            </a:r>
            <a:r>
              <a:rPr lang="es-NI" dirty="0"/>
              <a:t>: [5 </a:t>
            </a:r>
            <a:r>
              <a:rPr lang="es-NI" b="1" dirty="0">
                <a:solidFill>
                  <a:srgbClr val="0C17FC"/>
                </a:solidFill>
              </a:rPr>
              <a:t>3</a:t>
            </a:r>
            <a:r>
              <a:rPr lang="es-NI" dirty="0"/>
              <a:t> 6]</a:t>
            </a:r>
          </a:p>
          <a:p>
            <a:r>
              <a:rPr lang="es-NI" dirty="0"/>
              <a:t>MIN</a:t>
            </a:r>
            <a:r>
              <a:rPr lang="es-NI" baseline="-25000" dirty="0"/>
              <a:t>(ACFG)</a:t>
            </a:r>
            <a:r>
              <a:rPr lang="es-NI" dirty="0"/>
              <a:t>: [</a:t>
            </a:r>
            <a:r>
              <a:rPr lang="es-NI" b="1" dirty="0">
                <a:solidFill>
                  <a:srgbClr val="0C17FC"/>
                </a:solidFill>
              </a:rPr>
              <a:t>4 4 4</a:t>
            </a:r>
            <a:r>
              <a:rPr lang="es-NI" dirty="0"/>
              <a:t>]</a:t>
            </a:r>
          </a:p>
          <a:p>
            <a:r>
              <a:rPr lang="es-NI" dirty="0"/>
              <a:t>MIN</a:t>
            </a:r>
            <a:r>
              <a:rPr lang="es-NI" baseline="-25000" dirty="0"/>
              <a:t>(ABDEG)</a:t>
            </a:r>
            <a:r>
              <a:rPr lang="es-NI" dirty="0"/>
              <a:t>: [2 </a:t>
            </a:r>
            <a:r>
              <a:rPr lang="es-NI" b="1" dirty="0">
                <a:solidFill>
                  <a:srgbClr val="0C17FC"/>
                </a:solidFill>
              </a:rPr>
              <a:t>1</a:t>
            </a:r>
            <a:r>
              <a:rPr lang="es-NI" dirty="0"/>
              <a:t> 4 3]</a:t>
            </a:r>
          </a:p>
          <a:p>
            <a:r>
              <a:rPr lang="es-NI" dirty="0"/>
              <a:t>MIN</a:t>
            </a:r>
            <a:r>
              <a:rPr lang="es-NI" baseline="-25000" dirty="0"/>
              <a:t>(ADEG)</a:t>
            </a:r>
            <a:r>
              <a:rPr lang="es-NI" dirty="0"/>
              <a:t>: [</a:t>
            </a:r>
            <a:r>
              <a:rPr lang="es-NI" b="1" dirty="0">
                <a:solidFill>
                  <a:srgbClr val="0C17FC"/>
                </a:solidFill>
              </a:rPr>
              <a:t>2</a:t>
            </a:r>
            <a:r>
              <a:rPr lang="es-NI" dirty="0"/>
              <a:t> 3 </a:t>
            </a:r>
            <a:r>
              <a:rPr lang="es-NI" b="1" dirty="0">
                <a:solidFill>
                  <a:srgbClr val="0C17FC"/>
                </a:solidFill>
              </a:rPr>
              <a:t>2</a:t>
            </a:r>
            <a:r>
              <a:rPr lang="es-NI" dirty="0"/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771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D3A53-2837-68C2-B061-691B3488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8282AAC6-8D29-99A0-33C7-6BFD54D3315F}"/>
              </a:ext>
            </a:extLst>
          </p:cNvPr>
          <p:cNvGrpSpPr/>
          <p:nvPr/>
        </p:nvGrpSpPr>
        <p:grpSpPr>
          <a:xfrm>
            <a:off x="355600" y="1767840"/>
            <a:ext cx="8270242" cy="3637280"/>
            <a:chOff x="365760" y="1767840"/>
            <a:chExt cx="8270242" cy="3637280"/>
          </a:xfrm>
        </p:grpSpPr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05F49350-6846-EBD6-E51E-4874C63198CD}"/>
                </a:ext>
              </a:extLst>
            </p:cNvPr>
            <p:cNvSpPr/>
            <p:nvPr/>
          </p:nvSpPr>
          <p:spPr>
            <a:xfrm>
              <a:off x="365760" y="30886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59580E55-D0C1-044F-1088-59EF7B162F82}"/>
                </a:ext>
              </a:extLst>
            </p:cNvPr>
            <p:cNvSpPr/>
            <p:nvPr/>
          </p:nvSpPr>
          <p:spPr>
            <a:xfrm>
              <a:off x="196088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F2E71BB0-AB7E-339B-F3C7-A631D410499B}"/>
                </a:ext>
              </a:extLst>
            </p:cNvPr>
            <p:cNvSpPr/>
            <p:nvPr/>
          </p:nvSpPr>
          <p:spPr>
            <a:xfrm>
              <a:off x="184912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9FAB11A9-8F37-D122-CD65-2C955C3B9C9D}"/>
                </a:ext>
              </a:extLst>
            </p:cNvPr>
            <p:cNvSpPr/>
            <p:nvPr/>
          </p:nvSpPr>
          <p:spPr>
            <a:xfrm>
              <a:off x="3556000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6C41D43B-92BA-7DC6-F3FB-99DFF644BE90}"/>
                </a:ext>
              </a:extLst>
            </p:cNvPr>
            <p:cNvSpPr/>
            <p:nvPr/>
          </p:nvSpPr>
          <p:spPr>
            <a:xfrm>
              <a:off x="5648960" y="176784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2131C3EC-60E7-9EB9-FD49-91B449A61430}"/>
                </a:ext>
              </a:extLst>
            </p:cNvPr>
            <p:cNvSpPr/>
            <p:nvPr/>
          </p:nvSpPr>
          <p:spPr>
            <a:xfrm>
              <a:off x="5648960" y="471932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26FEF61A-D2A0-D388-B44B-4BE372932A4A}"/>
                </a:ext>
              </a:extLst>
            </p:cNvPr>
            <p:cNvSpPr/>
            <p:nvPr/>
          </p:nvSpPr>
          <p:spPr>
            <a:xfrm>
              <a:off x="7934962" y="3098800"/>
              <a:ext cx="701040" cy="685800"/>
            </a:xfrm>
            <a:prstGeom prst="ellipse">
              <a:avLst/>
            </a:prstGeom>
            <a:noFill/>
            <a:ln w="3175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NI" b="1" dirty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974B0017-D0AF-3432-A466-E60B0808F1C0}"/>
                </a:ext>
              </a:extLst>
            </p:cNvPr>
            <p:cNvCxnSpPr>
              <a:cxnSpLocks/>
              <a:stCxn id="2" idx="7"/>
              <a:endCxn id="3" idx="3"/>
            </p:cNvCxnSpPr>
            <p:nvPr/>
          </p:nvCxnSpPr>
          <p:spPr>
            <a:xfrm flipV="1">
              <a:off x="964135" y="2353207"/>
              <a:ext cx="1099410" cy="83586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8A22FF2C-18F2-5074-48E2-96EE7DC748AC}"/>
                </a:ext>
              </a:extLst>
            </p:cNvPr>
            <p:cNvCxnSpPr>
              <a:cxnSpLocks/>
              <a:stCxn id="2" idx="6"/>
              <a:endCxn id="5" idx="2"/>
            </p:cNvCxnSpPr>
            <p:nvPr/>
          </p:nvCxnSpPr>
          <p:spPr>
            <a:xfrm>
              <a:off x="1066800" y="3431540"/>
              <a:ext cx="2489200" cy="1016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3C66C951-B41B-365C-8EE5-E36CA6E0321E}"/>
                </a:ext>
              </a:extLst>
            </p:cNvPr>
            <p:cNvCxnSpPr>
              <a:cxnSpLocks/>
              <a:stCxn id="2" idx="5"/>
              <a:endCxn id="4" idx="1"/>
            </p:cNvCxnSpPr>
            <p:nvPr/>
          </p:nvCxnSpPr>
          <p:spPr>
            <a:xfrm>
              <a:off x="964135" y="3674007"/>
              <a:ext cx="987650" cy="114574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961C2E6D-83F9-A849-12DF-12B9C4602CA0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661920" y="2110740"/>
              <a:ext cx="298704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05C8A549-705E-C354-EFDE-BB36679AA32A}"/>
                </a:ext>
              </a:extLst>
            </p:cNvPr>
            <p:cNvCxnSpPr>
              <a:cxnSpLocks/>
              <a:stCxn id="4" idx="6"/>
              <a:endCxn id="7" idx="2"/>
            </p:cNvCxnSpPr>
            <p:nvPr/>
          </p:nvCxnSpPr>
          <p:spPr>
            <a:xfrm>
              <a:off x="2550160" y="5062220"/>
              <a:ext cx="309880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7394B0D0-3B46-021C-3E93-429628064B04}"/>
                </a:ext>
              </a:extLst>
            </p:cNvPr>
            <p:cNvCxnSpPr>
              <a:cxnSpLocks/>
              <a:stCxn id="4" idx="7"/>
              <a:endCxn id="5" idx="3"/>
            </p:cNvCxnSpPr>
            <p:nvPr/>
          </p:nvCxnSpPr>
          <p:spPr>
            <a:xfrm flipV="1">
              <a:off x="2447495" y="3684167"/>
              <a:ext cx="1211170" cy="113558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086EC428-01BC-2944-37B3-CD6C98694966}"/>
                </a:ext>
              </a:extLst>
            </p:cNvPr>
            <p:cNvCxnSpPr>
              <a:cxnSpLocks/>
              <a:stCxn id="3" idx="5"/>
              <a:endCxn id="5" idx="1"/>
            </p:cNvCxnSpPr>
            <p:nvPr/>
          </p:nvCxnSpPr>
          <p:spPr>
            <a:xfrm>
              <a:off x="2559255" y="2353207"/>
              <a:ext cx="1099410" cy="84602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AC4F16BA-D1CB-54B1-17E6-8123224E40FD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4154375" y="2353207"/>
              <a:ext cx="1597250" cy="846026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0793E700-28C4-DD7C-7337-EAAC7C19B726}"/>
                </a:ext>
              </a:extLst>
            </p:cNvPr>
            <p:cNvCxnSpPr>
              <a:cxnSpLocks/>
              <a:stCxn id="7" idx="7"/>
              <a:endCxn id="8" idx="3"/>
            </p:cNvCxnSpPr>
            <p:nvPr/>
          </p:nvCxnSpPr>
          <p:spPr>
            <a:xfrm flipV="1">
              <a:off x="6247335" y="3684167"/>
              <a:ext cx="1790292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15FB1C58-141C-27B5-CD2A-B562433E43AC}"/>
                </a:ext>
              </a:extLst>
            </p:cNvPr>
            <p:cNvCxnSpPr>
              <a:cxnSpLocks/>
              <a:stCxn id="7" idx="0"/>
              <a:endCxn id="6" idx="4"/>
            </p:cNvCxnSpPr>
            <p:nvPr/>
          </p:nvCxnSpPr>
          <p:spPr>
            <a:xfrm flipV="1">
              <a:off x="5999480" y="2453640"/>
              <a:ext cx="0" cy="2265680"/>
            </a:xfrm>
            <a:prstGeom prst="straightConnector1">
              <a:avLst/>
            </a:prstGeom>
            <a:ln w="31750">
              <a:solidFill>
                <a:srgbClr val="0C17F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5A7A9F2D-7162-E7F2-3BD8-7C504C5BFAE6}"/>
                </a:ext>
              </a:extLst>
            </p:cNvPr>
            <p:cNvCxnSpPr>
              <a:cxnSpLocks/>
              <a:stCxn id="6" idx="5"/>
              <a:endCxn id="8" idx="1"/>
            </p:cNvCxnSpPr>
            <p:nvPr/>
          </p:nvCxnSpPr>
          <p:spPr>
            <a:xfrm>
              <a:off x="6247335" y="2353207"/>
              <a:ext cx="1790292" cy="84602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54FD79E5-C551-61A3-FA21-99865EA9D48E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4154375" y="3684167"/>
              <a:ext cx="1597250" cy="1135586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E974B4A-0EA6-FF04-B3BC-DF27D230F77B}"/>
              </a:ext>
            </a:extLst>
          </p:cNvPr>
          <p:cNvSpPr txBox="1"/>
          <p:nvPr/>
        </p:nvSpPr>
        <p:spPr>
          <a:xfrm>
            <a:off x="1038102" y="247684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5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1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C7A1AE8-FCDB-F4AB-BFEE-C9646DD4DBD6}"/>
              </a:ext>
            </a:extLst>
          </p:cNvPr>
          <p:cNvSpPr txBox="1"/>
          <p:nvPr/>
        </p:nvSpPr>
        <p:spPr>
          <a:xfrm>
            <a:off x="1189201" y="42672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82DE206-B357-48BA-4207-33C15FC5550B}"/>
              </a:ext>
            </a:extLst>
          </p:cNvPr>
          <p:cNvSpPr txBox="1"/>
          <p:nvPr/>
        </p:nvSpPr>
        <p:spPr>
          <a:xfrm>
            <a:off x="1715165" y="3163673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1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69F192F8-CAE0-1528-D8EF-5529D49AD735}"/>
              </a:ext>
            </a:extLst>
          </p:cNvPr>
          <p:cNvSpPr txBox="1"/>
          <p:nvPr/>
        </p:nvSpPr>
        <p:spPr>
          <a:xfrm>
            <a:off x="3559845" y="1825642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3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0C06F56-816A-047A-B920-F4774DF42312}"/>
              </a:ext>
            </a:extLst>
          </p:cNvPr>
          <p:cNvSpPr txBox="1"/>
          <p:nvPr/>
        </p:nvSpPr>
        <p:spPr>
          <a:xfrm>
            <a:off x="3000099" y="2420104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1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01E22E50-D425-B0C7-D281-89FB7E04B219}"/>
              </a:ext>
            </a:extLst>
          </p:cNvPr>
          <p:cNvSpPr txBox="1"/>
          <p:nvPr/>
        </p:nvSpPr>
        <p:spPr>
          <a:xfrm>
            <a:off x="3098800" y="41239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2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1448CF66-8AB9-941B-DC39-05B464F7CF35}"/>
              </a:ext>
            </a:extLst>
          </p:cNvPr>
          <p:cNvSpPr txBox="1"/>
          <p:nvPr/>
        </p:nvSpPr>
        <p:spPr>
          <a:xfrm>
            <a:off x="3588262" y="506222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B0F893B-15CB-9929-A59F-336C325FF14E}"/>
              </a:ext>
            </a:extLst>
          </p:cNvPr>
          <p:cNvSpPr txBox="1"/>
          <p:nvPr/>
        </p:nvSpPr>
        <p:spPr>
          <a:xfrm>
            <a:off x="4588541" y="373380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5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E76A278-F149-F47A-71A5-F128454FD0F4}"/>
              </a:ext>
            </a:extLst>
          </p:cNvPr>
          <p:cNvSpPr txBox="1"/>
          <p:nvPr/>
        </p:nvSpPr>
        <p:spPr>
          <a:xfrm>
            <a:off x="4568702" y="2401570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4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NI" b="1" strike="sngStrik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</a:t>
            </a:r>
            <a:r>
              <a:rPr lang="es-NI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1</a:t>
            </a:r>
            <a:endParaRPr lang="en-US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09B3E23-4B39-4559-0430-A6357397B54C}"/>
              </a:ext>
            </a:extLst>
          </p:cNvPr>
          <p:cNvSpPr txBox="1"/>
          <p:nvPr/>
        </p:nvSpPr>
        <p:spPr>
          <a:xfrm>
            <a:off x="5938879" y="330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7030A0"/>
                </a:solidFill>
              </a:rPr>
              <a:t>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4E1EC318-FEE4-F35B-70B9-997D4E935939}"/>
              </a:ext>
            </a:extLst>
          </p:cNvPr>
          <p:cNvSpPr txBox="1"/>
          <p:nvPr/>
        </p:nvSpPr>
        <p:spPr>
          <a:xfrm>
            <a:off x="6999482" y="440978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9</a:t>
            </a:r>
            <a:r>
              <a:rPr lang="es-NI" b="1" dirty="0"/>
              <a:t> </a:t>
            </a:r>
            <a:r>
              <a:rPr lang="es-NI" b="1" strike="sngStrike" dirty="0"/>
              <a:t>4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46711FAD-DD5D-288A-47DE-FF5E4D45B7C1}"/>
              </a:ext>
            </a:extLst>
          </p:cNvPr>
          <p:cNvSpPr txBox="1"/>
          <p:nvPr/>
        </p:nvSpPr>
        <p:spPr>
          <a:xfrm>
            <a:off x="6950812" y="2363367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strike="sngStrike" dirty="0"/>
              <a:t>6</a:t>
            </a:r>
            <a:r>
              <a:rPr lang="es-NI" b="1" dirty="0"/>
              <a:t> </a:t>
            </a:r>
            <a:r>
              <a:rPr lang="es-NI" b="1" strike="sngStrike" dirty="0"/>
              <a:t>3</a:t>
            </a:r>
            <a:r>
              <a:rPr lang="es-NI" b="1" dirty="0"/>
              <a:t> </a:t>
            </a:r>
            <a:r>
              <a:rPr lang="es-NI" b="1" strike="sngStrike" dirty="0"/>
              <a:t>2</a:t>
            </a:r>
            <a:r>
              <a:rPr lang="es-NI" b="1" dirty="0"/>
              <a:t> 0</a:t>
            </a:r>
            <a:endParaRPr lang="en-US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F9823B0-C94E-7F1C-5554-93F6BE91B8FB}"/>
              </a:ext>
            </a:extLst>
          </p:cNvPr>
          <p:cNvSpPr txBox="1"/>
          <p:nvPr/>
        </p:nvSpPr>
        <p:spPr>
          <a:xfrm>
            <a:off x="2795008" y="502993"/>
            <a:ext cx="4843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Ahora que hemos agotado todas las rutas </a:t>
            </a:r>
            <a:r>
              <a:rPr lang="es-NI" dirty="0" err="1"/>
              <a:t>sumanos</a:t>
            </a:r>
            <a:r>
              <a:rPr lang="es-NI" dirty="0"/>
              <a:t> cada número menor encontrado en cada ruta para obtener la capacidad máxima de la red</a:t>
            </a:r>
            <a:endParaRPr lang="en-U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15DC940-0D2A-45AB-7B19-FCBA4197C511}"/>
              </a:ext>
            </a:extLst>
          </p:cNvPr>
          <p:cNvSpPr txBox="1"/>
          <p:nvPr/>
        </p:nvSpPr>
        <p:spPr>
          <a:xfrm>
            <a:off x="8889053" y="2488374"/>
            <a:ext cx="2177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NI" b="1" dirty="0">
                <a:solidFill>
                  <a:srgbClr val="FF0000"/>
                </a:solidFill>
              </a:rPr>
              <a:t>5 + 3 + 4 + 1 + 2 = 15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45E9A96-186D-B3A7-C310-242D1A976D57}"/>
              </a:ext>
            </a:extLst>
          </p:cNvPr>
          <p:cNvSpPr txBox="1"/>
          <p:nvPr/>
        </p:nvSpPr>
        <p:spPr>
          <a:xfrm>
            <a:off x="8962187" y="883920"/>
            <a:ext cx="20309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MIN</a:t>
            </a:r>
            <a:r>
              <a:rPr lang="es-NI" baseline="-25000" dirty="0"/>
              <a:t>(ADFG)</a:t>
            </a:r>
            <a:r>
              <a:rPr lang="es-NI" dirty="0"/>
              <a:t>: [7 </a:t>
            </a:r>
            <a:r>
              <a:rPr lang="es-NI" b="1" dirty="0">
                <a:solidFill>
                  <a:srgbClr val="0C17FC"/>
                </a:solidFill>
              </a:rPr>
              <a:t>5</a:t>
            </a:r>
            <a:r>
              <a:rPr lang="es-NI" dirty="0"/>
              <a:t> 9]</a:t>
            </a:r>
          </a:p>
          <a:p>
            <a:r>
              <a:rPr lang="es-NI" dirty="0"/>
              <a:t>MIN</a:t>
            </a:r>
            <a:r>
              <a:rPr lang="es-NI" baseline="-25000" dirty="0"/>
              <a:t>(ABEG)</a:t>
            </a:r>
            <a:r>
              <a:rPr lang="es-NI" dirty="0"/>
              <a:t>: [5 </a:t>
            </a:r>
            <a:r>
              <a:rPr lang="es-NI" b="1" dirty="0">
                <a:solidFill>
                  <a:srgbClr val="0C17FC"/>
                </a:solidFill>
              </a:rPr>
              <a:t>3</a:t>
            </a:r>
            <a:r>
              <a:rPr lang="es-NI" dirty="0"/>
              <a:t> 6]</a:t>
            </a:r>
          </a:p>
          <a:p>
            <a:r>
              <a:rPr lang="es-NI" dirty="0"/>
              <a:t>MIN</a:t>
            </a:r>
            <a:r>
              <a:rPr lang="es-NI" baseline="-25000" dirty="0"/>
              <a:t>(ACFG)</a:t>
            </a:r>
            <a:r>
              <a:rPr lang="es-NI" dirty="0"/>
              <a:t>: [</a:t>
            </a:r>
            <a:r>
              <a:rPr lang="es-NI" b="1" dirty="0">
                <a:solidFill>
                  <a:srgbClr val="0C17FC"/>
                </a:solidFill>
              </a:rPr>
              <a:t>4 4 4</a:t>
            </a:r>
            <a:r>
              <a:rPr lang="es-NI" dirty="0"/>
              <a:t>]</a:t>
            </a:r>
          </a:p>
          <a:p>
            <a:r>
              <a:rPr lang="es-NI" dirty="0"/>
              <a:t>MIN</a:t>
            </a:r>
            <a:r>
              <a:rPr lang="es-NI" baseline="-25000" dirty="0"/>
              <a:t>(ABDEG)</a:t>
            </a:r>
            <a:r>
              <a:rPr lang="es-NI" dirty="0"/>
              <a:t>: [2 </a:t>
            </a:r>
            <a:r>
              <a:rPr lang="es-NI" b="1" dirty="0">
                <a:solidFill>
                  <a:srgbClr val="0C17FC"/>
                </a:solidFill>
              </a:rPr>
              <a:t>1</a:t>
            </a:r>
            <a:r>
              <a:rPr lang="es-NI" dirty="0"/>
              <a:t> 4 3]</a:t>
            </a:r>
          </a:p>
          <a:p>
            <a:r>
              <a:rPr lang="es-NI" dirty="0"/>
              <a:t>MIN</a:t>
            </a:r>
            <a:r>
              <a:rPr lang="es-NI" baseline="-25000" dirty="0"/>
              <a:t>(ADEG)</a:t>
            </a:r>
            <a:r>
              <a:rPr lang="es-NI" dirty="0"/>
              <a:t>: [</a:t>
            </a:r>
            <a:r>
              <a:rPr lang="es-NI" b="1" dirty="0">
                <a:solidFill>
                  <a:srgbClr val="0C17FC"/>
                </a:solidFill>
              </a:rPr>
              <a:t>2</a:t>
            </a:r>
            <a:r>
              <a:rPr lang="es-NI" dirty="0"/>
              <a:t> 3 </a:t>
            </a:r>
            <a:r>
              <a:rPr lang="es-NI" b="1" dirty="0">
                <a:solidFill>
                  <a:srgbClr val="0C17FC"/>
                </a:solidFill>
              </a:rPr>
              <a:t>2</a:t>
            </a:r>
            <a:r>
              <a:rPr lang="es-NI" dirty="0"/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8587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687</Words>
  <Application>Microsoft Office PowerPoint</Application>
  <PresentationFormat>Panorámica</PresentationFormat>
  <Paragraphs>247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Guillermo AntonioAguirre</dc:creator>
  <cp:lastModifiedBy>Guillermo AntonioAguirre</cp:lastModifiedBy>
  <cp:revision>1</cp:revision>
  <dcterms:created xsi:type="dcterms:W3CDTF">2025-10-25T14:00:16Z</dcterms:created>
  <dcterms:modified xsi:type="dcterms:W3CDTF">2025-10-25T17:39:54Z</dcterms:modified>
</cp:coreProperties>
</file>