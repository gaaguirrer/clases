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81" r:id="rId12"/>
    <p:sldId id="282" r:id="rId13"/>
    <p:sldId id="283" r:id="rId14"/>
    <p:sldId id="266" r:id="rId15"/>
    <p:sldId id="295" r:id="rId16"/>
    <p:sldId id="284" r:id="rId17"/>
    <p:sldId id="296" r:id="rId18"/>
    <p:sldId id="285" r:id="rId19"/>
    <p:sldId id="297" r:id="rId20"/>
    <p:sldId id="286" r:id="rId21"/>
    <p:sldId id="298" r:id="rId22"/>
    <p:sldId id="287" r:id="rId23"/>
    <p:sldId id="299" r:id="rId24"/>
    <p:sldId id="288" r:id="rId25"/>
    <p:sldId id="300" r:id="rId26"/>
    <p:sldId id="289" r:id="rId27"/>
    <p:sldId id="301" r:id="rId28"/>
    <p:sldId id="290" r:id="rId29"/>
    <p:sldId id="302" r:id="rId30"/>
    <p:sldId id="291" r:id="rId31"/>
    <p:sldId id="303" r:id="rId32"/>
    <p:sldId id="292" r:id="rId33"/>
    <p:sldId id="304" r:id="rId34"/>
    <p:sldId id="293" r:id="rId35"/>
    <p:sldId id="305" r:id="rId36"/>
    <p:sldId id="294" r:id="rId37"/>
    <p:sldId id="306" r:id="rId38"/>
    <p:sldId id="307" r:id="rId39"/>
    <p:sldId id="308" r:id="rId40"/>
    <p:sldId id="309" r:id="rId41"/>
    <p:sldId id="310" r:id="rId42"/>
    <p:sldId id="311" r:id="rId43"/>
    <p:sldId id="312" r:id="rId44"/>
    <p:sldId id="313" r:id="rId45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13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167CC-5408-4951-96F0-17233A0DB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6E3909-4908-4941-9702-ABF61F7C8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E85970-0ACD-4A0E-AB11-CE15B96D6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B624C-8365-4617-82FF-5DD359FB9F03}" type="datetimeFigureOut">
              <a:rPr lang="es-NI" smtClean="0"/>
              <a:t>17/5/2021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059955-D8A9-4FA5-B869-7970F2C6C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2C2BC9-8062-476E-8540-B82B32DBD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0FF25-4BFE-40CE-8969-234D2AAE1A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00093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4EBE2-9336-4524-A95D-71CC25635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82AC52-01EE-4CED-8A03-8CB26CA3E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929962-3C59-4D73-8F1A-99DD2D347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B624C-8365-4617-82FF-5DD359FB9F03}" type="datetimeFigureOut">
              <a:rPr lang="es-NI" smtClean="0"/>
              <a:t>17/5/2021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E57BE0-BE03-48D3-9FF5-1802B80F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E0F1E-1C74-4443-BF1F-EEB5E789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0FF25-4BFE-40CE-8969-234D2AAE1A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33954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37525-F18A-4540-9B2A-06196F097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8724B5-B2A9-4FE9-8E25-EAADD1CBD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CF058E-BF91-4F92-B6A5-2B18FFE60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B624C-8365-4617-82FF-5DD359FB9F03}" type="datetimeFigureOut">
              <a:rPr lang="es-NI" smtClean="0"/>
              <a:t>17/5/2021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798DDC-3CFB-4484-9F83-97346A9E2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B651AD-ABF3-490B-990F-5ADF2D63F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0FF25-4BFE-40CE-8969-234D2AAE1A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51077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CB8DE-8798-428A-9A5F-59F29EE8F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81D94F-6E3E-4E39-A230-BE7EC8E3C7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F5A63AA-F49F-41D3-A21F-06C879657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0AA17F-3CA1-4700-B90C-E6690B5ED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B624C-8365-4617-82FF-5DD359FB9F03}" type="datetimeFigureOut">
              <a:rPr lang="es-NI" smtClean="0"/>
              <a:t>17/5/2021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0FDACB-6344-400B-A63C-0365616B3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0F146E-C4AC-4EA6-98ED-3F0CE008D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0FF25-4BFE-40CE-8969-234D2AAE1A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702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019BAC-F0FF-433C-89A2-56225D888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E1DE5B-27D9-45A0-850B-DC7228693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9CB2EC7-60D2-4E09-BFE8-C5210AF7E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647099-F993-4A16-8361-F1051DF46E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6AF95EE-5541-4770-958F-924B21224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563137E-B5C6-4554-98FC-740732407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B624C-8365-4617-82FF-5DD359FB9F03}" type="datetimeFigureOut">
              <a:rPr lang="es-NI" smtClean="0"/>
              <a:t>17/5/2021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A944F1E-ECD4-45DC-AB7D-BF8BD4E2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CA1FD45-A9A1-4C7E-BA96-DFAB34EA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0FF25-4BFE-40CE-8969-234D2AAE1A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696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7E8C9-5D29-4DF2-9033-BAA222244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B599793-291B-47D2-8729-7B67514B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B624C-8365-4617-82FF-5DD359FB9F03}" type="datetimeFigureOut">
              <a:rPr lang="es-NI" smtClean="0"/>
              <a:t>17/5/2021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5D4A63D-2026-4884-AA4C-C95046663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C986DDC-FAB3-4CCC-9157-D23400D5B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0FF25-4BFE-40CE-8969-234D2AAE1A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71702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E823827-6964-4CEE-8228-57A8CB90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B624C-8365-4617-82FF-5DD359FB9F03}" type="datetimeFigureOut">
              <a:rPr lang="es-NI" smtClean="0"/>
              <a:t>17/5/2021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7953218-117C-4F5F-A31D-C49ABDBE1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26187A-3457-40D5-9864-9A92514E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0FF25-4BFE-40CE-8969-234D2AAE1A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004966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149223-BC96-47CB-832D-35CDA5C2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6CC50F-033E-49EC-A38C-54EC80EEA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48C72C5-3A53-4B5D-ACC3-EA4F73F91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EDF8E6-537D-4E81-8780-D32EA1EC2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B624C-8365-4617-82FF-5DD359FB9F03}" type="datetimeFigureOut">
              <a:rPr lang="es-NI" smtClean="0"/>
              <a:t>17/5/2021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8AADC4-A30E-4C51-BCCE-258758F7B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743D39-FDA3-464D-91BC-43AC29BD8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0FF25-4BFE-40CE-8969-234D2AAE1A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621531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166AA5-F718-4DB1-BA04-B86CF9397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E6EAFDE-DA9C-45CD-9393-D80BDB4A18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47C8A3-E25E-4296-894D-E9253D46C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C54E5A-1B4D-4D5C-BA87-7120E673A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B624C-8365-4617-82FF-5DD359FB9F03}" type="datetimeFigureOut">
              <a:rPr lang="es-NI" smtClean="0"/>
              <a:t>17/5/2021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FDABC5-BC36-4CBF-B184-F918DA8D5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757576-25EF-45EC-B5B6-14CA27BB0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0FF25-4BFE-40CE-8969-234D2AAE1A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98761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293AA-F35E-47EF-BE9A-6D2E9AE27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4BA41EC-DEBD-414E-85E8-B8C269AF3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97E6EE-CB1B-4E39-9CF4-5CAFB39C9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B624C-8365-4617-82FF-5DD359FB9F03}" type="datetimeFigureOut">
              <a:rPr lang="es-NI" smtClean="0"/>
              <a:t>17/5/2021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6B3720-B74E-4109-8376-292FD01C8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549939-C02A-4D63-9989-3505385BE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0FF25-4BFE-40CE-8969-234D2AAE1A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52305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7044BA-D995-43AF-B780-E762AFEF9D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B0835B-A596-4A27-ACC4-43338ACC6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2EF337-E919-410C-A42C-1A53FE738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B624C-8365-4617-82FF-5DD359FB9F03}" type="datetimeFigureOut">
              <a:rPr lang="es-NI" smtClean="0"/>
              <a:t>17/5/2021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FD33F6-0CE7-48FA-B66D-2AE15848B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37D8A7-0295-4CE7-A33C-D83D706D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0FF25-4BFE-40CE-8969-234D2AAE1A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67724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ABEA788-A6EC-4F42-8733-9AC525219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C0B81A-6453-4E60-8EC5-DCE387E5D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39C2AE-2DE1-4C7D-A271-679FEC1E9E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B624C-8365-4617-82FF-5DD359FB9F03}" type="datetimeFigureOut">
              <a:rPr lang="es-NI" smtClean="0"/>
              <a:t>17/5/2021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464875-5D86-4115-A1ED-3947428F83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CE6743-1487-4AF3-9232-D82B642EC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0FF25-4BFE-40CE-8969-234D2AAE1A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09573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A759972-2EAC-4262-9A54-AAE6C9A8F5D0}"/>
              </a:ext>
            </a:extLst>
          </p:cNvPr>
          <p:cNvSpPr/>
          <p:nvPr/>
        </p:nvSpPr>
        <p:spPr>
          <a:xfrm>
            <a:off x="2846781" y="2967335"/>
            <a:ext cx="64984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Manual Google </a:t>
            </a:r>
            <a:r>
              <a:rPr lang="es-ES" sz="54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Forms</a:t>
            </a:r>
            <a:endParaRPr lang="es-E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1177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2F2A335-87F3-4C1D-8186-E5938C576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8242"/>
            <a:ext cx="12192000" cy="339547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BC6AB0F-458F-49C8-A682-6ED8DDAA4DF7}"/>
              </a:ext>
            </a:extLst>
          </p:cNvPr>
          <p:cNvSpPr txBox="1"/>
          <p:nvPr/>
        </p:nvSpPr>
        <p:spPr>
          <a:xfrm>
            <a:off x="9497962" y="2898094"/>
            <a:ext cx="25662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000" b="1" dirty="0">
                <a:solidFill>
                  <a:srgbClr val="FF0000"/>
                </a:solidFill>
              </a:rPr>
              <a:t>Entra al buscador Google e inicia sesión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B2B0773E-36CF-4523-87D9-8DDAA7593E62}"/>
              </a:ext>
            </a:extLst>
          </p:cNvPr>
          <p:cNvCxnSpPr/>
          <p:nvPr/>
        </p:nvCxnSpPr>
        <p:spPr>
          <a:xfrm flipV="1">
            <a:off x="10781071" y="2389239"/>
            <a:ext cx="368710" cy="508855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86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A89CD1C-3236-4022-847C-00A02CB6A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54" y="725129"/>
            <a:ext cx="4371975" cy="48768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EF49B1F-AFF4-4F2C-83E4-475C343F019E}"/>
              </a:ext>
            </a:extLst>
          </p:cNvPr>
          <p:cNvSpPr txBox="1"/>
          <p:nvPr/>
        </p:nvSpPr>
        <p:spPr>
          <a:xfrm>
            <a:off x="8349280" y="2617876"/>
            <a:ext cx="2566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000" b="1" dirty="0">
                <a:solidFill>
                  <a:srgbClr val="FF0000"/>
                </a:solidFill>
              </a:rPr>
              <a:t>Coloca tu correo y da clic en siguiente, luego tu contraseña y entra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BF2EFCB8-C2BF-4E13-ADDD-C37DB880A031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4763730" y="2816942"/>
            <a:ext cx="3585550" cy="30876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081372D5-1609-44A2-BE4D-3A6C2F5D546E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763730" y="3125708"/>
            <a:ext cx="3585550" cy="1505288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E49CEE1-4D0D-4047-9E80-094236631884}"/>
              </a:ext>
            </a:extLst>
          </p:cNvPr>
          <p:cNvSpPr txBox="1"/>
          <p:nvPr/>
        </p:nvSpPr>
        <p:spPr>
          <a:xfrm>
            <a:off x="783354" y="2617876"/>
            <a:ext cx="598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0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179021F-1F1F-48C1-AA33-52C737A4434B}"/>
              </a:ext>
            </a:extLst>
          </p:cNvPr>
          <p:cNvSpPr txBox="1"/>
          <p:nvPr/>
        </p:nvSpPr>
        <p:spPr>
          <a:xfrm>
            <a:off x="3207005" y="4430941"/>
            <a:ext cx="598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000" b="1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20848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29D38ED-A8F3-4E47-A0E2-82236EF0F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9452"/>
            <a:ext cx="9067800" cy="33528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12E0F6E-AAF7-42C8-A148-05E9DEC71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330" y="1499573"/>
            <a:ext cx="1579153" cy="135751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A2705C6-6206-4971-B61E-75FDCD7F16AD}"/>
              </a:ext>
            </a:extLst>
          </p:cNvPr>
          <p:cNvSpPr txBox="1"/>
          <p:nvPr/>
        </p:nvSpPr>
        <p:spPr>
          <a:xfrm>
            <a:off x="2064774" y="1841427"/>
            <a:ext cx="50565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000" b="1" dirty="0">
                <a:solidFill>
                  <a:srgbClr val="FF0000"/>
                </a:solidFill>
              </a:rPr>
              <a:t>Una vez </a:t>
            </a:r>
            <a:r>
              <a:rPr lang="es-NI" sz="2000" b="1" dirty="0" err="1">
                <a:solidFill>
                  <a:srgbClr val="FF0000"/>
                </a:solidFill>
              </a:rPr>
              <a:t>logueado</a:t>
            </a:r>
            <a:r>
              <a:rPr lang="es-NI" sz="2000" b="1" dirty="0">
                <a:solidFill>
                  <a:srgbClr val="FF0000"/>
                </a:solidFill>
              </a:rPr>
              <a:t> en tu cuenta puedes acceder a los servicios de Google desde el menú y buscar “formularios”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4506F4D-A163-4754-8FF2-FF1E5CA37E0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121317" y="2349259"/>
            <a:ext cx="1137780" cy="939631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0578DA7E-68E6-4712-B4E6-435514DA9D3E}"/>
              </a:ext>
            </a:extLst>
          </p:cNvPr>
          <p:cNvSpPr/>
          <p:nvPr/>
        </p:nvSpPr>
        <p:spPr>
          <a:xfrm>
            <a:off x="7831394" y="1607574"/>
            <a:ext cx="1236406" cy="124951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21986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B42D0D3-23FA-487E-9A56-4F4E2D5871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710" t="9682" b="23834"/>
          <a:stretch/>
        </p:blipFill>
        <p:spPr>
          <a:xfrm>
            <a:off x="211393" y="825909"/>
            <a:ext cx="3205316" cy="455725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55D90D1-4684-496E-BF1D-7F6E5BE83D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895" t="50061" r="15122" b="34018"/>
          <a:stretch/>
        </p:blipFill>
        <p:spPr>
          <a:xfrm>
            <a:off x="3775586" y="361334"/>
            <a:ext cx="2058595" cy="230812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727CC81-5ADB-42D0-9486-5E9D0269F5D5}"/>
              </a:ext>
            </a:extLst>
          </p:cNvPr>
          <p:cNvSpPr txBox="1"/>
          <p:nvPr/>
        </p:nvSpPr>
        <p:spPr>
          <a:xfrm>
            <a:off x="4173795" y="3228945"/>
            <a:ext cx="5973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000" b="1" dirty="0">
                <a:solidFill>
                  <a:srgbClr val="FF0000"/>
                </a:solidFill>
              </a:rPr>
              <a:t>Le das clic a la opción formulario cuando la encuentres 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107DB1E8-F4CB-47ED-9F4B-926713DCE815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1327357" y="3429000"/>
            <a:ext cx="2846438" cy="759542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8FDE6173-C8C0-474C-B0EE-11F6A4C5F5F3}"/>
              </a:ext>
            </a:extLst>
          </p:cNvPr>
          <p:cNvSpPr/>
          <p:nvPr/>
        </p:nvSpPr>
        <p:spPr>
          <a:xfrm>
            <a:off x="3569110" y="527085"/>
            <a:ext cx="2143432" cy="235827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9E40D3A-8358-4F97-97E4-32491E2A8669}"/>
              </a:ext>
            </a:extLst>
          </p:cNvPr>
          <p:cNvSpPr txBox="1"/>
          <p:nvPr/>
        </p:nvSpPr>
        <p:spPr>
          <a:xfrm>
            <a:off x="4591665" y="4926985"/>
            <a:ext cx="72660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000" b="1" dirty="0">
                <a:solidFill>
                  <a:srgbClr val="FF0000"/>
                </a:solidFill>
              </a:rPr>
              <a:t>En caso de que no aparezca la opción formulario en el menú damos clic en “más productos de Google” y buscamos la opción “formulario” en la siguiente ventana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EE889016-4816-4E2F-824C-B2F86A444E28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2841523" y="4926985"/>
            <a:ext cx="1750142" cy="507832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80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B42D0D3-23FA-487E-9A56-4F4E2D5871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710" t="9682" b="23834"/>
          <a:stretch/>
        </p:blipFill>
        <p:spPr>
          <a:xfrm>
            <a:off x="0" y="135531"/>
            <a:ext cx="3205316" cy="455725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55D90D1-4684-496E-BF1D-7F6E5BE83D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726" t="65779" r="4803" b="27202"/>
          <a:stretch/>
        </p:blipFill>
        <p:spPr>
          <a:xfrm>
            <a:off x="3205316" y="0"/>
            <a:ext cx="4247535" cy="101763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1725928-B529-4AB4-8E54-EF77A6378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864" y="2852306"/>
            <a:ext cx="8416413" cy="3680953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3FAE37DF-3C77-4C3E-A1F2-8A9D869400C0}"/>
              </a:ext>
            </a:extLst>
          </p:cNvPr>
          <p:cNvSpPr/>
          <p:nvPr/>
        </p:nvSpPr>
        <p:spPr>
          <a:xfrm>
            <a:off x="5284839" y="4825326"/>
            <a:ext cx="983226" cy="97079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C08B734-F116-4031-8954-43B47A294578}"/>
              </a:ext>
            </a:extLst>
          </p:cNvPr>
          <p:cNvSpPr txBox="1"/>
          <p:nvPr/>
        </p:nvSpPr>
        <p:spPr>
          <a:xfrm>
            <a:off x="4100051" y="1398494"/>
            <a:ext cx="72660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000" b="1" dirty="0">
                <a:solidFill>
                  <a:srgbClr val="FF0000"/>
                </a:solidFill>
              </a:rPr>
              <a:t>Esta pantalla sólo aparecerá si le dimos en “Más productos de Google”, aparecerá la pantalla de abajo, debemos bajar hasta encontrar la opción “formulario” y le damos clic</a:t>
            </a:r>
          </a:p>
        </p:txBody>
      </p:sp>
    </p:spTree>
    <p:extLst>
      <p:ext uri="{BB962C8B-B14F-4D97-AF65-F5344CB8AC3E}">
        <p14:creationId xmlns:p14="http://schemas.microsoft.com/office/powerpoint/2010/main" val="2939189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37B0634-7B15-43E3-9FBD-E1CF0A7FF6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79" t="5053" r="2035"/>
          <a:stretch/>
        </p:blipFill>
        <p:spPr>
          <a:xfrm>
            <a:off x="1961535" y="173294"/>
            <a:ext cx="8613058" cy="325570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90117FB-36FD-4FE4-9789-89E17A1D9B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78" t="71935" r="60236" b="9140"/>
          <a:stretch/>
        </p:blipFill>
        <p:spPr>
          <a:xfrm>
            <a:off x="636082" y="4085304"/>
            <a:ext cx="3586873" cy="96233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148C3CE-BD82-437B-8E70-8D01F48403BF}"/>
              </a:ext>
            </a:extLst>
          </p:cNvPr>
          <p:cNvSpPr txBox="1"/>
          <p:nvPr/>
        </p:nvSpPr>
        <p:spPr>
          <a:xfrm>
            <a:off x="4675239" y="4085304"/>
            <a:ext cx="65876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000" b="1" dirty="0">
                <a:solidFill>
                  <a:srgbClr val="FF0000"/>
                </a:solidFill>
              </a:rPr>
              <a:t>Una vez que hemos encontrado y dado clic en la opción “formulario” nos aparecerán dos opciones, seleccionamos la de la izquierda y damos clic en el botón “ir a formularios de Google” 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AAC45316-E32F-4258-91DE-EA17160EBAAC}"/>
              </a:ext>
            </a:extLst>
          </p:cNvPr>
          <p:cNvSpPr/>
          <p:nvPr/>
        </p:nvSpPr>
        <p:spPr>
          <a:xfrm>
            <a:off x="191730" y="3598606"/>
            <a:ext cx="4483508" cy="193203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576384A-F95D-4812-B184-C0A45E72A363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4675240" y="3141406"/>
            <a:ext cx="3293804" cy="943898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707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047878C-E4B8-4C7E-A4D5-1D755AAB2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433" y="1057275"/>
            <a:ext cx="8829675" cy="237172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A92751C-0976-4BA1-8214-B9651270C1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344" r="78507" b="7656"/>
          <a:stretch/>
        </p:blipFill>
        <p:spPr>
          <a:xfrm>
            <a:off x="1037150" y="4045667"/>
            <a:ext cx="1897779" cy="175505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B04E3E4-D05D-4717-B63E-195F592AE351}"/>
              </a:ext>
            </a:extLst>
          </p:cNvPr>
          <p:cNvSpPr txBox="1"/>
          <p:nvPr/>
        </p:nvSpPr>
        <p:spPr>
          <a:xfrm>
            <a:off x="4321278" y="5048558"/>
            <a:ext cx="65876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000" b="1" dirty="0">
                <a:solidFill>
                  <a:srgbClr val="FF0000"/>
                </a:solidFill>
              </a:rPr>
              <a:t>En la siguiente pantalla encontraremos plantillas, podemos trabajar con ella, pero por ahora mostraré cómo hacer las preguntas desde un formulario en blanco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A867B7D-2149-4973-B454-373C26D92491}"/>
              </a:ext>
            </a:extLst>
          </p:cNvPr>
          <p:cNvSpPr/>
          <p:nvPr/>
        </p:nvSpPr>
        <p:spPr>
          <a:xfrm>
            <a:off x="621813" y="3583858"/>
            <a:ext cx="2728451" cy="269895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D98528FD-1A27-444E-9159-044A1E447F8F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3082413" y="2851508"/>
            <a:ext cx="4532670" cy="219705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960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88D9BC0-4122-46A4-AA5E-E012DD7E2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392" y="2384475"/>
            <a:ext cx="8096250" cy="412432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FC88DAE-0612-4A26-970A-586D435C6A82}"/>
              </a:ext>
            </a:extLst>
          </p:cNvPr>
          <p:cNvSpPr txBox="1"/>
          <p:nvPr/>
        </p:nvSpPr>
        <p:spPr>
          <a:xfrm>
            <a:off x="1042221" y="859006"/>
            <a:ext cx="65876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000" b="1" dirty="0">
                <a:solidFill>
                  <a:srgbClr val="FF0000"/>
                </a:solidFill>
              </a:rPr>
              <a:t>Podemos agregar preguntas de otros formularios y editarlas en el nuevo, en caso de que tuviéramos formularios previos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D676EA67-1E13-4CF4-A737-3BFA8425CC8F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7629831" y="1212949"/>
            <a:ext cx="1794388" cy="2960845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008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D0FFD5D-42D1-41F5-8A25-9C061F40C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637" y="1290637"/>
            <a:ext cx="8086725" cy="427672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0F2D8DF-F1B8-4499-A844-541C33863781}"/>
              </a:ext>
            </a:extLst>
          </p:cNvPr>
          <p:cNvSpPr txBox="1"/>
          <p:nvPr/>
        </p:nvSpPr>
        <p:spPr>
          <a:xfrm>
            <a:off x="2576053" y="582751"/>
            <a:ext cx="65876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000" b="1" dirty="0">
                <a:solidFill>
                  <a:srgbClr val="FF0000"/>
                </a:solidFill>
              </a:rPr>
              <a:t>Área de título, acá se pone el nombre de la encuesta y el mensaje inicial al encuestado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D795798-A35A-4BD4-BECF-973E234230A4}"/>
              </a:ext>
            </a:extLst>
          </p:cNvPr>
          <p:cNvSpPr txBox="1"/>
          <p:nvPr/>
        </p:nvSpPr>
        <p:spPr>
          <a:xfrm>
            <a:off x="103241" y="2618980"/>
            <a:ext cx="19493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000" b="1" dirty="0">
                <a:solidFill>
                  <a:srgbClr val="FF0000"/>
                </a:solidFill>
              </a:rPr>
              <a:t>Área de pregunta, acá se configura la pregunta, se coloca la pregunta, las opciones y el tipo de pregunta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F5A6AB8-8E55-4B9E-8CBF-0357CCAFF605}"/>
              </a:ext>
            </a:extLst>
          </p:cNvPr>
          <p:cNvSpPr txBox="1"/>
          <p:nvPr/>
        </p:nvSpPr>
        <p:spPr>
          <a:xfrm>
            <a:off x="10139362" y="2618979"/>
            <a:ext cx="19493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000" b="1" dirty="0">
                <a:solidFill>
                  <a:srgbClr val="FF0000"/>
                </a:solidFill>
              </a:rPr>
              <a:t>Botones de edición de formulario, ayudan a editar el formulario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C0508C1-8EB1-4174-BE19-4949E6D5133D}"/>
              </a:ext>
            </a:extLst>
          </p:cNvPr>
          <p:cNvSpPr txBox="1"/>
          <p:nvPr/>
        </p:nvSpPr>
        <p:spPr>
          <a:xfrm>
            <a:off x="4748980" y="5578537"/>
            <a:ext cx="69022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000" b="1" dirty="0">
                <a:solidFill>
                  <a:srgbClr val="FF0000"/>
                </a:solidFill>
              </a:rPr>
              <a:t>De izquierda a derecha, está primero el botón de duplicar pregunta y luego el de eliminar, al final el de obligatorio, que te permite hacer que una pregunta sea obligatoria contestarla</a:t>
            </a:r>
          </a:p>
        </p:txBody>
      </p:sp>
    </p:spTree>
    <p:extLst>
      <p:ext uri="{BB962C8B-B14F-4D97-AF65-F5344CB8AC3E}">
        <p14:creationId xmlns:p14="http://schemas.microsoft.com/office/powerpoint/2010/main" val="3707113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D0FFD5D-42D1-41F5-8A25-9C061F40C6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8" r="7749" b="67760"/>
          <a:stretch/>
        </p:blipFill>
        <p:spPr>
          <a:xfrm>
            <a:off x="2109019" y="1290637"/>
            <a:ext cx="7403691" cy="137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044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D0FFD5D-42D1-41F5-8A25-9C061F40C6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274" r="7202" b="2584"/>
          <a:stretch/>
        </p:blipFill>
        <p:spPr>
          <a:xfrm>
            <a:off x="164845" y="1563330"/>
            <a:ext cx="7504318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064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D0FFD5D-42D1-41F5-8A25-9C061F40C6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16" t="33275" r="271" b="7411"/>
          <a:stretch/>
        </p:blipFill>
        <p:spPr>
          <a:xfrm>
            <a:off x="973395" y="265470"/>
            <a:ext cx="1342103" cy="591902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A2B0690-8194-4B6C-8CFE-62C7F406623E}"/>
              </a:ext>
            </a:extLst>
          </p:cNvPr>
          <p:cNvSpPr txBox="1"/>
          <p:nvPr/>
        </p:nvSpPr>
        <p:spPr>
          <a:xfrm>
            <a:off x="2315498" y="716601"/>
            <a:ext cx="355436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000" b="1" dirty="0">
                <a:solidFill>
                  <a:srgbClr val="FF0000"/>
                </a:solidFill>
              </a:rPr>
              <a:t>Agregar preguntas nuevas</a:t>
            </a:r>
          </a:p>
          <a:p>
            <a:endParaRPr lang="es-NI" sz="2000" b="1" dirty="0">
              <a:solidFill>
                <a:srgbClr val="FF0000"/>
              </a:solidFill>
            </a:endParaRPr>
          </a:p>
          <a:p>
            <a:endParaRPr lang="es-NI" sz="2000" b="1" dirty="0">
              <a:solidFill>
                <a:srgbClr val="FF0000"/>
              </a:solidFill>
            </a:endParaRPr>
          </a:p>
          <a:p>
            <a:r>
              <a:rPr lang="es-NI" sz="2000" b="1" dirty="0">
                <a:solidFill>
                  <a:srgbClr val="FF0000"/>
                </a:solidFill>
              </a:rPr>
              <a:t>Importar preguntas</a:t>
            </a:r>
          </a:p>
          <a:p>
            <a:endParaRPr lang="es-NI" sz="2000" b="1" dirty="0">
              <a:solidFill>
                <a:srgbClr val="FF0000"/>
              </a:solidFill>
            </a:endParaRPr>
          </a:p>
          <a:p>
            <a:endParaRPr lang="es-NI" sz="2000" b="1" dirty="0">
              <a:solidFill>
                <a:srgbClr val="FF0000"/>
              </a:solidFill>
            </a:endParaRPr>
          </a:p>
          <a:p>
            <a:r>
              <a:rPr lang="es-NI" sz="2000" b="1" dirty="0">
                <a:solidFill>
                  <a:srgbClr val="FF0000"/>
                </a:solidFill>
              </a:rPr>
              <a:t>Agregar un título y descripción extra</a:t>
            </a:r>
          </a:p>
          <a:p>
            <a:endParaRPr lang="es-NI" sz="2000" b="1" dirty="0">
              <a:solidFill>
                <a:srgbClr val="FF0000"/>
              </a:solidFill>
            </a:endParaRPr>
          </a:p>
          <a:p>
            <a:r>
              <a:rPr lang="es-NI" sz="2000" b="1" dirty="0">
                <a:solidFill>
                  <a:srgbClr val="FF0000"/>
                </a:solidFill>
              </a:rPr>
              <a:t>Agregar una imagen</a:t>
            </a:r>
          </a:p>
          <a:p>
            <a:endParaRPr lang="es-NI" sz="2000" b="1" dirty="0">
              <a:solidFill>
                <a:srgbClr val="FF0000"/>
              </a:solidFill>
            </a:endParaRPr>
          </a:p>
          <a:p>
            <a:endParaRPr lang="es-NI" sz="2000" b="1" dirty="0">
              <a:solidFill>
                <a:srgbClr val="FF0000"/>
              </a:solidFill>
            </a:endParaRPr>
          </a:p>
          <a:p>
            <a:r>
              <a:rPr lang="es-NI" sz="2000" b="1" dirty="0">
                <a:solidFill>
                  <a:srgbClr val="FF0000"/>
                </a:solidFill>
              </a:rPr>
              <a:t>Agregar un vídeo</a:t>
            </a:r>
          </a:p>
          <a:p>
            <a:endParaRPr lang="es-NI" sz="2000" b="1" dirty="0">
              <a:solidFill>
                <a:srgbClr val="FF0000"/>
              </a:solidFill>
            </a:endParaRPr>
          </a:p>
          <a:p>
            <a:endParaRPr lang="es-NI" sz="2000" b="1" dirty="0">
              <a:solidFill>
                <a:srgbClr val="FF0000"/>
              </a:solidFill>
            </a:endParaRPr>
          </a:p>
          <a:p>
            <a:r>
              <a:rPr lang="es-NI" sz="2000" b="1" dirty="0">
                <a:solidFill>
                  <a:srgbClr val="FF0000"/>
                </a:solidFill>
              </a:rPr>
              <a:t>Agregar una nueva sección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2534AE3-FE08-4C63-A7C5-6731C56047D5}"/>
              </a:ext>
            </a:extLst>
          </p:cNvPr>
          <p:cNvSpPr txBox="1"/>
          <p:nvPr/>
        </p:nvSpPr>
        <p:spPr>
          <a:xfrm>
            <a:off x="6759678" y="716601"/>
            <a:ext cx="4611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000" b="1" dirty="0">
                <a:solidFill>
                  <a:srgbClr val="FF0000"/>
                </a:solidFill>
              </a:rPr>
              <a:t>Agregar una pregunta de respuesta corta</a:t>
            </a:r>
          </a:p>
        </p:txBody>
      </p:sp>
    </p:spTree>
    <p:extLst>
      <p:ext uri="{BB962C8B-B14F-4D97-AF65-F5344CB8AC3E}">
        <p14:creationId xmlns:p14="http://schemas.microsoft.com/office/powerpoint/2010/main" val="3301773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4A3FEC93-F1F1-4393-91AB-173829B1C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656677" cy="549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025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F00C536-7C4F-4494-B239-FD773C844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578" y="2240532"/>
            <a:ext cx="9664846" cy="219875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894CC0E-26BE-4FE9-B6A6-E1BD52144CE7}"/>
              </a:ext>
            </a:extLst>
          </p:cNvPr>
          <p:cNvSpPr txBox="1"/>
          <p:nvPr/>
        </p:nvSpPr>
        <p:spPr>
          <a:xfrm>
            <a:off x="3790336" y="822589"/>
            <a:ext cx="4611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000" b="1" dirty="0">
                <a:solidFill>
                  <a:srgbClr val="FF0000"/>
                </a:solidFill>
              </a:rPr>
              <a:t>Agregar una pregunta de respuesta corta</a:t>
            </a:r>
          </a:p>
        </p:txBody>
      </p:sp>
    </p:spTree>
    <p:extLst>
      <p:ext uri="{BB962C8B-B14F-4D97-AF65-F5344CB8AC3E}">
        <p14:creationId xmlns:p14="http://schemas.microsoft.com/office/powerpoint/2010/main" val="1530641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72A4608-39D4-4684-B045-2346EBC97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484"/>
            <a:ext cx="2656677" cy="549346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3CA7434-8112-4580-A9E1-3894BAF6B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6677" y="6884"/>
            <a:ext cx="6516820" cy="209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190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1E32FA1-B3D7-43D0-8DD8-16F83FE08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578" y="2228452"/>
            <a:ext cx="9664846" cy="222291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4C4556D-3430-4ABC-A7DC-EAE3A3B717E6}"/>
              </a:ext>
            </a:extLst>
          </p:cNvPr>
          <p:cNvSpPr txBox="1"/>
          <p:nvPr/>
        </p:nvSpPr>
        <p:spPr>
          <a:xfrm>
            <a:off x="3790336" y="822589"/>
            <a:ext cx="4611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000" b="1" dirty="0">
                <a:solidFill>
                  <a:srgbClr val="FF0000"/>
                </a:solidFill>
              </a:rPr>
              <a:t>Agregar una pregunta de respuesta larga</a:t>
            </a:r>
          </a:p>
        </p:txBody>
      </p:sp>
    </p:spTree>
    <p:extLst>
      <p:ext uri="{BB962C8B-B14F-4D97-AF65-F5344CB8AC3E}">
        <p14:creationId xmlns:p14="http://schemas.microsoft.com/office/powerpoint/2010/main" val="3091099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72A4608-39D4-4684-B045-2346EBC97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0307"/>
            <a:ext cx="2656677" cy="549346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6C5EB39-43C4-49A6-9A68-8E1D5FEE7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677" y="248895"/>
            <a:ext cx="6516820" cy="211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60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774DCE-CD1E-46F7-83C7-F21E116A2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525" y="1286934"/>
            <a:ext cx="8336952" cy="410594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49A1BB4-BD5F-403C-9ECE-21FEF2B11880}"/>
              </a:ext>
            </a:extLst>
          </p:cNvPr>
          <p:cNvSpPr txBox="1"/>
          <p:nvPr/>
        </p:nvSpPr>
        <p:spPr>
          <a:xfrm>
            <a:off x="2745846" y="822589"/>
            <a:ext cx="6718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000" b="1" dirty="0">
                <a:solidFill>
                  <a:srgbClr val="FF0000"/>
                </a:solidFill>
              </a:rPr>
              <a:t>Agregar una pregunta de varias opciones con respuesta única</a:t>
            </a:r>
          </a:p>
        </p:txBody>
      </p:sp>
    </p:spTree>
    <p:extLst>
      <p:ext uri="{BB962C8B-B14F-4D97-AF65-F5344CB8AC3E}">
        <p14:creationId xmlns:p14="http://schemas.microsoft.com/office/powerpoint/2010/main" val="1129309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72A4608-39D4-4684-B045-2346EBC97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0307"/>
            <a:ext cx="2656677" cy="549346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6C5EB39-43C4-49A6-9A68-8E1D5FEE7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6677" y="868326"/>
            <a:ext cx="5694889" cy="211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199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774DCE-CD1E-46F7-83C7-F21E116A2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7525" y="1531431"/>
            <a:ext cx="8336952" cy="361695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A190E94-F628-43A4-88FE-AED1684B356E}"/>
              </a:ext>
            </a:extLst>
          </p:cNvPr>
          <p:cNvSpPr txBox="1"/>
          <p:nvPr/>
        </p:nvSpPr>
        <p:spPr>
          <a:xfrm>
            <a:off x="2745845" y="822589"/>
            <a:ext cx="7268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000" b="1" dirty="0">
                <a:solidFill>
                  <a:srgbClr val="FF0000"/>
                </a:solidFill>
              </a:rPr>
              <a:t>Agregar una pregunta de varias opciones con respuesta múltiple</a:t>
            </a:r>
          </a:p>
        </p:txBody>
      </p:sp>
    </p:spTree>
    <p:extLst>
      <p:ext uri="{BB962C8B-B14F-4D97-AF65-F5344CB8AC3E}">
        <p14:creationId xmlns:p14="http://schemas.microsoft.com/office/powerpoint/2010/main" val="2484071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72A4608-39D4-4684-B045-2346EBC97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0307"/>
            <a:ext cx="2656677" cy="549346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6C5EB39-43C4-49A6-9A68-8E1D5FEE7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3438" y="1318153"/>
            <a:ext cx="5481166" cy="211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255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774DCE-CD1E-46F7-83C7-F21E116A2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2718" y="1286934"/>
            <a:ext cx="7586565" cy="410594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625CC10-A8A4-4BB6-810E-C73FE4A476AD}"/>
              </a:ext>
            </a:extLst>
          </p:cNvPr>
          <p:cNvSpPr txBox="1"/>
          <p:nvPr/>
        </p:nvSpPr>
        <p:spPr>
          <a:xfrm>
            <a:off x="2414497" y="822589"/>
            <a:ext cx="7474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000" b="1" dirty="0">
                <a:solidFill>
                  <a:srgbClr val="FF0000"/>
                </a:solidFill>
              </a:rPr>
              <a:t>Agregar una pregunta de varias opciones con respuesta desplegable</a:t>
            </a:r>
          </a:p>
        </p:txBody>
      </p:sp>
    </p:spTree>
    <p:extLst>
      <p:ext uri="{BB962C8B-B14F-4D97-AF65-F5344CB8AC3E}">
        <p14:creationId xmlns:p14="http://schemas.microsoft.com/office/powerpoint/2010/main" val="1997957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72A4608-39D4-4684-B045-2346EBC97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0307"/>
            <a:ext cx="2656677" cy="549346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6C5EB39-43C4-49A6-9A68-8E1D5FEE7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6677" y="1694236"/>
            <a:ext cx="5780587" cy="211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2977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774DCE-CD1E-46F7-83C7-F21E116A2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2718" y="2515790"/>
            <a:ext cx="7586565" cy="164823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B948711-5C98-4E68-AE0C-B2C50158AA16}"/>
              </a:ext>
            </a:extLst>
          </p:cNvPr>
          <p:cNvSpPr txBox="1"/>
          <p:nvPr/>
        </p:nvSpPr>
        <p:spPr>
          <a:xfrm>
            <a:off x="2414497" y="822589"/>
            <a:ext cx="7474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000" b="1" dirty="0">
                <a:solidFill>
                  <a:srgbClr val="FF0000"/>
                </a:solidFill>
              </a:rPr>
              <a:t>Agregar una pregunta que permite enviar un archivo como respuesta</a:t>
            </a:r>
          </a:p>
        </p:txBody>
      </p:sp>
    </p:spTree>
    <p:extLst>
      <p:ext uri="{BB962C8B-B14F-4D97-AF65-F5344CB8AC3E}">
        <p14:creationId xmlns:p14="http://schemas.microsoft.com/office/powerpoint/2010/main" val="2192585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72A4608-39D4-4684-B045-2346EBC97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0307"/>
            <a:ext cx="2656677" cy="549346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6C5EB39-43C4-49A6-9A68-8E1D5FEE7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6677" y="2296340"/>
            <a:ext cx="6516820" cy="188954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D42702D-588B-4470-AE09-3B082715F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551" y="4185881"/>
            <a:ext cx="5269544" cy="265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669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774DCE-CD1E-46F7-83C7-F21E116A2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2718" y="2304319"/>
            <a:ext cx="7586565" cy="207117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2D2F824-1F4C-4397-B5DE-C18FB5E7BFB8}"/>
              </a:ext>
            </a:extLst>
          </p:cNvPr>
          <p:cNvSpPr txBox="1"/>
          <p:nvPr/>
        </p:nvSpPr>
        <p:spPr>
          <a:xfrm>
            <a:off x="3501026" y="918266"/>
            <a:ext cx="50776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000" b="1" dirty="0">
                <a:solidFill>
                  <a:srgbClr val="FF0000"/>
                </a:solidFill>
              </a:rPr>
              <a:t>Agregar una pregunta con respuesta calificada</a:t>
            </a:r>
          </a:p>
        </p:txBody>
      </p:sp>
    </p:spTree>
    <p:extLst>
      <p:ext uri="{BB962C8B-B14F-4D97-AF65-F5344CB8AC3E}">
        <p14:creationId xmlns:p14="http://schemas.microsoft.com/office/powerpoint/2010/main" val="6121043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72A4608-39D4-4684-B045-2346EBC97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0307"/>
            <a:ext cx="2656677" cy="549346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6C5EB39-43C4-49A6-9A68-8E1D5FEE7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6677" y="2842904"/>
            <a:ext cx="5309833" cy="242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2767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774DCE-CD1E-46F7-83C7-F21E116A2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95369" y="715360"/>
            <a:ext cx="5183346" cy="523156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30635B7-2F27-4C10-B7F3-BE2CFBAD981D}"/>
              </a:ext>
            </a:extLst>
          </p:cNvPr>
          <p:cNvSpPr txBox="1"/>
          <p:nvPr/>
        </p:nvSpPr>
        <p:spPr>
          <a:xfrm>
            <a:off x="653814" y="1846710"/>
            <a:ext cx="28211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000" b="1" dirty="0">
                <a:solidFill>
                  <a:srgbClr val="FF0000"/>
                </a:solidFill>
              </a:rPr>
              <a:t>Agregar una pregunta de varias opciones de  respuesta única de diversos temas relacionados</a:t>
            </a:r>
          </a:p>
        </p:txBody>
      </p:sp>
    </p:spTree>
    <p:extLst>
      <p:ext uri="{BB962C8B-B14F-4D97-AF65-F5344CB8AC3E}">
        <p14:creationId xmlns:p14="http://schemas.microsoft.com/office/powerpoint/2010/main" val="29882368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72A4608-39D4-4684-B045-2346EBC97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0307"/>
            <a:ext cx="2656677" cy="549346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6C5EB39-43C4-49A6-9A68-8E1D5FEE7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6677" y="3429000"/>
            <a:ext cx="5216615" cy="211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59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774DCE-CD1E-46F7-83C7-F21E116A2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2718" y="1419852"/>
            <a:ext cx="7586565" cy="384011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A3B65F8-92BE-43D6-864C-400A8CE15451}"/>
              </a:ext>
            </a:extLst>
          </p:cNvPr>
          <p:cNvSpPr txBox="1"/>
          <p:nvPr/>
        </p:nvSpPr>
        <p:spPr>
          <a:xfrm>
            <a:off x="1646362" y="782428"/>
            <a:ext cx="8426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000" b="1" dirty="0">
                <a:solidFill>
                  <a:srgbClr val="FF0000"/>
                </a:solidFill>
              </a:rPr>
              <a:t>Agregar una pregunta de varias opciones de  respuesta múltiple de diversos temas relacionados</a:t>
            </a:r>
          </a:p>
        </p:txBody>
      </p:sp>
    </p:spTree>
    <p:extLst>
      <p:ext uri="{BB962C8B-B14F-4D97-AF65-F5344CB8AC3E}">
        <p14:creationId xmlns:p14="http://schemas.microsoft.com/office/powerpoint/2010/main" val="18558347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72A4608-39D4-4684-B045-2346EBC97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0307"/>
            <a:ext cx="2656677" cy="549346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6C5EB39-43C4-49A6-9A68-8E1D5FEE7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6677" y="3803256"/>
            <a:ext cx="5180564" cy="211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8459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774DCE-CD1E-46F7-83C7-F21E116A2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2718" y="2362498"/>
            <a:ext cx="7586565" cy="195482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2E7CBEE-FDFA-454B-967F-922AAC0E3E7D}"/>
              </a:ext>
            </a:extLst>
          </p:cNvPr>
          <p:cNvSpPr txBox="1"/>
          <p:nvPr/>
        </p:nvSpPr>
        <p:spPr>
          <a:xfrm>
            <a:off x="4467543" y="1416054"/>
            <a:ext cx="2821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000" b="1" dirty="0">
                <a:solidFill>
                  <a:srgbClr val="FF0000"/>
                </a:solidFill>
              </a:rPr>
              <a:t>Pregunta con fecha</a:t>
            </a:r>
          </a:p>
        </p:txBody>
      </p:sp>
    </p:spTree>
    <p:extLst>
      <p:ext uri="{BB962C8B-B14F-4D97-AF65-F5344CB8AC3E}">
        <p14:creationId xmlns:p14="http://schemas.microsoft.com/office/powerpoint/2010/main" val="32617014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72A4608-39D4-4684-B045-2346EBC97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0307"/>
            <a:ext cx="2656677" cy="549346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6C5EB39-43C4-49A6-9A68-8E1D5FEE7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6677" y="4389283"/>
            <a:ext cx="6516820" cy="198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648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774DCE-CD1E-46F7-83C7-F21E116A2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2718" y="2325631"/>
            <a:ext cx="7586565" cy="202855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7EDB7D7-51EF-44C7-BA00-1379F0555B49}"/>
              </a:ext>
            </a:extLst>
          </p:cNvPr>
          <p:cNvSpPr txBox="1"/>
          <p:nvPr/>
        </p:nvSpPr>
        <p:spPr>
          <a:xfrm>
            <a:off x="4467543" y="1416054"/>
            <a:ext cx="2821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000" b="1" dirty="0">
                <a:solidFill>
                  <a:srgbClr val="FF0000"/>
                </a:solidFill>
              </a:rPr>
              <a:t>Pregunta con hora</a:t>
            </a:r>
          </a:p>
        </p:txBody>
      </p:sp>
    </p:spTree>
    <p:extLst>
      <p:ext uri="{BB962C8B-B14F-4D97-AF65-F5344CB8AC3E}">
        <p14:creationId xmlns:p14="http://schemas.microsoft.com/office/powerpoint/2010/main" val="40870546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72A4608-39D4-4684-B045-2346EBC97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0307"/>
            <a:ext cx="2656677" cy="549346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6C5EB39-43C4-49A6-9A68-8E1D5FEE7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6677" y="4821279"/>
            <a:ext cx="6516820" cy="196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0626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41646B3-170B-4C50-8B59-C3EB31F7D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6149"/>
            <a:ext cx="12192000" cy="65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79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DD12CD-C36F-4D30-9BA9-6F48F681C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203" y="155955"/>
            <a:ext cx="3324225" cy="589597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9BADB20-E69F-4E82-A7E9-66922CF4E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955"/>
            <a:ext cx="12192000" cy="65011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CAC5D6E-94E5-4D54-8FDD-E539A5D99254}"/>
              </a:ext>
            </a:extLst>
          </p:cNvPr>
          <p:cNvSpPr txBox="1"/>
          <p:nvPr/>
        </p:nvSpPr>
        <p:spPr>
          <a:xfrm>
            <a:off x="1379421" y="2413336"/>
            <a:ext cx="6142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000" b="1" dirty="0">
                <a:solidFill>
                  <a:srgbClr val="FF0000"/>
                </a:solidFill>
              </a:rPr>
              <a:t>Editar apariencia, acá editamos el cómo se ve el formulario</a:t>
            </a:r>
          </a:p>
        </p:txBody>
      </p:sp>
    </p:spTree>
    <p:extLst>
      <p:ext uri="{BB962C8B-B14F-4D97-AF65-F5344CB8AC3E}">
        <p14:creationId xmlns:p14="http://schemas.microsoft.com/office/powerpoint/2010/main" val="41749810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46956A0-23C5-4A2F-9B9F-CABD9BF08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161435"/>
            <a:ext cx="5353050" cy="48006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77CA991-7224-411C-ABF9-16E97B7EB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955"/>
            <a:ext cx="12192000" cy="650114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09880577-84CB-47C2-84DD-ADC9D1F7776F}"/>
              </a:ext>
            </a:extLst>
          </p:cNvPr>
          <p:cNvSpPr/>
          <p:nvPr/>
        </p:nvSpPr>
        <p:spPr>
          <a:xfrm>
            <a:off x="9778181" y="155956"/>
            <a:ext cx="575186" cy="6501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4278957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46956A0-23C5-4A2F-9B9F-CABD9BF08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4241" y="1635259"/>
            <a:ext cx="5353050" cy="358748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77CA991-7224-411C-ABF9-16E97B7EB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955"/>
            <a:ext cx="12192000" cy="650114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865AF024-8A05-406B-B054-BD17289A7FF0}"/>
              </a:ext>
            </a:extLst>
          </p:cNvPr>
          <p:cNvSpPr/>
          <p:nvPr/>
        </p:nvSpPr>
        <p:spPr>
          <a:xfrm>
            <a:off x="9778181" y="155956"/>
            <a:ext cx="575186" cy="6501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9257869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46956A0-23C5-4A2F-9B9F-CABD9BF08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182" y="1133814"/>
            <a:ext cx="4440528" cy="432263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77CA991-7224-411C-ABF9-16E97B7EB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955"/>
            <a:ext cx="12192000" cy="650114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581975B3-9682-4498-ABDD-6EA1D2C94E1D}"/>
              </a:ext>
            </a:extLst>
          </p:cNvPr>
          <p:cNvSpPr/>
          <p:nvPr/>
        </p:nvSpPr>
        <p:spPr>
          <a:xfrm>
            <a:off x="9778181" y="155956"/>
            <a:ext cx="575186" cy="6501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2210521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77CA991-7224-411C-ABF9-16E97B7EB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955"/>
            <a:ext cx="12192000" cy="65011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E863C22-14C9-4086-ACE4-776C4EDE3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15" y="1083545"/>
            <a:ext cx="5724525" cy="5457825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3CDAA0C3-06ED-42D4-9583-E3461A8A305A}"/>
              </a:ext>
            </a:extLst>
          </p:cNvPr>
          <p:cNvSpPr/>
          <p:nvPr/>
        </p:nvSpPr>
        <p:spPr>
          <a:xfrm>
            <a:off x="10205884" y="155955"/>
            <a:ext cx="1165122" cy="6501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482887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77CA991-7224-411C-ABF9-16E97B7EB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955"/>
            <a:ext cx="12192000" cy="65011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E863C22-14C9-4086-ACE4-776C4EDE3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570" y="1864582"/>
            <a:ext cx="5724525" cy="3836757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0387BFB5-4807-43B2-BBD3-3557FBBF5736}"/>
              </a:ext>
            </a:extLst>
          </p:cNvPr>
          <p:cNvSpPr/>
          <p:nvPr/>
        </p:nvSpPr>
        <p:spPr>
          <a:xfrm>
            <a:off x="10205884" y="150863"/>
            <a:ext cx="1165122" cy="6501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2495501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77CA991-7224-411C-ABF9-16E97B7EB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955"/>
            <a:ext cx="12192000" cy="65011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E863C22-14C9-4086-ACE4-776C4EDE3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72418" y="271757"/>
            <a:ext cx="3419582" cy="5592962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F87EC8B9-93BA-48F8-8D16-91C292244151}"/>
              </a:ext>
            </a:extLst>
          </p:cNvPr>
          <p:cNvSpPr/>
          <p:nvPr/>
        </p:nvSpPr>
        <p:spPr>
          <a:xfrm>
            <a:off x="11253018" y="155955"/>
            <a:ext cx="501445" cy="6501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390435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2966</TotalTime>
  <Words>413</Words>
  <Application>Microsoft Office PowerPoint</Application>
  <PresentationFormat>Panorámica</PresentationFormat>
  <Paragraphs>44</Paragraphs>
  <Slides>44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4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21</cp:revision>
  <dcterms:created xsi:type="dcterms:W3CDTF">2021-05-17T14:02:18Z</dcterms:created>
  <dcterms:modified xsi:type="dcterms:W3CDTF">2021-05-19T15:28:53Z</dcterms:modified>
</cp:coreProperties>
</file>