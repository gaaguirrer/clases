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30D74-6969-48EC-B9F0-DBEE4D61AC14}" v="1" dt="2024-07-17T03:56:39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D5C30D74-6969-48EC-B9F0-DBEE4D61AC14}"/>
    <pc:docChg chg="custSel addSld modSld">
      <pc:chgData name="Guillermo AntonioAguirre" userId="42908199-65f4-4d4a-8e05-6e659ccb82ce" providerId="ADAL" clId="{D5C30D74-6969-48EC-B9F0-DBEE4D61AC14}" dt="2024-07-17T03:56:46.596" v="5"/>
      <pc:docMkLst>
        <pc:docMk/>
      </pc:docMkLst>
      <pc:sldChg chg="addSp delSp modSp add mod">
        <pc:chgData name="Guillermo AntonioAguirre" userId="42908199-65f4-4d4a-8e05-6e659ccb82ce" providerId="ADAL" clId="{D5C30D74-6969-48EC-B9F0-DBEE4D61AC14}" dt="2024-07-17T03:56:46.596" v="5"/>
        <pc:sldMkLst>
          <pc:docMk/>
          <pc:sldMk cId="100865618" sldId="262"/>
        </pc:sldMkLst>
        <pc:spChg chg="add mod">
          <ac:chgData name="Guillermo AntonioAguirre" userId="42908199-65f4-4d4a-8e05-6e659ccb82ce" providerId="ADAL" clId="{D5C30D74-6969-48EC-B9F0-DBEE4D61AC14}" dt="2024-07-17T03:56:46.596" v="5"/>
          <ac:spMkLst>
            <pc:docMk/>
            <pc:sldMk cId="100865618" sldId="262"/>
            <ac:spMk id="5" creationId="{B7BF0008-F715-AC4E-FB45-0B6B2C91381D}"/>
          </ac:spMkLst>
        </pc:spChg>
        <pc:picChg chg="del">
          <ac:chgData name="Guillermo AntonioAguirre" userId="42908199-65f4-4d4a-8e05-6e659ccb82ce" providerId="ADAL" clId="{D5C30D74-6969-48EC-B9F0-DBEE4D61AC14}" dt="2024-07-17T03:56:21.096" v="1" actId="478"/>
          <ac:picMkLst>
            <pc:docMk/>
            <pc:sldMk cId="100865618" sldId="262"/>
            <ac:picMk id="3" creationId="{03140C03-9D77-C273-5608-70A439C93C77}"/>
          </ac:picMkLst>
        </pc:picChg>
        <pc:picChg chg="add mod">
          <ac:chgData name="Guillermo AntonioAguirre" userId="42908199-65f4-4d4a-8e05-6e659ccb82ce" providerId="ADAL" clId="{D5C30D74-6969-48EC-B9F0-DBEE4D61AC14}" dt="2024-07-17T03:56:24.696" v="3" actId="1076"/>
          <ac:picMkLst>
            <pc:docMk/>
            <pc:sldMk cId="100865618" sldId="262"/>
            <ac:picMk id="4" creationId="{9B471316-0B19-DE19-69FE-13F16DC43E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4781E-A249-FB96-BE26-0754FEB37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6323B2-0FFB-83C1-EEE0-8543573C9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B2F32E-B846-0940-6CA2-A314DE6C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F6EA3C-8EB3-3802-BCE6-4EF7B448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C1284-E8D1-0898-FA11-E8CE6E3F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0468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1A5C5-C054-2417-67CF-F107EF82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308F6-0483-A492-BDB1-809FD262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AAC60E-D3B1-54AC-CA06-91719C66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2AD103-8CE7-D494-E8C0-3755864F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0C5211-B06A-07E9-3912-34337B90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3881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320B9-8F41-3A90-0B91-A4EB33A0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6A180B-84C3-6D15-ED0E-339A344B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F6371D-5A60-BCEE-F4D2-59996A4A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4644D1-6271-482E-B04C-76A5B2A7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E615FE-DF0D-A785-2A3F-71F2173B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1025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2F138-7A2A-674A-8639-92555ACF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5536A5-3089-9C83-11FD-A0295CCBE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C3EA40-EBDF-8900-38DD-C63F07E79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D78467-09CE-30B2-38DC-29BAEDEB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CF1F27-5C78-3857-84EF-7BCF9C51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E6A051-304B-F110-B197-CC72ED5C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1982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06586-9D1D-2EAE-BD5B-990432AA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ABE78C-4679-24D3-C5B4-13EF62424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BCF642-E56A-8589-FCDC-DB0D98A95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372CAD-1967-0AE2-B084-8DBC5C115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F89A50-F06C-6F1D-CA1D-7495C5711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A1E0BF-276D-2DFF-C293-8381A27D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1579C2-B5A7-084C-46A2-A3F35ADC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258885-2D7A-25EC-56EF-9E374D19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4302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E24A5-3F2A-B17E-2194-BEBA4D24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2CFB79-B2B0-9725-3249-EB68A83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51641B-30C2-A8E3-F4C9-8B1EB4D3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DEA3AC-4BEE-16FC-0DF0-10852AAC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95688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84953B-F886-F503-4968-585D75A3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C655CA-343D-768F-50F5-14457406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9440F2-AD4E-0C47-B05E-DDB65D71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4199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4D8EF-2346-B9E5-E38E-14969D5F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56D7B9-0414-C6EF-8EFA-93321DD5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37F3DE-EBEA-2A7C-04CB-6FBAA0DFB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4273BF-6315-4FCC-C8C6-903BBBBB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199B99-A2DE-CB9F-3FC6-AED17218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E085B7-E272-BB18-EBB6-675CD382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60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F4344-B27F-C371-9B4F-7B1EEC9B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92FA3A-538A-188B-5BA9-5857A1346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5BB4F6-AD4D-6146-8D0A-B855B91DF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410BAD-E487-1726-6EBF-22C929B0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981675-5559-F9BA-1EE6-C04BB72D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4549CE-B681-BC7D-48B4-1CB510B5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637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C1BB9-BABF-3B86-0AC1-27AC535F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FB1F-42D1-DE36-27C5-D1D8B3157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DE23E-48BF-624A-BBEE-B6AF2DC6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5A58C-3F4E-ED13-9471-074D3E51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574767-C597-7583-6A69-16D9CB9F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299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516CAF-DD96-4857-FF69-FB3E21851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DE156D-8BDD-5A52-43CE-8A13E1147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31140D-4FE3-6BF6-7FE4-1AED260F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F1056-432B-5A4A-4DD2-3EB5B442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63F030-A9D9-1184-4C6C-9672447B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1529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7E0C95-FF25-4BFC-C3D9-DDD9C24C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46D513-7ADB-7B34-BA52-E22244421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BFB298-2EBC-8419-9150-D00AF0B76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342C4-45EE-4384-8D18-94A0E3D35FBA}" type="datetimeFigureOut">
              <a:rPr lang="es-NI" smtClean="0"/>
              <a:t>16/7/2024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99281-53F1-2DDF-85A0-16A80B104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4893D-ACD1-4484-4EFA-4F3CC37A0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E94-A928-4343-BB20-1F72FD0C1FC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3754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tinkercad.com/things/7LdllrERBr0-luz-nocturna/editel" TargetMode="Externa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if2Vg6DD8VJ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8B700D4-A23C-63F0-2FBF-5D3F1A2A9086}"/>
              </a:ext>
            </a:extLst>
          </p:cNvPr>
          <p:cNvSpPr txBox="1"/>
          <p:nvPr/>
        </p:nvSpPr>
        <p:spPr>
          <a:xfrm>
            <a:off x="940209" y="1268051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dirty="0"/>
              <a:t>https://www.youtube.com/watch?v=_xvCoOR89o4</a:t>
            </a:r>
          </a:p>
        </p:txBody>
      </p:sp>
    </p:spTree>
    <p:extLst>
      <p:ext uri="{BB962C8B-B14F-4D97-AF65-F5344CB8AC3E}">
        <p14:creationId xmlns:p14="http://schemas.microsoft.com/office/powerpoint/2010/main" val="401276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E0BB7F8-485B-9D03-50E5-DC946C5F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7" name="Gráfico 6" descr="Diagrama de flujo con relleno sólido">
            <a:extLst>
              <a:ext uri="{FF2B5EF4-FFF2-40B4-BE49-F238E27FC236}">
                <a16:creationId xmlns:a16="http://schemas.microsoft.com/office/drawing/2014/main" id="{0F112E90-12F1-494C-3105-68A9B2178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529" y="1603560"/>
            <a:ext cx="914400" cy="914400"/>
          </a:xfrm>
          <a:prstGeom prst="rect">
            <a:avLst/>
          </a:prstGeom>
        </p:spPr>
      </p:pic>
      <p:pic>
        <p:nvPicPr>
          <p:cNvPr id="9" name="Gráfico 8" descr="Lluvia de ideas con relleno sólido">
            <a:hlinkClick r:id="rId5"/>
            <a:extLst>
              <a:ext uri="{FF2B5EF4-FFF2-40B4-BE49-F238E27FC236}">
                <a16:creationId xmlns:a16="http://schemas.microsoft.com/office/drawing/2014/main" id="{6FB24FD5-15CF-E394-8558-227245713C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58" y="3638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E2694B-BAB1-ECF2-913A-E39DF64DF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4" name="Gráfico 3" descr="Lluvia de ideas con relleno sólido">
            <a:hlinkClick r:id="rId3"/>
            <a:extLst>
              <a:ext uri="{FF2B5EF4-FFF2-40B4-BE49-F238E27FC236}">
                <a16:creationId xmlns:a16="http://schemas.microsoft.com/office/drawing/2014/main" id="{EB15BAC0-09F0-026F-C795-AA26D595B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884" y="1322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4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C2B117-D04A-A8EE-3189-23ED03952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4" name="Gráfico 3" descr="Lluvia de ideas con relleno sólido">
            <a:extLst>
              <a:ext uri="{FF2B5EF4-FFF2-40B4-BE49-F238E27FC236}">
                <a16:creationId xmlns:a16="http://schemas.microsoft.com/office/drawing/2014/main" id="{E6B8865D-12DD-1147-865B-2B0B1B49A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587" y="5260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7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9A2909-5BA1-1995-9B0E-989FEE106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0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140C03-9D77-C273-5608-70A439C9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7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471316-0B19-DE19-69FE-13F16DC43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" y="314325"/>
            <a:ext cx="8315325" cy="62293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7BF0008-F715-AC4E-FB45-0B6B2C91381D}"/>
              </a:ext>
            </a:extLst>
          </p:cNvPr>
          <p:cNvSpPr txBox="1"/>
          <p:nvPr/>
        </p:nvSpPr>
        <p:spPr>
          <a:xfrm>
            <a:off x="9763760" y="944880"/>
            <a:ext cx="141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https://youtu.be/d1KhfBJqHwg</a:t>
            </a:r>
          </a:p>
        </p:txBody>
      </p:sp>
    </p:spTree>
    <p:extLst>
      <p:ext uri="{BB962C8B-B14F-4D97-AF65-F5344CB8AC3E}">
        <p14:creationId xmlns:p14="http://schemas.microsoft.com/office/powerpoint/2010/main" val="100865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20</Words>
  <Application>Microsoft Office PowerPoint</Application>
  <PresentationFormat>Panorámica</PresentationFormat>
  <Paragraphs>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Aguirre</cp:lastModifiedBy>
  <cp:revision>1</cp:revision>
  <dcterms:created xsi:type="dcterms:W3CDTF">2023-07-19T17:29:52Z</dcterms:created>
  <dcterms:modified xsi:type="dcterms:W3CDTF">2024-07-17T03:56:49Z</dcterms:modified>
</cp:coreProperties>
</file>