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2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AntonioAguirre" userId="42908199-65f4-4d4a-8e05-6e659ccb82ce" providerId="ADAL" clId="{A60DE23D-38E3-4BAB-9E59-CFF5F4EF8972}"/>
    <pc:docChg chg="modSld">
      <pc:chgData name="Guillermo AntonioAguirre" userId="42908199-65f4-4d4a-8e05-6e659ccb82ce" providerId="ADAL" clId="{A60DE23D-38E3-4BAB-9E59-CFF5F4EF8972}" dt="2024-11-12T01:02:19.765" v="39" actId="20577"/>
      <pc:docMkLst>
        <pc:docMk/>
      </pc:docMkLst>
      <pc:sldChg chg="modSp mod">
        <pc:chgData name="Guillermo AntonioAguirre" userId="42908199-65f4-4d4a-8e05-6e659ccb82ce" providerId="ADAL" clId="{A60DE23D-38E3-4BAB-9E59-CFF5F4EF8972}" dt="2024-11-12T01:02:19.765" v="39" actId="20577"/>
        <pc:sldMkLst>
          <pc:docMk/>
          <pc:sldMk cId="87643862" sldId="256"/>
        </pc:sldMkLst>
        <pc:spChg chg="mod">
          <ac:chgData name="Guillermo AntonioAguirre" userId="42908199-65f4-4d4a-8e05-6e659ccb82ce" providerId="ADAL" clId="{A60DE23D-38E3-4BAB-9E59-CFF5F4EF8972}" dt="2024-11-12T01:02:19.765" v="39" actId="20577"/>
          <ac:spMkLst>
            <pc:docMk/>
            <pc:sldMk cId="87643862" sldId="256"/>
            <ac:spMk id="4" creationId="{90A1C4FD-4DBC-A4DA-6876-C31A89D2FD3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AEFF4-6A2B-BCE4-3D4D-1919B47D1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577543-3DE6-39E2-7A31-AC2C547F1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E5E882-864F-AB5C-485B-5581CBFCA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721C-36F7-408E-BB27-FA5E59D201D6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2FC0E2-19C2-7F6F-ED5A-7EB5D9149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B0596D-D019-00F0-DF3B-09543B66B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FBC2-F126-4FCF-A1EF-A4548208CD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31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14C5C-4F82-6C69-906D-C5C75000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3573BD-0B36-67DF-F5B0-F41A95F83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F84EED-9CEE-7744-88F2-466E745F7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721C-36F7-408E-BB27-FA5E59D201D6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2F1857-34A7-065D-0766-936E1AE5C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89CD59-4175-9361-2DC2-A7250A79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FBC2-F126-4FCF-A1EF-A4548208CD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9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D800A-BCA1-BB57-AEB5-B7D8DF57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3E8A25-148D-0653-A9ED-12B2A67CA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BB4255-BB49-0DAA-2A78-60CD9AAE9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721C-36F7-408E-BB27-FA5E59D201D6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5257CE-6E9D-85D6-B2DE-F5F5EA5DD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7B4D10-4C83-E769-4259-624F699C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FBC2-F126-4FCF-A1EF-A4548208CD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5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3C252-654D-185F-4B51-9C123A34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415208-13DA-784A-FD1F-D2DD74FCA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827B4F-1350-797D-CBB9-BF73FAB9F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8093E7-8917-8961-5D52-C3B4E20B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721C-36F7-408E-BB27-FA5E59D201D6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D4DE1C-57DB-FFD0-8C48-0DCB85D8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F595FF-E411-8AC5-45D2-85E786556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FBC2-F126-4FCF-A1EF-A4548208CD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31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7AB20-1878-3718-4CA2-7E964F01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65A510-A01B-FC9C-FA56-9BA72E520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F0AF01-7A42-E331-9D8F-CC4A7DCB3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102632E-E165-207A-CDA9-7BE6C7FE9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2B4892B-CEB3-FA6A-592A-F49AD7F3D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974412-D7B1-49F5-8D12-68EFBC417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721C-36F7-408E-BB27-FA5E59D201D6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140E8A1-9F6E-4EEE-81C5-8FBC6FCBB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4B3393-8D9D-A620-58A4-E1D3889FE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FBC2-F126-4FCF-A1EF-A4548208CD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3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2EE3D-3F7D-4A2E-13ED-414938B06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DBDFFF3-1643-1C21-5A30-CA14AB8DE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721C-36F7-408E-BB27-FA5E59D201D6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62DF493-573E-860F-2192-01883146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B209A6-ADEF-BA3C-C597-DE48F716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FBC2-F126-4FCF-A1EF-A4548208CD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03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4475FD6-F9C9-A033-9846-0FAF06D3B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721C-36F7-408E-BB27-FA5E59D201D6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C201C01-9F8A-5EBE-BEC2-9757C70A0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D18B54-6307-1137-DB7F-1D3720A2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FBC2-F126-4FCF-A1EF-A4548208CD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4C355-7524-5A55-FC86-7E0A34855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E08005-42C7-8DDA-4950-0B13188CE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5C435E-0B20-9C5F-5478-5677A9C47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6B4E7E-5223-267F-3DE3-745007128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721C-36F7-408E-BB27-FA5E59D201D6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555058-2BC2-6E07-99C5-ED1CAA06E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3042D5-71C2-5401-AD68-515B665F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FBC2-F126-4FCF-A1EF-A4548208CD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2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CE493-3280-D9AF-E041-4599646C1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D929EED-BE37-B05B-0E1F-70390FC4A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D5993C-36DC-B403-A3F9-3DF80D52D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A7C545-3DFC-E8F4-E97F-56C402D2F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721C-36F7-408E-BB27-FA5E59D201D6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5863A7-F0C1-D45D-38B6-C1F77CF76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E9446C-6F95-F22F-C92D-AEA17EC1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FBC2-F126-4FCF-A1EF-A4548208CD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437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5C7A1A-BF2A-5C13-2FF4-B0087335D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B8EE54-FA0F-FD8A-A24E-15F98CA4C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B143D1-71A3-7551-DC58-5B502DBE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721C-36F7-408E-BB27-FA5E59D201D6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E2E790-CD55-CB19-F4BC-B87672725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770470-3E9F-384C-9631-2C1004258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FBC2-F126-4FCF-A1EF-A4548208CD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78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F587CC-A57A-04ED-AC03-59D922B640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F4E88F-C1B7-A6F2-D498-0D4C93F02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23D908-4EDD-B729-E700-82DA5EAB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721C-36F7-408E-BB27-FA5E59D201D6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2AD667-7A16-47EB-FBA8-D7F54C949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01EB9C-3E7F-0090-8EF0-77E522CB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CFBC2-F126-4FCF-A1EF-A4548208CD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3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35F5E54-333B-044C-4F81-D3AE5279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45FF59-01E2-3BDB-42C6-2AC54DE46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7B3CF4-477F-DE24-AF02-96890443B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8D721C-36F7-408E-BB27-FA5E59D201D6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55E3C2-5EC7-9381-0A30-76624FE597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212FB5-F01B-EE98-CC47-AF758B5A9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CFBC2-F126-4FCF-A1EF-A4548208CD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64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0A1C4FD-4DBC-A4DA-6876-C31A89D2FD35}"/>
              </a:ext>
            </a:extLst>
          </p:cNvPr>
          <p:cNvSpPr/>
          <p:nvPr/>
        </p:nvSpPr>
        <p:spPr>
          <a:xfrm>
            <a:off x="2503801" y="2967335"/>
            <a:ext cx="71844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Uso de Condensadores</a:t>
            </a:r>
          </a:p>
        </p:txBody>
      </p:sp>
    </p:spTree>
    <p:extLst>
      <p:ext uri="{BB962C8B-B14F-4D97-AF65-F5344CB8AC3E}">
        <p14:creationId xmlns:p14="http://schemas.microsoft.com/office/powerpoint/2010/main" val="87643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46EFD-4804-F920-A8DE-78FCA5360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61479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</Words>
  <Application>Microsoft Office PowerPoint</Application>
  <PresentationFormat>Panorámica</PresentationFormat>
  <Paragraphs>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Guillermo AntonioAguirre</dc:creator>
  <cp:lastModifiedBy>Guillermo AntonioAguirre</cp:lastModifiedBy>
  <cp:revision>1</cp:revision>
  <dcterms:created xsi:type="dcterms:W3CDTF">2024-11-12T00:58:05Z</dcterms:created>
  <dcterms:modified xsi:type="dcterms:W3CDTF">2024-11-12T01:02:23Z</dcterms:modified>
</cp:coreProperties>
</file>