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9" r:id="rId5"/>
    <p:sldId id="260" r:id="rId6"/>
    <p:sldId id="258" r:id="rId7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73" y="7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AntonioAguirre" userId="42908199-65f4-4d4a-8e05-6e659ccb82ce" providerId="ADAL" clId="{5A360A2A-504A-4FA5-8263-22DC75937931}"/>
    <pc:docChg chg="modSld">
      <pc:chgData name="Guillermo AntonioAguirre" userId="42908199-65f4-4d4a-8e05-6e659ccb82ce" providerId="ADAL" clId="{5A360A2A-504A-4FA5-8263-22DC75937931}" dt="2024-08-27T00:38:57.026" v="0" actId="14100"/>
      <pc:docMkLst>
        <pc:docMk/>
      </pc:docMkLst>
      <pc:sldChg chg="modSp mod">
        <pc:chgData name="Guillermo AntonioAguirre" userId="42908199-65f4-4d4a-8e05-6e659ccb82ce" providerId="ADAL" clId="{5A360A2A-504A-4FA5-8263-22DC75937931}" dt="2024-08-27T00:38:57.026" v="0" actId="14100"/>
        <pc:sldMkLst>
          <pc:docMk/>
          <pc:sldMk cId="558345264" sldId="259"/>
        </pc:sldMkLst>
      </pc:sldChg>
    </pc:docChg>
  </pc:docChgLst>
  <pc:docChgLst>
    <pc:chgData name="Guillermo AntonioAguirre" userId="42908199-65f4-4d4a-8e05-6e659ccb82ce" providerId="ADAL" clId="{E18E0914-253E-4353-B953-A1893C599886}"/>
    <pc:docChg chg="modSld sldOrd">
      <pc:chgData name="Guillermo AntonioAguirre" userId="42908199-65f4-4d4a-8e05-6e659ccb82ce" providerId="ADAL" clId="{E18E0914-253E-4353-B953-A1893C599886}" dt="2024-11-05T18:05:12.013" v="50" actId="1076"/>
      <pc:docMkLst>
        <pc:docMk/>
      </pc:docMkLst>
      <pc:sldChg chg="modSp mod">
        <pc:chgData name="Guillermo AntonioAguirre" userId="42908199-65f4-4d4a-8e05-6e659ccb82ce" providerId="ADAL" clId="{E18E0914-253E-4353-B953-A1893C599886}" dt="2024-11-04T14:58:12.714" v="40" actId="20577"/>
        <pc:sldMkLst>
          <pc:docMk/>
          <pc:sldMk cId="811035299" sldId="257"/>
        </pc:sldMkLst>
      </pc:sldChg>
      <pc:sldChg chg="addSp modSp mod">
        <pc:chgData name="Guillermo AntonioAguirre" userId="42908199-65f4-4d4a-8e05-6e659ccb82ce" providerId="ADAL" clId="{E18E0914-253E-4353-B953-A1893C599886}" dt="2024-10-29T16:45:47.392" v="38" actId="20577"/>
        <pc:sldMkLst>
          <pc:docMk/>
          <pc:sldMk cId="4165094698" sldId="258"/>
        </pc:sldMkLst>
      </pc:sldChg>
      <pc:sldChg chg="addSp modSp mod ord">
        <pc:chgData name="Guillermo AntonioAguirre" userId="42908199-65f4-4d4a-8e05-6e659ccb82ce" providerId="ADAL" clId="{E18E0914-253E-4353-B953-A1893C599886}" dt="2024-11-05T18:05:12.013" v="50" actId="1076"/>
        <pc:sldMkLst>
          <pc:docMk/>
          <pc:sldMk cId="558345264" sldId="259"/>
        </pc:sldMkLst>
      </pc:sldChg>
      <pc:sldChg chg="modSp mod">
        <pc:chgData name="Guillermo AntonioAguirre" userId="42908199-65f4-4d4a-8e05-6e659ccb82ce" providerId="ADAL" clId="{E18E0914-253E-4353-B953-A1893C599886}" dt="2024-11-04T15:01:32.190" v="48" actId="20577"/>
        <pc:sldMkLst>
          <pc:docMk/>
          <pc:sldMk cId="3563060632" sldId="260"/>
        </pc:sldMkLst>
      </pc:sldChg>
    </pc:docChg>
  </pc:docChgLst>
  <pc:docChgLst>
    <pc:chgData name="Guillermo AntonioAguirre" userId="42908199-65f4-4d4a-8e05-6e659ccb82ce" providerId="ADAL" clId="{7FFDD690-C89F-48BE-ADB8-2E4EEA2D9395}"/>
    <pc:docChg chg="custSel modSld">
      <pc:chgData name="Guillermo AntonioAguirre" userId="42908199-65f4-4d4a-8e05-6e659ccb82ce" providerId="ADAL" clId="{7FFDD690-C89F-48BE-ADB8-2E4EEA2D9395}" dt="2025-10-20T18:43:08.508" v="647" actId="20577"/>
      <pc:docMkLst>
        <pc:docMk/>
      </pc:docMkLst>
      <pc:sldChg chg="modSp mod">
        <pc:chgData name="Guillermo AntonioAguirre" userId="42908199-65f4-4d4a-8e05-6e659ccb82ce" providerId="ADAL" clId="{7FFDD690-C89F-48BE-ADB8-2E4EEA2D9395}" dt="2025-10-20T18:43:08.508" v="647" actId="20577"/>
        <pc:sldMkLst>
          <pc:docMk/>
          <pc:sldMk cId="4165094698" sldId="258"/>
        </pc:sldMkLst>
        <pc:spChg chg="mod">
          <ac:chgData name="Guillermo AntonioAguirre" userId="42908199-65f4-4d4a-8e05-6e659ccb82ce" providerId="ADAL" clId="{7FFDD690-C89F-48BE-ADB8-2E4EEA2D9395}" dt="2025-10-20T18:43:08.508" v="647" actId="20577"/>
          <ac:spMkLst>
            <pc:docMk/>
            <pc:sldMk cId="4165094698" sldId="258"/>
            <ac:spMk id="3" creationId="{A60BDD8D-32FE-83EA-B2C9-E31D32724ABE}"/>
          </ac:spMkLst>
        </pc:spChg>
      </pc:sldChg>
      <pc:sldChg chg="delSp modSp mod">
        <pc:chgData name="Guillermo AntonioAguirre" userId="42908199-65f4-4d4a-8e05-6e659ccb82ce" providerId="ADAL" clId="{7FFDD690-C89F-48BE-ADB8-2E4EEA2D9395}" dt="2025-10-20T18:39:30.375" v="4" actId="14100"/>
        <pc:sldMkLst>
          <pc:docMk/>
          <pc:sldMk cId="558345264" sldId="259"/>
        </pc:sldMkLst>
        <pc:picChg chg="del">
          <ac:chgData name="Guillermo AntonioAguirre" userId="42908199-65f4-4d4a-8e05-6e659ccb82ce" providerId="ADAL" clId="{7FFDD690-C89F-48BE-ADB8-2E4EEA2D9395}" dt="2025-10-20T18:39:23.100" v="2" actId="478"/>
          <ac:picMkLst>
            <pc:docMk/>
            <pc:sldMk cId="558345264" sldId="259"/>
            <ac:picMk id="3" creationId="{E86A9395-2ED9-E77A-C39C-30F542FE6F4F}"/>
          </ac:picMkLst>
        </pc:picChg>
        <pc:picChg chg="mod">
          <ac:chgData name="Guillermo AntonioAguirre" userId="42908199-65f4-4d4a-8e05-6e659ccb82ce" providerId="ADAL" clId="{7FFDD690-C89F-48BE-ADB8-2E4EEA2D9395}" dt="2025-10-20T18:39:30.375" v="4" actId="14100"/>
          <ac:picMkLst>
            <pc:docMk/>
            <pc:sldMk cId="558345264" sldId="259"/>
            <ac:picMk id="4" creationId="{3B37D888-F883-D038-D4EE-52C7FF858201}"/>
          </ac:picMkLst>
        </pc:picChg>
      </pc:sldChg>
    </pc:docChg>
  </pc:docChgLst>
  <pc:docChgLst>
    <pc:chgData name="Guillermo AntonioAguirre" userId="42908199-65f4-4d4a-8e05-6e659ccb82ce" providerId="ADAL" clId="{0D743C12-AFD5-4A7E-B35D-4D47E550E487}"/>
    <pc:docChg chg="modSld">
      <pc:chgData name="Guillermo AntonioAguirre" userId="42908199-65f4-4d4a-8e05-6e659ccb82ce" providerId="ADAL" clId="{0D743C12-AFD5-4A7E-B35D-4D47E550E487}" dt="2024-04-15T16:29:51.519" v="2"/>
      <pc:docMkLst>
        <pc:docMk/>
      </pc:docMkLst>
      <pc:sldChg chg="modSp mod setBg">
        <pc:chgData name="Guillermo AntonioAguirre" userId="42908199-65f4-4d4a-8e05-6e659ccb82ce" providerId="ADAL" clId="{0D743C12-AFD5-4A7E-B35D-4D47E550E487}" dt="2024-04-15T16:29:51.519" v="2"/>
        <pc:sldMkLst>
          <pc:docMk/>
          <pc:sldMk cId="811035299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26AE6-AF37-1BF6-EA4D-DA74921BB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7581083-F4A9-14B8-0217-959C78F66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4464CC-351E-A565-99A9-08E68E621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FC45-AF96-4859-962D-84529C981030}" type="datetimeFigureOut">
              <a:rPr lang="es-NI" smtClean="0"/>
              <a:t>20/10/2025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C03472-E14D-6410-6A14-C6B72273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D839EB-7007-1106-0348-A6A85A79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69E8-EAD8-4FBD-8BBE-9FB29820451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77468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E56465-8FA7-F409-D3B8-ACFC8BB7E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3E583F-E3AE-4FB1-BA75-0B5F496F2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E14126-7F7C-DC8D-C0DD-D2026453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FC45-AF96-4859-962D-84529C981030}" type="datetimeFigureOut">
              <a:rPr lang="es-NI" smtClean="0"/>
              <a:t>20/10/2025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B11C8D-16D9-AC97-AEF7-D1236774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A10C23-21E3-25F5-3FA4-00FFE882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69E8-EAD8-4FBD-8BBE-9FB29820451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661886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D01098-FCA7-924B-A50D-388061EBC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3CEBE1-8213-03C0-5EE6-05B121387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090E53-C800-58AC-2C23-6CCDF0673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FC45-AF96-4859-962D-84529C981030}" type="datetimeFigureOut">
              <a:rPr lang="es-NI" smtClean="0"/>
              <a:t>20/10/2025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D6EAB5-9BBD-788F-7F7F-BEBDD557F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A295E7-732A-5FDE-ABE8-ED04B03CB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69E8-EAD8-4FBD-8BBE-9FB29820451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536980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05E4E-8D89-900F-F94A-DC5EECA2E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FC9BF2-A788-FB2C-6B84-59D172DE2B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8ECC9F-1FE7-48E7-ACAA-3D59B7C5AE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0985C3-D2E7-2217-875A-0A7BEA62E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FC45-AF96-4859-962D-84529C981030}" type="datetimeFigureOut">
              <a:rPr lang="es-NI" smtClean="0"/>
              <a:t>20/10/2025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14738AD-D35E-E30B-0E20-4685691D8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9840BF-F8DA-DE00-95DB-4627E782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69E8-EAD8-4FBD-8BBE-9FB29820451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62137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64394B-AB0F-087B-1B39-03E4AB33A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75BC926-9CE1-B498-6E90-2B2A90DF7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41079A-1E8F-18E9-9245-E81BC3551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AFE3350-E3FB-0736-62B4-ACE8A70E12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DBBE0F3-0D8F-C09F-031F-814051295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721E7D-F283-A9B5-8373-47DE8884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FC45-AF96-4859-962D-84529C981030}" type="datetimeFigureOut">
              <a:rPr lang="es-NI" smtClean="0"/>
              <a:t>20/10/2025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626BC90-7610-5A90-445E-ED73DC5A4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62CC65B-3669-E16A-531A-2AD280E3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69E8-EAD8-4FBD-8BBE-9FB29820451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734655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6C3F42-0021-BA3E-2C67-7B7AB69B0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34E8C42-2175-6C85-07EF-9A70A178E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FC45-AF96-4859-962D-84529C981030}" type="datetimeFigureOut">
              <a:rPr lang="es-NI" smtClean="0"/>
              <a:t>20/10/2025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4BBC09-129C-D7A8-6F0E-BC8BDD99B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3C65D6C-81BB-E6D3-D353-411164609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69E8-EAD8-4FBD-8BBE-9FB29820451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42384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880F35F-80D5-8BF4-EC8E-68AA8A1F1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FC45-AF96-4859-962D-84529C981030}" type="datetimeFigureOut">
              <a:rPr lang="es-NI" smtClean="0"/>
              <a:t>20/10/2025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98EE0E-869C-3F60-F95B-00F84B9BA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53F338-98F0-C13B-701B-364121ABC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69E8-EAD8-4FBD-8BBE-9FB29820451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6219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8C0D6-EB8A-B9CF-274C-99D68D062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492E91-E8ED-4BAB-6D61-34295DCE2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BAFC5C-5E13-D80F-B2F1-1A9171DD1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587AA7-ED61-CBF3-195E-9FBC7BA12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FC45-AF96-4859-962D-84529C981030}" type="datetimeFigureOut">
              <a:rPr lang="es-NI" smtClean="0"/>
              <a:t>20/10/2025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C10439A-5C1B-3A58-4EC3-48509CD4B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8B7531-7345-3048-473B-7EFC99E0A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69E8-EAD8-4FBD-8BBE-9FB29820451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356986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F66F0-A48F-508A-0B67-759465648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302073E-63BD-16F8-EEB3-63E53EB30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C33C0BF-0C67-BF2D-895E-B6E22CED49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652C1E-DE73-987B-922F-CCF14D14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FC45-AF96-4859-962D-84529C981030}" type="datetimeFigureOut">
              <a:rPr lang="es-NI" smtClean="0"/>
              <a:t>20/10/2025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206CE1-CC97-89E2-ABFE-B7C62C42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B7CA59-0C41-EB7B-C0CB-970BFEB7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69E8-EAD8-4FBD-8BBE-9FB29820451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80268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D7272-3161-84E4-9C19-6783A911C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97FDE38-928A-D343-740D-AD7D8A62AA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246FD5-7798-6E54-3E97-857C3730F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FC45-AF96-4859-962D-84529C981030}" type="datetimeFigureOut">
              <a:rPr lang="es-NI" smtClean="0"/>
              <a:t>20/10/2025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1A5101-2402-6B78-1F91-7AE84B94B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77AF7F-8847-04C3-7D23-A4AF0694D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69E8-EAD8-4FBD-8BBE-9FB29820451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94833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4151043-4F67-AB40-76A1-74746CAC1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54803E-E51E-4517-1FD9-2A5F004708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BAA932-DC2E-F6F2-75A7-6110521C3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7FC45-AF96-4859-962D-84529C981030}" type="datetimeFigureOut">
              <a:rPr lang="es-NI" smtClean="0"/>
              <a:t>20/10/2025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42F4C1-4B48-8D4C-8A26-BF924FA5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6D09E1-542B-ED4D-B3B0-2A716B6D7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569E8-EAD8-4FBD-8BBE-9FB29820451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94242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1F6C36D-F265-D5AA-9281-352D1EEDD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BE7042-29ED-8563-62A9-203B6BE60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103C85-57C6-9937-4E2B-2A122BF4E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7FC45-AF96-4859-962D-84529C981030}" type="datetimeFigureOut">
              <a:rPr lang="es-NI" smtClean="0"/>
              <a:t>20/10/2025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6C2CAB-CFD1-63A0-6D29-C728AF5F32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68253D6-1F29-17DF-5EF6-D7861B47E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569E8-EAD8-4FBD-8BBE-9FB298204517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81888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remoto&#10;&#10;Descripción generada automáticamente">
            <a:extLst>
              <a:ext uri="{FF2B5EF4-FFF2-40B4-BE49-F238E27FC236}">
                <a16:creationId xmlns:a16="http://schemas.microsoft.com/office/drawing/2014/main" id="{9383EEFB-9B0B-3502-5449-2D426481C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030457" y="-3313348"/>
            <a:ext cx="8140892" cy="1220180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1F350A2-74E2-4EDF-A57B-F7A68F1BCBC5}"/>
              </a:ext>
            </a:extLst>
          </p:cNvPr>
          <p:cNvSpPr/>
          <p:nvPr/>
        </p:nvSpPr>
        <p:spPr>
          <a:xfrm>
            <a:off x="218363" y="0"/>
            <a:ext cx="11832609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8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Conexiones de Circuitos usando Transistores</a:t>
            </a:r>
          </a:p>
        </p:txBody>
      </p:sp>
    </p:spTree>
    <p:extLst>
      <p:ext uri="{BB962C8B-B14F-4D97-AF65-F5344CB8AC3E}">
        <p14:creationId xmlns:p14="http://schemas.microsoft.com/office/powerpoint/2010/main" val="1544024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D6E7B29-E6C6-01C3-7864-89F8D3FD6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462" y="348570"/>
            <a:ext cx="8488673" cy="608783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879F889-A2B2-621B-9F6F-78810D60DDBB}"/>
              </a:ext>
            </a:extLst>
          </p:cNvPr>
          <p:cNvSpPr txBox="1"/>
          <p:nvPr/>
        </p:nvSpPr>
        <p:spPr>
          <a:xfrm>
            <a:off x="1278534" y="385082"/>
            <a:ext cx="6096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NI" sz="4400" b="1" dirty="0" err="1"/>
              <a:t>Ej</a:t>
            </a:r>
            <a:r>
              <a:rPr lang="es-NI" sz="4400" b="1" dirty="0"/>
              <a:t> #10: detector de humedad</a:t>
            </a:r>
          </a:p>
        </p:txBody>
      </p:sp>
    </p:spTree>
    <p:extLst>
      <p:ext uri="{BB962C8B-B14F-4D97-AF65-F5344CB8AC3E}">
        <p14:creationId xmlns:p14="http://schemas.microsoft.com/office/powerpoint/2010/main" val="811035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81007F2-3AB3-40A4-5C8F-5D0DD3D4F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32683"/>
            <a:ext cx="6987654" cy="685034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2DEC40F-2727-C102-87EC-74DECE2965DA}"/>
              </a:ext>
            </a:extLst>
          </p:cNvPr>
          <p:cNvSpPr txBox="1"/>
          <p:nvPr/>
        </p:nvSpPr>
        <p:spPr>
          <a:xfrm>
            <a:off x="7236726" y="2721114"/>
            <a:ext cx="60937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NI" sz="4000" b="1" dirty="0" err="1"/>
              <a:t>Ej</a:t>
            </a:r>
            <a:r>
              <a:rPr lang="es-NI" sz="4000" b="1" dirty="0"/>
              <a:t> #11: Luz Nocturna</a:t>
            </a:r>
          </a:p>
        </p:txBody>
      </p:sp>
    </p:spTree>
    <p:extLst>
      <p:ext uri="{BB962C8B-B14F-4D97-AF65-F5344CB8AC3E}">
        <p14:creationId xmlns:p14="http://schemas.microsoft.com/office/powerpoint/2010/main" val="404895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D145C36-015F-1B77-D156-734C9C83AEB6}"/>
              </a:ext>
            </a:extLst>
          </p:cNvPr>
          <p:cNvSpPr txBox="1"/>
          <p:nvPr/>
        </p:nvSpPr>
        <p:spPr>
          <a:xfrm>
            <a:off x="7115033" y="545705"/>
            <a:ext cx="49867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NI" sz="4000" b="1" dirty="0" err="1"/>
              <a:t>Ej</a:t>
            </a:r>
            <a:r>
              <a:rPr lang="es-NI" sz="4000" b="1" dirty="0"/>
              <a:t> #12: Transmisor IR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B37D888-F883-D038-D4EE-52C7FF858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657" y="1466749"/>
            <a:ext cx="7492990" cy="5036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34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669CBDE-A1B5-5A6F-3D10-A72565428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764" y="74260"/>
            <a:ext cx="7505088" cy="678374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7590A04-AEFE-36C5-3CF2-660240B92FD4}"/>
              </a:ext>
            </a:extLst>
          </p:cNvPr>
          <p:cNvSpPr txBox="1"/>
          <p:nvPr/>
        </p:nvSpPr>
        <p:spPr>
          <a:xfrm>
            <a:off x="481084" y="4066612"/>
            <a:ext cx="60937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NI" sz="3200" b="1" dirty="0" err="1"/>
              <a:t>Ej</a:t>
            </a:r>
            <a:r>
              <a:rPr lang="es-NI" sz="3200" b="1" dirty="0"/>
              <a:t> </a:t>
            </a:r>
            <a:r>
              <a:rPr lang="es-NI" sz="3200" b="1"/>
              <a:t>#13: </a:t>
            </a:r>
            <a:r>
              <a:rPr lang="es-NI" sz="3200" b="1" dirty="0" err="1"/>
              <a:t>Tester</a:t>
            </a:r>
            <a:r>
              <a:rPr lang="es-NI" sz="3200" b="1" dirty="0"/>
              <a:t> de continuidad</a:t>
            </a:r>
          </a:p>
        </p:txBody>
      </p:sp>
    </p:spTree>
    <p:extLst>
      <p:ext uri="{BB962C8B-B14F-4D97-AF65-F5344CB8AC3E}">
        <p14:creationId xmlns:p14="http://schemas.microsoft.com/office/powerpoint/2010/main" val="356306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8E9EF10-B079-AC28-CF67-CCAAE2FB6C08}"/>
              </a:ext>
            </a:extLst>
          </p:cNvPr>
          <p:cNvSpPr/>
          <p:nvPr/>
        </p:nvSpPr>
        <p:spPr>
          <a:xfrm>
            <a:off x="4581912" y="336103"/>
            <a:ext cx="21884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Prueba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0BDD8D-32FE-83EA-B2C9-E31D32724ABE}"/>
              </a:ext>
            </a:extLst>
          </p:cNvPr>
          <p:cNvSpPr txBox="1"/>
          <p:nvPr/>
        </p:nvSpPr>
        <p:spPr>
          <a:xfrm>
            <a:off x="1138335" y="1259433"/>
            <a:ext cx="9759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NI" dirty="0"/>
              <a:t>Indicador de nivel de agua: Construya un circuito empleando un vaso vacío, y tres leds, rojo, amarillo / naranja y verde, de modo que a medida que se llena de agua, inicialmente (vaso vacío) los leds deben estar apagados, y a medida que se llene de agua, al llegar al primer led (rojo) este se debe encender, y así al llegar a cada uno de los leds siguientes (amarillo / naranja y verde).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0946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120</Words>
  <Application>Microsoft Office PowerPoint</Application>
  <PresentationFormat>Panorámica</PresentationFormat>
  <Paragraphs>7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1</cp:revision>
  <dcterms:created xsi:type="dcterms:W3CDTF">2023-10-07T04:29:42Z</dcterms:created>
  <dcterms:modified xsi:type="dcterms:W3CDTF">2025-10-20T18:43:14Z</dcterms:modified>
</cp:coreProperties>
</file>