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AntonioAguirre" userId="42908199-65f4-4d4a-8e05-6e659ccb82ce" providerId="ADAL" clId="{1961F509-2526-4BF9-86C3-CFA32115D9B1}"/>
    <pc:docChg chg="undo custSel addSld modSld">
      <pc:chgData name="Guillermo AntonioAguirre" userId="42908199-65f4-4d4a-8e05-6e659ccb82ce" providerId="ADAL" clId="{1961F509-2526-4BF9-86C3-CFA32115D9B1}" dt="2023-09-22T16:11:44.005" v="89" actId="1076"/>
      <pc:docMkLst>
        <pc:docMk/>
      </pc:docMkLst>
      <pc:sldChg chg="addSp delSp modSp new mod">
        <pc:chgData name="Guillermo AntonioAguirre" userId="42908199-65f4-4d4a-8e05-6e659ccb82ce" providerId="ADAL" clId="{1961F509-2526-4BF9-86C3-CFA32115D9B1}" dt="2023-09-22T15:59:10.558" v="58" actId="1076"/>
        <pc:sldMkLst>
          <pc:docMk/>
          <pc:sldMk cId="2477987148" sldId="256"/>
        </pc:sldMkLst>
        <pc:spChg chg="del">
          <ac:chgData name="Guillermo AntonioAguirre" userId="42908199-65f4-4d4a-8e05-6e659ccb82ce" providerId="ADAL" clId="{1961F509-2526-4BF9-86C3-CFA32115D9B1}" dt="2023-09-22T15:47:28.318" v="1" actId="478"/>
          <ac:spMkLst>
            <pc:docMk/>
            <pc:sldMk cId="2477987148" sldId="256"/>
            <ac:spMk id="2" creationId="{FF7A5DC9-B7D3-F5DB-C957-9E2999C4E758}"/>
          </ac:spMkLst>
        </pc:spChg>
        <pc:spChg chg="del">
          <ac:chgData name="Guillermo AntonioAguirre" userId="42908199-65f4-4d4a-8e05-6e659ccb82ce" providerId="ADAL" clId="{1961F509-2526-4BF9-86C3-CFA32115D9B1}" dt="2023-09-22T15:47:31.341" v="2" actId="478"/>
          <ac:spMkLst>
            <pc:docMk/>
            <pc:sldMk cId="2477987148" sldId="256"/>
            <ac:spMk id="3" creationId="{5DD17BCF-0C3E-C081-C5B8-344D8D57E94F}"/>
          </ac:spMkLst>
        </pc:spChg>
        <pc:spChg chg="add mod">
          <ac:chgData name="Guillermo AntonioAguirre" userId="42908199-65f4-4d4a-8e05-6e659ccb82ce" providerId="ADAL" clId="{1961F509-2526-4BF9-86C3-CFA32115D9B1}" dt="2023-09-22T15:59:10.558" v="58" actId="1076"/>
          <ac:spMkLst>
            <pc:docMk/>
            <pc:sldMk cId="2477987148" sldId="256"/>
            <ac:spMk id="6" creationId="{1F891C82-34E1-1ECA-857E-41C5A69DE142}"/>
          </ac:spMkLst>
        </pc:spChg>
        <pc:picChg chg="add mod">
          <ac:chgData name="Guillermo AntonioAguirre" userId="42908199-65f4-4d4a-8e05-6e659ccb82ce" providerId="ADAL" clId="{1961F509-2526-4BF9-86C3-CFA32115D9B1}" dt="2023-09-22T15:59:06.311" v="57" actId="1076"/>
          <ac:picMkLst>
            <pc:docMk/>
            <pc:sldMk cId="2477987148" sldId="256"/>
            <ac:picMk id="5" creationId="{16A1E72F-B9E0-9009-87C3-46AD3142C229}"/>
          </ac:picMkLst>
        </pc:picChg>
      </pc:sldChg>
      <pc:sldChg chg="addSp delSp modSp add mod">
        <pc:chgData name="Guillermo AntonioAguirre" userId="42908199-65f4-4d4a-8e05-6e659ccb82ce" providerId="ADAL" clId="{1961F509-2526-4BF9-86C3-CFA32115D9B1}" dt="2023-09-22T16:05:49.221" v="63" actId="1076"/>
        <pc:sldMkLst>
          <pc:docMk/>
          <pc:sldMk cId="3189319009" sldId="257"/>
        </pc:sldMkLst>
        <pc:picChg chg="add mod">
          <ac:chgData name="Guillermo AntonioAguirre" userId="42908199-65f4-4d4a-8e05-6e659ccb82ce" providerId="ADAL" clId="{1961F509-2526-4BF9-86C3-CFA32115D9B1}" dt="2023-09-22T16:05:49.221" v="63" actId="1076"/>
          <ac:picMkLst>
            <pc:docMk/>
            <pc:sldMk cId="3189319009" sldId="257"/>
            <ac:picMk id="3" creationId="{A613AB01-A33C-75CD-8735-512434C18336}"/>
          </ac:picMkLst>
        </pc:picChg>
        <pc:picChg chg="del">
          <ac:chgData name="Guillermo AntonioAguirre" userId="42908199-65f4-4d4a-8e05-6e659ccb82ce" providerId="ADAL" clId="{1961F509-2526-4BF9-86C3-CFA32115D9B1}" dt="2023-09-22T15:57:06.503" v="6" actId="478"/>
          <ac:picMkLst>
            <pc:docMk/>
            <pc:sldMk cId="3189319009" sldId="257"/>
            <ac:picMk id="5" creationId="{16A1E72F-B9E0-9009-87C3-46AD3142C229}"/>
          </ac:picMkLst>
        </pc:picChg>
      </pc:sldChg>
      <pc:sldChg chg="addSp delSp modSp add mod">
        <pc:chgData name="Guillermo AntonioAguirre" userId="42908199-65f4-4d4a-8e05-6e659ccb82ce" providerId="ADAL" clId="{1961F509-2526-4BF9-86C3-CFA32115D9B1}" dt="2023-09-22T16:08:05.301" v="71" actId="1076"/>
        <pc:sldMkLst>
          <pc:docMk/>
          <pc:sldMk cId="3160066911" sldId="258"/>
        </pc:sldMkLst>
        <pc:picChg chg="del">
          <ac:chgData name="Guillermo AntonioAguirre" userId="42908199-65f4-4d4a-8e05-6e659ccb82ce" providerId="ADAL" clId="{1961F509-2526-4BF9-86C3-CFA32115D9B1}" dt="2023-09-22T16:06:00.195" v="65" actId="478"/>
          <ac:picMkLst>
            <pc:docMk/>
            <pc:sldMk cId="3160066911" sldId="258"/>
            <ac:picMk id="3" creationId="{A613AB01-A33C-75CD-8735-512434C18336}"/>
          </ac:picMkLst>
        </pc:picChg>
        <pc:picChg chg="add mod">
          <ac:chgData name="Guillermo AntonioAguirre" userId="42908199-65f4-4d4a-8e05-6e659ccb82ce" providerId="ADAL" clId="{1961F509-2526-4BF9-86C3-CFA32115D9B1}" dt="2023-09-22T16:08:05.301" v="71" actId="1076"/>
          <ac:picMkLst>
            <pc:docMk/>
            <pc:sldMk cId="3160066911" sldId="258"/>
            <ac:picMk id="4" creationId="{5F6D2449-79C4-75DE-C7E9-6BFF8E4EFD21}"/>
          </ac:picMkLst>
        </pc:picChg>
      </pc:sldChg>
      <pc:sldChg chg="addSp delSp modSp add mod">
        <pc:chgData name="Guillermo AntonioAguirre" userId="42908199-65f4-4d4a-8e05-6e659ccb82ce" providerId="ADAL" clId="{1961F509-2526-4BF9-86C3-CFA32115D9B1}" dt="2023-09-22T16:09:34.676" v="78" actId="1076"/>
        <pc:sldMkLst>
          <pc:docMk/>
          <pc:sldMk cId="4171909806" sldId="259"/>
        </pc:sldMkLst>
        <pc:picChg chg="add del">
          <ac:chgData name="Guillermo AntonioAguirre" userId="42908199-65f4-4d4a-8e05-6e659ccb82ce" providerId="ADAL" clId="{1961F509-2526-4BF9-86C3-CFA32115D9B1}" dt="2023-09-22T16:09:04.040" v="73" actId="22"/>
          <ac:picMkLst>
            <pc:docMk/>
            <pc:sldMk cId="4171909806" sldId="259"/>
            <ac:picMk id="3" creationId="{FEAD1733-2660-519B-63E2-16FE2FC1DC9F}"/>
          </ac:picMkLst>
        </pc:picChg>
        <pc:picChg chg="add mod">
          <ac:chgData name="Guillermo AntonioAguirre" userId="42908199-65f4-4d4a-8e05-6e659ccb82ce" providerId="ADAL" clId="{1961F509-2526-4BF9-86C3-CFA32115D9B1}" dt="2023-09-22T16:09:34.676" v="78" actId="1076"/>
          <ac:picMkLst>
            <pc:docMk/>
            <pc:sldMk cId="4171909806" sldId="259"/>
            <ac:picMk id="5" creationId="{7F74D424-3B15-9B82-8C7F-528B9066C385}"/>
          </ac:picMkLst>
        </pc:picChg>
      </pc:sldChg>
      <pc:sldChg chg="addSp modSp add mod">
        <pc:chgData name="Guillermo AntonioAguirre" userId="42908199-65f4-4d4a-8e05-6e659ccb82ce" providerId="ADAL" clId="{1961F509-2526-4BF9-86C3-CFA32115D9B1}" dt="2023-09-22T16:10:46.213" v="83" actId="1076"/>
        <pc:sldMkLst>
          <pc:docMk/>
          <pc:sldMk cId="3093468731" sldId="260"/>
        </pc:sldMkLst>
        <pc:picChg chg="add mod">
          <ac:chgData name="Guillermo AntonioAguirre" userId="42908199-65f4-4d4a-8e05-6e659ccb82ce" providerId="ADAL" clId="{1961F509-2526-4BF9-86C3-CFA32115D9B1}" dt="2023-09-22T16:10:46.213" v="83" actId="1076"/>
          <ac:picMkLst>
            <pc:docMk/>
            <pc:sldMk cId="3093468731" sldId="260"/>
            <ac:picMk id="3" creationId="{9F2C4DDC-3957-B935-5570-4B792041D1A2}"/>
          </ac:picMkLst>
        </pc:picChg>
      </pc:sldChg>
      <pc:sldChg chg="addSp modSp add mod">
        <pc:chgData name="Guillermo AntonioAguirre" userId="42908199-65f4-4d4a-8e05-6e659ccb82ce" providerId="ADAL" clId="{1961F509-2526-4BF9-86C3-CFA32115D9B1}" dt="2023-09-22T16:11:44.005" v="89" actId="1076"/>
        <pc:sldMkLst>
          <pc:docMk/>
          <pc:sldMk cId="189254609" sldId="261"/>
        </pc:sldMkLst>
        <pc:picChg chg="add mod">
          <ac:chgData name="Guillermo AntonioAguirre" userId="42908199-65f4-4d4a-8e05-6e659ccb82ce" providerId="ADAL" clId="{1961F509-2526-4BF9-86C3-CFA32115D9B1}" dt="2023-09-22T16:11:44.005" v="89" actId="1076"/>
          <ac:picMkLst>
            <pc:docMk/>
            <pc:sldMk cId="189254609" sldId="261"/>
            <ac:picMk id="3" creationId="{D08BFF49-2ABA-35C7-3617-06D954DD97CF}"/>
          </ac:picMkLst>
        </pc:picChg>
      </pc:sldChg>
      <pc:sldChg chg="add">
        <pc:chgData name="Guillermo AntonioAguirre" userId="42908199-65f4-4d4a-8e05-6e659ccb82ce" providerId="ADAL" clId="{1961F509-2526-4BF9-86C3-CFA32115D9B1}" dt="2023-09-22T16:10:56.851" v="84" actId="2890"/>
        <pc:sldMkLst>
          <pc:docMk/>
          <pc:sldMk cId="2121220692" sldId="262"/>
        </pc:sldMkLst>
      </pc:sldChg>
    </pc:docChg>
  </pc:docChgLst>
  <pc:docChgLst>
    <pc:chgData name="Guillermo AntonioAguirre" userId="42908199-65f4-4d4a-8e05-6e659ccb82ce" providerId="ADAL" clId="{DF562CC5-BC6F-4F95-9A6B-1E342970C43D}"/>
    <pc:docChg chg="modSld">
      <pc:chgData name="Guillermo AntonioAguirre" userId="42908199-65f4-4d4a-8e05-6e659ccb82ce" providerId="ADAL" clId="{DF562CC5-BC6F-4F95-9A6B-1E342970C43D}" dt="2024-10-29T16:40:38.630" v="12" actId="20577"/>
      <pc:docMkLst>
        <pc:docMk/>
      </pc:docMkLst>
      <pc:sldChg chg="modSp mod">
        <pc:chgData name="Guillermo AntonioAguirre" userId="42908199-65f4-4d4a-8e05-6e659ccb82ce" providerId="ADAL" clId="{DF562CC5-BC6F-4F95-9A6B-1E342970C43D}" dt="2024-10-29T16:40:38.630" v="12" actId="20577"/>
        <pc:sldMkLst>
          <pc:docMk/>
          <pc:sldMk cId="2477987148" sldId="256"/>
        </pc:sldMkLst>
        <pc:spChg chg="mod">
          <ac:chgData name="Guillermo AntonioAguirre" userId="42908199-65f4-4d4a-8e05-6e659ccb82ce" providerId="ADAL" clId="{DF562CC5-BC6F-4F95-9A6B-1E342970C43D}" dt="2024-10-29T16:40:38.630" v="12" actId="20577"/>
          <ac:spMkLst>
            <pc:docMk/>
            <pc:sldMk cId="2477987148" sldId="256"/>
            <ac:spMk id="6" creationId="{1F891C82-34E1-1ECA-857E-41C5A69DE14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245A0D-EE64-CEA5-8FFA-B231CA8CD7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440466E-8D54-5101-2D56-2640257293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2640C9-9F15-2271-733F-783B79509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29/10/2024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C5C102-5CB3-7793-E20D-858405A85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6295E4-A314-9322-633A-B7FB71C3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423440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549CFA-3305-5076-C986-D27CB2295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04AAC51-7D22-BE9E-C58E-5793D4EF5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7710C6-75CB-E0B8-728C-0408FFC37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29/10/2024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CDAED18-ECCA-EE2D-CA1C-E56CB4184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360CF6-A5BB-D8A7-FB42-3267F53DA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88118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E60E26-B422-8AC4-65CF-1C911FC1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D45E66F-88E3-A861-74B1-1FFFA9F23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4DF20D-C4A7-EB22-667B-DE30075EB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29/10/2024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D7028E-5C33-884E-EF05-190D10BFF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AF7A34-CC80-02BD-9A9F-25BEB61E6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047558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67E03D-5A48-BDE9-4BAA-89A5EDDC0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DDC9EA-0449-0C6C-C568-470B53D10C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7079419-BBB3-1E6C-255E-C086918BE2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ABF3B11-2DEC-E787-8F8A-ECEF76D6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29/10/2024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21FEA59-58E2-D7B0-C3F9-703D72D92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BB34552-9F16-EE2C-9E81-338764062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816872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28A63C-9015-F00E-3044-803B1B7BA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D6AD3B8-14DD-81BD-3208-31071437C2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90CFD31-9C86-68C4-8DBB-DA2AB8C92F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2D35EBB-31A0-DD37-17A5-5D3B455A59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B5C1B7B-239C-CFF3-24D1-36AECFA6FC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448122D-C408-CEEF-7A3E-DCEC4B25D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29/10/2024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2E67158-E543-5570-BC07-CC2BCBE2C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B3832FD-0AAC-B79B-FA30-A783459D2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12487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09BF44-5C1B-56F2-302E-4AA9B1506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9B8DE4D-20D7-439F-F7BA-2CF8E3880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29/10/2024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214C546-E311-2295-00B8-3F936B501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9DD80BE-729D-46FA-9DCF-27C56A67F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645889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97EB194-9D61-6C04-6D78-8E5BB8AA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29/10/2024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D4DF75F-9AAB-4697-6F5B-7DB2CDD1E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620B8AF-E872-9DB8-0EAC-A3ED557CC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270026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4E1E84-1CC3-DC5F-5367-8A72E6D89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BCDDF87-44DB-55BC-D53A-9EC58B021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FFAFD8-148E-D5B7-8CCC-2CC9C249E1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A6C17A0-26A4-E25F-F07F-3B2238256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29/10/2024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0553CB2-0AD2-9F06-E358-200A07F43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4F9297B-CAC0-6939-E49B-934761F9F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474096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B7C2B9-85E8-B300-70DD-7F0D117A0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C7BD8D4-1735-A35E-0CF1-D1459152BC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FFD381-B6CA-6A1A-70E6-FFE5A70711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949EB3B-0B08-FF96-2640-D775D9D8B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29/10/2024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F15A903-671E-BA8D-F086-B4AE65685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548257F-5A5D-5FCF-6BC8-0B0D5C41C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107589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782C8A-E618-C611-AA97-4D4AFB0DF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A240B5D-A6BF-EB2D-5331-371535F103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61EB49-C00C-748B-0E21-9AE2BC4BF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29/10/2024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B609C4-2936-5EAD-3719-6D05587C0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7DA74A-6653-EC07-E922-6D04693D1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940200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7056821-981E-D758-CA95-A26CBE45AA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87AF590-E8BD-4437-7195-5EAAA2856A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31E5B8-7FAF-748A-2FB9-1D4135E48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40DE1-BA22-4385-9666-BAD6D457E8F5}" type="datetimeFigureOut">
              <a:rPr lang="es-NI" smtClean="0"/>
              <a:t>29/10/2024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9B3130-A366-9604-B4D5-C773FB0E2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65C02D-83F2-E7DF-64A5-D5D58B101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058394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4847382-1639-9053-7A6E-266EADAC2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3B1946D-C4C6-F7F2-3312-928EF2EC82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EEF1BCA-0254-F3BA-E4A4-A90E1A72F5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40DE1-BA22-4385-9666-BAD6D457E8F5}" type="datetimeFigureOut">
              <a:rPr lang="es-NI" smtClean="0"/>
              <a:t>29/10/2024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5FF3B7-04DA-1E4B-FB66-BED2B727FD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47181F-5ED0-C2EA-FC8C-8DF5CEB2D6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997803-8FEA-4398-B4EE-EE238552F6E9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892714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Una mesa de madera&#10;&#10;Descripción generada automáticamente con confianza baja">
            <a:extLst>
              <a:ext uri="{FF2B5EF4-FFF2-40B4-BE49-F238E27FC236}">
                <a16:creationId xmlns:a16="http://schemas.microsoft.com/office/drawing/2014/main" id="{16A1E72F-B9E0-9009-87C3-46AD3142C2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1058" y="-984213"/>
            <a:ext cx="13229303" cy="8826426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1F891C82-34E1-1ECA-857E-41C5A69DE142}"/>
              </a:ext>
            </a:extLst>
          </p:cNvPr>
          <p:cNvSpPr/>
          <p:nvPr/>
        </p:nvSpPr>
        <p:spPr>
          <a:xfrm>
            <a:off x="5363497" y="-105929"/>
            <a:ext cx="6828503" cy="37856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80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Conexiones de circuitos usando </a:t>
            </a:r>
            <a:r>
              <a:rPr lang="es-ES" sz="8000" b="1" cap="none" spc="0" dirty="0" err="1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LEDs</a:t>
            </a:r>
            <a:endParaRPr lang="es-ES" sz="80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779871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613AB01-A33C-75CD-8735-512434C18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95" y="883969"/>
            <a:ext cx="7569146" cy="4617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319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5F6D2449-79C4-75DE-C7E9-6BFF8E4EF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381" y="249033"/>
            <a:ext cx="10591237" cy="317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066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7F74D424-3B15-9B82-8C7F-528B9066C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2" y="327152"/>
            <a:ext cx="8339138" cy="620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909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F2C4DDC-3957-B935-5570-4B792041D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52" y="159559"/>
            <a:ext cx="11556095" cy="4766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468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08BFF49-2ABA-35C7-3617-06D954DD9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01" y="178006"/>
            <a:ext cx="5839747" cy="650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54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122069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5</Words>
  <Application>Microsoft Office PowerPoint</Application>
  <PresentationFormat>Panorámica</PresentationFormat>
  <Paragraphs>1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AntonioAguirre</dc:creator>
  <cp:lastModifiedBy>Guillermo AntonioAguirre</cp:lastModifiedBy>
  <cp:revision>1</cp:revision>
  <dcterms:created xsi:type="dcterms:W3CDTF">2023-09-22T15:46:00Z</dcterms:created>
  <dcterms:modified xsi:type="dcterms:W3CDTF">2024-10-29T16:40:41Z</dcterms:modified>
</cp:coreProperties>
</file>