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84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DA306-79B8-B64A-0BFA-2A483F3A5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D09C23-5387-0A37-CF8F-72F1CCB09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F90813-EE7F-1635-D5CD-6E169622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7C56-F9C4-44EB-A65D-08819978E55A}" type="datetimeFigureOut">
              <a:rPr lang="es-NI" smtClean="0"/>
              <a:t>13/10/2023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DB7CAB-58B1-5A9B-5378-63873B13C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DDA2B2-59BB-CF2B-9182-479F75BC4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C00A2-BF15-43F1-B5E0-22FB2295B41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53321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CDA1B-4034-49FE-14FA-A618D7B50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8102E0-BD6C-6AFA-0E5B-3E2272CD0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06C570-E389-8C4A-F5D0-E58A879D8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7C56-F9C4-44EB-A65D-08819978E55A}" type="datetimeFigureOut">
              <a:rPr lang="es-NI" smtClean="0"/>
              <a:t>13/10/2023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9752E9-EBC3-0046-4BB6-EEA0930E8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2E96EB-97E7-7739-3FF2-239377B5F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C00A2-BF15-43F1-B5E0-22FB2295B41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3414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719DA-E1C8-3C99-27E0-BC3DBD5EE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B77A60-B26B-FDED-2697-3025CBFD8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19AA78-27BF-4FBF-7731-629D5D443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7C56-F9C4-44EB-A65D-08819978E55A}" type="datetimeFigureOut">
              <a:rPr lang="es-NI" smtClean="0"/>
              <a:t>13/10/2023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63E3F3-9BFC-C36B-5FA2-3E18D0488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F15057-202E-2FDA-C768-93EC4EA4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C00A2-BF15-43F1-B5E0-22FB2295B41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202731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C003B-EBC2-1CC9-7133-EEF209085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66DD8A-A2A1-01A7-C68D-7AE26784D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E6DF1E-2327-F0BB-AFFE-BB1538EFD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ED96B6-EC64-E50C-47F4-80D7EC87D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7C56-F9C4-44EB-A65D-08819978E55A}" type="datetimeFigureOut">
              <a:rPr lang="es-NI" smtClean="0"/>
              <a:t>13/10/2023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1D49EB-B6E3-5CD1-E768-EA4A92B60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89906E-A65D-A728-7A7A-493DD8A6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C00A2-BF15-43F1-B5E0-22FB2295B41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3263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A8047D-3AA1-58BC-16C1-A99A1646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D1D1FE-6E3D-63E9-0D95-18D7859AB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AB61A3-3B45-4B36-5159-2A3550416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7BEBAC-CB72-9574-957C-CA3170E62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6E2DB3-BD98-D3E3-4C89-6FEF60312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95B9E1A-DEBB-C34C-41F2-B9940B92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7C56-F9C4-44EB-A65D-08819978E55A}" type="datetimeFigureOut">
              <a:rPr lang="es-NI" smtClean="0"/>
              <a:t>13/10/2023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0F78C7D-504A-3293-C63E-93DFBCD39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A2F910E-D8CE-12A6-9224-122C8DC3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C00A2-BF15-43F1-B5E0-22FB2295B41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767728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3B305-6FE8-45FE-6119-83C8BEEA3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21A83CE-8CC4-C57C-DA92-7834E19F9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7C56-F9C4-44EB-A65D-08819978E55A}" type="datetimeFigureOut">
              <a:rPr lang="es-NI" smtClean="0"/>
              <a:t>13/10/2023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C1C5EB-476A-B8A0-8042-B89CFEA36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5F9E3C4-13F9-E2F3-91F9-83CF1D715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C00A2-BF15-43F1-B5E0-22FB2295B41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929451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49553F-584E-3A2D-0615-48B0B4DBF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7C56-F9C4-44EB-A65D-08819978E55A}" type="datetimeFigureOut">
              <a:rPr lang="es-NI" smtClean="0"/>
              <a:t>13/10/2023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9304332-5B81-BC2F-FAFD-220003CA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3238AA-5FB1-6680-4C23-A1F52057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C00A2-BF15-43F1-B5E0-22FB2295B41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7927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221B2-3D5E-1B38-E1D8-CC1062AD0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CC4AC3-E979-F576-22E4-23EF6E287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48B2A9-BD4E-FC14-6325-F9DF1998C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E778B4-1C3D-61EB-4668-D19699AEF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7C56-F9C4-44EB-A65D-08819978E55A}" type="datetimeFigureOut">
              <a:rPr lang="es-NI" smtClean="0"/>
              <a:t>13/10/2023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640740-14F3-D6B7-74B4-C6EBBD45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2E6DD9-D1EE-AF16-FCA8-D7190372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C00A2-BF15-43F1-B5E0-22FB2295B41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784778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27EEF-834D-FD4B-AE2C-EFE4F3400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12CAA1A-0665-65E3-A526-169AE8AA5A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E213F2-284C-0C77-5F6C-AB8B5463C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833C9E-160F-9752-262E-6BB17BBE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7C56-F9C4-44EB-A65D-08819978E55A}" type="datetimeFigureOut">
              <a:rPr lang="es-NI" smtClean="0"/>
              <a:t>13/10/2023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E38D13-17FF-68C4-BC0A-37ED45EA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D83812-7500-AD6D-3E05-E8F0DDF3F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C00A2-BF15-43F1-B5E0-22FB2295B41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142564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18280-685B-57B9-CDA7-9ADFBF00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D9C39E-624A-7B77-7A02-FB92BB2A8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29F8AC-EA35-FE75-1FC7-33963690D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7C56-F9C4-44EB-A65D-08819978E55A}" type="datetimeFigureOut">
              <a:rPr lang="es-NI" smtClean="0"/>
              <a:t>13/10/2023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983A8B-D5E2-CC67-204E-CAA9D65C9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18E4A5-9828-6F0C-7466-F910546F6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C00A2-BF15-43F1-B5E0-22FB2295B41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74524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5CF62F-7889-44BE-6592-18B78376A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77B1F3-10BA-1C3F-05EE-DA2AD482E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11F222-5B54-316B-B3EB-6E8A61BCA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7C56-F9C4-44EB-A65D-08819978E55A}" type="datetimeFigureOut">
              <a:rPr lang="es-NI" smtClean="0"/>
              <a:t>13/10/2023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4A6326-349D-20FE-5D10-860CA2373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04DD03-349D-9B2B-BC8D-07DD1B7F2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C00A2-BF15-43F1-B5E0-22FB2295B41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410805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D29E741-A539-86BA-1502-01113B33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4DE124-DBD0-5187-903A-17E7FBDCF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14CF33-7054-C53B-C12F-BBFBCBBF95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97C56-F9C4-44EB-A65D-08819978E55A}" type="datetimeFigureOut">
              <a:rPr lang="es-NI" smtClean="0"/>
              <a:t>13/10/2023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181927-28E3-F88B-D0C4-72ABA7244A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D06160-B1E7-B34B-76F0-4705A8E2B7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C00A2-BF15-43F1-B5E0-22FB2295B416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83406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A8E5B787-2ADD-EF94-EFF4-8E070DBFF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3DB6BEF-4052-4AE1-A5DB-917432F7FD1B}"/>
              </a:ext>
            </a:extLst>
          </p:cNvPr>
          <p:cNvSpPr/>
          <p:nvPr/>
        </p:nvSpPr>
        <p:spPr>
          <a:xfrm>
            <a:off x="1716338" y="709910"/>
            <a:ext cx="984225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Conexiones de circuitos usando Circuitos Integrados</a:t>
            </a:r>
          </a:p>
        </p:txBody>
      </p:sp>
    </p:spTree>
    <p:extLst>
      <p:ext uri="{BB962C8B-B14F-4D97-AF65-F5344CB8AC3E}">
        <p14:creationId xmlns:p14="http://schemas.microsoft.com/office/powerpoint/2010/main" val="648248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78F084-2D5E-9BDE-4DEF-63807C218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4171" y="-174450"/>
            <a:ext cx="12022121" cy="690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030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1387D7-6D8E-53C4-BED3-C9E2F0B61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15" y="308746"/>
            <a:ext cx="8171542" cy="600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62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EE36E8B-919F-90B0-0722-08530CE8A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131" y="131052"/>
            <a:ext cx="6005737" cy="329794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CB08671-CA0D-4F37-A141-B545DCB04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600" y="3429000"/>
            <a:ext cx="6844798" cy="329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929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73900D0-AF0A-C0D8-5FDC-D43FF66E5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86" y="592604"/>
            <a:ext cx="8043415" cy="611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51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6946BB-A70D-C8F1-868C-AA3BE2207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685" y="1261501"/>
            <a:ext cx="9094107" cy="466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26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BAFD9B2-2A0B-2017-BEC1-982619609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914" y="495146"/>
            <a:ext cx="10528814" cy="597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76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A1575AB-AEFE-D7E1-CED0-07E656130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914" y="125879"/>
            <a:ext cx="10160000" cy="649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547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0B17E79-D279-2273-4197-45D7375AA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1" y="389513"/>
            <a:ext cx="10566324" cy="646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009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5FCCEF4-ED6D-AD96-3C88-B3DEB7006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417" y="279795"/>
            <a:ext cx="7807098" cy="629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52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11BB243-3B4C-8E0C-30F5-C5D721AA9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144" y="375329"/>
            <a:ext cx="9068800" cy="606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528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6</Words>
  <Application>Microsoft Office PowerPoint</Application>
  <PresentationFormat>Panorámica</PresentationFormat>
  <Paragraphs>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1</cp:revision>
  <dcterms:created xsi:type="dcterms:W3CDTF">2023-10-14T00:54:52Z</dcterms:created>
  <dcterms:modified xsi:type="dcterms:W3CDTF">2023-10-14T04:13:12Z</dcterms:modified>
</cp:coreProperties>
</file>