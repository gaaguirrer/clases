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2"/>
  </p:notesMasterIdLst>
  <p:handoutMasterIdLst>
    <p:handoutMasterId r:id="rId103"/>
  </p:handoutMasterIdLst>
  <p:sldIdLst>
    <p:sldId id="257" r:id="rId5"/>
    <p:sldId id="264" r:id="rId6"/>
    <p:sldId id="274" r:id="rId7"/>
    <p:sldId id="275" r:id="rId8"/>
    <p:sldId id="287" r:id="rId9"/>
    <p:sldId id="265" r:id="rId10"/>
    <p:sldId id="288" r:id="rId11"/>
    <p:sldId id="289" r:id="rId12"/>
    <p:sldId id="276" r:id="rId13"/>
    <p:sldId id="266" r:id="rId14"/>
    <p:sldId id="349" r:id="rId15"/>
    <p:sldId id="281" r:id="rId16"/>
    <p:sldId id="290" r:id="rId17"/>
    <p:sldId id="259" r:id="rId18"/>
    <p:sldId id="260" r:id="rId19"/>
    <p:sldId id="350" r:id="rId20"/>
    <p:sldId id="270" r:id="rId21"/>
    <p:sldId id="291" r:id="rId22"/>
    <p:sldId id="271" r:id="rId23"/>
    <p:sldId id="292" r:id="rId24"/>
    <p:sldId id="293" r:id="rId25"/>
    <p:sldId id="294" r:id="rId26"/>
    <p:sldId id="272" r:id="rId27"/>
    <p:sldId id="351" r:id="rId28"/>
    <p:sldId id="282"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53" r:id="rId43"/>
    <p:sldId id="267" r:id="rId44"/>
    <p:sldId id="308" r:id="rId45"/>
    <p:sldId id="268" r:id="rId46"/>
    <p:sldId id="309" r:id="rId47"/>
    <p:sldId id="310" r:id="rId48"/>
    <p:sldId id="311" r:id="rId49"/>
    <p:sldId id="269" r:id="rId50"/>
    <p:sldId id="352" r:id="rId51"/>
    <p:sldId id="283" r:id="rId52"/>
    <p:sldId id="312" r:id="rId53"/>
    <p:sldId id="313" r:id="rId54"/>
    <p:sldId id="314" r:id="rId55"/>
    <p:sldId id="315" r:id="rId56"/>
    <p:sldId id="316" r:id="rId57"/>
    <p:sldId id="317" r:id="rId58"/>
    <p:sldId id="318" r:id="rId59"/>
    <p:sldId id="319" r:id="rId60"/>
    <p:sldId id="320" r:id="rId61"/>
    <p:sldId id="354" r:id="rId62"/>
    <p:sldId id="284" r:id="rId63"/>
    <p:sldId id="321" r:id="rId64"/>
    <p:sldId id="322" r:id="rId65"/>
    <p:sldId id="323" r:id="rId66"/>
    <p:sldId id="324" r:id="rId67"/>
    <p:sldId id="325" r:id="rId68"/>
    <p:sldId id="326" r:id="rId69"/>
    <p:sldId id="327" r:id="rId70"/>
    <p:sldId id="355" r:id="rId71"/>
    <p:sldId id="261" r:id="rId72"/>
    <p:sldId id="328" r:id="rId73"/>
    <p:sldId id="329" r:id="rId74"/>
    <p:sldId id="330" r:id="rId75"/>
    <p:sldId id="331" r:id="rId76"/>
    <p:sldId id="332" r:id="rId77"/>
    <p:sldId id="333" r:id="rId78"/>
    <p:sldId id="334" r:id="rId79"/>
    <p:sldId id="335" r:id="rId80"/>
    <p:sldId id="336" r:id="rId81"/>
    <p:sldId id="337" r:id="rId82"/>
    <p:sldId id="338" r:id="rId83"/>
    <p:sldId id="356" r:id="rId84"/>
    <p:sldId id="286" r:id="rId85"/>
    <p:sldId id="273" r:id="rId86"/>
    <p:sldId id="262" r:id="rId87"/>
    <p:sldId id="263" r:id="rId88"/>
    <p:sldId id="357" r:id="rId89"/>
    <p:sldId id="285" r:id="rId90"/>
    <p:sldId id="339" r:id="rId91"/>
    <p:sldId id="340" r:id="rId92"/>
    <p:sldId id="341" r:id="rId93"/>
    <p:sldId id="342" r:id="rId94"/>
    <p:sldId id="343" r:id="rId95"/>
    <p:sldId id="344" r:id="rId96"/>
    <p:sldId id="345" r:id="rId97"/>
    <p:sldId id="346" r:id="rId98"/>
    <p:sldId id="347" r:id="rId99"/>
    <p:sldId id="348" r:id="rId100"/>
    <p:sldId id="358" r:id="rId101"/>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93C6"/>
    <a:srgbClr val="7F6CA1"/>
    <a:srgbClr val="6DC4EB"/>
    <a:srgbClr val="4C1959"/>
    <a:srgbClr val="313650"/>
    <a:srgbClr val="3036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FDB97B-4F20-4FBB-BE3B-727ACD81DEA3}" v="2" dt="2024-11-03T14:19:02.674"/>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showGuides="1">
      <p:cViewPr>
        <p:scale>
          <a:sx n="80" d="100"/>
          <a:sy n="80" d="100"/>
        </p:scale>
        <p:origin x="710" y="34"/>
      </p:cViewPr>
      <p:guideLst>
        <p:guide orient="horz" pos="2137"/>
        <p:guide pos="3840"/>
      </p:guideLst>
    </p:cSldViewPr>
  </p:slideViewPr>
  <p:notesTextViewPr>
    <p:cViewPr>
      <p:scale>
        <a:sx n="3" d="2"/>
        <a:sy n="3" d="2"/>
      </p:scale>
      <p:origin x="0" y="0"/>
    </p:cViewPr>
  </p:notesTextViewPr>
  <p:notesViewPr>
    <p:cSldViewPr snapToGrid="0">
      <p:cViewPr varScale="1">
        <p:scale>
          <a:sx n="77" d="100"/>
          <a:sy n="77"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ableStyles" Target="tableStyle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handoutMaster" Target="handoutMasters/handoutMaster1.xml"/><Relationship Id="rId108" Type="http://schemas.microsoft.com/office/2016/11/relationships/changesInfo" Target="changesInfos/changesInfo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microsoft.com/office/2015/10/relationships/revisionInfo" Target="revisionInfo.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AntonioAguirre" userId="42908199-65f4-4d4a-8e05-6e659ccb82ce" providerId="ADAL" clId="{E6FDB97B-4F20-4FBB-BE3B-727ACD81DEA3}"/>
    <pc:docChg chg="modSld">
      <pc:chgData name="Guillermo AntonioAguirre" userId="42908199-65f4-4d4a-8e05-6e659ccb82ce" providerId="ADAL" clId="{E6FDB97B-4F20-4FBB-BE3B-727ACD81DEA3}" dt="2024-11-03T14:19:02.674" v="2" actId="1076"/>
      <pc:docMkLst>
        <pc:docMk/>
      </pc:docMkLst>
      <pc:sldChg chg="modSp mod">
        <pc:chgData name="Guillermo AntonioAguirre" userId="42908199-65f4-4d4a-8e05-6e659ccb82ce" providerId="ADAL" clId="{E6FDB97B-4F20-4FBB-BE3B-727ACD81DEA3}" dt="2024-11-03T14:19:02.674" v="2" actId="1076"/>
        <pc:sldMkLst>
          <pc:docMk/>
          <pc:sldMk cId="2148606291" sldId="257"/>
        </pc:sldMkLst>
        <pc:picChg chg="mod">
          <ac:chgData name="Guillermo AntonioAguirre" userId="42908199-65f4-4d4a-8e05-6e659ccb82ce" providerId="ADAL" clId="{E6FDB97B-4F20-4FBB-BE3B-727ACD81DEA3}" dt="2024-11-03T14:18:57.406" v="1" actId="1076"/>
          <ac:picMkLst>
            <pc:docMk/>
            <pc:sldMk cId="2148606291" sldId="257"/>
            <ac:picMk id="17" creationId="{8206A6AA-4008-D722-37F7-4181C16C56CA}"/>
          </ac:picMkLst>
        </pc:picChg>
        <pc:picChg chg="mod">
          <ac:chgData name="Guillermo AntonioAguirre" userId="42908199-65f4-4d4a-8e05-6e659ccb82ce" providerId="ADAL" clId="{E6FDB97B-4F20-4FBB-BE3B-727ACD81DEA3}" dt="2024-11-03T14:19:02.674" v="2" actId="1076"/>
          <ac:picMkLst>
            <pc:docMk/>
            <pc:sldMk cId="2148606291" sldId="257"/>
            <ac:picMk id="1030" creationId="{35FCF134-2937-F5DA-5B7B-2690853E327F}"/>
          </ac:picMkLst>
        </pc:picChg>
      </pc:sldChg>
    </pc:docChg>
  </pc:docChgLst>
  <pc:docChgLst>
    <pc:chgData name="Guillermo AntonioAguirre" userId="42908199-65f4-4d4a-8e05-6e659ccb82ce" providerId="ADAL" clId="{F081A502-5C2B-420E-A5FC-E89EE3B7ADDA}"/>
    <pc:docChg chg="undo redo custSel addSld delSld modSld sldOrd modMainMaster">
      <pc:chgData name="Guillermo AntonioAguirre" userId="42908199-65f4-4d4a-8e05-6e659ccb82ce" providerId="ADAL" clId="{F081A502-5C2B-420E-A5FC-E89EE3B7ADDA}" dt="2023-08-12T04:26:11.228" v="1383"/>
      <pc:docMkLst>
        <pc:docMk/>
      </pc:docMkLst>
      <pc:sldChg chg="addSp delSp modSp mod">
        <pc:chgData name="Guillermo AntonioAguirre" userId="42908199-65f4-4d4a-8e05-6e659ccb82ce" providerId="ADAL" clId="{F081A502-5C2B-420E-A5FC-E89EE3B7ADDA}" dt="2023-08-11T16:01:32.580" v="700" actId="20577"/>
        <pc:sldMkLst>
          <pc:docMk/>
          <pc:sldMk cId="2148606291" sldId="257"/>
        </pc:sldMkLst>
        <pc:spChg chg="add mod">
          <ac:chgData name="Guillermo AntonioAguirre" userId="42908199-65f4-4d4a-8e05-6e659ccb82ce" providerId="ADAL" clId="{F081A502-5C2B-420E-A5FC-E89EE3B7ADDA}" dt="2023-08-11T03:24:56.519" v="327" actId="1076"/>
          <ac:spMkLst>
            <pc:docMk/>
            <pc:sldMk cId="2148606291" sldId="257"/>
            <ac:spMk id="4" creationId="{BF935CDC-66D0-C4EA-7D12-DE44A811B82D}"/>
          </ac:spMkLst>
        </pc:spChg>
        <pc:spChg chg="add mod">
          <ac:chgData name="Guillermo AntonioAguirre" userId="42908199-65f4-4d4a-8e05-6e659ccb82ce" providerId="ADAL" clId="{F081A502-5C2B-420E-A5FC-E89EE3B7ADDA}" dt="2023-08-11T03:25:02.046" v="328" actId="1076"/>
          <ac:spMkLst>
            <pc:docMk/>
            <pc:sldMk cId="2148606291" sldId="257"/>
            <ac:spMk id="5" creationId="{966A770D-6CD6-10B2-51D2-1A093E0CE724}"/>
          </ac:spMkLst>
        </pc:spChg>
        <pc:spChg chg="add mod">
          <ac:chgData name="Guillermo AntonioAguirre" userId="42908199-65f4-4d4a-8e05-6e659ccb82ce" providerId="ADAL" clId="{F081A502-5C2B-420E-A5FC-E89EE3B7ADDA}" dt="2023-08-11T03:25:06.302" v="329" actId="1076"/>
          <ac:spMkLst>
            <pc:docMk/>
            <pc:sldMk cId="2148606291" sldId="257"/>
            <ac:spMk id="6" creationId="{672DD7D6-6F14-8441-808B-F982964D350A}"/>
          </ac:spMkLst>
        </pc:spChg>
        <pc:spChg chg="add mod">
          <ac:chgData name="Guillermo AntonioAguirre" userId="42908199-65f4-4d4a-8e05-6e659ccb82ce" providerId="ADAL" clId="{F081A502-5C2B-420E-A5FC-E89EE3B7ADDA}" dt="2023-08-11T02:44:44.238" v="241" actId="1076"/>
          <ac:spMkLst>
            <pc:docMk/>
            <pc:sldMk cId="2148606291" sldId="257"/>
            <ac:spMk id="7" creationId="{B5A80780-CBB0-94B7-8C39-B388A0788DD6}"/>
          </ac:spMkLst>
        </pc:spChg>
        <pc:spChg chg="add del mod">
          <ac:chgData name="Guillermo AntonioAguirre" userId="42908199-65f4-4d4a-8e05-6e659ccb82ce" providerId="ADAL" clId="{F081A502-5C2B-420E-A5FC-E89EE3B7ADDA}" dt="2023-08-11T02:44:17.960" v="237"/>
          <ac:spMkLst>
            <pc:docMk/>
            <pc:sldMk cId="2148606291" sldId="257"/>
            <ac:spMk id="8" creationId="{7150428E-1C77-4F34-AA90-159DB7D6EA49}"/>
          </ac:spMkLst>
        </pc:spChg>
        <pc:spChg chg="add del mod">
          <ac:chgData name="Guillermo AntonioAguirre" userId="42908199-65f4-4d4a-8e05-6e659ccb82ce" providerId="ADAL" clId="{F081A502-5C2B-420E-A5FC-E89EE3B7ADDA}" dt="2023-08-11T02:44:17.960" v="237"/>
          <ac:spMkLst>
            <pc:docMk/>
            <pc:sldMk cId="2148606291" sldId="257"/>
            <ac:spMk id="9" creationId="{8485AE9F-F512-2143-602F-78C507A5D9C4}"/>
          </ac:spMkLst>
        </pc:spChg>
        <pc:spChg chg="add del mod">
          <ac:chgData name="Guillermo AntonioAguirre" userId="42908199-65f4-4d4a-8e05-6e659ccb82ce" providerId="ADAL" clId="{F081A502-5C2B-420E-A5FC-E89EE3B7ADDA}" dt="2023-08-11T02:44:17.960" v="237"/>
          <ac:spMkLst>
            <pc:docMk/>
            <pc:sldMk cId="2148606291" sldId="257"/>
            <ac:spMk id="10" creationId="{D2BF3B35-34F4-8F15-D45E-A98D4889B106}"/>
          </ac:spMkLst>
        </pc:spChg>
        <pc:spChg chg="add del mod">
          <ac:chgData name="Guillermo AntonioAguirre" userId="42908199-65f4-4d4a-8e05-6e659ccb82ce" providerId="ADAL" clId="{F081A502-5C2B-420E-A5FC-E89EE3B7ADDA}" dt="2023-08-11T02:44:17.960" v="237"/>
          <ac:spMkLst>
            <pc:docMk/>
            <pc:sldMk cId="2148606291" sldId="257"/>
            <ac:spMk id="11" creationId="{AD26941D-B8E8-EC09-ECC2-D8AA2F980139}"/>
          </ac:spMkLst>
        </pc:spChg>
        <pc:spChg chg="mod">
          <ac:chgData name="Guillermo AntonioAguirre" userId="42908199-65f4-4d4a-8e05-6e659ccb82ce" providerId="ADAL" clId="{F081A502-5C2B-420E-A5FC-E89EE3B7ADDA}" dt="2023-08-11T02:13:08.714" v="219" actId="1076"/>
          <ac:spMkLst>
            <pc:docMk/>
            <pc:sldMk cId="2148606291" sldId="257"/>
            <ac:spMk id="19" creationId="{F453F355-355D-4EA9-978E-A35A4E2F7CA9}"/>
          </ac:spMkLst>
        </pc:spChg>
        <pc:spChg chg="mod">
          <ac:chgData name="Guillermo AntonioAguirre" userId="42908199-65f4-4d4a-8e05-6e659ccb82ce" providerId="ADAL" clId="{F081A502-5C2B-420E-A5FC-E89EE3B7ADDA}" dt="2023-08-11T03:27:23.101" v="338" actId="1076"/>
          <ac:spMkLst>
            <pc:docMk/>
            <pc:sldMk cId="2148606291" sldId="257"/>
            <ac:spMk id="21" creationId="{4D1AE391-EF52-4CA1-952E-6B1AEA5EAC56}"/>
          </ac:spMkLst>
        </pc:spChg>
        <pc:spChg chg="mod">
          <ac:chgData name="Guillermo AntonioAguirre" userId="42908199-65f4-4d4a-8e05-6e659ccb82ce" providerId="ADAL" clId="{F081A502-5C2B-420E-A5FC-E89EE3B7ADDA}" dt="2023-08-11T02:13:48.426" v="224" actId="1076"/>
          <ac:spMkLst>
            <pc:docMk/>
            <pc:sldMk cId="2148606291" sldId="257"/>
            <ac:spMk id="23" creationId="{1F036F3A-A388-4AE4-9CA9-338BFC3A2210}"/>
          </ac:spMkLst>
        </pc:spChg>
        <pc:spChg chg="mod">
          <ac:chgData name="Guillermo AntonioAguirre" userId="42908199-65f4-4d4a-8e05-6e659ccb82ce" providerId="ADAL" clId="{F081A502-5C2B-420E-A5FC-E89EE3B7ADDA}" dt="2023-08-11T02:14:21.625" v="229" actId="1076"/>
          <ac:spMkLst>
            <pc:docMk/>
            <pc:sldMk cId="2148606291" sldId="257"/>
            <ac:spMk id="25" creationId="{F24D4ED9-50BC-4B4E-950C-0680483C6858}"/>
          </ac:spMkLst>
        </pc:spChg>
        <pc:spChg chg="mod">
          <ac:chgData name="Guillermo AntonioAguirre" userId="42908199-65f4-4d4a-8e05-6e659ccb82ce" providerId="ADAL" clId="{F081A502-5C2B-420E-A5FC-E89EE3B7ADDA}" dt="2023-08-11T02:12:29.330" v="213" actId="1076"/>
          <ac:spMkLst>
            <pc:docMk/>
            <pc:sldMk cId="2148606291" sldId="257"/>
            <ac:spMk id="27" creationId="{C1F38EEB-F5CB-4D43-BA30-67F805C3BB9A}"/>
          </ac:spMkLst>
        </pc:spChg>
        <pc:spChg chg="add mod">
          <ac:chgData name="Guillermo AntonioAguirre" userId="42908199-65f4-4d4a-8e05-6e659ccb82ce" providerId="ADAL" clId="{F081A502-5C2B-420E-A5FC-E89EE3B7ADDA}" dt="2023-08-11T03:27:50.478" v="341" actId="1076"/>
          <ac:spMkLst>
            <pc:docMk/>
            <pc:sldMk cId="2148606291" sldId="257"/>
            <ac:spMk id="29" creationId="{7601D6F0-64D2-A2D3-7E5E-2E13CCB929DE}"/>
          </ac:spMkLst>
        </pc:spChg>
        <pc:spChg chg="mod">
          <ac:chgData name="Guillermo AntonioAguirre" userId="42908199-65f4-4d4a-8e05-6e659ccb82ce" providerId="ADAL" clId="{F081A502-5C2B-420E-A5FC-E89EE3B7ADDA}" dt="2023-08-11T16:01:32.580" v="700" actId="20577"/>
          <ac:spMkLst>
            <pc:docMk/>
            <pc:sldMk cId="2148606291" sldId="257"/>
            <ac:spMk id="30" creationId="{EA5F6326-8CA0-4BFE-9770-27D678EED454}"/>
          </ac:spMkLst>
        </pc:spChg>
        <pc:picChg chg="add del mod">
          <ac:chgData name="Guillermo AntonioAguirre" userId="42908199-65f4-4d4a-8e05-6e659ccb82ce" providerId="ADAL" clId="{F081A502-5C2B-420E-A5FC-E89EE3B7ADDA}" dt="2023-08-11T02:55:06.061" v="278" actId="478"/>
          <ac:picMkLst>
            <pc:docMk/>
            <pc:sldMk cId="2148606291" sldId="257"/>
            <ac:picMk id="13" creationId="{1818FE94-9ADA-5CD6-7A1D-2A7FF2DA682B}"/>
          </ac:picMkLst>
        </pc:picChg>
        <pc:picChg chg="add del mod">
          <ac:chgData name="Guillermo AntonioAguirre" userId="42908199-65f4-4d4a-8e05-6e659ccb82ce" providerId="ADAL" clId="{F081A502-5C2B-420E-A5FC-E89EE3B7ADDA}" dt="2023-08-11T02:59:26.930" v="284" actId="478"/>
          <ac:picMkLst>
            <pc:docMk/>
            <pc:sldMk cId="2148606291" sldId="257"/>
            <ac:picMk id="15" creationId="{9BB4F948-1C45-8773-2E56-258D7A45D1DA}"/>
          </ac:picMkLst>
        </pc:picChg>
        <pc:picChg chg="add mod">
          <ac:chgData name="Guillermo AntonioAguirre" userId="42908199-65f4-4d4a-8e05-6e659ccb82ce" providerId="ADAL" clId="{F081A502-5C2B-420E-A5FC-E89EE3B7ADDA}" dt="2023-08-11T03:03:31.778" v="294" actId="1076"/>
          <ac:picMkLst>
            <pc:docMk/>
            <pc:sldMk cId="2148606291" sldId="257"/>
            <ac:picMk id="17" creationId="{8206A6AA-4008-D722-37F7-4181C16C56CA}"/>
          </ac:picMkLst>
        </pc:picChg>
        <pc:picChg chg="add mod">
          <ac:chgData name="Guillermo AntonioAguirre" userId="42908199-65f4-4d4a-8e05-6e659ccb82ce" providerId="ADAL" clId="{F081A502-5C2B-420E-A5FC-E89EE3B7ADDA}" dt="2023-08-11T03:24:42.494" v="324" actId="1076"/>
          <ac:picMkLst>
            <pc:docMk/>
            <pc:sldMk cId="2148606291" sldId="257"/>
            <ac:picMk id="20" creationId="{B5E06CD2-2424-8B93-5414-74E050128DF0}"/>
          </ac:picMkLst>
        </pc:picChg>
        <pc:picChg chg="add mod">
          <ac:chgData name="Guillermo AntonioAguirre" userId="42908199-65f4-4d4a-8e05-6e659ccb82ce" providerId="ADAL" clId="{F081A502-5C2B-420E-A5FC-E89EE3B7ADDA}" dt="2023-08-11T03:24:52.422" v="326" actId="1076"/>
          <ac:picMkLst>
            <pc:docMk/>
            <pc:sldMk cId="2148606291" sldId="257"/>
            <ac:picMk id="24" creationId="{0B07755C-1B84-7AC9-BD0B-376E58A92BA3}"/>
          </ac:picMkLst>
        </pc:picChg>
        <pc:picChg chg="add mod">
          <ac:chgData name="Guillermo AntonioAguirre" userId="42908199-65f4-4d4a-8e05-6e659ccb82ce" providerId="ADAL" clId="{F081A502-5C2B-420E-A5FC-E89EE3B7ADDA}" dt="2023-08-11T03:24:45.766" v="325" actId="1076"/>
          <ac:picMkLst>
            <pc:docMk/>
            <pc:sldMk cId="2148606291" sldId="257"/>
            <ac:picMk id="28" creationId="{A46DE487-5C83-06A6-FB42-95C3B55223A7}"/>
          </ac:picMkLst>
        </pc:picChg>
        <pc:picChg chg="add mod">
          <ac:chgData name="Guillermo AntonioAguirre" userId="42908199-65f4-4d4a-8e05-6e659ccb82ce" providerId="ADAL" clId="{F081A502-5C2B-420E-A5FC-E89EE3B7ADDA}" dt="2023-08-11T03:29:30.949" v="348" actId="1076"/>
          <ac:picMkLst>
            <pc:docMk/>
            <pc:sldMk cId="2148606291" sldId="257"/>
            <ac:picMk id="32" creationId="{C1D24221-54A2-7397-30CB-6ADD0AEAF016}"/>
          </ac:picMkLst>
        </pc:picChg>
        <pc:picChg chg="mod">
          <ac:chgData name="Guillermo AntonioAguirre" userId="42908199-65f4-4d4a-8e05-6e659ccb82ce" providerId="ADAL" clId="{F081A502-5C2B-420E-A5FC-E89EE3B7ADDA}" dt="2023-08-11T02:13:00.226" v="217" actId="1076"/>
          <ac:picMkLst>
            <pc:docMk/>
            <pc:sldMk cId="2148606291" sldId="257"/>
            <ac:picMk id="1026" creationId="{353FA0FC-78C8-3354-96CD-FD011770F8A0}"/>
          </ac:picMkLst>
        </pc:picChg>
        <pc:picChg chg="mod">
          <ac:chgData name="Guillermo AntonioAguirre" userId="42908199-65f4-4d4a-8e05-6e659ccb82ce" providerId="ADAL" clId="{F081A502-5C2B-420E-A5FC-E89EE3B7ADDA}" dt="2023-08-11T02:13:27.072" v="221" actId="1076"/>
          <ac:picMkLst>
            <pc:docMk/>
            <pc:sldMk cId="2148606291" sldId="257"/>
            <ac:picMk id="1028" creationId="{3B024AA2-A689-C376-8B61-1DC64DD38185}"/>
          </ac:picMkLst>
        </pc:picChg>
        <pc:picChg chg="mod">
          <ac:chgData name="Guillermo AntonioAguirre" userId="42908199-65f4-4d4a-8e05-6e659ccb82ce" providerId="ADAL" clId="{F081A502-5C2B-420E-A5FC-E89EE3B7ADDA}" dt="2023-08-11T02:14:06.017" v="226" actId="1076"/>
          <ac:picMkLst>
            <pc:docMk/>
            <pc:sldMk cId="2148606291" sldId="257"/>
            <ac:picMk id="1030" creationId="{35FCF134-2937-F5DA-5B7B-2690853E327F}"/>
          </ac:picMkLst>
        </pc:picChg>
        <pc:picChg chg="mod">
          <ac:chgData name="Guillermo AntonioAguirre" userId="42908199-65f4-4d4a-8e05-6e659ccb82ce" providerId="ADAL" clId="{F081A502-5C2B-420E-A5FC-E89EE3B7ADDA}" dt="2023-08-11T02:12:40.876" v="215" actId="1076"/>
          <ac:picMkLst>
            <pc:docMk/>
            <pc:sldMk cId="2148606291" sldId="257"/>
            <ac:picMk id="1034" creationId="{8113009B-16F2-58FB-BF9D-C62493D19496}"/>
          </ac:picMkLst>
        </pc:picChg>
        <pc:picChg chg="mod">
          <ac:chgData name="Guillermo AntonioAguirre" userId="42908199-65f4-4d4a-8e05-6e659ccb82ce" providerId="ADAL" clId="{F081A502-5C2B-420E-A5FC-E89EE3B7ADDA}" dt="2023-08-11T03:25:15.718" v="331" actId="1076"/>
          <ac:picMkLst>
            <pc:docMk/>
            <pc:sldMk cId="2148606291" sldId="257"/>
            <ac:picMk id="1036" creationId="{23470DD6-3938-62E4-0E6F-4E5AE634049E}"/>
          </ac:picMkLst>
        </pc:picChg>
      </pc:sldChg>
      <pc:sldChg chg="addSp delSp modSp del mod setBg">
        <pc:chgData name="Guillermo AntonioAguirre" userId="42908199-65f4-4d4a-8e05-6e659ccb82ce" providerId="ADAL" clId="{F081A502-5C2B-420E-A5FC-E89EE3B7ADDA}" dt="2023-08-11T02:59:45.366" v="286" actId="2696"/>
        <pc:sldMkLst>
          <pc:docMk/>
          <pc:sldMk cId="469784210" sldId="258"/>
        </pc:sldMkLst>
        <pc:spChg chg="add mod">
          <ac:chgData name="Guillermo AntonioAguirre" userId="42908199-65f4-4d4a-8e05-6e659ccb82ce" providerId="ADAL" clId="{F081A502-5C2B-420E-A5FC-E89EE3B7ADDA}" dt="2023-08-11T01:36:29.943" v="57" actId="207"/>
          <ac:spMkLst>
            <pc:docMk/>
            <pc:sldMk cId="469784210" sldId="258"/>
            <ac:spMk id="2" creationId="{A8DAA446-FE71-1459-9011-C695C128F8FE}"/>
          </ac:spMkLst>
        </pc:spChg>
        <pc:spChg chg="add mod">
          <ac:chgData name="Guillermo AntonioAguirre" userId="42908199-65f4-4d4a-8e05-6e659ccb82ce" providerId="ADAL" clId="{F081A502-5C2B-420E-A5FC-E89EE3B7ADDA}" dt="2023-08-11T01:34:20.504" v="46" actId="1076"/>
          <ac:spMkLst>
            <pc:docMk/>
            <pc:sldMk cId="469784210" sldId="258"/>
            <ac:spMk id="3" creationId="{897266D1-7342-29F2-4FF7-AE62DCE5F3CD}"/>
          </ac:spMkLst>
        </pc:spChg>
        <pc:spChg chg="add mod">
          <ac:chgData name="Guillermo AntonioAguirre" userId="42908199-65f4-4d4a-8e05-6e659ccb82ce" providerId="ADAL" clId="{F081A502-5C2B-420E-A5FC-E89EE3B7ADDA}" dt="2023-08-11T01:34:56.089" v="48" actId="1076"/>
          <ac:spMkLst>
            <pc:docMk/>
            <pc:sldMk cId="469784210" sldId="258"/>
            <ac:spMk id="4" creationId="{BE6AECEB-F885-DEA9-3213-1D7EE1E3F0B7}"/>
          </ac:spMkLst>
        </pc:spChg>
        <pc:spChg chg="add mod">
          <ac:chgData name="Guillermo AntonioAguirre" userId="42908199-65f4-4d4a-8e05-6e659ccb82ce" providerId="ADAL" clId="{F081A502-5C2B-420E-A5FC-E89EE3B7ADDA}" dt="2023-08-11T01:34:38.933" v="47" actId="408"/>
          <ac:spMkLst>
            <pc:docMk/>
            <pc:sldMk cId="469784210" sldId="258"/>
            <ac:spMk id="5" creationId="{7064EAC2-2CD5-582F-0DFE-A4FB05BC8B80}"/>
          </ac:spMkLst>
        </pc:spChg>
        <pc:spChg chg="add mod">
          <ac:chgData name="Guillermo AntonioAguirre" userId="42908199-65f4-4d4a-8e05-6e659ccb82ce" providerId="ADAL" clId="{F081A502-5C2B-420E-A5FC-E89EE3B7ADDA}" dt="2023-08-11T01:34:38.933" v="47" actId="408"/>
          <ac:spMkLst>
            <pc:docMk/>
            <pc:sldMk cId="469784210" sldId="258"/>
            <ac:spMk id="6" creationId="{19674BFC-597C-88E2-43C7-65E7170D9BF0}"/>
          </ac:spMkLst>
        </pc:spChg>
        <pc:spChg chg="add mod">
          <ac:chgData name="Guillermo AntonioAguirre" userId="42908199-65f4-4d4a-8e05-6e659ccb82ce" providerId="ADAL" clId="{F081A502-5C2B-420E-A5FC-E89EE3B7ADDA}" dt="2023-08-11T01:34:38.933" v="47" actId="408"/>
          <ac:spMkLst>
            <pc:docMk/>
            <pc:sldMk cId="469784210" sldId="258"/>
            <ac:spMk id="7" creationId="{4EEC5182-0535-D9A9-A754-7ADABF923AA1}"/>
          </ac:spMkLst>
        </pc:spChg>
        <pc:spChg chg="add mod">
          <ac:chgData name="Guillermo AntonioAguirre" userId="42908199-65f4-4d4a-8e05-6e659ccb82ce" providerId="ADAL" clId="{F081A502-5C2B-420E-A5FC-E89EE3B7ADDA}" dt="2023-08-11T01:35:12.225" v="49" actId="1076"/>
          <ac:spMkLst>
            <pc:docMk/>
            <pc:sldMk cId="469784210" sldId="258"/>
            <ac:spMk id="8" creationId="{D49FD60E-3107-CC5C-6C7C-713C02D70DFE}"/>
          </ac:spMkLst>
        </pc:spChg>
        <pc:spChg chg="add mod">
          <ac:chgData name="Guillermo AntonioAguirre" userId="42908199-65f4-4d4a-8e05-6e659ccb82ce" providerId="ADAL" clId="{F081A502-5C2B-420E-A5FC-E89EE3B7ADDA}" dt="2023-08-11T01:34:38.933" v="47" actId="408"/>
          <ac:spMkLst>
            <pc:docMk/>
            <pc:sldMk cId="469784210" sldId="258"/>
            <ac:spMk id="9" creationId="{89047C18-862B-75B4-0B7D-A947F37A2693}"/>
          </ac:spMkLst>
        </pc:spChg>
        <pc:spChg chg="add mod">
          <ac:chgData name="Guillermo AntonioAguirre" userId="42908199-65f4-4d4a-8e05-6e659ccb82ce" providerId="ADAL" clId="{F081A502-5C2B-420E-A5FC-E89EE3B7ADDA}" dt="2023-08-11T01:34:17.001" v="45" actId="1076"/>
          <ac:spMkLst>
            <pc:docMk/>
            <pc:sldMk cId="469784210" sldId="258"/>
            <ac:spMk id="10" creationId="{83656D21-860B-1016-95FC-EEE76D72FD90}"/>
          </ac:spMkLst>
        </pc:spChg>
        <pc:spChg chg="add mod">
          <ac:chgData name="Guillermo AntonioAguirre" userId="42908199-65f4-4d4a-8e05-6e659ccb82ce" providerId="ADAL" clId="{F081A502-5C2B-420E-A5FC-E89EE3B7ADDA}" dt="2023-08-11T01:34:38.933" v="47" actId="408"/>
          <ac:spMkLst>
            <pc:docMk/>
            <pc:sldMk cId="469784210" sldId="258"/>
            <ac:spMk id="11" creationId="{F93C6893-EF32-96D5-9849-2887E05AD15B}"/>
          </ac:spMkLst>
        </pc:spChg>
        <pc:spChg chg="del">
          <ac:chgData name="Guillermo AntonioAguirre" userId="42908199-65f4-4d4a-8e05-6e659ccb82ce" providerId="ADAL" clId="{F081A502-5C2B-420E-A5FC-E89EE3B7ADDA}" dt="2023-08-11T01:29:09.266" v="3" actId="478"/>
          <ac:spMkLst>
            <pc:docMk/>
            <pc:sldMk cId="469784210" sldId="258"/>
            <ac:spMk id="43" creationId="{2003E298-7731-4A6D-39A7-D930C9E028E8}"/>
          </ac:spMkLst>
        </pc:spChg>
        <pc:spChg chg="del">
          <ac:chgData name="Guillermo AntonioAguirre" userId="42908199-65f4-4d4a-8e05-6e659ccb82ce" providerId="ADAL" clId="{F081A502-5C2B-420E-A5FC-E89EE3B7ADDA}" dt="2023-08-11T01:29:14.691" v="4" actId="478"/>
          <ac:spMkLst>
            <pc:docMk/>
            <pc:sldMk cId="469784210" sldId="258"/>
            <ac:spMk id="49" creationId="{8D409129-119A-3DCD-9A0D-0F042CB38F43}"/>
          </ac:spMkLst>
        </pc:spChg>
      </pc:sldChg>
      <pc:sldChg chg="addSp delSp modSp mod modAnim">
        <pc:chgData name="Guillermo AntonioAguirre" userId="42908199-65f4-4d4a-8e05-6e659ccb82ce" providerId="ADAL" clId="{F081A502-5C2B-420E-A5FC-E89EE3B7ADDA}" dt="2023-08-11T15:16:55.186" v="532" actId="1076"/>
        <pc:sldMkLst>
          <pc:docMk/>
          <pc:sldMk cId="957846429" sldId="260"/>
        </pc:sldMkLst>
        <pc:spChg chg="del">
          <ac:chgData name="Guillermo AntonioAguirre" userId="42908199-65f4-4d4a-8e05-6e659ccb82ce" providerId="ADAL" clId="{F081A502-5C2B-420E-A5FC-E89EE3B7ADDA}" dt="2023-08-11T15:07:07.990" v="518" actId="478"/>
          <ac:spMkLst>
            <pc:docMk/>
            <pc:sldMk cId="957846429" sldId="260"/>
            <ac:spMk id="2" creationId="{FA5BE490-7EE0-7FF3-9EF0-9B9686E1E3D0}"/>
          </ac:spMkLst>
        </pc:spChg>
        <pc:spChg chg="add del">
          <ac:chgData name="Guillermo AntonioAguirre" userId="42908199-65f4-4d4a-8e05-6e659ccb82ce" providerId="ADAL" clId="{F081A502-5C2B-420E-A5FC-E89EE3B7ADDA}" dt="2023-08-11T15:13:52.707" v="530" actId="22"/>
          <ac:spMkLst>
            <pc:docMk/>
            <pc:sldMk cId="957846429" sldId="260"/>
            <ac:spMk id="7" creationId="{E35022D2-C167-1077-052A-8842485ECCBD}"/>
          </ac:spMkLst>
        </pc:spChg>
        <pc:spChg chg="mod">
          <ac:chgData name="Guillermo AntonioAguirre" userId="42908199-65f4-4d4a-8e05-6e659ccb82ce" providerId="ADAL" clId="{F081A502-5C2B-420E-A5FC-E89EE3B7ADDA}" dt="2023-08-11T15:06:05.770" v="517" actId="20577"/>
          <ac:spMkLst>
            <pc:docMk/>
            <pc:sldMk cId="957846429" sldId="260"/>
            <ac:spMk id="48" creationId="{65CD3FC8-EA0A-EC24-1E3F-D28C34E7BB3E}"/>
          </ac:spMkLst>
        </pc:spChg>
        <pc:picChg chg="add mod">
          <ac:chgData name="Guillermo AntonioAguirre" userId="42908199-65f4-4d4a-8e05-6e659ccb82ce" providerId="ADAL" clId="{F081A502-5C2B-420E-A5FC-E89EE3B7ADDA}" dt="2023-08-11T15:13:20.433" v="525" actId="1076"/>
          <ac:picMkLst>
            <pc:docMk/>
            <pc:sldMk cId="957846429" sldId="260"/>
            <ac:picMk id="3" creationId="{BEE567B2-28EB-851F-4FB1-26F896906FCE}"/>
          </ac:picMkLst>
        </pc:picChg>
        <pc:picChg chg="add mod">
          <ac:chgData name="Guillermo AntonioAguirre" userId="42908199-65f4-4d4a-8e05-6e659ccb82ce" providerId="ADAL" clId="{F081A502-5C2B-420E-A5FC-E89EE3B7ADDA}" dt="2023-08-11T15:13:24.922" v="526" actId="1076"/>
          <ac:picMkLst>
            <pc:docMk/>
            <pc:sldMk cId="957846429" sldId="260"/>
            <ac:picMk id="4" creationId="{672CB033-0044-B5E0-E0D6-40EB8C833531}"/>
          </ac:picMkLst>
        </pc:picChg>
        <pc:picChg chg="add mod">
          <ac:chgData name="Guillermo AntonioAguirre" userId="42908199-65f4-4d4a-8e05-6e659ccb82ce" providerId="ADAL" clId="{F081A502-5C2B-420E-A5FC-E89EE3B7ADDA}" dt="2023-08-11T15:13:31.825" v="528" actId="1076"/>
          <ac:picMkLst>
            <pc:docMk/>
            <pc:sldMk cId="957846429" sldId="260"/>
            <ac:picMk id="5" creationId="{CF97DD77-8A53-92E2-FC95-AB9F496C53E8}"/>
          </ac:picMkLst>
        </pc:picChg>
        <pc:picChg chg="add mod">
          <ac:chgData name="Guillermo AntonioAguirre" userId="42908199-65f4-4d4a-8e05-6e659ccb82ce" providerId="ADAL" clId="{F081A502-5C2B-420E-A5FC-E89EE3B7ADDA}" dt="2023-08-11T15:16:55.186" v="532" actId="1076"/>
          <ac:picMkLst>
            <pc:docMk/>
            <pc:sldMk cId="957846429" sldId="260"/>
            <ac:picMk id="8" creationId="{3F506CF9-8E43-80C9-0451-0CC2EDE05E41}"/>
          </ac:picMkLst>
        </pc:picChg>
      </pc:sldChg>
      <pc:sldChg chg="modSp mod">
        <pc:chgData name="Guillermo AntonioAguirre" userId="42908199-65f4-4d4a-8e05-6e659ccb82ce" providerId="ADAL" clId="{F081A502-5C2B-420E-A5FC-E89EE3B7ADDA}" dt="2023-08-11T17:41:14.813" v="892" actId="6549"/>
        <pc:sldMkLst>
          <pc:docMk/>
          <pc:sldMk cId="176166704" sldId="261"/>
        </pc:sldMkLst>
        <pc:spChg chg="mod">
          <ac:chgData name="Guillermo AntonioAguirre" userId="42908199-65f4-4d4a-8e05-6e659ccb82ce" providerId="ADAL" clId="{F081A502-5C2B-420E-A5FC-E89EE3B7ADDA}" dt="2023-08-11T17:41:14.813" v="892" actId="6549"/>
          <ac:spMkLst>
            <pc:docMk/>
            <pc:sldMk cId="176166704" sldId="261"/>
            <ac:spMk id="2" creationId="{55F37332-70FE-14B5-DB67-FAAC3A6D6356}"/>
          </ac:spMkLst>
        </pc:spChg>
        <pc:spChg chg="mod">
          <ac:chgData name="Guillermo AntonioAguirre" userId="42908199-65f4-4d4a-8e05-6e659ccb82ce" providerId="ADAL" clId="{F081A502-5C2B-420E-A5FC-E89EE3B7ADDA}" dt="2023-08-11T03:39:15.119" v="405"/>
          <ac:spMkLst>
            <pc:docMk/>
            <pc:sldMk cId="176166704" sldId="261"/>
            <ac:spMk id="47" creationId="{EEA84440-EDBF-D2AE-AF4B-DEAE759E62AB}"/>
          </ac:spMkLst>
        </pc:spChg>
      </pc:sldChg>
      <pc:sldChg chg="modSp mod">
        <pc:chgData name="Guillermo AntonioAguirre" userId="42908199-65f4-4d4a-8e05-6e659ccb82ce" providerId="ADAL" clId="{F081A502-5C2B-420E-A5FC-E89EE3B7ADDA}" dt="2023-08-11T03:35:59.748" v="391" actId="20577"/>
        <pc:sldMkLst>
          <pc:docMk/>
          <pc:sldMk cId="1858422453" sldId="262"/>
        </pc:sldMkLst>
        <pc:spChg chg="mod">
          <ac:chgData name="Guillermo AntonioAguirre" userId="42908199-65f4-4d4a-8e05-6e659ccb82ce" providerId="ADAL" clId="{F081A502-5C2B-420E-A5FC-E89EE3B7ADDA}" dt="2023-08-11T03:35:59.748" v="391" actId="20577"/>
          <ac:spMkLst>
            <pc:docMk/>
            <pc:sldMk cId="1858422453" sldId="262"/>
            <ac:spMk id="47" creationId="{EEA84440-EDBF-D2AE-AF4B-DEAE759E62AB}"/>
          </ac:spMkLst>
        </pc:spChg>
      </pc:sldChg>
      <pc:sldChg chg="addSp delSp modSp mod modAnim">
        <pc:chgData name="Guillermo AntonioAguirre" userId="42908199-65f4-4d4a-8e05-6e659ccb82ce" providerId="ADAL" clId="{F081A502-5C2B-420E-A5FC-E89EE3B7ADDA}" dt="2023-08-11T17:56:05.557" v="977" actId="1076"/>
        <pc:sldMkLst>
          <pc:docMk/>
          <pc:sldMk cId="2958858248" sldId="263"/>
        </pc:sldMkLst>
        <pc:spChg chg="del mod">
          <ac:chgData name="Guillermo AntonioAguirre" userId="42908199-65f4-4d4a-8e05-6e659ccb82ce" providerId="ADAL" clId="{F081A502-5C2B-420E-A5FC-E89EE3B7ADDA}" dt="2023-08-11T17:52:05.484" v="960" actId="478"/>
          <ac:spMkLst>
            <pc:docMk/>
            <pc:sldMk cId="2958858248" sldId="263"/>
            <ac:spMk id="3" creationId="{5A817EA3-9529-3EB3-6500-93013CCE99E6}"/>
          </ac:spMkLst>
        </pc:spChg>
        <pc:spChg chg="mod">
          <ac:chgData name="Guillermo AntonioAguirre" userId="42908199-65f4-4d4a-8e05-6e659ccb82ce" providerId="ADAL" clId="{F081A502-5C2B-420E-A5FC-E89EE3B7ADDA}" dt="2023-08-11T03:36:09.211" v="394" actId="20577"/>
          <ac:spMkLst>
            <pc:docMk/>
            <pc:sldMk cId="2958858248" sldId="263"/>
            <ac:spMk id="47" creationId="{EEA84440-EDBF-D2AE-AF4B-DEAE759E62AB}"/>
          </ac:spMkLst>
        </pc:spChg>
        <pc:spChg chg="mod">
          <ac:chgData name="Guillermo AntonioAguirre" userId="42908199-65f4-4d4a-8e05-6e659ccb82ce" providerId="ADAL" clId="{F081A502-5C2B-420E-A5FC-E89EE3B7ADDA}" dt="2023-08-11T17:52:15.181" v="966" actId="20577"/>
          <ac:spMkLst>
            <pc:docMk/>
            <pc:sldMk cId="2958858248" sldId="263"/>
            <ac:spMk id="48" creationId="{65CD3FC8-EA0A-EC24-1E3F-D28C34E7BB3E}"/>
          </ac:spMkLst>
        </pc:spChg>
        <pc:picChg chg="add mod">
          <ac:chgData name="Guillermo AntonioAguirre" userId="42908199-65f4-4d4a-8e05-6e659ccb82ce" providerId="ADAL" clId="{F081A502-5C2B-420E-A5FC-E89EE3B7ADDA}" dt="2023-08-11T17:54:39.901" v="974" actId="1076"/>
          <ac:picMkLst>
            <pc:docMk/>
            <pc:sldMk cId="2958858248" sldId="263"/>
            <ac:picMk id="2" creationId="{DDF5A0BB-1B6A-B13B-9558-4A27D57FB49B}"/>
          </ac:picMkLst>
        </pc:picChg>
        <pc:picChg chg="add mod">
          <ac:chgData name="Guillermo AntonioAguirre" userId="42908199-65f4-4d4a-8e05-6e659ccb82ce" providerId="ADAL" clId="{F081A502-5C2B-420E-A5FC-E89EE3B7ADDA}" dt="2023-08-11T17:53:55.133" v="971" actId="1076"/>
          <ac:picMkLst>
            <pc:docMk/>
            <pc:sldMk cId="2958858248" sldId="263"/>
            <ac:picMk id="4" creationId="{C664A256-8338-64C0-0FFA-1DCB2AC1C453}"/>
          </ac:picMkLst>
        </pc:picChg>
        <pc:picChg chg="add mod">
          <ac:chgData name="Guillermo AntonioAguirre" userId="42908199-65f4-4d4a-8e05-6e659ccb82ce" providerId="ADAL" clId="{F081A502-5C2B-420E-A5FC-E89EE3B7ADDA}" dt="2023-08-11T17:54:41.621" v="975" actId="1076"/>
          <ac:picMkLst>
            <pc:docMk/>
            <pc:sldMk cId="2958858248" sldId="263"/>
            <ac:picMk id="5" creationId="{7BAC1C3F-F4F0-0C78-C511-C902D1C8D10E}"/>
          </ac:picMkLst>
        </pc:picChg>
        <pc:picChg chg="add mod">
          <ac:chgData name="Guillermo AntonioAguirre" userId="42908199-65f4-4d4a-8e05-6e659ccb82ce" providerId="ADAL" clId="{F081A502-5C2B-420E-A5FC-E89EE3B7ADDA}" dt="2023-08-11T17:56:05.557" v="977" actId="1076"/>
          <ac:picMkLst>
            <pc:docMk/>
            <pc:sldMk cId="2958858248" sldId="263"/>
            <ac:picMk id="6" creationId="{2CD4EF1D-6709-7A64-42F2-D8BD6F3189A2}"/>
          </ac:picMkLst>
        </pc:picChg>
      </pc:sldChg>
      <pc:sldChg chg="modSp mod ord">
        <pc:chgData name="Guillermo AntonioAguirre" userId="42908199-65f4-4d4a-8e05-6e659ccb82ce" providerId="ADAL" clId="{F081A502-5C2B-420E-A5FC-E89EE3B7ADDA}" dt="2023-08-11T14:27:22.550" v="406"/>
        <pc:sldMkLst>
          <pc:docMk/>
          <pc:sldMk cId="2178394707" sldId="264"/>
        </pc:sldMkLst>
        <pc:spChg chg="mod">
          <ac:chgData name="Guillermo AntonioAguirre" userId="42908199-65f4-4d4a-8e05-6e659ccb82ce" providerId="ADAL" clId="{F081A502-5C2B-420E-A5FC-E89EE3B7ADDA}" dt="2023-08-11T14:27:22.550" v="406"/>
          <ac:spMkLst>
            <pc:docMk/>
            <pc:sldMk cId="2178394707" sldId="264"/>
            <ac:spMk id="2" creationId="{DB1DE0D9-7664-56E8-58A8-C9C984F4A58C}"/>
          </ac:spMkLst>
        </pc:spChg>
      </pc:sldChg>
      <pc:sldChg chg="modSp mod ord">
        <pc:chgData name="Guillermo AntonioAguirre" userId="42908199-65f4-4d4a-8e05-6e659ccb82ce" providerId="ADAL" clId="{F081A502-5C2B-420E-A5FC-E89EE3B7ADDA}" dt="2023-08-11T14:41:14.196" v="451" actId="20577"/>
        <pc:sldMkLst>
          <pc:docMk/>
          <pc:sldMk cId="3266577902" sldId="265"/>
        </pc:sldMkLst>
        <pc:spChg chg="mod">
          <ac:chgData name="Guillermo AntonioAguirre" userId="42908199-65f4-4d4a-8e05-6e659ccb82ce" providerId="ADAL" clId="{F081A502-5C2B-420E-A5FC-E89EE3B7ADDA}" dt="2023-08-11T14:41:14.196" v="451" actId="20577"/>
          <ac:spMkLst>
            <pc:docMk/>
            <pc:sldMk cId="3266577902" sldId="265"/>
            <ac:spMk id="2" creationId="{E3AD9AFC-4203-46B0-92B2-B8644E2D9C1D}"/>
          </ac:spMkLst>
        </pc:spChg>
      </pc:sldChg>
      <pc:sldChg chg="addSp delSp modSp mod ord modAnim">
        <pc:chgData name="Guillermo AntonioAguirre" userId="42908199-65f4-4d4a-8e05-6e659ccb82ce" providerId="ADAL" clId="{F081A502-5C2B-420E-A5FC-E89EE3B7ADDA}" dt="2023-08-11T14:53:07.601" v="486" actId="1076"/>
        <pc:sldMkLst>
          <pc:docMk/>
          <pc:sldMk cId="4004055966" sldId="266"/>
        </pc:sldMkLst>
        <pc:spChg chg="del mod">
          <ac:chgData name="Guillermo AntonioAguirre" userId="42908199-65f4-4d4a-8e05-6e659ccb82ce" providerId="ADAL" clId="{F081A502-5C2B-420E-A5FC-E89EE3B7ADDA}" dt="2023-08-11T14:52:29.036" v="481" actId="478"/>
          <ac:spMkLst>
            <pc:docMk/>
            <pc:sldMk cId="4004055966" sldId="266"/>
            <ac:spMk id="2" creationId="{AE00F6A7-4CAC-415E-7C89-F4E8618C3AFC}"/>
          </ac:spMkLst>
        </pc:spChg>
        <pc:spChg chg="mod">
          <ac:chgData name="Guillermo AntonioAguirre" userId="42908199-65f4-4d4a-8e05-6e659ccb82ce" providerId="ADAL" clId="{F081A502-5C2B-420E-A5FC-E89EE3B7ADDA}" dt="2023-08-11T14:42:39.034" v="465" actId="20577"/>
          <ac:spMkLst>
            <pc:docMk/>
            <pc:sldMk cId="4004055966" sldId="266"/>
            <ac:spMk id="48" creationId="{65CD3FC8-EA0A-EC24-1E3F-D28C34E7BB3E}"/>
          </ac:spMkLst>
        </pc:spChg>
        <pc:picChg chg="add mod">
          <ac:chgData name="Guillermo AntonioAguirre" userId="42908199-65f4-4d4a-8e05-6e659ccb82ce" providerId="ADAL" clId="{F081A502-5C2B-420E-A5FC-E89EE3B7ADDA}" dt="2023-08-11T14:52:56.545" v="484" actId="1076"/>
          <ac:picMkLst>
            <pc:docMk/>
            <pc:sldMk cId="4004055966" sldId="266"/>
            <ac:picMk id="3" creationId="{51BBC926-B1AB-666E-64E1-E7CBA87E82A5}"/>
          </ac:picMkLst>
        </pc:picChg>
        <pc:picChg chg="add mod">
          <ac:chgData name="Guillermo AntonioAguirre" userId="42908199-65f4-4d4a-8e05-6e659ccb82ce" providerId="ADAL" clId="{F081A502-5C2B-420E-A5FC-E89EE3B7ADDA}" dt="2023-08-11T14:53:07.601" v="486" actId="1076"/>
          <ac:picMkLst>
            <pc:docMk/>
            <pc:sldMk cId="4004055966" sldId="266"/>
            <ac:picMk id="4" creationId="{0C78A0CB-502D-2174-494F-D7A7D3E97F4F}"/>
          </ac:picMkLst>
        </pc:picChg>
        <pc:picChg chg="add mod">
          <ac:chgData name="Guillermo AntonioAguirre" userId="42908199-65f4-4d4a-8e05-6e659ccb82ce" providerId="ADAL" clId="{F081A502-5C2B-420E-A5FC-E89EE3B7ADDA}" dt="2023-08-11T14:53:04.985" v="485" actId="1076"/>
          <ac:picMkLst>
            <pc:docMk/>
            <pc:sldMk cId="4004055966" sldId="266"/>
            <ac:picMk id="5" creationId="{1F3606BB-5F30-701F-FFA9-F735BA6A7BE7}"/>
          </ac:picMkLst>
        </pc:picChg>
        <pc:picChg chg="add mod">
          <ac:chgData name="Guillermo AntonioAguirre" userId="42908199-65f4-4d4a-8e05-6e659ccb82ce" providerId="ADAL" clId="{F081A502-5C2B-420E-A5FC-E89EE3B7ADDA}" dt="2023-08-11T14:52:24.057" v="480" actId="1076"/>
          <ac:picMkLst>
            <pc:docMk/>
            <pc:sldMk cId="4004055966" sldId="266"/>
            <ac:picMk id="6" creationId="{60308F30-17F5-6808-E9C5-F3FDC5126477}"/>
          </ac:picMkLst>
        </pc:picChg>
      </pc:sldChg>
      <pc:sldChg chg="modSp mod">
        <pc:chgData name="Guillermo AntonioAguirre" userId="42908199-65f4-4d4a-8e05-6e659ccb82ce" providerId="ADAL" clId="{F081A502-5C2B-420E-A5FC-E89EE3B7ADDA}" dt="2023-08-11T16:04:57.164" v="701"/>
        <pc:sldMkLst>
          <pc:docMk/>
          <pc:sldMk cId="944795352" sldId="267"/>
        </pc:sldMkLst>
        <pc:spChg chg="mod">
          <ac:chgData name="Guillermo AntonioAguirre" userId="42908199-65f4-4d4a-8e05-6e659ccb82ce" providerId="ADAL" clId="{F081A502-5C2B-420E-A5FC-E89EE3B7ADDA}" dt="2023-08-11T16:04:57.164" v="701"/>
          <ac:spMkLst>
            <pc:docMk/>
            <pc:sldMk cId="944795352" sldId="267"/>
            <ac:spMk id="2" creationId="{BD87B448-8E1E-1436-EA99-7821B020BEC2}"/>
          </ac:spMkLst>
        </pc:spChg>
      </pc:sldChg>
      <pc:sldChg chg="modSp mod">
        <pc:chgData name="Guillermo AntonioAguirre" userId="42908199-65f4-4d4a-8e05-6e659ccb82ce" providerId="ADAL" clId="{F081A502-5C2B-420E-A5FC-E89EE3B7ADDA}" dt="2023-08-11T16:07:41.667" v="717" actId="20577"/>
        <pc:sldMkLst>
          <pc:docMk/>
          <pc:sldMk cId="1751942431" sldId="268"/>
        </pc:sldMkLst>
        <pc:spChg chg="mod">
          <ac:chgData name="Guillermo AntonioAguirre" userId="42908199-65f4-4d4a-8e05-6e659ccb82ce" providerId="ADAL" clId="{F081A502-5C2B-420E-A5FC-E89EE3B7ADDA}" dt="2023-08-11T16:07:41.667" v="717" actId="20577"/>
          <ac:spMkLst>
            <pc:docMk/>
            <pc:sldMk cId="1751942431" sldId="268"/>
            <ac:spMk id="2" creationId="{0B5A5FF6-4812-B09E-3F6D-521E7F075110}"/>
          </ac:spMkLst>
        </pc:spChg>
      </pc:sldChg>
      <pc:sldChg chg="addSp delSp modSp mod modAnim">
        <pc:chgData name="Guillermo AntonioAguirre" userId="42908199-65f4-4d4a-8e05-6e659ccb82ce" providerId="ADAL" clId="{F081A502-5C2B-420E-A5FC-E89EE3B7ADDA}" dt="2023-08-11T16:15:15.134" v="744" actId="1076"/>
        <pc:sldMkLst>
          <pc:docMk/>
          <pc:sldMk cId="2068789025" sldId="269"/>
        </pc:sldMkLst>
        <pc:spChg chg="del">
          <ac:chgData name="Guillermo AntonioAguirre" userId="42908199-65f4-4d4a-8e05-6e659ccb82ce" providerId="ADAL" clId="{F081A502-5C2B-420E-A5FC-E89EE3B7ADDA}" dt="2023-08-11T16:09:59.550" v="736" actId="478"/>
          <ac:spMkLst>
            <pc:docMk/>
            <pc:sldMk cId="2068789025" sldId="269"/>
            <ac:spMk id="2" creationId="{4A233D6A-83EB-2F04-C0AE-8705114B5B00}"/>
          </ac:spMkLst>
        </pc:spChg>
        <pc:spChg chg="mod">
          <ac:chgData name="Guillermo AntonioAguirre" userId="42908199-65f4-4d4a-8e05-6e659ccb82ce" providerId="ADAL" clId="{F081A502-5C2B-420E-A5FC-E89EE3B7ADDA}" dt="2023-08-11T16:09:54.926" v="735" actId="20577"/>
          <ac:spMkLst>
            <pc:docMk/>
            <pc:sldMk cId="2068789025" sldId="269"/>
            <ac:spMk id="48" creationId="{65CD3FC8-EA0A-EC24-1E3F-D28C34E7BB3E}"/>
          </ac:spMkLst>
        </pc:spChg>
        <pc:picChg chg="add mod">
          <ac:chgData name="Guillermo AntonioAguirre" userId="42908199-65f4-4d4a-8e05-6e659ccb82ce" providerId="ADAL" clId="{F081A502-5C2B-420E-A5FC-E89EE3B7ADDA}" dt="2023-08-11T16:11:26.870" v="738" actId="1076"/>
          <ac:picMkLst>
            <pc:docMk/>
            <pc:sldMk cId="2068789025" sldId="269"/>
            <ac:picMk id="3" creationId="{AAAB4F8F-AFC8-AF6D-B618-B2C4C8D3D34D}"/>
          </ac:picMkLst>
        </pc:picChg>
        <pc:picChg chg="add mod">
          <ac:chgData name="Guillermo AntonioAguirre" userId="42908199-65f4-4d4a-8e05-6e659ccb82ce" providerId="ADAL" clId="{F081A502-5C2B-420E-A5FC-E89EE3B7ADDA}" dt="2023-08-11T16:12:05.293" v="740" actId="1076"/>
          <ac:picMkLst>
            <pc:docMk/>
            <pc:sldMk cId="2068789025" sldId="269"/>
            <ac:picMk id="4" creationId="{22AA9285-8026-E1B3-2B81-67A2A9776546}"/>
          </ac:picMkLst>
        </pc:picChg>
        <pc:picChg chg="add mod">
          <ac:chgData name="Guillermo AntonioAguirre" userId="42908199-65f4-4d4a-8e05-6e659ccb82ce" providerId="ADAL" clId="{F081A502-5C2B-420E-A5FC-E89EE3B7ADDA}" dt="2023-08-11T16:13:11.214" v="742" actId="1076"/>
          <ac:picMkLst>
            <pc:docMk/>
            <pc:sldMk cId="2068789025" sldId="269"/>
            <ac:picMk id="5" creationId="{A0E0A018-83B2-C60A-DAC4-980145C994F3}"/>
          </ac:picMkLst>
        </pc:picChg>
        <pc:picChg chg="add mod">
          <ac:chgData name="Guillermo AntonioAguirre" userId="42908199-65f4-4d4a-8e05-6e659ccb82ce" providerId="ADAL" clId="{F081A502-5C2B-420E-A5FC-E89EE3B7ADDA}" dt="2023-08-11T16:15:15.134" v="744" actId="1076"/>
          <ac:picMkLst>
            <pc:docMk/>
            <pc:sldMk cId="2068789025" sldId="269"/>
            <ac:picMk id="6" creationId="{9A24B59C-9A6A-9C86-1849-07E0C1DF6011}"/>
          </ac:picMkLst>
        </pc:picChg>
      </pc:sldChg>
      <pc:sldChg chg="modSp mod">
        <pc:chgData name="Guillermo AntonioAguirre" userId="42908199-65f4-4d4a-8e05-6e659ccb82ce" providerId="ADAL" clId="{F081A502-5C2B-420E-A5FC-E89EE3B7ADDA}" dt="2023-08-11T15:22:49.842" v="535" actId="20577"/>
        <pc:sldMkLst>
          <pc:docMk/>
          <pc:sldMk cId="3919394569" sldId="270"/>
        </pc:sldMkLst>
        <pc:spChg chg="mod">
          <ac:chgData name="Guillermo AntonioAguirre" userId="42908199-65f4-4d4a-8e05-6e659ccb82ce" providerId="ADAL" clId="{F081A502-5C2B-420E-A5FC-E89EE3B7ADDA}" dt="2023-08-11T15:22:49.842" v="535" actId="20577"/>
          <ac:spMkLst>
            <pc:docMk/>
            <pc:sldMk cId="3919394569" sldId="270"/>
            <ac:spMk id="2" creationId="{39251EDE-F152-7C2A-A950-F7E0BDB98C0F}"/>
          </ac:spMkLst>
        </pc:spChg>
      </pc:sldChg>
      <pc:sldChg chg="modSp mod">
        <pc:chgData name="Guillermo AntonioAguirre" userId="42908199-65f4-4d4a-8e05-6e659ccb82ce" providerId="ADAL" clId="{F081A502-5C2B-420E-A5FC-E89EE3B7ADDA}" dt="2023-08-11T15:29:32.176" v="544" actId="20577"/>
        <pc:sldMkLst>
          <pc:docMk/>
          <pc:sldMk cId="1790039502" sldId="271"/>
        </pc:sldMkLst>
        <pc:spChg chg="mod">
          <ac:chgData name="Guillermo AntonioAguirre" userId="42908199-65f4-4d4a-8e05-6e659ccb82ce" providerId="ADAL" clId="{F081A502-5C2B-420E-A5FC-E89EE3B7ADDA}" dt="2023-08-11T15:29:32.176" v="544" actId="20577"/>
          <ac:spMkLst>
            <pc:docMk/>
            <pc:sldMk cId="1790039502" sldId="271"/>
            <ac:spMk id="2" creationId="{8F4197F4-F8B8-57AF-9735-079F17972272}"/>
          </ac:spMkLst>
        </pc:spChg>
      </pc:sldChg>
      <pc:sldChg chg="addSp delSp modSp mod modAnim">
        <pc:chgData name="Guillermo AntonioAguirre" userId="42908199-65f4-4d4a-8e05-6e659ccb82ce" providerId="ADAL" clId="{F081A502-5C2B-420E-A5FC-E89EE3B7ADDA}" dt="2023-08-11T15:38:32.460" v="570" actId="1076"/>
        <pc:sldMkLst>
          <pc:docMk/>
          <pc:sldMk cId="964670822" sldId="272"/>
        </pc:sldMkLst>
        <pc:spChg chg="del">
          <ac:chgData name="Guillermo AntonioAguirre" userId="42908199-65f4-4d4a-8e05-6e659ccb82ce" providerId="ADAL" clId="{F081A502-5C2B-420E-A5FC-E89EE3B7ADDA}" dt="2023-08-11T15:34:46.994" v="561" actId="478"/>
          <ac:spMkLst>
            <pc:docMk/>
            <pc:sldMk cId="964670822" sldId="272"/>
            <ac:spMk id="2" creationId="{797EE086-4855-673B-F86A-C6E9663D976E}"/>
          </ac:spMkLst>
        </pc:spChg>
        <pc:spChg chg="mod">
          <ac:chgData name="Guillermo AntonioAguirre" userId="42908199-65f4-4d4a-8e05-6e659ccb82ce" providerId="ADAL" clId="{F081A502-5C2B-420E-A5FC-E89EE3B7ADDA}" dt="2023-08-11T15:34:42.360" v="560" actId="20577"/>
          <ac:spMkLst>
            <pc:docMk/>
            <pc:sldMk cId="964670822" sldId="272"/>
            <ac:spMk id="48" creationId="{65CD3FC8-EA0A-EC24-1E3F-D28C34E7BB3E}"/>
          </ac:spMkLst>
        </pc:spChg>
        <pc:picChg chg="add mod">
          <ac:chgData name="Guillermo AntonioAguirre" userId="42908199-65f4-4d4a-8e05-6e659ccb82ce" providerId="ADAL" clId="{F081A502-5C2B-420E-A5FC-E89EE3B7ADDA}" dt="2023-08-11T15:36:00.020" v="563" actId="1076"/>
          <ac:picMkLst>
            <pc:docMk/>
            <pc:sldMk cId="964670822" sldId="272"/>
            <ac:picMk id="3" creationId="{6B7598F4-EF98-FE86-005A-D1B0B06E3212}"/>
          </ac:picMkLst>
        </pc:picChg>
        <pc:picChg chg="add mod">
          <ac:chgData name="Guillermo AntonioAguirre" userId="42908199-65f4-4d4a-8e05-6e659ccb82ce" providerId="ADAL" clId="{F081A502-5C2B-420E-A5FC-E89EE3B7ADDA}" dt="2023-08-11T15:36:42.059" v="565" actId="1076"/>
          <ac:picMkLst>
            <pc:docMk/>
            <pc:sldMk cId="964670822" sldId="272"/>
            <ac:picMk id="4" creationId="{25F82C53-6C89-8E76-9777-4788741C7E26}"/>
          </ac:picMkLst>
        </pc:picChg>
        <pc:picChg chg="add mod">
          <ac:chgData name="Guillermo AntonioAguirre" userId="42908199-65f4-4d4a-8e05-6e659ccb82ce" providerId="ADAL" clId="{F081A502-5C2B-420E-A5FC-E89EE3B7ADDA}" dt="2023-08-11T15:37:33.299" v="567" actId="1076"/>
          <ac:picMkLst>
            <pc:docMk/>
            <pc:sldMk cId="964670822" sldId="272"/>
            <ac:picMk id="5" creationId="{C34B15B9-4435-4541-428E-5D4FB260C5B3}"/>
          </ac:picMkLst>
        </pc:picChg>
        <pc:picChg chg="add mod">
          <ac:chgData name="Guillermo AntonioAguirre" userId="42908199-65f4-4d4a-8e05-6e659ccb82ce" providerId="ADAL" clId="{F081A502-5C2B-420E-A5FC-E89EE3B7ADDA}" dt="2023-08-11T15:38:32.460" v="570" actId="1076"/>
          <ac:picMkLst>
            <pc:docMk/>
            <pc:sldMk cId="964670822" sldId="272"/>
            <ac:picMk id="6" creationId="{095A73BC-1031-D1F3-9B0C-F601F5249BBB}"/>
          </ac:picMkLst>
        </pc:picChg>
      </pc:sldChg>
      <pc:sldChg chg="modSp mod">
        <pc:chgData name="Guillermo AntonioAguirre" userId="42908199-65f4-4d4a-8e05-6e659ccb82ce" providerId="ADAL" clId="{F081A502-5C2B-420E-A5FC-E89EE3B7ADDA}" dt="2023-08-11T03:35:52.495" v="386" actId="20577"/>
        <pc:sldMkLst>
          <pc:docMk/>
          <pc:sldMk cId="282438155" sldId="273"/>
        </pc:sldMkLst>
        <pc:spChg chg="mod">
          <ac:chgData name="Guillermo AntonioAguirre" userId="42908199-65f4-4d4a-8e05-6e659ccb82ce" providerId="ADAL" clId="{F081A502-5C2B-420E-A5FC-E89EE3B7ADDA}" dt="2023-08-11T03:35:52.495" v="386" actId="20577"/>
          <ac:spMkLst>
            <pc:docMk/>
            <pc:sldMk cId="282438155" sldId="273"/>
            <ac:spMk id="47" creationId="{EEA84440-EDBF-D2AE-AF4B-DEAE759E62AB}"/>
          </ac:spMkLst>
        </pc:spChg>
      </pc:sldChg>
      <pc:sldChg chg="modSp mod ord">
        <pc:chgData name="Guillermo AntonioAguirre" userId="42908199-65f4-4d4a-8e05-6e659ccb82ce" providerId="ADAL" clId="{F081A502-5C2B-420E-A5FC-E89EE3B7ADDA}" dt="2023-08-11T14:27:53.466" v="407"/>
        <pc:sldMkLst>
          <pc:docMk/>
          <pc:sldMk cId="2695750166" sldId="274"/>
        </pc:sldMkLst>
        <pc:spChg chg="mod">
          <ac:chgData name="Guillermo AntonioAguirre" userId="42908199-65f4-4d4a-8e05-6e659ccb82ce" providerId="ADAL" clId="{F081A502-5C2B-420E-A5FC-E89EE3B7ADDA}" dt="2023-08-11T14:27:53.466" v="407"/>
          <ac:spMkLst>
            <pc:docMk/>
            <pc:sldMk cId="2695750166" sldId="274"/>
            <ac:spMk id="2" creationId="{DB1DE0D9-7664-56E8-58A8-C9C984F4A58C}"/>
          </ac:spMkLst>
        </pc:spChg>
      </pc:sldChg>
      <pc:sldChg chg="addSp delSp modSp mod ord">
        <pc:chgData name="Guillermo AntonioAguirre" userId="42908199-65f4-4d4a-8e05-6e659ccb82ce" providerId="ADAL" clId="{F081A502-5C2B-420E-A5FC-E89EE3B7ADDA}" dt="2023-08-11T14:37:19.632" v="445" actId="207"/>
        <pc:sldMkLst>
          <pc:docMk/>
          <pc:sldMk cId="1053541783" sldId="275"/>
        </pc:sldMkLst>
        <pc:spChg chg="del">
          <ac:chgData name="Guillermo AntonioAguirre" userId="42908199-65f4-4d4a-8e05-6e659ccb82ce" providerId="ADAL" clId="{F081A502-5C2B-420E-A5FC-E89EE3B7ADDA}" dt="2023-08-11T14:31:35.255" v="413" actId="478"/>
          <ac:spMkLst>
            <pc:docMk/>
            <pc:sldMk cId="1053541783" sldId="275"/>
            <ac:spMk id="2" creationId="{DB1DE0D9-7664-56E8-58A8-C9C984F4A58C}"/>
          </ac:spMkLst>
        </pc:spChg>
        <pc:spChg chg="mod">
          <ac:chgData name="Guillermo AntonioAguirre" userId="42908199-65f4-4d4a-8e05-6e659ccb82ce" providerId="ADAL" clId="{F081A502-5C2B-420E-A5FC-E89EE3B7ADDA}" dt="2023-08-11T14:28:32.851" v="412" actId="20577"/>
          <ac:spMkLst>
            <pc:docMk/>
            <pc:sldMk cId="1053541783" sldId="275"/>
            <ac:spMk id="48" creationId="{65CD3FC8-EA0A-EC24-1E3F-D28C34E7BB3E}"/>
          </ac:spMkLst>
        </pc:spChg>
        <pc:graphicFrameChg chg="add del mod">
          <ac:chgData name="Guillermo AntonioAguirre" userId="42908199-65f4-4d4a-8e05-6e659ccb82ce" providerId="ADAL" clId="{F081A502-5C2B-420E-A5FC-E89EE3B7ADDA}" dt="2023-08-11T14:31:44.789" v="415"/>
          <ac:graphicFrameMkLst>
            <pc:docMk/>
            <pc:sldMk cId="1053541783" sldId="275"/>
            <ac:graphicFrameMk id="3" creationId="{ED47142E-82A7-4EE6-5F87-27BCF951FF02}"/>
          </ac:graphicFrameMkLst>
        </pc:graphicFrameChg>
        <pc:graphicFrameChg chg="add mod modGraphic">
          <ac:chgData name="Guillermo AntonioAguirre" userId="42908199-65f4-4d4a-8e05-6e659ccb82ce" providerId="ADAL" clId="{F081A502-5C2B-420E-A5FC-E89EE3B7ADDA}" dt="2023-08-11T14:37:19.632" v="445" actId="207"/>
          <ac:graphicFrameMkLst>
            <pc:docMk/>
            <pc:sldMk cId="1053541783" sldId="275"/>
            <ac:graphicFrameMk id="4" creationId="{6F747EC7-2009-BA60-DC96-5978D8C9D04E}"/>
          </ac:graphicFrameMkLst>
        </pc:graphicFrameChg>
      </pc:sldChg>
      <pc:sldChg chg="ord">
        <pc:chgData name="Guillermo AntonioAguirre" userId="42908199-65f4-4d4a-8e05-6e659ccb82ce" providerId="ADAL" clId="{F081A502-5C2B-420E-A5FC-E89EE3B7ADDA}" dt="2023-08-11T03:30:57.757" v="356"/>
        <pc:sldMkLst>
          <pc:docMk/>
          <pc:sldMk cId="168079906" sldId="276"/>
        </pc:sldMkLst>
      </pc:sldChg>
      <pc:sldChg chg="del">
        <pc:chgData name="Guillermo AntonioAguirre" userId="42908199-65f4-4d4a-8e05-6e659ccb82ce" providerId="ADAL" clId="{F081A502-5C2B-420E-A5FC-E89EE3B7ADDA}" dt="2023-08-11T16:06:50.413" v="705" actId="47"/>
        <pc:sldMkLst>
          <pc:docMk/>
          <pc:sldMk cId="3010978546" sldId="277"/>
        </pc:sldMkLst>
      </pc:sldChg>
      <pc:sldChg chg="del">
        <pc:chgData name="Guillermo AntonioAguirre" userId="42908199-65f4-4d4a-8e05-6e659ccb82ce" providerId="ADAL" clId="{F081A502-5C2B-420E-A5FC-E89EE3B7ADDA}" dt="2023-08-11T16:06:55.935" v="706" actId="47"/>
        <pc:sldMkLst>
          <pc:docMk/>
          <pc:sldMk cId="3114508720" sldId="278"/>
        </pc:sldMkLst>
      </pc:sldChg>
      <pc:sldChg chg="del">
        <pc:chgData name="Guillermo AntonioAguirre" userId="42908199-65f4-4d4a-8e05-6e659ccb82ce" providerId="ADAL" clId="{F081A502-5C2B-420E-A5FC-E89EE3B7ADDA}" dt="2023-08-11T16:07:00.291" v="707" actId="47"/>
        <pc:sldMkLst>
          <pc:docMk/>
          <pc:sldMk cId="2732704421" sldId="279"/>
        </pc:sldMkLst>
      </pc:sldChg>
      <pc:sldChg chg="addSp delSp modSp add del mod">
        <pc:chgData name="Guillermo AntonioAguirre" userId="42908199-65f4-4d4a-8e05-6e659ccb82ce" providerId="ADAL" clId="{F081A502-5C2B-420E-A5FC-E89EE3B7ADDA}" dt="2023-08-11T02:59:41.795" v="285" actId="2696"/>
        <pc:sldMkLst>
          <pc:docMk/>
          <pc:sldMk cId="1529691737" sldId="280"/>
        </pc:sldMkLst>
        <pc:spChg chg="add del mod">
          <ac:chgData name="Guillermo AntonioAguirre" userId="42908199-65f4-4d4a-8e05-6e659ccb82ce" providerId="ADAL" clId="{F081A502-5C2B-420E-A5FC-E89EE3B7ADDA}" dt="2023-08-11T01:31:09.227" v="8" actId="21"/>
          <ac:spMkLst>
            <pc:docMk/>
            <pc:sldMk cId="1529691737" sldId="280"/>
            <ac:spMk id="4" creationId="{B11C0441-ADA7-6E35-DDE0-3DF20814BBE2}"/>
          </ac:spMkLst>
        </pc:spChg>
        <pc:picChg chg="del">
          <ac:chgData name="Guillermo AntonioAguirre" userId="42908199-65f4-4d4a-8e05-6e659ccb82ce" providerId="ADAL" clId="{F081A502-5C2B-420E-A5FC-E89EE3B7ADDA}" dt="2023-08-11T01:27:44.485" v="1" actId="478"/>
          <ac:picMkLst>
            <pc:docMk/>
            <pc:sldMk cId="1529691737" sldId="280"/>
            <ac:picMk id="1026" creationId="{353FA0FC-78C8-3354-96CD-FD011770F8A0}"/>
          </ac:picMkLst>
        </pc:picChg>
        <pc:picChg chg="del">
          <ac:chgData name="Guillermo AntonioAguirre" userId="42908199-65f4-4d4a-8e05-6e659ccb82ce" providerId="ADAL" clId="{F081A502-5C2B-420E-A5FC-E89EE3B7ADDA}" dt="2023-08-11T01:27:44.485" v="1" actId="478"/>
          <ac:picMkLst>
            <pc:docMk/>
            <pc:sldMk cId="1529691737" sldId="280"/>
            <ac:picMk id="1028" creationId="{3B024AA2-A689-C376-8B61-1DC64DD38185}"/>
          </ac:picMkLst>
        </pc:picChg>
        <pc:picChg chg="del">
          <ac:chgData name="Guillermo AntonioAguirre" userId="42908199-65f4-4d4a-8e05-6e659ccb82ce" providerId="ADAL" clId="{F081A502-5C2B-420E-A5FC-E89EE3B7ADDA}" dt="2023-08-11T01:27:44.485" v="1" actId="478"/>
          <ac:picMkLst>
            <pc:docMk/>
            <pc:sldMk cId="1529691737" sldId="280"/>
            <ac:picMk id="1030" creationId="{35FCF134-2937-F5DA-5B7B-2690853E327F}"/>
          </ac:picMkLst>
        </pc:picChg>
        <pc:picChg chg="del">
          <ac:chgData name="Guillermo AntonioAguirre" userId="42908199-65f4-4d4a-8e05-6e659ccb82ce" providerId="ADAL" clId="{F081A502-5C2B-420E-A5FC-E89EE3B7ADDA}" dt="2023-08-11T01:27:44.485" v="1" actId="478"/>
          <ac:picMkLst>
            <pc:docMk/>
            <pc:sldMk cId="1529691737" sldId="280"/>
            <ac:picMk id="1034" creationId="{8113009B-16F2-58FB-BF9D-C62493D19496}"/>
          </ac:picMkLst>
        </pc:picChg>
        <pc:picChg chg="del">
          <ac:chgData name="Guillermo AntonioAguirre" userId="42908199-65f4-4d4a-8e05-6e659ccb82ce" providerId="ADAL" clId="{F081A502-5C2B-420E-A5FC-E89EE3B7ADDA}" dt="2023-08-11T01:27:44.485" v="1" actId="478"/>
          <ac:picMkLst>
            <pc:docMk/>
            <pc:sldMk cId="1529691737" sldId="280"/>
            <ac:picMk id="1036" creationId="{23470DD6-3938-62E4-0E6F-4E5AE634049E}"/>
          </ac:picMkLst>
        </pc:picChg>
      </pc:sldChg>
      <pc:sldChg chg="add">
        <pc:chgData name="Guillermo AntonioAguirre" userId="42908199-65f4-4d4a-8e05-6e659ccb82ce" providerId="ADAL" clId="{F081A502-5C2B-420E-A5FC-E89EE3B7ADDA}" dt="2023-08-11T01:28:56.350" v="2" actId="2890"/>
        <pc:sldMkLst>
          <pc:docMk/>
          <pc:sldMk cId="3503178804" sldId="281"/>
        </pc:sldMkLst>
      </pc:sldChg>
      <pc:sldChg chg="modSp add mod ord">
        <pc:chgData name="Guillermo AntonioAguirre" userId="42908199-65f4-4d4a-8e05-6e659ccb82ce" providerId="ADAL" clId="{F081A502-5C2B-420E-A5FC-E89EE3B7ADDA}" dt="2023-08-11T15:40:50.499" v="581"/>
        <pc:sldMkLst>
          <pc:docMk/>
          <pc:sldMk cId="1254879130" sldId="282"/>
        </pc:sldMkLst>
        <pc:spChg chg="mod">
          <ac:chgData name="Guillermo AntonioAguirre" userId="42908199-65f4-4d4a-8e05-6e659ccb82ce" providerId="ADAL" clId="{F081A502-5C2B-420E-A5FC-E89EE3B7ADDA}" dt="2023-08-11T15:40:50.499" v="581"/>
          <ac:spMkLst>
            <pc:docMk/>
            <pc:sldMk cId="1254879130" sldId="282"/>
            <ac:spMk id="2" creationId="{FA5BE490-7EE0-7FF3-9EF0-9B9686E1E3D0}"/>
          </ac:spMkLst>
        </pc:spChg>
        <pc:spChg chg="mod">
          <ac:chgData name="Guillermo AntonioAguirre" userId="42908199-65f4-4d4a-8e05-6e659ccb82ce" providerId="ADAL" clId="{F081A502-5C2B-420E-A5FC-E89EE3B7ADDA}" dt="2023-08-11T03:32:13.604" v="370" actId="20577"/>
          <ac:spMkLst>
            <pc:docMk/>
            <pc:sldMk cId="1254879130" sldId="282"/>
            <ac:spMk id="47" creationId="{EEA84440-EDBF-D2AE-AF4B-DEAE759E62AB}"/>
          </ac:spMkLst>
        </pc:spChg>
        <pc:spChg chg="mod">
          <ac:chgData name="Guillermo AntonioAguirre" userId="42908199-65f4-4d4a-8e05-6e659ccb82ce" providerId="ADAL" clId="{F081A502-5C2B-420E-A5FC-E89EE3B7ADDA}" dt="2023-08-11T15:39:00.719" v="580" actId="20577"/>
          <ac:spMkLst>
            <pc:docMk/>
            <pc:sldMk cId="1254879130" sldId="282"/>
            <ac:spMk id="48" creationId="{65CD3FC8-EA0A-EC24-1E3F-D28C34E7BB3E}"/>
          </ac:spMkLst>
        </pc:spChg>
      </pc:sldChg>
      <pc:sldChg chg="modSp add mod">
        <pc:chgData name="Guillermo AntonioAguirre" userId="42908199-65f4-4d4a-8e05-6e659ccb82ce" providerId="ADAL" clId="{F081A502-5C2B-420E-A5FC-E89EE3B7ADDA}" dt="2023-08-11T16:16:54.967" v="755"/>
        <pc:sldMkLst>
          <pc:docMk/>
          <pc:sldMk cId="3159267212" sldId="283"/>
        </pc:sldMkLst>
        <pc:spChg chg="mod">
          <ac:chgData name="Guillermo AntonioAguirre" userId="42908199-65f4-4d4a-8e05-6e659ccb82ce" providerId="ADAL" clId="{F081A502-5C2B-420E-A5FC-E89EE3B7ADDA}" dt="2023-08-11T16:16:54.967" v="755"/>
          <ac:spMkLst>
            <pc:docMk/>
            <pc:sldMk cId="3159267212" sldId="283"/>
            <ac:spMk id="2" creationId="{4A233D6A-83EB-2F04-C0AE-8705114B5B00}"/>
          </ac:spMkLst>
        </pc:spChg>
        <pc:spChg chg="mod">
          <ac:chgData name="Guillermo AntonioAguirre" userId="42908199-65f4-4d4a-8e05-6e659ccb82ce" providerId="ADAL" clId="{F081A502-5C2B-420E-A5FC-E89EE3B7ADDA}" dt="2023-08-11T03:35:00.390" v="372"/>
          <ac:spMkLst>
            <pc:docMk/>
            <pc:sldMk cId="3159267212" sldId="283"/>
            <ac:spMk id="47" creationId="{EEA84440-EDBF-D2AE-AF4B-DEAE759E62AB}"/>
          </ac:spMkLst>
        </pc:spChg>
        <pc:spChg chg="mod">
          <ac:chgData name="Guillermo AntonioAguirre" userId="42908199-65f4-4d4a-8e05-6e659ccb82ce" providerId="ADAL" clId="{F081A502-5C2B-420E-A5FC-E89EE3B7ADDA}" dt="2023-08-11T16:15:43.465" v="754" actId="20577"/>
          <ac:spMkLst>
            <pc:docMk/>
            <pc:sldMk cId="3159267212" sldId="283"/>
            <ac:spMk id="48" creationId="{65CD3FC8-EA0A-EC24-1E3F-D28C34E7BB3E}"/>
          </ac:spMkLst>
        </pc:spChg>
      </pc:sldChg>
      <pc:sldChg chg="modSp add mod">
        <pc:chgData name="Guillermo AntonioAguirre" userId="42908199-65f4-4d4a-8e05-6e659ccb82ce" providerId="ADAL" clId="{F081A502-5C2B-420E-A5FC-E89EE3B7ADDA}" dt="2023-08-11T16:54:17.343" v="839" actId="20577"/>
        <pc:sldMkLst>
          <pc:docMk/>
          <pc:sldMk cId="3878369609" sldId="284"/>
        </pc:sldMkLst>
        <pc:spChg chg="mod">
          <ac:chgData name="Guillermo AntonioAguirre" userId="42908199-65f4-4d4a-8e05-6e659ccb82ce" providerId="ADAL" clId="{F081A502-5C2B-420E-A5FC-E89EE3B7ADDA}" dt="2023-08-11T16:54:17.343" v="839" actId="20577"/>
          <ac:spMkLst>
            <pc:docMk/>
            <pc:sldMk cId="3878369609" sldId="284"/>
            <ac:spMk id="2" creationId="{4A233D6A-83EB-2F04-C0AE-8705114B5B00}"/>
          </ac:spMkLst>
        </pc:spChg>
        <pc:spChg chg="mod">
          <ac:chgData name="Guillermo AntonioAguirre" userId="42908199-65f4-4d4a-8e05-6e659ccb82ce" providerId="ADAL" clId="{F081A502-5C2B-420E-A5FC-E89EE3B7ADDA}" dt="2023-08-11T03:38:25.829" v="401" actId="404"/>
          <ac:spMkLst>
            <pc:docMk/>
            <pc:sldMk cId="3878369609" sldId="284"/>
            <ac:spMk id="47" creationId="{EEA84440-EDBF-D2AE-AF4B-DEAE759E62AB}"/>
          </ac:spMkLst>
        </pc:spChg>
        <pc:spChg chg="mod">
          <ac:chgData name="Guillermo AntonioAguirre" userId="42908199-65f4-4d4a-8e05-6e659ccb82ce" providerId="ADAL" clId="{F081A502-5C2B-420E-A5FC-E89EE3B7ADDA}" dt="2023-08-11T16:33:38.774" v="836" actId="20577"/>
          <ac:spMkLst>
            <pc:docMk/>
            <pc:sldMk cId="3878369609" sldId="284"/>
            <ac:spMk id="48" creationId="{65CD3FC8-EA0A-EC24-1E3F-D28C34E7BB3E}"/>
          </ac:spMkLst>
        </pc:spChg>
      </pc:sldChg>
      <pc:sldChg chg="modSp add mod ord">
        <pc:chgData name="Guillermo AntonioAguirre" userId="42908199-65f4-4d4a-8e05-6e659ccb82ce" providerId="ADAL" clId="{F081A502-5C2B-420E-A5FC-E89EE3B7ADDA}" dt="2023-08-11T18:03:04.353" v="992" actId="20577"/>
        <pc:sldMkLst>
          <pc:docMk/>
          <pc:sldMk cId="1869563854" sldId="285"/>
        </pc:sldMkLst>
        <pc:spChg chg="mod">
          <ac:chgData name="Guillermo AntonioAguirre" userId="42908199-65f4-4d4a-8e05-6e659ccb82ce" providerId="ADAL" clId="{F081A502-5C2B-420E-A5FC-E89EE3B7ADDA}" dt="2023-08-11T18:03:04.353" v="992" actId="20577"/>
          <ac:spMkLst>
            <pc:docMk/>
            <pc:sldMk cId="1869563854" sldId="285"/>
            <ac:spMk id="2" creationId="{4A233D6A-83EB-2F04-C0AE-8705114B5B00}"/>
          </ac:spMkLst>
        </pc:spChg>
        <pc:spChg chg="mod">
          <ac:chgData name="Guillermo AntonioAguirre" userId="42908199-65f4-4d4a-8e05-6e659ccb82ce" providerId="ADAL" clId="{F081A502-5C2B-420E-A5FC-E89EE3B7ADDA}" dt="2023-08-11T17:57:42.286" v="979" actId="27636"/>
          <ac:spMkLst>
            <pc:docMk/>
            <pc:sldMk cId="1869563854" sldId="285"/>
            <ac:spMk id="47" creationId="{EEA84440-EDBF-D2AE-AF4B-DEAE759E62AB}"/>
          </ac:spMkLst>
        </pc:spChg>
        <pc:spChg chg="mod">
          <ac:chgData name="Guillermo AntonioAguirre" userId="42908199-65f4-4d4a-8e05-6e659ccb82ce" providerId="ADAL" clId="{F081A502-5C2B-420E-A5FC-E89EE3B7ADDA}" dt="2023-08-11T17:58:31.184" v="988" actId="20577"/>
          <ac:spMkLst>
            <pc:docMk/>
            <pc:sldMk cId="1869563854" sldId="285"/>
            <ac:spMk id="48" creationId="{65CD3FC8-EA0A-EC24-1E3F-D28C34E7BB3E}"/>
          </ac:spMkLst>
        </pc:spChg>
      </pc:sldChg>
      <pc:sldChg chg="add del">
        <pc:chgData name="Guillermo AntonioAguirre" userId="42908199-65f4-4d4a-8e05-6e659ccb82ce" providerId="ADAL" clId="{F081A502-5C2B-420E-A5FC-E89EE3B7ADDA}" dt="2023-08-11T03:39:05.369" v="403" actId="2696"/>
        <pc:sldMkLst>
          <pc:docMk/>
          <pc:sldMk cId="455414431" sldId="286"/>
        </pc:sldMkLst>
      </pc:sldChg>
      <pc:sldChg chg="add">
        <pc:chgData name="Guillermo AntonioAguirre" userId="42908199-65f4-4d4a-8e05-6e659ccb82ce" providerId="ADAL" clId="{F081A502-5C2B-420E-A5FC-E89EE3B7ADDA}" dt="2023-08-11T03:39:08.733" v="404" actId="2890"/>
        <pc:sldMkLst>
          <pc:docMk/>
          <pc:sldMk cId="536460456" sldId="286"/>
        </pc:sldMkLst>
      </pc:sldChg>
      <pc:sldChg chg="add del">
        <pc:chgData name="Guillermo AntonioAguirre" userId="42908199-65f4-4d4a-8e05-6e659ccb82ce" providerId="ADAL" clId="{F081A502-5C2B-420E-A5FC-E89EE3B7ADDA}" dt="2023-08-11T14:34:52.273" v="433" actId="47"/>
        <pc:sldMkLst>
          <pc:docMk/>
          <pc:sldMk cId="3102586674" sldId="287"/>
        </pc:sldMkLst>
      </pc:sldChg>
      <pc:sldChg chg="add del">
        <pc:chgData name="Guillermo AntonioAguirre" userId="42908199-65f4-4d4a-8e05-6e659ccb82ce" providerId="ADAL" clId="{F081A502-5C2B-420E-A5FC-E89EE3B7ADDA}" dt="2023-08-11T14:33:16.917" v="423" actId="2890"/>
        <pc:sldMkLst>
          <pc:docMk/>
          <pc:sldMk cId="3515183124" sldId="287"/>
        </pc:sldMkLst>
      </pc:sldChg>
      <pc:sldChg chg="modSp add mod">
        <pc:chgData name="Guillermo AntonioAguirre" userId="42908199-65f4-4d4a-8e05-6e659ccb82ce" providerId="ADAL" clId="{F081A502-5C2B-420E-A5FC-E89EE3B7ADDA}" dt="2023-08-11T14:38:26.539" v="448" actId="207"/>
        <pc:sldMkLst>
          <pc:docMk/>
          <pc:sldMk cId="3602102969" sldId="287"/>
        </pc:sldMkLst>
        <pc:graphicFrameChg chg="modGraphic">
          <ac:chgData name="Guillermo AntonioAguirre" userId="42908199-65f4-4d4a-8e05-6e659ccb82ce" providerId="ADAL" clId="{F081A502-5C2B-420E-A5FC-E89EE3B7ADDA}" dt="2023-08-11T14:38:26.539" v="448" actId="207"/>
          <ac:graphicFrameMkLst>
            <pc:docMk/>
            <pc:sldMk cId="3602102969" sldId="287"/>
            <ac:graphicFrameMk id="4" creationId="{6F747EC7-2009-BA60-DC96-5978D8C9D04E}"/>
          </ac:graphicFrameMkLst>
        </pc:graphicFrameChg>
      </pc:sldChg>
      <pc:sldChg chg="modSp add mod">
        <pc:chgData name="Guillermo AntonioAguirre" userId="42908199-65f4-4d4a-8e05-6e659ccb82ce" providerId="ADAL" clId="{F081A502-5C2B-420E-A5FC-E89EE3B7ADDA}" dt="2023-08-11T14:41:38.749" v="455" actId="6549"/>
        <pc:sldMkLst>
          <pc:docMk/>
          <pc:sldMk cId="1902657509" sldId="288"/>
        </pc:sldMkLst>
        <pc:spChg chg="mod">
          <ac:chgData name="Guillermo AntonioAguirre" userId="42908199-65f4-4d4a-8e05-6e659ccb82ce" providerId="ADAL" clId="{F081A502-5C2B-420E-A5FC-E89EE3B7ADDA}" dt="2023-08-11T14:41:38.749" v="455" actId="6549"/>
          <ac:spMkLst>
            <pc:docMk/>
            <pc:sldMk cId="1902657509" sldId="288"/>
            <ac:spMk id="2" creationId="{E3AD9AFC-4203-46B0-92B2-B8644E2D9C1D}"/>
          </ac:spMkLst>
        </pc:spChg>
      </pc:sldChg>
      <pc:sldChg chg="modSp add mod">
        <pc:chgData name="Guillermo AntonioAguirre" userId="42908199-65f4-4d4a-8e05-6e659ccb82ce" providerId="ADAL" clId="{F081A502-5C2B-420E-A5FC-E89EE3B7ADDA}" dt="2023-08-11T14:41:46.278" v="457" actId="6549"/>
        <pc:sldMkLst>
          <pc:docMk/>
          <pc:sldMk cId="3806541559" sldId="289"/>
        </pc:sldMkLst>
        <pc:spChg chg="mod">
          <ac:chgData name="Guillermo AntonioAguirre" userId="42908199-65f4-4d4a-8e05-6e659ccb82ce" providerId="ADAL" clId="{F081A502-5C2B-420E-A5FC-E89EE3B7ADDA}" dt="2023-08-11T14:41:46.278" v="457" actId="6549"/>
          <ac:spMkLst>
            <pc:docMk/>
            <pc:sldMk cId="3806541559" sldId="289"/>
            <ac:spMk id="2" creationId="{E3AD9AFC-4203-46B0-92B2-B8644E2D9C1D}"/>
          </ac:spMkLst>
        </pc:spChg>
      </pc:sldChg>
      <pc:sldChg chg="addSp delSp modSp add mod">
        <pc:chgData name="Guillermo AntonioAguirre" userId="42908199-65f4-4d4a-8e05-6e659ccb82ce" providerId="ADAL" clId="{F081A502-5C2B-420E-A5FC-E89EE3B7ADDA}" dt="2023-08-11T15:05:26.817" v="511" actId="1076"/>
        <pc:sldMkLst>
          <pc:docMk/>
          <pc:sldMk cId="3684076768" sldId="290"/>
        </pc:sldMkLst>
        <pc:spChg chg="mod">
          <ac:chgData name="Guillermo AntonioAguirre" userId="42908199-65f4-4d4a-8e05-6e659ccb82ce" providerId="ADAL" clId="{F081A502-5C2B-420E-A5FC-E89EE3B7ADDA}" dt="2023-08-11T15:04:56.760" v="506" actId="20577"/>
          <ac:spMkLst>
            <pc:docMk/>
            <pc:sldMk cId="3684076768" sldId="290"/>
            <ac:spMk id="48" creationId="{65CD3FC8-EA0A-EC24-1E3F-D28C34E7BB3E}"/>
          </ac:spMkLst>
        </pc:spChg>
        <pc:spChg chg="del">
          <ac:chgData name="Guillermo AntonioAguirre" userId="42908199-65f4-4d4a-8e05-6e659ccb82ce" providerId="ADAL" clId="{F081A502-5C2B-420E-A5FC-E89EE3B7ADDA}" dt="2023-08-11T15:05:03.509" v="507" actId="478"/>
          <ac:spMkLst>
            <pc:docMk/>
            <pc:sldMk cId="3684076768" sldId="290"/>
            <ac:spMk id="49" creationId="{8D409129-119A-3DCD-9A0D-0F042CB38F43}"/>
          </ac:spMkLst>
        </pc:spChg>
        <pc:picChg chg="add mod">
          <ac:chgData name="Guillermo AntonioAguirre" userId="42908199-65f4-4d4a-8e05-6e659ccb82ce" providerId="ADAL" clId="{F081A502-5C2B-420E-A5FC-E89EE3B7ADDA}" dt="2023-08-11T15:05:26.817" v="511" actId="1076"/>
          <ac:picMkLst>
            <pc:docMk/>
            <pc:sldMk cId="3684076768" sldId="290"/>
            <ac:picMk id="2050" creationId="{54EB2959-010A-B00A-3450-25E804E6F0C9}"/>
          </ac:picMkLst>
        </pc:picChg>
      </pc:sldChg>
      <pc:sldChg chg="modSp add mod">
        <pc:chgData name="Guillermo AntonioAguirre" userId="42908199-65f4-4d4a-8e05-6e659ccb82ce" providerId="ADAL" clId="{F081A502-5C2B-420E-A5FC-E89EE3B7ADDA}" dt="2023-08-11T15:23:10.325" v="537"/>
        <pc:sldMkLst>
          <pc:docMk/>
          <pc:sldMk cId="4271796526" sldId="291"/>
        </pc:sldMkLst>
        <pc:spChg chg="mod">
          <ac:chgData name="Guillermo AntonioAguirre" userId="42908199-65f4-4d4a-8e05-6e659ccb82ce" providerId="ADAL" clId="{F081A502-5C2B-420E-A5FC-E89EE3B7ADDA}" dt="2023-08-11T15:23:10.325" v="537"/>
          <ac:spMkLst>
            <pc:docMk/>
            <pc:sldMk cId="4271796526" sldId="291"/>
            <ac:spMk id="2" creationId="{39251EDE-F152-7C2A-A950-F7E0BDB98C0F}"/>
          </ac:spMkLst>
        </pc:spChg>
      </pc:sldChg>
      <pc:sldChg chg="modSp add mod">
        <pc:chgData name="Guillermo AntonioAguirre" userId="42908199-65f4-4d4a-8e05-6e659ccb82ce" providerId="ADAL" clId="{F081A502-5C2B-420E-A5FC-E89EE3B7ADDA}" dt="2023-08-11T15:30:00.861" v="548" actId="20577"/>
        <pc:sldMkLst>
          <pc:docMk/>
          <pc:sldMk cId="3305109250" sldId="292"/>
        </pc:sldMkLst>
        <pc:spChg chg="mod">
          <ac:chgData name="Guillermo AntonioAguirre" userId="42908199-65f4-4d4a-8e05-6e659ccb82ce" providerId="ADAL" clId="{F081A502-5C2B-420E-A5FC-E89EE3B7ADDA}" dt="2023-08-11T15:30:00.861" v="548" actId="20577"/>
          <ac:spMkLst>
            <pc:docMk/>
            <pc:sldMk cId="3305109250" sldId="292"/>
            <ac:spMk id="2" creationId="{8F4197F4-F8B8-57AF-9735-079F17972272}"/>
          </ac:spMkLst>
        </pc:spChg>
      </pc:sldChg>
      <pc:sldChg chg="modSp add mod">
        <pc:chgData name="Guillermo AntonioAguirre" userId="42908199-65f4-4d4a-8e05-6e659ccb82ce" providerId="ADAL" clId="{F081A502-5C2B-420E-A5FC-E89EE3B7ADDA}" dt="2023-08-11T15:30:42.696" v="552" actId="6549"/>
        <pc:sldMkLst>
          <pc:docMk/>
          <pc:sldMk cId="302009754" sldId="293"/>
        </pc:sldMkLst>
        <pc:spChg chg="mod">
          <ac:chgData name="Guillermo AntonioAguirre" userId="42908199-65f4-4d4a-8e05-6e659ccb82ce" providerId="ADAL" clId="{F081A502-5C2B-420E-A5FC-E89EE3B7ADDA}" dt="2023-08-11T15:30:42.696" v="552" actId="6549"/>
          <ac:spMkLst>
            <pc:docMk/>
            <pc:sldMk cId="302009754" sldId="293"/>
            <ac:spMk id="2" creationId="{8F4197F4-F8B8-57AF-9735-079F17972272}"/>
          </ac:spMkLst>
        </pc:spChg>
      </pc:sldChg>
      <pc:sldChg chg="modSp add mod">
        <pc:chgData name="Guillermo AntonioAguirre" userId="42908199-65f4-4d4a-8e05-6e659ccb82ce" providerId="ADAL" clId="{F081A502-5C2B-420E-A5FC-E89EE3B7ADDA}" dt="2023-08-11T15:30:49.854" v="554" actId="6549"/>
        <pc:sldMkLst>
          <pc:docMk/>
          <pc:sldMk cId="2471022997" sldId="294"/>
        </pc:sldMkLst>
        <pc:spChg chg="mod">
          <ac:chgData name="Guillermo AntonioAguirre" userId="42908199-65f4-4d4a-8e05-6e659ccb82ce" providerId="ADAL" clId="{F081A502-5C2B-420E-A5FC-E89EE3B7ADDA}" dt="2023-08-11T15:30:49.854" v="554" actId="6549"/>
          <ac:spMkLst>
            <pc:docMk/>
            <pc:sldMk cId="2471022997" sldId="294"/>
            <ac:spMk id="2" creationId="{8F4197F4-F8B8-57AF-9735-079F17972272}"/>
          </ac:spMkLst>
        </pc:spChg>
      </pc:sldChg>
      <pc:sldChg chg="modSp add mod">
        <pc:chgData name="Guillermo AntonioAguirre" userId="42908199-65f4-4d4a-8e05-6e659ccb82ce" providerId="ADAL" clId="{F081A502-5C2B-420E-A5FC-E89EE3B7ADDA}" dt="2023-08-11T15:42:20.869" v="603" actId="20577"/>
        <pc:sldMkLst>
          <pc:docMk/>
          <pc:sldMk cId="3765438172" sldId="295"/>
        </pc:sldMkLst>
        <pc:spChg chg="mod">
          <ac:chgData name="Guillermo AntonioAguirre" userId="42908199-65f4-4d4a-8e05-6e659ccb82ce" providerId="ADAL" clId="{F081A502-5C2B-420E-A5FC-E89EE3B7ADDA}" dt="2023-08-11T15:42:20.869" v="603" actId="20577"/>
          <ac:spMkLst>
            <pc:docMk/>
            <pc:sldMk cId="3765438172" sldId="295"/>
            <ac:spMk id="2" creationId="{FA5BE490-7EE0-7FF3-9EF0-9B9686E1E3D0}"/>
          </ac:spMkLst>
        </pc:spChg>
        <pc:spChg chg="mod">
          <ac:chgData name="Guillermo AntonioAguirre" userId="42908199-65f4-4d4a-8e05-6e659ccb82ce" providerId="ADAL" clId="{F081A502-5C2B-420E-A5FC-E89EE3B7ADDA}" dt="2023-08-11T15:41:40.462" v="596" actId="20577"/>
          <ac:spMkLst>
            <pc:docMk/>
            <pc:sldMk cId="3765438172" sldId="295"/>
            <ac:spMk id="48" creationId="{65CD3FC8-EA0A-EC24-1E3F-D28C34E7BB3E}"/>
          </ac:spMkLst>
        </pc:spChg>
      </pc:sldChg>
      <pc:sldChg chg="modSp add mod">
        <pc:chgData name="Guillermo AntonioAguirre" userId="42908199-65f4-4d4a-8e05-6e659ccb82ce" providerId="ADAL" clId="{F081A502-5C2B-420E-A5FC-E89EE3B7ADDA}" dt="2023-08-11T15:42:28.964" v="604" actId="6549"/>
        <pc:sldMkLst>
          <pc:docMk/>
          <pc:sldMk cId="25671691" sldId="296"/>
        </pc:sldMkLst>
        <pc:spChg chg="mod">
          <ac:chgData name="Guillermo AntonioAguirre" userId="42908199-65f4-4d4a-8e05-6e659ccb82ce" providerId="ADAL" clId="{F081A502-5C2B-420E-A5FC-E89EE3B7ADDA}" dt="2023-08-11T15:42:28.964" v="604" actId="6549"/>
          <ac:spMkLst>
            <pc:docMk/>
            <pc:sldMk cId="25671691" sldId="296"/>
            <ac:spMk id="2" creationId="{FA5BE490-7EE0-7FF3-9EF0-9B9686E1E3D0}"/>
          </ac:spMkLst>
        </pc:spChg>
      </pc:sldChg>
      <pc:sldChg chg="modSp add mod">
        <pc:chgData name="Guillermo AntonioAguirre" userId="42908199-65f4-4d4a-8e05-6e659ccb82ce" providerId="ADAL" clId="{F081A502-5C2B-420E-A5FC-E89EE3B7ADDA}" dt="2023-08-11T15:46:26.524" v="627" actId="20577"/>
        <pc:sldMkLst>
          <pc:docMk/>
          <pc:sldMk cId="1456623455" sldId="297"/>
        </pc:sldMkLst>
        <pc:spChg chg="mod">
          <ac:chgData name="Guillermo AntonioAguirre" userId="42908199-65f4-4d4a-8e05-6e659ccb82ce" providerId="ADAL" clId="{F081A502-5C2B-420E-A5FC-E89EE3B7ADDA}" dt="2023-08-11T15:46:26.524" v="627" actId="20577"/>
          <ac:spMkLst>
            <pc:docMk/>
            <pc:sldMk cId="1456623455" sldId="297"/>
            <ac:spMk id="2" creationId="{FA5BE490-7EE0-7FF3-9EF0-9B9686E1E3D0}"/>
          </ac:spMkLst>
        </pc:spChg>
        <pc:spChg chg="mod">
          <ac:chgData name="Guillermo AntonioAguirre" userId="42908199-65f4-4d4a-8e05-6e659ccb82ce" providerId="ADAL" clId="{F081A502-5C2B-420E-A5FC-E89EE3B7ADDA}" dt="2023-08-11T15:45:48.415" v="624" actId="20577"/>
          <ac:spMkLst>
            <pc:docMk/>
            <pc:sldMk cId="1456623455" sldId="297"/>
            <ac:spMk id="48" creationId="{65CD3FC8-EA0A-EC24-1E3F-D28C34E7BB3E}"/>
          </ac:spMkLst>
        </pc:spChg>
      </pc:sldChg>
      <pc:sldChg chg="modSp add mod">
        <pc:chgData name="Guillermo AntonioAguirre" userId="42908199-65f4-4d4a-8e05-6e659ccb82ce" providerId="ADAL" clId="{F081A502-5C2B-420E-A5FC-E89EE3B7ADDA}" dt="2023-08-11T15:46:55.744" v="631" actId="20577"/>
        <pc:sldMkLst>
          <pc:docMk/>
          <pc:sldMk cId="3032421725" sldId="298"/>
        </pc:sldMkLst>
        <pc:spChg chg="mod">
          <ac:chgData name="Guillermo AntonioAguirre" userId="42908199-65f4-4d4a-8e05-6e659ccb82ce" providerId="ADAL" clId="{F081A502-5C2B-420E-A5FC-E89EE3B7ADDA}" dt="2023-08-11T15:46:55.744" v="631" actId="20577"/>
          <ac:spMkLst>
            <pc:docMk/>
            <pc:sldMk cId="3032421725" sldId="298"/>
            <ac:spMk id="2" creationId="{FA5BE490-7EE0-7FF3-9EF0-9B9686E1E3D0}"/>
          </ac:spMkLst>
        </pc:spChg>
      </pc:sldChg>
      <pc:sldChg chg="modSp add mod">
        <pc:chgData name="Guillermo AntonioAguirre" userId="42908199-65f4-4d4a-8e05-6e659ccb82ce" providerId="ADAL" clId="{F081A502-5C2B-420E-A5FC-E89EE3B7ADDA}" dt="2023-08-11T15:47:15.988" v="635" actId="20577"/>
        <pc:sldMkLst>
          <pc:docMk/>
          <pc:sldMk cId="1401407470" sldId="299"/>
        </pc:sldMkLst>
        <pc:spChg chg="mod">
          <ac:chgData name="Guillermo AntonioAguirre" userId="42908199-65f4-4d4a-8e05-6e659ccb82ce" providerId="ADAL" clId="{F081A502-5C2B-420E-A5FC-E89EE3B7ADDA}" dt="2023-08-11T15:47:15.988" v="635" actId="20577"/>
          <ac:spMkLst>
            <pc:docMk/>
            <pc:sldMk cId="1401407470" sldId="299"/>
            <ac:spMk id="2" creationId="{FA5BE490-7EE0-7FF3-9EF0-9B9686E1E3D0}"/>
          </ac:spMkLst>
        </pc:spChg>
      </pc:sldChg>
      <pc:sldChg chg="modSp add mod">
        <pc:chgData name="Guillermo AntonioAguirre" userId="42908199-65f4-4d4a-8e05-6e659ccb82ce" providerId="ADAL" clId="{F081A502-5C2B-420E-A5FC-E89EE3B7ADDA}" dt="2023-08-11T15:47:37.106" v="638" actId="20577"/>
        <pc:sldMkLst>
          <pc:docMk/>
          <pc:sldMk cId="4206705205" sldId="300"/>
        </pc:sldMkLst>
        <pc:spChg chg="mod">
          <ac:chgData name="Guillermo AntonioAguirre" userId="42908199-65f4-4d4a-8e05-6e659ccb82ce" providerId="ADAL" clId="{F081A502-5C2B-420E-A5FC-E89EE3B7ADDA}" dt="2023-08-11T15:47:37.106" v="638" actId="20577"/>
          <ac:spMkLst>
            <pc:docMk/>
            <pc:sldMk cId="4206705205" sldId="300"/>
            <ac:spMk id="2" creationId="{FA5BE490-7EE0-7FF3-9EF0-9B9686E1E3D0}"/>
          </ac:spMkLst>
        </pc:spChg>
      </pc:sldChg>
      <pc:sldChg chg="modSp add mod">
        <pc:chgData name="Guillermo AntonioAguirre" userId="42908199-65f4-4d4a-8e05-6e659ccb82ce" providerId="ADAL" clId="{F081A502-5C2B-420E-A5FC-E89EE3B7ADDA}" dt="2023-08-11T15:47:44.992" v="639" actId="20577"/>
        <pc:sldMkLst>
          <pc:docMk/>
          <pc:sldMk cId="378255091" sldId="301"/>
        </pc:sldMkLst>
        <pc:spChg chg="mod">
          <ac:chgData name="Guillermo AntonioAguirre" userId="42908199-65f4-4d4a-8e05-6e659ccb82ce" providerId="ADAL" clId="{F081A502-5C2B-420E-A5FC-E89EE3B7ADDA}" dt="2023-08-11T15:47:44.992" v="639" actId="20577"/>
          <ac:spMkLst>
            <pc:docMk/>
            <pc:sldMk cId="378255091" sldId="301"/>
            <ac:spMk id="2" creationId="{FA5BE490-7EE0-7FF3-9EF0-9B9686E1E3D0}"/>
          </ac:spMkLst>
        </pc:spChg>
      </pc:sldChg>
      <pc:sldChg chg="modSp add mod">
        <pc:chgData name="Guillermo AntonioAguirre" userId="42908199-65f4-4d4a-8e05-6e659ccb82ce" providerId="ADAL" clId="{F081A502-5C2B-420E-A5FC-E89EE3B7ADDA}" dt="2023-08-11T15:50:32.985" v="662" actId="6549"/>
        <pc:sldMkLst>
          <pc:docMk/>
          <pc:sldMk cId="1808518122" sldId="302"/>
        </pc:sldMkLst>
        <pc:spChg chg="mod">
          <ac:chgData name="Guillermo AntonioAguirre" userId="42908199-65f4-4d4a-8e05-6e659ccb82ce" providerId="ADAL" clId="{F081A502-5C2B-420E-A5FC-E89EE3B7ADDA}" dt="2023-08-11T15:50:32.985" v="662" actId="6549"/>
          <ac:spMkLst>
            <pc:docMk/>
            <pc:sldMk cId="1808518122" sldId="302"/>
            <ac:spMk id="2" creationId="{FA5BE490-7EE0-7FF3-9EF0-9B9686E1E3D0}"/>
          </ac:spMkLst>
        </pc:spChg>
        <pc:spChg chg="mod">
          <ac:chgData name="Guillermo AntonioAguirre" userId="42908199-65f4-4d4a-8e05-6e659ccb82ce" providerId="ADAL" clId="{F081A502-5C2B-420E-A5FC-E89EE3B7ADDA}" dt="2023-08-11T15:48:13.801" v="657" actId="20577"/>
          <ac:spMkLst>
            <pc:docMk/>
            <pc:sldMk cId="1808518122" sldId="302"/>
            <ac:spMk id="48" creationId="{65CD3FC8-EA0A-EC24-1E3F-D28C34E7BB3E}"/>
          </ac:spMkLst>
        </pc:spChg>
      </pc:sldChg>
      <pc:sldChg chg="modSp add mod">
        <pc:chgData name="Guillermo AntonioAguirre" userId="42908199-65f4-4d4a-8e05-6e659ccb82ce" providerId="ADAL" clId="{F081A502-5C2B-420E-A5FC-E89EE3B7ADDA}" dt="2023-08-11T15:51:03.753" v="666" actId="20577"/>
        <pc:sldMkLst>
          <pc:docMk/>
          <pc:sldMk cId="1873631781" sldId="303"/>
        </pc:sldMkLst>
        <pc:spChg chg="mod">
          <ac:chgData name="Guillermo AntonioAguirre" userId="42908199-65f4-4d4a-8e05-6e659ccb82ce" providerId="ADAL" clId="{F081A502-5C2B-420E-A5FC-E89EE3B7ADDA}" dt="2023-08-11T15:51:03.753" v="666" actId="20577"/>
          <ac:spMkLst>
            <pc:docMk/>
            <pc:sldMk cId="1873631781" sldId="303"/>
            <ac:spMk id="2" creationId="{FA5BE490-7EE0-7FF3-9EF0-9B9686E1E3D0}"/>
          </ac:spMkLst>
        </pc:spChg>
      </pc:sldChg>
      <pc:sldChg chg="modSp add mod">
        <pc:chgData name="Guillermo AntonioAguirre" userId="42908199-65f4-4d4a-8e05-6e659ccb82ce" providerId="ADAL" clId="{F081A502-5C2B-420E-A5FC-E89EE3B7ADDA}" dt="2023-08-11T15:51:25.583" v="669" actId="20577"/>
        <pc:sldMkLst>
          <pc:docMk/>
          <pc:sldMk cId="2504991192" sldId="304"/>
        </pc:sldMkLst>
        <pc:spChg chg="mod">
          <ac:chgData name="Guillermo AntonioAguirre" userId="42908199-65f4-4d4a-8e05-6e659ccb82ce" providerId="ADAL" clId="{F081A502-5C2B-420E-A5FC-E89EE3B7ADDA}" dt="2023-08-11T15:51:25.583" v="669" actId="20577"/>
          <ac:spMkLst>
            <pc:docMk/>
            <pc:sldMk cId="2504991192" sldId="304"/>
            <ac:spMk id="2" creationId="{FA5BE490-7EE0-7FF3-9EF0-9B9686E1E3D0}"/>
          </ac:spMkLst>
        </pc:spChg>
      </pc:sldChg>
      <pc:sldChg chg="modSp add mod">
        <pc:chgData name="Guillermo AntonioAguirre" userId="42908199-65f4-4d4a-8e05-6e659ccb82ce" providerId="ADAL" clId="{F081A502-5C2B-420E-A5FC-E89EE3B7ADDA}" dt="2023-08-11T15:54:46.148" v="674" actId="20577"/>
        <pc:sldMkLst>
          <pc:docMk/>
          <pc:sldMk cId="253399551" sldId="305"/>
        </pc:sldMkLst>
        <pc:spChg chg="mod">
          <ac:chgData name="Guillermo AntonioAguirre" userId="42908199-65f4-4d4a-8e05-6e659ccb82ce" providerId="ADAL" clId="{F081A502-5C2B-420E-A5FC-E89EE3B7ADDA}" dt="2023-08-11T15:54:46.148" v="674" actId="20577"/>
          <ac:spMkLst>
            <pc:docMk/>
            <pc:sldMk cId="253399551" sldId="305"/>
            <ac:spMk id="2" creationId="{FA5BE490-7EE0-7FF3-9EF0-9B9686E1E3D0}"/>
          </ac:spMkLst>
        </pc:spChg>
      </pc:sldChg>
      <pc:sldChg chg="modSp add mod">
        <pc:chgData name="Guillermo AntonioAguirre" userId="42908199-65f4-4d4a-8e05-6e659ccb82ce" providerId="ADAL" clId="{F081A502-5C2B-420E-A5FC-E89EE3B7ADDA}" dt="2023-08-11T15:54:30.741" v="673" actId="20577"/>
        <pc:sldMkLst>
          <pc:docMk/>
          <pc:sldMk cId="4035138458" sldId="306"/>
        </pc:sldMkLst>
        <pc:spChg chg="mod">
          <ac:chgData name="Guillermo AntonioAguirre" userId="42908199-65f4-4d4a-8e05-6e659ccb82ce" providerId="ADAL" clId="{F081A502-5C2B-420E-A5FC-E89EE3B7ADDA}" dt="2023-08-11T15:54:30.741" v="673" actId="20577"/>
          <ac:spMkLst>
            <pc:docMk/>
            <pc:sldMk cId="4035138458" sldId="306"/>
            <ac:spMk id="2" creationId="{FA5BE490-7EE0-7FF3-9EF0-9B9686E1E3D0}"/>
          </ac:spMkLst>
        </pc:spChg>
      </pc:sldChg>
      <pc:sldChg chg="addSp delSp modSp add mod delAnim modAnim">
        <pc:chgData name="Guillermo AntonioAguirre" userId="42908199-65f4-4d4a-8e05-6e659ccb82ce" providerId="ADAL" clId="{F081A502-5C2B-420E-A5FC-E89EE3B7ADDA}" dt="2023-08-12T03:50:09.519" v="1261" actId="1076"/>
        <pc:sldMkLst>
          <pc:docMk/>
          <pc:sldMk cId="4203147889" sldId="307"/>
        </pc:sldMkLst>
        <pc:spChg chg="del">
          <ac:chgData name="Guillermo AntonioAguirre" userId="42908199-65f4-4d4a-8e05-6e659ccb82ce" providerId="ADAL" clId="{F081A502-5C2B-420E-A5FC-E89EE3B7ADDA}" dt="2023-08-11T15:55:39.844" v="682" actId="478"/>
          <ac:spMkLst>
            <pc:docMk/>
            <pc:sldMk cId="4203147889" sldId="307"/>
            <ac:spMk id="2" creationId="{FA5BE490-7EE0-7FF3-9EF0-9B9686E1E3D0}"/>
          </ac:spMkLst>
        </pc:spChg>
        <pc:spChg chg="add del">
          <ac:chgData name="Guillermo AntonioAguirre" userId="42908199-65f4-4d4a-8e05-6e659ccb82ce" providerId="ADAL" clId="{F081A502-5C2B-420E-A5FC-E89EE3B7ADDA}" dt="2023-08-12T03:49:41.499" v="1259" actId="22"/>
          <ac:spMkLst>
            <pc:docMk/>
            <pc:sldMk cId="4203147889" sldId="307"/>
            <ac:spMk id="12" creationId="{F9B1D45C-A691-A632-059B-E90E7980DD3F}"/>
          </ac:spMkLst>
        </pc:spChg>
        <pc:spChg chg="mod">
          <ac:chgData name="Guillermo AntonioAguirre" userId="42908199-65f4-4d4a-8e05-6e659ccb82ce" providerId="ADAL" clId="{F081A502-5C2B-420E-A5FC-E89EE3B7ADDA}" dt="2023-08-12T03:42:03.144" v="1250" actId="20577"/>
          <ac:spMkLst>
            <pc:docMk/>
            <pc:sldMk cId="4203147889" sldId="307"/>
            <ac:spMk id="48" creationId="{65CD3FC8-EA0A-EC24-1E3F-D28C34E7BB3E}"/>
          </ac:spMkLst>
        </pc:spChg>
        <pc:picChg chg="add del mod">
          <ac:chgData name="Guillermo AntonioAguirre" userId="42908199-65f4-4d4a-8e05-6e659ccb82ce" providerId="ADAL" clId="{F081A502-5C2B-420E-A5FC-E89EE3B7ADDA}" dt="2023-08-12T02:57:39.605" v="1157" actId="478"/>
          <ac:picMkLst>
            <pc:docMk/>
            <pc:sldMk cId="4203147889" sldId="307"/>
            <ac:picMk id="3" creationId="{78C417EA-B5EE-E67F-2E6C-CA82EE8B2462}"/>
          </ac:picMkLst>
        </pc:picChg>
        <pc:picChg chg="add del mod">
          <ac:chgData name="Guillermo AntonioAguirre" userId="42908199-65f4-4d4a-8e05-6e659ccb82ce" providerId="ADAL" clId="{F081A502-5C2B-420E-A5FC-E89EE3B7ADDA}" dt="2023-08-12T02:57:39.605" v="1157" actId="478"/>
          <ac:picMkLst>
            <pc:docMk/>
            <pc:sldMk cId="4203147889" sldId="307"/>
            <ac:picMk id="4" creationId="{50E3F67B-C744-1C4D-357D-0918C8F1C495}"/>
          </ac:picMkLst>
        </pc:picChg>
        <pc:picChg chg="add del mod">
          <ac:chgData name="Guillermo AntonioAguirre" userId="42908199-65f4-4d4a-8e05-6e659ccb82ce" providerId="ADAL" clId="{F081A502-5C2B-420E-A5FC-E89EE3B7ADDA}" dt="2023-08-12T02:57:39.605" v="1157" actId="478"/>
          <ac:picMkLst>
            <pc:docMk/>
            <pc:sldMk cId="4203147889" sldId="307"/>
            <ac:picMk id="5" creationId="{6F1E223F-7AF1-ACEF-C874-3CDEE0A64878}"/>
          </ac:picMkLst>
        </pc:picChg>
        <pc:picChg chg="add del mod">
          <ac:chgData name="Guillermo AntonioAguirre" userId="42908199-65f4-4d4a-8e05-6e659ccb82ce" providerId="ADAL" clId="{F081A502-5C2B-420E-A5FC-E89EE3B7ADDA}" dt="2023-08-12T02:57:39.605" v="1157" actId="478"/>
          <ac:picMkLst>
            <pc:docMk/>
            <pc:sldMk cId="4203147889" sldId="307"/>
            <ac:picMk id="6" creationId="{5E92A40D-1257-EEB4-CC6E-60E89F29A8EC}"/>
          </ac:picMkLst>
        </pc:picChg>
        <pc:picChg chg="add del mod modCrop">
          <ac:chgData name="Guillermo AntonioAguirre" userId="42908199-65f4-4d4a-8e05-6e659ccb82ce" providerId="ADAL" clId="{F081A502-5C2B-420E-A5FC-E89EE3B7ADDA}" dt="2023-08-12T03:42:07.920" v="1251" actId="478"/>
          <ac:picMkLst>
            <pc:docMk/>
            <pc:sldMk cId="4203147889" sldId="307"/>
            <ac:picMk id="7" creationId="{CEDC1C56-2CC4-52F7-A1A7-57428E8AA8FA}"/>
          </ac:picMkLst>
        </pc:picChg>
        <pc:picChg chg="add mod">
          <ac:chgData name="Guillermo AntonioAguirre" userId="42908199-65f4-4d4a-8e05-6e659ccb82ce" providerId="ADAL" clId="{F081A502-5C2B-420E-A5FC-E89EE3B7ADDA}" dt="2023-08-12T03:47:11.776" v="1253" actId="1076"/>
          <ac:picMkLst>
            <pc:docMk/>
            <pc:sldMk cId="4203147889" sldId="307"/>
            <ac:picMk id="8" creationId="{8C2C2583-E2B2-D35E-8CB3-F6F77A533373}"/>
          </ac:picMkLst>
        </pc:picChg>
        <pc:picChg chg="add mod">
          <ac:chgData name="Guillermo AntonioAguirre" userId="42908199-65f4-4d4a-8e05-6e659ccb82ce" providerId="ADAL" clId="{F081A502-5C2B-420E-A5FC-E89EE3B7ADDA}" dt="2023-08-12T03:48:21.871" v="1255" actId="1076"/>
          <ac:picMkLst>
            <pc:docMk/>
            <pc:sldMk cId="4203147889" sldId="307"/>
            <ac:picMk id="9" creationId="{E9281E24-7EDE-37CB-66B1-C2F3792B9913}"/>
          </ac:picMkLst>
        </pc:picChg>
        <pc:picChg chg="add mod">
          <ac:chgData name="Guillermo AntonioAguirre" userId="42908199-65f4-4d4a-8e05-6e659ccb82ce" providerId="ADAL" clId="{F081A502-5C2B-420E-A5FC-E89EE3B7ADDA}" dt="2023-08-12T03:49:04.871" v="1257" actId="1076"/>
          <ac:picMkLst>
            <pc:docMk/>
            <pc:sldMk cId="4203147889" sldId="307"/>
            <ac:picMk id="10" creationId="{036AB6EA-3D01-2D92-9312-A594731BDFBF}"/>
          </ac:picMkLst>
        </pc:picChg>
        <pc:picChg chg="add mod">
          <ac:chgData name="Guillermo AntonioAguirre" userId="42908199-65f4-4d4a-8e05-6e659ccb82ce" providerId="ADAL" clId="{F081A502-5C2B-420E-A5FC-E89EE3B7ADDA}" dt="2023-08-12T03:50:09.519" v="1261" actId="1076"/>
          <ac:picMkLst>
            <pc:docMk/>
            <pc:sldMk cId="4203147889" sldId="307"/>
            <ac:picMk id="13" creationId="{7FFC79B9-C73B-0BC8-46E8-B92F0B6234DC}"/>
          </ac:picMkLst>
        </pc:picChg>
      </pc:sldChg>
      <pc:sldChg chg="modSp add mod">
        <pc:chgData name="Guillermo AntonioAguirre" userId="42908199-65f4-4d4a-8e05-6e659ccb82ce" providerId="ADAL" clId="{F081A502-5C2B-420E-A5FC-E89EE3B7ADDA}" dt="2023-08-11T16:05:15.055" v="703"/>
        <pc:sldMkLst>
          <pc:docMk/>
          <pc:sldMk cId="2846406705" sldId="308"/>
        </pc:sldMkLst>
        <pc:spChg chg="mod">
          <ac:chgData name="Guillermo AntonioAguirre" userId="42908199-65f4-4d4a-8e05-6e659ccb82ce" providerId="ADAL" clId="{F081A502-5C2B-420E-A5FC-E89EE3B7ADDA}" dt="2023-08-11T16:05:15.055" v="703"/>
          <ac:spMkLst>
            <pc:docMk/>
            <pc:sldMk cId="2846406705" sldId="308"/>
            <ac:spMk id="2" creationId="{BD87B448-8E1E-1436-EA99-7821B020BEC2}"/>
          </ac:spMkLst>
        </pc:spChg>
      </pc:sldChg>
      <pc:sldChg chg="new del">
        <pc:chgData name="Guillermo AntonioAguirre" userId="42908199-65f4-4d4a-8e05-6e659ccb82ce" providerId="ADAL" clId="{F081A502-5C2B-420E-A5FC-E89EE3B7ADDA}" dt="2023-08-11T15:58:07.156" v="689" actId="680"/>
        <pc:sldMkLst>
          <pc:docMk/>
          <pc:sldMk cId="3086321655" sldId="308"/>
        </pc:sldMkLst>
      </pc:sldChg>
      <pc:sldChg chg="modSp add mod">
        <pc:chgData name="Guillermo AntonioAguirre" userId="42908199-65f4-4d4a-8e05-6e659ccb82ce" providerId="ADAL" clId="{F081A502-5C2B-420E-A5FC-E89EE3B7ADDA}" dt="2023-08-11T16:08:59.241" v="724" actId="20577"/>
        <pc:sldMkLst>
          <pc:docMk/>
          <pc:sldMk cId="2388421689" sldId="309"/>
        </pc:sldMkLst>
        <pc:spChg chg="mod">
          <ac:chgData name="Guillermo AntonioAguirre" userId="42908199-65f4-4d4a-8e05-6e659ccb82ce" providerId="ADAL" clId="{F081A502-5C2B-420E-A5FC-E89EE3B7ADDA}" dt="2023-08-11T16:08:59.241" v="724" actId="20577"/>
          <ac:spMkLst>
            <pc:docMk/>
            <pc:sldMk cId="2388421689" sldId="309"/>
            <ac:spMk id="2" creationId="{0B5A5FF6-4812-B09E-3F6D-521E7F075110}"/>
          </ac:spMkLst>
        </pc:spChg>
      </pc:sldChg>
      <pc:sldChg chg="add del">
        <pc:chgData name="Guillermo AntonioAguirre" userId="42908199-65f4-4d4a-8e05-6e659ccb82ce" providerId="ADAL" clId="{F081A502-5C2B-420E-A5FC-E89EE3B7ADDA}" dt="2023-08-11T16:08:36.135" v="722" actId="2890"/>
        <pc:sldMkLst>
          <pc:docMk/>
          <pc:sldMk cId="1117628718" sldId="310"/>
        </pc:sldMkLst>
      </pc:sldChg>
      <pc:sldChg chg="modSp add mod">
        <pc:chgData name="Guillermo AntonioAguirre" userId="42908199-65f4-4d4a-8e05-6e659ccb82ce" providerId="ADAL" clId="{F081A502-5C2B-420E-A5FC-E89EE3B7ADDA}" dt="2023-08-11T16:09:24.299" v="728" actId="20577"/>
        <pc:sldMkLst>
          <pc:docMk/>
          <pc:sldMk cId="4002426591" sldId="310"/>
        </pc:sldMkLst>
        <pc:spChg chg="mod">
          <ac:chgData name="Guillermo AntonioAguirre" userId="42908199-65f4-4d4a-8e05-6e659ccb82ce" providerId="ADAL" clId="{F081A502-5C2B-420E-A5FC-E89EE3B7ADDA}" dt="2023-08-11T16:09:24.299" v="728" actId="20577"/>
          <ac:spMkLst>
            <pc:docMk/>
            <pc:sldMk cId="4002426591" sldId="310"/>
            <ac:spMk id="2" creationId="{0B5A5FF6-4812-B09E-3F6D-521E7F075110}"/>
          </ac:spMkLst>
        </pc:spChg>
      </pc:sldChg>
      <pc:sldChg chg="modSp add mod">
        <pc:chgData name="Guillermo AntonioAguirre" userId="42908199-65f4-4d4a-8e05-6e659ccb82ce" providerId="ADAL" clId="{F081A502-5C2B-420E-A5FC-E89EE3B7ADDA}" dt="2023-08-11T16:09:31.399" v="729" actId="20577"/>
        <pc:sldMkLst>
          <pc:docMk/>
          <pc:sldMk cId="757271073" sldId="311"/>
        </pc:sldMkLst>
        <pc:spChg chg="mod">
          <ac:chgData name="Guillermo AntonioAguirre" userId="42908199-65f4-4d4a-8e05-6e659ccb82ce" providerId="ADAL" clId="{F081A502-5C2B-420E-A5FC-E89EE3B7ADDA}" dt="2023-08-11T16:09:31.399" v="729" actId="20577"/>
          <ac:spMkLst>
            <pc:docMk/>
            <pc:sldMk cId="757271073" sldId="311"/>
            <ac:spMk id="2" creationId="{0B5A5FF6-4812-B09E-3F6D-521E7F075110}"/>
          </ac:spMkLst>
        </pc:spChg>
      </pc:sldChg>
      <pc:sldChg chg="modSp add mod">
        <pc:chgData name="Guillermo AntonioAguirre" userId="42908199-65f4-4d4a-8e05-6e659ccb82ce" providerId="ADAL" clId="{F081A502-5C2B-420E-A5FC-E89EE3B7ADDA}" dt="2023-08-11T16:21:57.456" v="766" actId="20577"/>
        <pc:sldMkLst>
          <pc:docMk/>
          <pc:sldMk cId="2924528128" sldId="312"/>
        </pc:sldMkLst>
        <pc:spChg chg="mod">
          <ac:chgData name="Guillermo AntonioAguirre" userId="42908199-65f4-4d4a-8e05-6e659ccb82ce" providerId="ADAL" clId="{F081A502-5C2B-420E-A5FC-E89EE3B7ADDA}" dt="2023-08-11T16:21:57.456" v="766" actId="20577"/>
          <ac:spMkLst>
            <pc:docMk/>
            <pc:sldMk cId="2924528128" sldId="312"/>
            <ac:spMk id="2" creationId="{4A233D6A-83EB-2F04-C0AE-8705114B5B00}"/>
          </ac:spMkLst>
        </pc:spChg>
        <pc:spChg chg="mod">
          <ac:chgData name="Guillermo AntonioAguirre" userId="42908199-65f4-4d4a-8e05-6e659ccb82ce" providerId="ADAL" clId="{F081A502-5C2B-420E-A5FC-E89EE3B7ADDA}" dt="2023-08-11T16:21:20.921" v="761" actId="20577"/>
          <ac:spMkLst>
            <pc:docMk/>
            <pc:sldMk cId="2924528128" sldId="312"/>
            <ac:spMk id="48" creationId="{65CD3FC8-EA0A-EC24-1E3F-D28C34E7BB3E}"/>
          </ac:spMkLst>
        </pc:spChg>
      </pc:sldChg>
      <pc:sldChg chg="modSp add mod">
        <pc:chgData name="Guillermo AntonioAguirre" userId="42908199-65f4-4d4a-8e05-6e659ccb82ce" providerId="ADAL" clId="{F081A502-5C2B-420E-A5FC-E89EE3B7ADDA}" dt="2023-08-11T16:22:21.229" v="769" actId="20577"/>
        <pc:sldMkLst>
          <pc:docMk/>
          <pc:sldMk cId="1716556956" sldId="313"/>
        </pc:sldMkLst>
        <pc:spChg chg="mod">
          <ac:chgData name="Guillermo AntonioAguirre" userId="42908199-65f4-4d4a-8e05-6e659ccb82ce" providerId="ADAL" clId="{F081A502-5C2B-420E-A5FC-E89EE3B7ADDA}" dt="2023-08-11T16:22:21.229" v="769" actId="20577"/>
          <ac:spMkLst>
            <pc:docMk/>
            <pc:sldMk cId="1716556956" sldId="313"/>
            <ac:spMk id="2" creationId="{4A233D6A-83EB-2F04-C0AE-8705114B5B00}"/>
          </ac:spMkLst>
        </pc:spChg>
      </pc:sldChg>
      <pc:sldChg chg="modSp add mod">
        <pc:chgData name="Guillermo AntonioAguirre" userId="42908199-65f4-4d4a-8e05-6e659ccb82ce" providerId="ADAL" clId="{F081A502-5C2B-420E-A5FC-E89EE3B7ADDA}" dt="2023-08-11T16:22:27.553" v="770" actId="20577"/>
        <pc:sldMkLst>
          <pc:docMk/>
          <pc:sldMk cId="2985525699" sldId="314"/>
        </pc:sldMkLst>
        <pc:spChg chg="mod">
          <ac:chgData name="Guillermo AntonioAguirre" userId="42908199-65f4-4d4a-8e05-6e659ccb82ce" providerId="ADAL" clId="{F081A502-5C2B-420E-A5FC-E89EE3B7ADDA}" dt="2023-08-11T16:22:27.553" v="770" actId="20577"/>
          <ac:spMkLst>
            <pc:docMk/>
            <pc:sldMk cId="2985525699" sldId="314"/>
            <ac:spMk id="2" creationId="{4A233D6A-83EB-2F04-C0AE-8705114B5B00}"/>
          </ac:spMkLst>
        </pc:spChg>
      </pc:sldChg>
      <pc:sldChg chg="modSp add mod">
        <pc:chgData name="Guillermo AntonioAguirre" userId="42908199-65f4-4d4a-8e05-6e659ccb82ce" providerId="ADAL" clId="{F081A502-5C2B-420E-A5FC-E89EE3B7ADDA}" dt="2023-08-11T16:25:00.715" v="795" actId="20577"/>
        <pc:sldMkLst>
          <pc:docMk/>
          <pc:sldMk cId="3056910762" sldId="315"/>
        </pc:sldMkLst>
        <pc:spChg chg="mod">
          <ac:chgData name="Guillermo AntonioAguirre" userId="42908199-65f4-4d4a-8e05-6e659ccb82ce" providerId="ADAL" clId="{F081A502-5C2B-420E-A5FC-E89EE3B7ADDA}" dt="2023-08-11T16:25:00.715" v="795" actId="20577"/>
          <ac:spMkLst>
            <pc:docMk/>
            <pc:sldMk cId="3056910762" sldId="315"/>
            <ac:spMk id="2" creationId="{4A233D6A-83EB-2F04-C0AE-8705114B5B00}"/>
          </ac:spMkLst>
        </pc:spChg>
        <pc:spChg chg="mod">
          <ac:chgData name="Guillermo AntonioAguirre" userId="42908199-65f4-4d4a-8e05-6e659ccb82ce" providerId="ADAL" clId="{F081A502-5C2B-420E-A5FC-E89EE3B7ADDA}" dt="2023-08-11T16:24:14.602" v="792" actId="20577"/>
          <ac:spMkLst>
            <pc:docMk/>
            <pc:sldMk cId="3056910762" sldId="315"/>
            <ac:spMk id="48" creationId="{65CD3FC8-EA0A-EC24-1E3F-D28C34E7BB3E}"/>
          </ac:spMkLst>
        </pc:spChg>
      </pc:sldChg>
      <pc:sldChg chg="modSp add mod">
        <pc:chgData name="Guillermo AntonioAguirre" userId="42908199-65f4-4d4a-8e05-6e659ccb82ce" providerId="ADAL" clId="{F081A502-5C2B-420E-A5FC-E89EE3B7ADDA}" dt="2023-08-11T16:25:23.058" v="798" actId="20577"/>
        <pc:sldMkLst>
          <pc:docMk/>
          <pc:sldMk cId="3324088096" sldId="316"/>
        </pc:sldMkLst>
        <pc:spChg chg="mod">
          <ac:chgData name="Guillermo AntonioAguirre" userId="42908199-65f4-4d4a-8e05-6e659ccb82ce" providerId="ADAL" clId="{F081A502-5C2B-420E-A5FC-E89EE3B7ADDA}" dt="2023-08-11T16:25:23.058" v="798" actId="20577"/>
          <ac:spMkLst>
            <pc:docMk/>
            <pc:sldMk cId="3324088096" sldId="316"/>
            <ac:spMk id="2" creationId="{4A233D6A-83EB-2F04-C0AE-8705114B5B00}"/>
          </ac:spMkLst>
        </pc:spChg>
      </pc:sldChg>
      <pc:sldChg chg="modSp add mod">
        <pc:chgData name="Guillermo AntonioAguirre" userId="42908199-65f4-4d4a-8e05-6e659ccb82ce" providerId="ADAL" clId="{F081A502-5C2B-420E-A5FC-E89EE3B7ADDA}" dt="2023-08-11T16:25:43.636" v="801" actId="20577"/>
        <pc:sldMkLst>
          <pc:docMk/>
          <pc:sldMk cId="1123345685" sldId="317"/>
        </pc:sldMkLst>
        <pc:spChg chg="mod">
          <ac:chgData name="Guillermo AntonioAguirre" userId="42908199-65f4-4d4a-8e05-6e659ccb82ce" providerId="ADAL" clId="{F081A502-5C2B-420E-A5FC-E89EE3B7ADDA}" dt="2023-08-11T16:25:43.636" v="801" actId="20577"/>
          <ac:spMkLst>
            <pc:docMk/>
            <pc:sldMk cId="1123345685" sldId="317"/>
            <ac:spMk id="2" creationId="{4A233D6A-83EB-2F04-C0AE-8705114B5B00}"/>
          </ac:spMkLst>
        </pc:spChg>
      </pc:sldChg>
      <pc:sldChg chg="modSp add mod">
        <pc:chgData name="Guillermo AntonioAguirre" userId="42908199-65f4-4d4a-8e05-6e659ccb82ce" providerId="ADAL" clId="{F081A502-5C2B-420E-A5FC-E89EE3B7ADDA}" dt="2023-08-11T16:26:29.777" v="809" actId="20577"/>
        <pc:sldMkLst>
          <pc:docMk/>
          <pc:sldMk cId="4152606602" sldId="318"/>
        </pc:sldMkLst>
        <pc:spChg chg="mod">
          <ac:chgData name="Guillermo AntonioAguirre" userId="42908199-65f4-4d4a-8e05-6e659ccb82ce" providerId="ADAL" clId="{F081A502-5C2B-420E-A5FC-E89EE3B7ADDA}" dt="2023-08-11T16:26:29.777" v="809" actId="20577"/>
          <ac:spMkLst>
            <pc:docMk/>
            <pc:sldMk cId="4152606602" sldId="318"/>
            <ac:spMk id="2" creationId="{4A233D6A-83EB-2F04-C0AE-8705114B5B00}"/>
          </ac:spMkLst>
        </pc:spChg>
      </pc:sldChg>
      <pc:sldChg chg="modSp add mod">
        <pc:chgData name="Guillermo AntonioAguirre" userId="42908199-65f4-4d4a-8e05-6e659ccb82ce" providerId="ADAL" clId="{F081A502-5C2B-420E-A5FC-E89EE3B7ADDA}" dt="2023-08-11T16:26:37.084" v="810" actId="20577"/>
        <pc:sldMkLst>
          <pc:docMk/>
          <pc:sldMk cId="274914974" sldId="319"/>
        </pc:sldMkLst>
        <pc:spChg chg="mod">
          <ac:chgData name="Guillermo AntonioAguirre" userId="42908199-65f4-4d4a-8e05-6e659ccb82ce" providerId="ADAL" clId="{F081A502-5C2B-420E-A5FC-E89EE3B7ADDA}" dt="2023-08-11T16:26:37.084" v="810" actId="20577"/>
          <ac:spMkLst>
            <pc:docMk/>
            <pc:sldMk cId="274914974" sldId="319"/>
            <ac:spMk id="2" creationId="{4A233D6A-83EB-2F04-C0AE-8705114B5B00}"/>
          </ac:spMkLst>
        </pc:spChg>
      </pc:sldChg>
      <pc:sldChg chg="addSp delSp modSp add mod modAnim">
        <pc:chgData name="Guillermo AntonioAguirre" userId="42908199-65f4-4d4a-8e05-6e659ccb82ce" providerId="ADAL" clId="{F081A502-5C2B-420E-A5FC-E89EE3B7ADDA}" dt="2023-08-11T16:33:21.342" v="828" actId="1076"/>
        <pc:sldMkLst>
          <pc:docMk/>
          <pc:sldMk cId="3698153375" sldId="320"/>
        </pc:sldMkLst>
        <pc:spChg chg="del">
          <ac:chgData name="Guillermo AntonioAguirre" userId="42908199-65f4-4d4a-8e05-6e659ccb82ce" providerId="ADAL" clId="{F081A502-5C2B-420E-A5FC-E89EE3B7ADDA}" dt="2023-08-11T16:26:55.171" v="812" actId="478"/>
          <ac:spMkLst>
            <pc:docMk/>
            <pc:sldMk cId="3698153375" sldId="320"/>
            <ac:spMk id="2" creationId="{4A233D6A-83EB-2F04-C0AE-8705114B5B00}"/>
          </ac:spMkLst>
        </pc:spChg>
        <pc:spChg chg="mod">
          <ac:chgData name="Guillermo AntonioAguirre" userId="42908199-65f4-4d4a-8e05-6e659ccb82ce" providerId="ADAL" clId="{F081A502-5C2B-420E-A5FC-E89EE3B7ADDA}" dt="2023-08-11T16:27:08.875" v="820" actId="20577"/>
          <ac:spMkLst>
            <pc:docMk/>
            <pc:sldMk cId="3698153375" sldId="320"/>
            <ac:spMk id="48" creationId="{65CD3FC8-EA0A-EC24-1E3F-D28C34E7BB3E}"/>
          </ac:spMkLst>
        </pc:spChg>
        <pc:picChg chg="add mod">
          <ac:chgData name="Guillermo AntonioAguirre" userId="42908199-65f4-4d4a-8e05-6e659ccb82ce" providerId="ADAL" clId="{F081A502-5C2B-420E-A5FC-E89EE3B7ADDA}" dt="2023-08-11T16:30:53.814" v="822" actId="1076"/>
          <ac:picMkLst>
            <pc:docMk/>
            <pc:sldMk cId="3698153375" sldId="320"/>
            <ac:picMk id="3" creationId="{C3D073D7-D900-2D50-B3F2-3CB2A7FDF6E0}"/>
          </ac:picMkLst>
        </pc:picChg>
        <pc:picChg chg="add mod">
          <ac:chgData name="Guillermo AntonioAguirre" userId="42908199-65f4-4d4a-8e05-6e659ccb82ce" providerId="ADAL" clId="{F081A502-5C2B-420E-A5FC-E89EE3B7ADDA}" dt="2023-08-11T16:31:32.070" v="824" actId="1076"/>
          <ac:picMkLst>
            <pc:docMk/>
            <pc:sldMk cId="3698153375" sldId="320"/>
            <ac:picMk id="4" creationId="{ED2F9D25-7F84-A1BB-B2A2-D04E8C299449}"/>
          </ac:picMkLst>
        </pc:picChg>
        <pc:picChg chg="add mod">
          <ac:chgData name="Guillermo AntonioAguirre" userId="42908199-65f4-4d4a-8e05-6e659ccb82ce" providerId="ADAL" clId="{F081A502-5C2B-420E-A5FC-E89EE3B7ADDA}" dt="2023-08-11T16:32:16.191" v="826" actId="1076"/>
          <ac:picMkLst>
            <pc:docMk/>
            <pc:sldMk cId="3698153375" sldId="320"/>
            <ac:picMk id="5" creationId="{A1FA3F88-96E6-8D98-4209-2FCA1E5DD465}"/>
          </ac:picMkLst>
        </pc:picChg>
        <pc:picChg chg="add mod">
          <ac:chgData name="Guillermo AntonioAguirre" userId="42908199-65f4-4d4a-8e05-6e659ccb82ce" providerId="ADAL" clId="{F081A502-5C2B-420E-A5FC-E89EE3B7ADDA}" dt="2023-08-11T16:33:21.342" v="828" actId="1076"/>
          <ac:picMkLst>
            <pc:docMk/>
            <pc:sldMk cId="3698153375" sldId="320"/>
            <ac:picMk id="6" creationId="{1DE7946A-9C49-3839-2471-DC86D22D4B8F}"/>
          </ac:picMkLst>
        </pc:picChg>
      </pc:sldChg>
      <pc:sldChg chg="modSp add mod">
        <pc:chgData name="Guillermo AntonioAguirre" userId="42908199-65f4-4d4a-8e05-6e659ccb82ce" providerId="ADAL" clId="{F081A502-5C2B-420E-A5FC-E89EE3B7ADDA}" dt="2023-08-11T16:54:43.588" v="844" actId="20577"/>
        <pc:sldMkLst>
          <pc:docMk/>
          <pc:sldMk cId="787297931" sldId="321"/>
        </pc:sldMkLst>
        <pc:spChg chg="mod">
          <ac:chgData name="Guillermo AntonioAguirre" userId="42908199-65f4-4d4a-8e05-6e659ccb82ce" providerId="ADAL" clId="{F081A502-5C2B-420E-A5FC-E89EE3B7ADDA}" dt="2023-08-11T16:54:43.588" v="844" actId="20577"/>
          <ac:spMkLst>
            <pc:docMk/>
            <pc:sldMk cId="787297931" sldId="321"/>
            <ac:spMk id="2" creationId="{4A233D6A-83EB-2F04-C0AE-8705114B5B00}"/>
          </ac:spMkLst>
        </pc:spChg>
      </pc:sldChg>
      <pc:sldChg chg="modSp add mod">
        <pc:chgData name="Guillermo AntonioAguirre" userId="42908199-65f4-4d4a-8e05-6e659ccb82ce" providerId="ADAL" clId="{F081A502-5C2B-420E-A5FC-E89EE3B7ADDA}" dt="2023-08-11T16:54:50.409" v="845" actId="20577"/>
        <pc:sldMkLst>
          <pc:docMk/>
          <pc:sldMk cId="775378369" sldId="322"/>
        </pc:sldMkLst>
        <pc:spChg chg="mod">
          <ac:chgData name="Guillermo AntonioAguirre" userId="42908199-65f4-4d4a-8e05-6e659ccb82ce" providerId="ADAL" clId="{F081A502-5C2B-420E-A5FC-E89EE3B7ADDA}" dt="2023-08-11T16:54:50.409" v="845" actId="20577"/>
          <ac:spMkLst>
            <pc:docMk/>
            <pc:sldMk cId="775378369" sldId="322"/>
            <ac:spMk id="2" creationId="{4A233D6A-83EB-2F04-C0AE-8705114B5B00}"/>
          </ac:spMkLst>
        </pc:spChg>
      </pc:sldChg>
      <pc:sldChg chg="modSp add mod">
        <pc:chgData name="Guillermo AntonioAguirre" userId="42908199-65f4-4d4a-8e05-6e659ccb82ce" providerId="ADAL" clId="{F081A502-5C2B-420E-A5FC-E89EE3B7ADDA}" dt="2023-08-11T16:56:54.364" v="864" actId="20577"/>
        <pc:sldMkLst>
          <pc:docMk/>
          <pc:sldMk cId="791667793" sldId="323"/>
        </pc:sldMkLst>
        <pc:spChg chg="mod">
          <ac:chgData name="Guillermo AntonioAguirre" userId="42908199-65f4-4d4a-8e05-6e659ccb82ce" providerId="ADAL" clId="{F081A502-5C2B-420E-A5FC-E89EE3B7ADDA}" dt="2023-08-11T16:56:54.364" v="864" actId="20577"/>
          <ac:spMkLst>
            <pc:docMk/>
            <pc:sldMk cId="791667793" sldId="323"/>
            <ac:spMk id="2" creationId="{4A233D6A-83EB-2F04-C0AE-8705114B5B00}"/>
          </ac:spMkLst>
        </pc:spChg>
        <pc:spChg chg="mod">
          <ac:chgData name="Guillermo AntonioAguirre" userId="42908199-65f4-4d4a-8e05-6e659ccb82ce" providerId="ADAL" clId="{F081A502-5C2B-420E-A5FC-E89EE3B7ADDA}" dt="2023-08-11T16:55:16.687" v="861" actId="20577"/>
          <ac:spMkLst>
            <pc:docMk/>
            <pc:sldMk cId="791667793" sldId="323"/>
            <ac:spMk id="48" creationId="{65CD3FC8-EA0A-EC24-1E3F-D28C34E7BB3E}"/>
          </ac:spMkLst>
        </pc:spChg>
      </pc:sldChg>
      <pc:sldChg chg="modSp add mod">
        <pc:chgData name="Guillermo AntonioAguirre" userId="42908199-65f4-4d4a-8e05-6e659ccb82ce" providerId="ADAL" clId="{F081A502-5C2B-420E-A5FC-E89EE3B7ADDA}" dt="2023-08-11T16:57:14.649" v="868" actId="20577"/>
        <pc:sldMkLst>
          <pc:docMk/>
          <pc:sldMk cId="3044095002" sldId="324"/>
        </pc:sldMkLst>
        <pc:spChg chg="mod">
          <ac:chgData name="Guillermo AntonioAguirre" userId="42908199-65f4-4d4a-8e05-6e659ccb82ce" providerId="ADAL" clId="{F081A502-5C2B-420E-A5FC-E89EE3B7ADDA}" dt="2023-08-11T16:57:14.649" v="868" actId="20577"/>
          <ac:spMkLst>
            <pc:docMk/>
            <pc:sldMk cId="3044095002" sldId="324"/>
            <ac:spMk id="2" creationId="{4A233D6A-83EB-2F04-C0AE-8705114B5B00}"/>
          </ac:spMkLst>
        </pc:spChg>
      </pc:sldChg>
      <pc:sldChg chg="modSp add mod">
        <pc:chgData name="Guillermo AntonioAguirre" userId="42908199-65f4-4d4a-8e05-6e659ccb82ce" providerId="ADAL" clId="{F081A502-5C2B-420E-A5FC-E89EE3B7ADDA}" dt="2023-08-11T16:57:38.572" v="871" actId="20577"/>
        <pc:sldMkLst>
          <pc:docMk/>
          <pc:sldMk cId="4058077683" sldId="325"/>
        </pc:sldMkLst>
        <pc:spChg chg="mod">
          <ac:chgData name="Guillermo AntonioAguirre" userId="42908199-65f4-4d4a-8e05-6e659ccb82ce" providerId="ADAL" clId="{F081A502-5C2B-420E-A5FC-E89EE3B7ADDA}" dt="2023-08-11T16:57:38.572" v="871" actId="20577"/>
          <ac:spMkLst>
            <pc:docMk/>
            <pc:sldMk cId="4058077683" sldId="325"/>
            <ac:spMk id="2" creationId="{4A233D6A-83EB-2F04-C0AE-8705114B5B00}"/>
          </ac:spMkLst>
        </pc:spChg>
      </pc:sldChg>
      <pc:sldChg chg="modSp add mod">
        <pc:chgData name="Guillermo AntonioAguirre" userId="42908199-65f4-4d4a-8e05-6e659ccb82ce" providerId="ADAL" clId="{F081A502-5C2B-420E-A5FC-E89EE3B7ADDA}" dt="2023-08-11T16:57:47.888" v="872" actId="20577"/>
        <pc:sldMkLst>
          <pc:docMk/>
          <pc:sldMk cId="397243087" sldId="326"/>
        </pc:sldMkLst>
        <pc:spChg chg="mod">
          <ac:chgData name="Guillermo AntonioAguirre" userId="42908199-65f4-4d4a-8e05-6e659ccb82ce" providerId="ADAL" clId="{F081A502-5C2B-420E-A5FC-E89EE3B7ADDA}" dt="2023-08-11T16:57:47.888" v="872" actId="20577"/>
          <ac:spMkLst>
            <pc:docMk/>
            <pc:sldMk cId="397243087" sldId="326"/>
            <ac:spMk id="2" creationId="{4A233D6A-83EB-2F04-C0AE-8705114B5B00}"/>
          </ac:spMkLst>
        </pc:spChg>
      </pc:sldChg>
      <pc:sldChg chg="addSp delSp modSp add mod modAnim">
        <pc:chgData name="Guillermo AntonioAguirre" userId="42908199-65f4-4d4a-8e05-6e659ccb82ce" providerId="ADAL" clId="{F081A502-5C2B-420E-A5FC-E89EE3B7ADDA}" dt="2023-08-11T17:04:21.054" v="888" actId="1076"/>
        <pc:sldMkLst>
          <pc:docMk/>
          <pc:sldMk cId="2463725022" sldId="327"/>
        </pc:sldMkLst>
        <pc:spChg chg="del">
          <ac:chgData name="Guillermo AntonioAguirre" userId="42908199-65f4-4d4a-8e05-6e659ccb82ce" providerId="ADAL" clId="{F081A502-5C2B-420E-A5FC-E89EE3B7ADDA}" dt="2023-08-11T16:58:21.107" v="880" actId="478"/>
          <ac:spMkLst>
            <pc:docMk/>
            <pc:sldMk cId="2463725022" sldId="327"/>
            <ac:spMk id="2" creationId="{4A233D6A-83EB-2F04-C0AE-8705114B5B00}"/>
          </ac:spMkLst>
        </pc:spChg>
        <pc:spChg chg="mod">
          <ac:chgData name="Guillermo AntonioAguirre" userId="42908199-65f4-4d4a-8e05-6e659ccb82ce" providerId="ADAL" clId="{F081A502-5C2B-420E-A5FC-E89EE3B7ADDA}" dt="2023-08-11T16:58:16.027" v="879" actId="20577"/>
          <ac:spMkLst>
            <pc:docMk/>
            <pc:sldMk cId="2463725022" sldId="327"/>
            <ac:spMk id="48" creationId="{65CD3FC8-EA0A-EC24-1E3F-D28C34E7BB3E}"/>
          </ac:spMkLst>
        </pc:spChg>
        <pc:picChg chg="add mod">
          <ac:chgData name="Guillermo AntonioAguirre" userId="42908199-65f4-4d4a-8e05-6e659ccb82ce" providerId="ADAL" clId="{F081A502-5C2B-420E-A5FC-E89EE3B7ADDA}" dt="2023-08-11T17:01:38.583" v="882" actId="1076"/>
          <ac:picMkLst>
            <pc:docMk/>
            <pc:sldMk cId="2463725022" sldId="327"/>
            <ac:picMk id="3" creationId="{C4C0FA25-328B-C9DE-8977-2497B90B2395}"/>
          </ac:picMkLst>
        </pc:picChg>
        <pc:picChg chg="add mod">
          <ac:chgData name="Guillermo AntonioAguirre" userId="42908199-65f4-4d4a-8e05-6e659ccb82ce" providerId="ADAL" clId="{F081A502-5C2B-420E-A5FC-E89EE3B7ADDA}" dt="2023-08-11T17:02:42.006" v="884" actId="1076"/>
          <ac:picMkLst>
            <pc:docMk/>
            <pc:sldMk cId="2463725022" sldId="327"/>
            <ac:picMk id="4" creationId="{081CE7AA-7F25-7AD6-0337-A7B74F41C1F6}"/>
          </ac:picMkLst>
        </pc:picChg>
        <pc:picChg chg="add mod">
          <ac:chgData name="Guillermo AntonioAguirre" userId="42908199-65f4-4d4a-8e05-6e659ccb82ce" providerId="ADAL" clId="{F081A502-5C2B-420E-A5FC-E89EE3B7ADDA}" dt="2023-08-11T17:03:52.438" v="886" actId="1076"/>
          <ac:picMkLst>
            <pc:docMk/>
            <pc:sldMk cId="2463725022" sldId="327"/>
            <ac:picMk id="5" creationId="{63B51322-5061-E06B-F655-4679B0E96223}"/>
          </ac:picMkLst>
        </pc:picChg>
        <pc:picChg chg="add mod">
          <ac:chgData name="Guillermo AntonioAguirre" userId="42908199-65f4-4d4a-8e05-6e659ccb82ce" providerId="ADAL" clId="{F081A502-5C2B-420E-A5FC-E89EE3B7ADDA}" dt="2023-08-11T17:04:21.054" v="888" actId="1076"/>
          <ac:picMkLst>
            <pc:docMk/>
            <pc:sldMk cId="2463725022" sldId="327"/>
            <ac:picMk id="6" creationId="{5E239EBE-BBCC-34E1-E726-40D56564E32D}"/>
          </ac:picMkLst>
        </pc:picChg>
      </pc:sldChg>
      <pc:sldChg chg="modSp add mod">
        <pc:chgData name="Guillermo AntonioAguirre" userId="42908199-65f4-4d4a-8e05-6e659ccb82ce" providerId="ADAL" clId="{F081A502-5C2B-420E-A5FC-E89EE3B7ADDA}" dt="2023-08-11T17:41:22.140" v="893" actId="20577"/>
        <pc:sldMkLst>
          <pc:docMk/>
          <pc:sldMk cId="2271868348" sldId="328"/>
        </pc:sldMkLst>
        <pc:spChg chg="mod">
          <ac:chgData name="Guillermo AntonioAguirre" userId="42908199-65f4-4d4a-8e05-6e659ccb82ce" providerId="ADAL" clId="{F081A502-5C2B-420E-A5FC-E89EE3B7ADDA}" dt="2023-08-11T17:41:22.140" v="893" actId="20577"/>
          <ac:spMkLst>
            <pc:docMk/>
            <pc:sldMk cId="2271868348" sldId="328"/>
            <ac:spMk id="2" creationId="{55F37332-70FE-14B5-DB67-FAAC3A6D6356}"/>
          </ac:spMkLst>
        </pc:spChg>
      </pc:sldChg>
      <pc:sldChg chg="modSp add mod">
        <pc:chgData name="Guillermo AntonioAguirre" userId="42908199-65f4-4d4a-8e05-6e659ccb82ce" providerId="ADAL" clId="{F081A502-5C2B-420E-A5FC-E89EE3B7ADDA}" dt="2023-08-11T17:41:48.639" v="895"/>
        <pc:sldMkLst>
          <pc:docMk/>
          <pc:sldMk cId="4037258628" sldId="329"/>
        </pc:sldMkLst>
        <pc:spChg chg="mod">
          <ac:chgData name="Guillermo AntonioAguirre" userId="42908199-65f4-4d4a-8e05-6e659ccb82ce" providerId="ADAL" clId="{F081A502-5C2B-420E-A5FC-E89EE3B7ADDA}" dt="2023-08-11T17:41:48.639" v="895"/>
          <ac:spMkLst>
            <pc:docMk/>
            <pc:sldMk cId="4037258628" sldId="329"/>
            <ac:spMk id="2" creationId="{55F37332-70FE-14B5-DB67-FAAC3A6D6356}"/>
          </ac:spMkLst>
        </pc:spChg>
      </pc:sldChg>
      <pc:sldChg chg="modSp add mod">
        <pc:chgData name="Guillermo AntonioAguirre" userId="42908199-65f4-4d4a-8e05-6e659ccb82ce" providerId="ADAL" clId="{F081A502-5C2B-420E-A5FC-E89EE3B7ADDA}" dt="2023-08-11T17:43:19.350" v="905" actId="20577"/>
        <pc:sldMkLst>
          <pc:docMk/>
          <pc:sldMk cId="2138789416" sldId="330"/>
        </pc:sldMkLst>
        <pc:spChg chg="mod">
          <ac:chgData name="Guillermo AntonioAguirre" userId="42908199-65f4-4d4a-8e05-6e659ccb82ce" providerId="ADAL" clId="{F081A502-5C2B-420E-A5FC-E89EE3B7ADDA}" dt="2023-08-11T17:43:19.350" v="905" actId="20577"/>
          <ac:spMkLst>
            <pc:docMk/>
            <pc:sldMk cId="2138789416" sldId="330"/>
            <ac:spMk id="2" creationId="{55F37332-70FE-14B5-DB67-FAAC3A6D6356}"/>
          </ac:spMkLst>
        </pc:spChg>
        <pc:spChg chg="mod">
          <ac:chgData name="Guillermo AntonioAguirre" userId="42908199-65f4-4d4a-8e05-6e659ccb82ce" providerId="ADAL" clId="{F081A502-5C2B-420E-A5FC-E89EE3B7ADDA}" dt="2023-08-11T17:42:22.479" v="901" actId="20577"/>
          <ac:spMkLst>
            <pc:docMk/>
            <pc:sldMk cId="2138789416" sldId="330"/>
            <ac:spMk id="48" creationId="{65CD3FC8-EA0A-EC24-1E3F-D28C34E7BB3E}"/>
          </ac:spMkLst>
        </pc:spChg>
      </pc:sldChg>
      <pc:sldChg chg="modSp add mod">
        <pc:chgData name="Guillermo AntonioAguirre" userId="42908199-65f4-4d4a-8e05-6e659ccb82ce" providerId="ADAL" clId="{F081A502-5C2B-420E-A5FC-E89EE3B7ADDA}" dt="2023-08-11T17:43:53.734" v="908" actId="20577"/>
        <pc:sldMkLst>
          <pc:docMk/>
          <pc:sldMk cId="1246179187" sldId="331"/>
        </pc:sldMkLst>
        <pc:spChg chg="mod">
          <ac:chgData name="Guillermo AntonioAguirre" userId="42908199-65f4-4d4a-8e05-6e659ccb82ce" providerId="ADAL" clId="{F081A502-5C2B-420E-A5FC-E89EE3B7ADDA}" dt="2023-08-11T17:43:53.734" v="908" actId="20577"/>
          <ac:spMkLst>
            <pc:docMk/>
            <pc:sldMk cId="1246179187" sldId="331"/>
            <ac:spMk id="2" creationId="{55F37332-70FE-14B5-DB67-FAAC3A6D6356}"/>
          </ac:spMkLst>
        </pc:spChg>
      </pc:sldChg>
      <pc:sldChg chg="modSp add mod">
        <pc:chgData name="Guillermo AntonioAguirre" userId="42908199-65f4-4d4a-8e05-6e659ccb82ce" providerId="ADAL" clId="{F081A502-5C2B-420E-A5FC-E89EE3B7ADDA}" dt="2023-08-11T17:44:10.326" v="911" actId="20577"/>
        <pc:sldMkLst>
          <pc:docMk/>
          <pc:sldMk cId="797776529" sldId="332"/>
        </pc:sldMkLst>
        <pc:spChg chg="mod">
          <ac:chgData name="Guillermo AntonioAguirre" userId="42908199-65f4-4d4a-8e05-6e659ccb82ce" providerId="ADAL" clId="{F081A502-5C2B-420E-A5FC-E89EE3B7ADDA}" dt="2023-08-11T17:44:10.326" v="911" actId="20577"/>
          <ac:spMkLst>
            <pc:docMk/>
            <pc:sldMk cId="797776529" sldId="332"/>
            <ac:spMk id="2" creationId="{55F37332-70FE-14B5-DB67-FAAC3A6D6356}"/>
          </ac:spMkLst>
        </pc:spChg>
      </pc:sldChg>
      <pc:sldChg chg="modSp add mod">
        <pc:chgData name="Guillermo AntonioAguirre" userId="42908199-65f4-4d4a-8e05-6e659ccb82ce" providerId="ADAL" clId="{F081A502-5C2B-420E-A5FC-E89EE3B7ADDA}" dt="2023-08-11T17:44:18.285" v="913" actId="20577"/>
        <pc:sldMkLst>
          <pc:docMk/>
          <pc:sldMk cId="3680092725" sldId="333"/>
        </pc:sldMkLst>
        <pc:spChg chg="mod">
          <ac:chgData name="Guillermo AntonioAguirre" userId="42908199-65f4-4d4a-8e05-6e659ccb82ce" providerId="ADAL" clId="{F081A502-5C2B-420E-A5FC-E89EE3B7ADDA}" dt="2023-08-11T17:44:18.285" v="913" actId="20577"/>
          <ac:spMkLst>
            <pc:docMk/>
            <pc:sldMk cId="3680092725" sldId="333"/>
            <ac:spMk id="2" creationId="{55F37332-70FE-14B5-DB67-FAAC3A6D6356}"/>
          </ac:spMkLst>
        </pc:spChg>
      </pc:sldChg>
      <pc:sldChg chg="modSp add mod">
        <pc:chgData name="Guillermo AntonioAguirre" userId="42908199-65f4-4d4a-8e05-6e659ccb82ce" providerId="ADAL" clId="{F081A502-5C2B-420E-A5FC-E89EE3B7ADDA}" dt="2023-08-11T17:45:45.949" v="932" actId="20577"/>
        <pc:sldMkLst>
          <pc:docMk/>
          <pc:sldMk cId="2182811292" sldId="334"/>
        </pc:sldMkLst>
        <pc:spChg chg="mod">
          <ac:chgData name="Guillermo AntonioAguirre" userId="42908199-65f4-4d4a-8e05-6e659ccb82ce" providerId="ADAL" clId="{F081A502-5C2B-420E-A5FC-E89EE3B7ADDA}" dt="2023-08-11T17:45:45.949" v="932" actId="20577"/>
          <ac:spMkLst>
            <pc:docMk/>
            <pc:sldMk cId="2182811292" sldId="334"/>
            <ac:spMk id="2" creationId="{55F37332-70FE-14B5-DB67-FAAC3A6D6356}"/>
          </ac:spMkLst>
        </pc:spChg>
        <pc:spChg chg="mod">
          <ac:chgData name="Guillermo AntonioAguirre" userId="42908199-65f4-4d4a-8e05-6e659ccb82ce" providerId="ADAL" clId="{F081A502-5C2B-420E-A5FC-E89EE3B7ADDA}" dt="2023-08-11T17:44:43.490" v="929" actId="20577"/>
          <ac:spMkLst>
            <pc:docMk/>
            <pc:sldMk cId="2182811292" sldId="334"/>
            <ac:spMk id="48" creationId="{65CD3FC8-EA0A-EC24-1E3F-D28C34E7BB3E}"/>
          </ac:spMkLst>
        </pc:spChg>
      </pc:sldChg>
      <pc:sldChg chg="modSp add mod">
        <pc:chgData name="Guillermo AntonioAguirre" userId="42908199-65f4-4d4a-8e05-6e659ccb82ce" providerId="ADAL" clId="{F081A502-5C2B-420E-A5FC-E89EE3B7ADDA}" dt="2023-08-11T17:46:09.309" v="935" actId="20577"/>
        <pc:sldMkLst>
          <pc:docMk/>
          <pc:sldMk cId="307551351" sldId="335"/>
        </pc:sldMkLst>
        <pc:spChg chg="mod">
          <ac:chgData name="Guillermo AntonioAguirre" userId="42908199-65f4-4d4a-8e05-6e659ccb82ce" providerId="ADAL" clId="{F081A502-5C2B-420E-A5FC-E89EE3B7ADDA}" dt="2023-08-11T17:46:09.309" v="935" actId="20577"/>
          <ac:spMkLst>
            <pc:docMk/>
            <pc:sldMk cId="307551351" sldId="335"/>
            <ac:spMk id="2" creationId="{55F37332-70FE-14B5-DB67-FAAC3A6D6356}"/>
          </ac:spMkLst>
        </pc:spChg>
      </pc:sldChg>
      <pc:sldChg chg="modSp add mod">
        <pc:chgData name="Guillermo AntonioAguirre" userId="42908199-65f4-4d4a-8e05-6e659ccb82ce" providerId="ADAL" clId="{F081A502-5C2B-420E-A5FC-E89EE3B7ADDA}" dt="2023-08-11T17:46:16.640" v="936" actId="20577"/>
        <pc:sldMkLst>
          <pc:docMk/>
          <pc:sldMk cId="3692834200" sldId="336"/>
        </pc:sldMkLst>
        <pc:spChg chg="mod">
          <ac:chgData name="Guillermo AntonioAguirre" userId="42908199-65f4-4d4a-8e05-6e659ccb82ce" providerId="ADAL" clId="{F081A502-5C2B-420E-A5FC-E89EE3B7ADDA}" dt="2023-08-11T17:46:16.640" v="936" actId="20577"/>
          <ac:spMkLst>
            <pc:docMk/>
            <pc:sldMk cId="3692834200" sldId="336"/>
            <ac:spMk id="2" creationId="{55F37332-70FE-14B5-DB67-FAAC3A6D6356}"/>
          </ac:spMkLst>
        </pc:spChg>
      </pc:sldChg>
      <pc:sldChg chg="modSp add mod">
        <pc:chgData name="Guillermo AntonioAguirre" userId="42908199-65f4-4d4a-8e05-6e659ccb82ce" providerId="ADAL" clId="{F081A502-5C2B-420E-A5FC-E89EE3B7ADDA}" dt="2023-08-11T17:46:50.496" v="942" actId="20577"/>
        <pc:sldMkLst>
          <pc:docMk/>
          <pc:sldMk cId="3313718184" sldId="337"/>
        </pc:sldMkLst>
        <pc:spChg chg="mod">
          <ac:chgData name="Guillermo AntonioAguirre" userId="42908199-65f4-4d4a-8e05-6e659ccb82ce" providerId="ADAL" clId="{F081A502-5C2B-420E-A5FC-E89EE3B7ADDA}" dt="2023-08-11T17:46:50.496" v="942" actId="20577"/>
          <ac:spMkLst>
            <pc:docMk/>
            <pc:sldMk cId="3313718184" sldId="337"/>
            <ac:spMk id="2" creationId="{55F37332-70FE-14B5-DB67-FAAC3A6D6356}"/>
          </ac:spMkLst>
        </pc:spChg>
        <pc:spChg chg="mod">
          <ac:chgData name="Guillermo AntonioAguirre" userId="42908199-65f4-4d4a-8e05-6e659ccb82ce" providerId="ADAL" clId="{F081A502-5C2B-420E-A5FC-E89EE3B7ADDA}" dt="2023-08-11T17:46:47.569" v="941"/>
          <ac:spMkLst>
            <pc:docMk/>
            <pc:sldMk cId="3313718184" sldId="337"/>
            <ac:spMk id="48" creationId="{65CD3FC8-EA0A-EC24-1E3F-D28C34E7BB3E}"/>
          </ac:spMkLst>
        </pc:spChg>
      </pc:sldChg>
      <pc:sldChg chg="addSp delSp modSp add mod modAnim">
        <pc:chgData name="Guillermo AntonioAguirre" userId="42908199-65f4-4d4a-8e05-6e659ccb82ce" providerId="ADAL" clId="{F081A502-5C2B-420E-A5FC-E89EE3B7ADDA}" dt="2023-08-11T17:51:26.452" v="958" actId="1076"/>
        <pc:sldMkLst>
          <pc:docMk/>
          <pc:sldMk cId="4150835622" sldId="338"/>
        </pc:sldMkLst>
        <pc:spChg chg="del">
          <ac:chgData name="Guillermo AntonioAguirre" userId="42908199-65f4-4d4a-8e05-6e659ccb82ce" providerId="ADAL" clId="{F081A502-5C2B-420E-A5FC-E89EE3B7ADDA}" dt="2023-08-11T17:47:21.493" v="950" actId="478"/>
          <ac:spMkLst>
            <pc:docMk/>
            <pc:sldMk cId="4150835622" sldId="338"/>
            <ac:spMk id="2" creationId="{55F37332-70FE-14B5-DB67-FAAC3A6D6356}"/>
          </ac:spMkLst>
        </pc:spChg>
        <pc:spChg chg="mod">
          <ac:chgData name="Guillermo AntonioAguirre" userId="42908199-65f4-4d4a-8e05-6e659ccb82ce" providerId="ADAL" clId="{F081A502-5C2B-420E-A5FC-E89EE3B7ADDA}" dt="2023-08-11T17:47:15.535" v="949" actId="20577"/>
          <ac:spMkLst>
            <pc:docMk/>
            <pc:sldMk cId="4150835622" sldId="338"/>
            <ac:spMk id="48" creationId="{65CD3FC8-EA0A-EC24-1E3F-D28C34E7BB3E}"/>
          </ac:spMkLst>
        </pc:spChg>
        <pc:picChg chg="add mod">
          <ac:chgData name="Guillermo AntonioAguirre" userId="42908199-65f4-4d4a-8e05-6e659ccb82ce" providerId="ADAL" clId="{F081A502-5C2B-420E-A5FC-E89EE3B7ADDA}" dt="2023-08-11T17:48:38.693" v="952" actId="1076"/>
          <ac:picMkLst>
            <pc:docMk/>
            <pc:sldMk cId="4150835622" sldId="338"/>
            <ac:picMk id="3" creationId="{D323C028-4E12-F738-4071-D66407733E9D}"/>
          </ac:picMkLst>
        </pc:picChg>
        <pc:picChg chg="add mod">
          <ac:chgData name="Guillermo AntonioAguirre" userId="42908199-65f4-4d4a-8e05-6e659ccb82ce" providerId="ADAL" clId="{F081A502-5C2B-420E-A5FC-E89EE3B7ADDA}" dt="2023-08-11T17:49:22.620" v="954" actId="1076"/>
          <ac:picMkLst>
            <pc:docMk/>
            <pc:sldMk cId="4150835622" sldId="338"/>
            <ac:picMk id="4" creationId="{90FF9642-222D-5F85-C2E5-89CD569ADBF4}"/>
          </ac:picMkLst>
        </pc:picChg>
        <pc:picChg chg="add mod">
          <ac:chgData name="Guillermo AntonioAguirre" userId="42908199-65f4-4d4a-8e05-6e659ccb82ce" providerId="ADAL" clId="{F081A502-5C2B-420E-A5FC-E89EE3B7ADDA}" dt="2023-08-11T17:49:58.660" v="956" actId="1076"/>
          <ac:picMkLst>
            <pc:docMk/>
            <pc:sldMk cId="4150835622" sldId="338"/>
            <ac:picMk id="5" creationId="{7FF51888-D76D-E7A5-2FA3-8930BC229A3A}"/>
          </ac:picMkLst>
        </pc:picChg>
        <pc:picChg chg="add mod">
          <ac:chgData name="Guillermo AntonioAguirre" userId="42908199-65f4-4d4a-8e05-6e659ccb82ce" providerId="ADAL" clId="{F081A502-5C2B-420E-A5FC-E89EE3B7ADDA}" dt="2023-08-11T17:51:26.452" v="958" actId="1076"/>
          <ac:picMkLst>
            <pc:docMk/>
            <pc:sldMk cId="4150835622" sldId="338"/>
            <ac:picMk id="6" creationId="{EE522BA8-2197-2F38-81AF-1A06FEDC374F}"/>
          </ac:picMkLst>
        </pc:picChg>
      </pc:sldChg>
      <pc:sldChg chg="modSp add mod">
        <pc:chgData name="Guillermo AntonioAguirre" userId="42908199-65f4-4d4a-8e05-6e659ccb82ce" providerId="ADAL" clId="{F081A502-5C2B-420E-A5FC-E89EE3B7ADDA}" dt="2023-08-11T18:09:09.625" v="1032" actId="20577"/>
        <pc:sldMkLst>
          <pc:docMk/>
          <pc:sldMk cId="1585219732" sldId="339"/>
        </pc:sldMkLst>
        <pc:spChg chg="mod">
          <ac:chgData name="Guillermo AntonioAguirre" userId="42908199-65f4-4d4a-8e05-6e659ccb82ce" providerId="ADAL" clId="{F081A502-5C2B-420E-A5FC-E89EE3B7ADDA}" dt="2023-08-11T18:09:09.625" v="1032" actId="20577"/>
          <ac:spMkLst>
            <pc:docMk/>
            <pc:sldMk cId="1585219732" sldId="339"/>
            <ac:spMk id="48" creationId="{65CD3FC8-EA0A-EC24-1E3F-D28C34E7BB3E}"/>
          </ac:spMkLst>
        </pc:spChg>
      </pc:sldChg>
      <pc:sldChg chg="modSp add mod">
        <pc:chgData name="Guillermo AntonioAguirre" userId="42908199-65f4-4d4a-8e05-6e659ccb82ce" providerId="ADAL" clId="{F081A502-5C2B-420E-A5FC-E89EE3B7ADDA}" dt="2023-08-11T18:09:14.821" v="1037" actId="20577"/>
        <pc:sldMkLst>
          <pc:docMk/>
          <pc:sldMk cId="3076857474" sldId="340"/>
        </pc:sldMkLst>
        <pc:spChg chg="mod">
          <ac:chgData name="Guillermo AntonioAguirre" userId="42908199-65f4-4d4a-8e05-6e659ccb82ce" providerId="ADAL" clId="{F081A502-5C2B-420E-A5FC-E89EE3B7ADDA}" dt="2023-08-11T18:07:36.991" v="1019" actId="20577"/>
          <ac:spMkLst>
            <pc:docMk/>
            <pc:sldMk cId="3076857474" sldId="340"/>
            <ac:spMk id="2" creationId="{4A233D6A-83EB-2F04-C0AE-8705114B5B00}"/>
          </ac:spMkLst>
        </pc:spChg>
        <pc:spChg chg="mod">
          <ac:chgData name="Guillermo AntonioAguirre" userId="42908199-65f4-4d4a-8e05-6e659ccb82ce" providerId="ADAL" clId="{F081A502-5C2B-420E-A5FC-E89EE3B7ADDA}" dt="2023-08-11T18:09:14.821" v="1037" actId="20577"/>
          <ac:spMkLst>
            <pc:docMk/>
            <pc:sldMk cId="3076857474" sldId="340"/>
            <ac:spMk id="48" creationId="{65CD3FC8-EA0A-EC24-1E3F-D28C34E7BB3E}"/>
          </ac:spMkLst>
        </pc:spChg>
      </pc:sldChg>
      <pc:sldChg chg="modSp add mod">
        <pc:chgData name="Guillermo AntonioAguirre" userId="42908199-65f4-4d4a-8e05-6e659ccb82ce" providerId="ADAL" clId="{F081A502-5C2B-420E-A5FC-E89EE3B7ADDA}" dt="2023-08-11T18:09:20.104" v="1042" actId="20577"/>
        <pc:sldMkLst>
          <pc:docMk/>
          <pc:sldMk cId="2285303173" sldId="341"/>
        </pc:sldMkLst>
        <pc:spChg chg="mod">
          <ac:chgData name="Guillermo AntonioAguirre" userId="42908199-65f4-4d4a-8e05-6e659ccb82ce" providerId="ADAL" clId="{F081A502-5C2B-420E-A5FC-E89EE3B7ADDA}" dt="2023-08-11T18:07:44.045" v="1021" actId="6549"/>
          <ac:spMkLst>
            <pc:docMk/>
            <pc:sldMk cId="2285303173" sldId="341"/>
            <ac:spMk id="2" creationId="{4A233D6A-83EB-2F04-C0AE-8705114B5B00}"/>
          </ac:spMkLst>
        </pc:spChg>
        <pc:spChg chg="mod">
          <ac:chgData name="Guillermo AntonioAguirre" userId="42908199-65f4-4d4a-8e05-6e659ccb82ce" providerId="ADAL" clId="{F081A502-5C2B-420E-A5FC-E89EE3B7ADDA}" dt="2023-08-11T18:09:20.104" v="1042" actId="20577"/>
          <ac:spMkLst>
            <pc:docMk/>
            <pc:sldMk cId="2285303173" sldId="341"/>
            <ac:spMk id="48" creationId="{65CD3FC8-EA0A-EC24-1E3F-D28C34E7BB3E}"/>
          </ac:spMkLst>
        </pc:spChg>
      </pc:sldChg>
      <pc:sldChg chg="modSp add mod">
        <pc:chgData name="Guillermo AntonioAguirre" userId="42908199-65f4-4d4a-8e05-6e659ccb82ce" providerId="ADAL" clId="{F081A502-5C2B-420E-A5FC-E89EE3B7ADDA}" dt="2023-08-11T18:09:25.624" v="1047" actId="20577"/>
        <pc:sldMkLst>
          <pc:docMk/>
          <pc:sldMk cId="529338189" sldId="342"/>
        </pc:sldMkLst>
        <pc:spChg chg="mod">
          <ac:chgData name="Guillermo AntonioAguirre" userId="42908199-65f4-4d4a-8e05-6e659ccb82ce" providerId="ADAL" clId="{F081A502-5C2B-420E-A5FC-E89EE3B7ADDA}" dt="2023-08-11T18:08:26.157" v="1023"/>
          <ac:spMkLst>
            <pc:docMk/>
            <pc:sldMk cId="529338189" sldId="342"/>
            <ac:spMk id="2" creationId="{4A233D6A-83EB-2F04-C0AE-8705114B5B00}"/>
          </ac:spMkLst>
        </pc:spChg>
        <pc:spChg chg="mod">
          <ac:chgData name="Guillermo AntonioAguirre" userId="42908199-65f4-4d4a-8e05-6e659ccb82ce" providerId="ADAL" clId="{F081A502-5C2B-420E-A5FC-E89EE3B7ADDA}" dt="2023-08-11T18:09:25.624" v="1047" actId="20577"/>
          <ac:spMkLst>
            <pc:docMk/>
            <pc:sldMk cId="529338189" sldId="342"/>
            <ac:spMk id="48" creationId="{65CD3FC8-EA0A-EC24-1E3F-D28C34E7BB3E}"/>
          </ac:spMkLst>
        </pc:spChg>
      </pc:sldChg>
      <pc:sldChg chg="modSp add mod">
        <pc:chgData name="Guillermo AntonioAguirre" userId="42908199-65f4-4d4a-8e05-6e659ccb82ce" providerId="ADAL" clId="{F081A502-5C2B-420E-A5FC-E89EE3B7ADDA}" dt="2023-08-12T01:22:48.515" v="1058" actId="20577"/>
        <pc:sldMkLst>
          <pc:docMk/>
          <pc:sldMk cId="3935469794" sldId="343"/>
        </pc:sldMkLst>
        <pc:spChg chg="mod">
          <ac:chgData name="Guillermo AntonioAguirre" userId="42908199-65f4-4d4a-8e05-6e659ccb82ce" providerId="ADAL" clId="{F081A502-5C2B-420E-A5FC-E89EE3B7ADDA}" dt="2023-08-12T01:22:48.515" v="1058" actId="20577"/>
          <ac:spMkLst>
            <pc:docMk/>
            <pc:sldMk cId="3935469794" sldId="343"/>
            <ac:spMk id="2" creationId="{4A233D6A-83EB-2F04-C0AE-8705114B5B00}"/>
          </ac:spMkLst>
        </pc:spChg>
      </pc:sldChg>
      <pc:sldChg chg="modSp add mod">
        <pc:chgData name="Guillermo AntonioAguirre" userId="42908199-65f4-4d4a-8e05-6e659ccb82ce" providerId="ADAL" clId="{F081A502-5C2B-420E-A5FC-E89EE3B7ADDA}" dt="2023-08-12T01:23:52.008" v="1065" actId="20577"/>
        <pc:sldMkLst>
          <pc:docMk/>
          <pc:sldMk cId="1163424417" sldId="344"/>
        </pc:sldMkLst>
        <pc:spChg chg="mod">
          <ac:chgData name="Guillermo AntonioAguirre" userId="42908199-65f4-4d4a-8e05-6e659ccb82ce" providerId="ADAL" clId="{F081A502-5C2B-420E-A5FC-E89EE3B7ADDA}" dt="2023-08-12T01:23:52.008" v="1065" actId="20577"/>
          <ac:spMkLst>
            <pc:docMk/>
            <pc:sldMk cId="1163424417" sldId="344"/>
            <ac:spMk id="2" creationId="{4A233D6A-83EB-2F04-C0AE-8705114B5B00}"/>
          </ac:spMkLst>
        </pc:spChg>
      </pc:sldChg>
      <pc:sldChg chg="modSp add mod">
        <pc:chgData name="Guillermo AntonioAguirre" userId="42908199-65f4-4d4a-8e05-6e659ccb82ce" providerId="ADAL" clId="{F081A502-5C2B-420E-A5FC-E89EE3B7ADDA}" dt="2023-08-12T01:24:32.288" v="1070" actId="20577"/>
        <pc:sldMkLst>
          <pc:docMk/>
          <pc:sldMk cId="974373445" sldId="345"/>
        </pc:sldMkLst>
        <pc:spChg chg="mod">
          <ac:chgData name="Guillermo AntonioAguirre" userId="42908199-65f4-4d4a-8e05-6e659ccb82ce" providerId="ADAL" clId="{F081A502-5C2B-420E-A5FC-E89EE3B7ADDA}" dt="2023-08-12T01:24:32.288" v="1070" actId="20577"/>
          <ac:spMkLst>
            <pc:docMk/>
            <pc:sldMk cId="974373445" sldId="345"/>
            <ac:spMk id="2" creationId="{4A233D6A-83EB-2F04-C0AE-8705114B5B00}"/>
          </ac:spMkLst>
        </pc:spChg>
      </pc:sldChg>
      <pc:sldChg chg="modSp add mod">
        <pc:chgData name="Guillermo AntonioAguirre" userId="42908199-65f4-4d4a-8e05-6e659ccb82ce" providerId="ADAL" clId="{F081A502-5C2B-420E-A5FC-E89EE3B7ADDA}" dt="2023-08-12T01:24:52.376" v="1074" actId="20577"/>
        <pc:sldMkLst>
          <pc:docMk/>
          <pc:sldMk cId="156790865" sldId="346"/>
        </pc:sldMkLst>
        <pc:spChg chg="mod">
          <ac:chgData name="Guillermo AntonioAguirre" userId="42908199-65f4-4d4a-8e05-6e659ccb82ce" providerId="ADAL" clId="{F081A502-5C2B-420E-A5FC-E89EE3B7ADDA}" dt="2023-08-12T01:24:52.376" v="1074" actId="20577"/>
          <ac:spMkLst>
            <pc:docMk/>
            <pc:sldMk cId="156790865" sldId="346"/>
            <ac:spMk id="2" creationId="{4A233D6A-83EB-2F04-C0AE-8705114B5B00}"/>
          </ac:spMkLst>
        </pc:spChg>
      </pc:sldChg>
      <pc:sldChg chg="add">
        <pc:chgData name="Guillermo AntonioAguirre" userId="42908199-65f4-4d4a-8e05-6e659ccb82ce" providerId="ADAL" clId="{F081A502-5C2B-420E-A5FC-E89EE3B7ADDA}" dt="2023-08-12T01:24:58.854" v="1075" actId="2890"/>
        <pc:sldMkLst>
          <pc:docMk/>
          <pc:sldMk cId="3845566839" sldId="347"/>
        </pc:sldMkLst>
      </pc:sldChg>
      <pc:sldChg chg="addSp delSp modSp add mod modAnim">
        <pc:chgData name="Guillermo AntonioAguirre" userId="42908199-65f4-4d4a-8e05-6e659ccb82ce" providerId="ADAL" clId="{F081A502-5C2B-420E-A5FC-E89EE3B7ADDA}" dt="2023-08-12T01:41:32.869" v="1092" actId="1076"/>
        <pc:sldMkLst>
          <pc:docMk/>
          <pc:sldMk cId="3116309287" sldId="348"/>
        </pc:sldMkLst>
        <pc:spChg chg="del">
          <ac:chgData name="Guillermo AntonioAguirre" userId="42908199-65f4-4d4a-8e05-6e659ccb82ce" providerId="ADAL" clId="{F081A502-5C2B-420E-A5FC-E89EE3B7ADDA}" dt="2023-08-12T01:25:51.749" v="1083" actId="478"/>
          <ac:spMkLst>
            <pc:docMk/>
            <pc:sldMk cId="3116309287" sldId="348"/>
            <ac:spMk id="2" creationId="{4A233D6A-83EB-2F04-C0AE-8705114B5B00}"/>
          </ac:spMkLst>
        </pc:spChg>
        <pc:spChg chg="mod">
          <ac:chgData name="Guillermo AntonioAguirre" userId="42908199-65f4-4d4a-8e05-6e659ccb82ce" providerId="ADAL" clId="{F081A502-5C2B-420E-A5FC-E89EE3B7ADDA}" dt="2023-08-12T01:25:47.035" v="1082" actId="20577"/>
          <ac:spMkLst>
            <pc:docMk/>
            <pc:sldMk cId="3116309287" sldId="348"/>
            <ac:spMk id="48" creationId="{65CD3FC8-EA0A-EC24-1E3F-D28C34E7BB3E}"/>
          </ac:spMkLst>
        </pc:spChg>
        <pc:picChg chg="add mod">
          <ac:chgData name="Guillermo AntonioAguirre" userId="42908199-65f4-4d4a-8e05-6e659ccb82ce" providerId="ADAL" clId="{F081A502-5C2B-420E-A5FC-E89EE3B7ADDA}" dt="2023-08-12T01:37:22.160" v="1085" actId="1076"/>
          <ac:picMkLst>
            <pc:docMk/>
            <pc:sldMk cId="3116309287" sldId="348"/>
            <ac:picMk id="2" creationId="{1B43B207-DFEC-8A40-8716-E485988895EA}"/>
          </ac:picMkLst>
        </pc:picChg>
        <pc:picChg chg="add mod">
          <ac:chgData name="Guillermo AntonioAguirre" userId="42908199-65f4-4d4a-8e05-6e659ccb82ce" providerId="ADAL" clId="{F081A502-5C2B-420E-A5FC-E89EE3B7ADDA}" dt="2023-08-12T01:39:56.485" v="1087" actId="1076"/>
          <ac:picMkLst>
            <pc:docMk/>
            <pc:sldMk cId="3116309287" sldId="348"/>
            <ac:picMk id="3" creationId="{6021C147-3FA9-CD47-BB93-27D0CFAA2493}"/>
          </ac:picMkLst>
        </pc:picChg>
        <pc:picChg chg="add mod">
          <ac:chgData name="Guillermo AntonioAguirre" userId="42908199-65f4-4d4a-8e05-6e659ccb82ce" providerId="ADAL" clId="{F081A502-5C2B-420E-A5FC-E89EE3B7ADDA}" dt="2023-08-12T01:40:47.917" v="1090" actId="1076"/>
          <ac:picMkLst>
            <pc:docMk/>
            <pc:sldMk cId="3116309287" sldId="348"/>
            <ac:picMk id="4" creationId="{DA555588-6842-A5C1-FAAD-44B0BF5924EB}"/>
          </ac:picMkLst>
        </pc:picChg>
        <pc:picChg chg="add mod">
          <ac:chgData name="Guillermo AntonioAguirre" userId="42908199-65f4-4d4a-8e05-6e659ccb82ce" providerId="ADAL" clId="{F081A502-5C2B-420E-A5FC-E89EE3B7ADDA}" dt="2023-08-12T01:41:32.869" v="1092" actId="1076"/>
          <ac:picMkLst>
            <pc:docMk/>
            <pc:sldMk cId="3116309287" sldId="348"/>
            <ac:picMk id="5" creationId="{1AA4DC35-0864-549E-CB84-A36682DA9FFE}"/>
          </ac:picMkLst>
        </pc:picChg>
      </pc:sldChg>
      <pc:sldChg chg="addSp delSp modSp add mod delAnim">
        <pc:chgData name="Guillermo AntonioAguirre" userId="42908199-65f4-4d4a-8e05-6e659ccb82ce" providerId="ADAL" clId="{F081A502-5C2B-420E-A5FC-E89EE3B7ADDA}" dt="2023-08-12T02:27:51.011" v="1114" actId="732"/>
        <pc:sldMkLst>
          <pc:docMk/>
          <pc:sldMk cId="430063333" sldId="349"/>
        </pc:sldMkLst>
        <pc:spChg chg="mod">
          <ac:chgData name="Guillermo AntonioAguirre" userId="42908199-65f4-4d4a-8e05-6e659ccb82ce" providerId="ADAL" clId="{F081A502-5C2B-420E-A5FC-E89EE3B7ADDA}" dt="2023-08-12T02:06:11.126" v="1106" actId="20577"/>
          <ac:spMkLst>
            <pc:docMk/>
            <pc:sldMk cId="430063333" sldId="349"/>
            <ac:spMk id="48" creationId="{65CD3FC8-EA0A-EC24-1E3F-D28C34E7BB3E}"/>
          </ac:spMkLst>
        </pc:spChg>
        <pc:picChg chg="del">
          <ac:chgData name="Guillermo AntonioAguirre" userId="42908199-65f4-4d4a-8e05-6e659ccb82ce" providerId="ADAL" clId="{F081A502-5C2B-420E-A5FC-E89EE3B7ADDA}" dt="2023-08-12T02:05:42.295" v="1094" actId="478"/>
          <ac:picMkLst>
            <pc:docMk/>
            <pc:sldMk cId="430063333" sldId="349"/>
            <ac:picMk id="3" creationId="{51BBC926-B1AB-666E-64E1-E7CBA87E82A5}"/>
          </ac:picMkLst>
        </pc:picChg>
        <pc:picChg chg="del">
          <ac:chgData name="Guillermo AntonioAguirre" userId="42908199-65f4-4d4a-8e05-6e659ccb82ce" providerId="ADAL" clId="{F081A502-5C2B-420E-A5FC-E89EE3B7ADDA}" dt="2023-08-12T02:05:49.763" v="1096" actId="478"/>
          <ac:picMkLst>
            <pc:docMk/>
            <pc:sldMk cId="430063333" sldId="349"/>
            <ac:picMk id="4" creationId="{0C78A0CB-502D-2174-494F-D7A7D3E97F4F}"/>
          </ac:picMkLst>
        </pc:picChg>
        <pc:picChg chg="del">
          <ac:chgData name="Guillermo AntonioAguirre" userId="42908199-65f4-4d4a-8e05-6e659ccb82ce" providerId="ADAL" clId="{F081A502-5C2B-420E-A5FC-E89EE3B7ADDA}" dt="2023-08-12T02:05:53.048" v="1097" actId="478"/>
          <ac:picMkLst>
            <pc:docMk/>
            <pc:sldMk cId="430063333" sldId="349"/>
            <ac:picMk id="5" creationId="{1F3606BB-5F30-701F-FFA9-F735BA6A7BE7}"/>
          </ac:picMkLst>
        </pc:picChg>
        <pc:picChg chg="del">
          <ac:chgData name="Guillermo AntonioAguirre" userId="42908199-65f4-4d4a-8e05-6e659ccb82ce" providerId="ADAL" clId="{F081A502-5C2B-420E-A5FC-E89EE3B7ADDA}" dt="2023-08-12T02:05:46.350" v="1095" actId="478"/>
          <ac:picMkLst>
            <pc:docMk/>
            <pc:sldMk cId="430063333" sldId="349"/>
            <ac:picMk id="6" creationId="{60308F30-17F5-6808-E9C5-F3FDC5126477}"/>
          </ac:picMkLst>
        </pc:picChg>
        <pc:picChg chg="add mod modCrop">
          <ac:chgData name="Guillermo AntonioAguirre" userId="42908199-65f4-4d4a-8e05-6e659ccb82ce" providerId="ADAL" clId="{F081A502-5C2B-420E-A5FC-E89EE3B7ADDA}" dt="2023-08-12T02:27:51.011" v="1114" actId="732"/>
          <ac:picMkLst>
            <pc:docMk/>
            <pc:sldMk cId="430063333" sldId="349"/>
            <ac:picMk id="7" creationId="{F2B732F0-2EB5-3642-4744-5787186200D1}"/>
          </ac:picMkLst>
        </pc:picChg>
      </pc:sldChg>
      <pc:sldChg chg="addSp delSp modSp add mod delAnim">
        <pc:chgData name="Guillermo AntonioAguirre" userId="42908199-65f4-4d4a-8e05-6e659ccb82ce" providerId="ADAL" clId="{F081A502-5C2B-420E-A5FC-E89EE3B7ADDA}" dt="2023-08-12T02:43:16.810" v="1134"/>
        <pc:sldMkLst>
          <pc:docMk/>
          <pc:sldMk cId="1889571721" sldId="350"/>
        </pc:sldMkLst>
        <pc:spChg chg="mod">
          <ac:chgData name="Guillermo AntonioAguirre" userId="42908199-65f4-4d4a-8e05-6e659ccb82ce" providerId="ADAL" clId="{F081A502-5C2B-420E-A5FC-E89EE3B7ADDA}" dt="2023-08-12T02:31:45.074" v="1124" actId="20577"/>
          <ac:spMkLst>
            <pc:docMk/>
            <pc:sldMk cId="1889571721" sldId="350"/>
            <ac:spMk id="48" creationId="{65CD3FC8-EA0A-EC24-1E3F-D28C34E7BB3E}"/>
          </ac:spMkLst>
        </pc:spChg>
        <pc:picChg chg="del">
          <ac:chgData name="Guillermo AntonioAguirre" userId="42908199-65f4-4d4a-8e05-6e659ccb82ce" providerId="ADAL" clId="{F081A502-5C2B-420E-A5FC-E89EE3B7ADDA}" dt="2023-08-12T02:31:53.457" v="1125" actId="478"/>
          <ac:picMkLst>
            <pc:docMk/>
            <pc:sldMk cId="1889571721" sldId="350"/>
            <ac:picMk id="3" creationId="{BEE567B2-28EB-851F-4FB1-26F896906FCE}"/>
          </ac:picMkLst>
        </pc:picChg>
        <pc:picChg chg="del">
          <ac:chgData name="Guillermo AntonioAguirre" userId="42908199-65f4-4d4a-8e05-6e659ccb82ce" providerId="ADAL" clId="{F081A502-5C2B-420E-A5FC-E89EE3B7ADDA}" dt="2023-08-12T02:31:53.457" v="1125" actId="478"/>
          <ac:picMkLst>
            <pc:docMk/>
            <pc:sldMk cId="1889571721" sldId="350"/>
            <ac:picMk id="4" creationId="{672CB033-0044-B5E0-E0D6-40EB8C833531}"/>
          </ac:picMkLst>
        </pc:picChg>
        <pc:picChg chg="del">
          <ac:chgData name="Guillermo AntonioAguirre" userId="42908199-65f4-4d4a-8e05-6e659ccb82ce" providerId="ADAL" clId="{F081A502-5C2B-420E-A5FC-E89EE3B7ADDA}" dt="2023-08-12T02:31:53.457" v="1125" actId="478"/>
          <ac:picMkLst>
            <pc:docMk/>
            <pc:sldMk cId="1889571721" sldId="350"/>
            <ac:picMk id="5" creationId="{CF97DD77-8A53-92E2-FC95-AB9F496C53E8}"/>
          </ac:picMkLst>
        </pc:picChg>
        <pc:picChg chg="add mod modCrop">
          <ac:chgData name="Guillermo AntonioAguirre" userId="42908199-65f4-4d4a-8e05-6e659ccb82ce" providerId="ADAL" clId="{F081A502-5C2B-420E-A5FC-E89EE3B7ADDA}" dt="2023-08-12T02:43:16.810" v="1134"/>
          <ac:picMkLst>
            <pc:docMk/>
            <pc:sldMk cId="1889571721" sldId="350"/>
            <ac:picMk id="6" creationId="{278BA391-1A29-12FD-99A6-825654BAB499}"/>
          </ac:picMkLst>
        </pc:picChg>
        <pc:picChg chg="del">
          <ac:chgData name="Guillermo AntonioAguirre" userId="42908199-65f4-4d4a-8e05-6e659ccb82ce" providerId="ADAL" clId="{F081A502-5C2B-420E-A5FC-E89EE3B7ADDA}" dt="2023-08-12T02:31:53.457" v="1125" actId="478"/>
          <ac:picMkLst>
            <pc:docMk/>
            <pc:sldMk cId="1889571721" sldId="350"/>
            <ac:picMk id="8" creationId="{3F506CF9-8E43-80C9-0451-0CC2EDE05E41}"/>
          </ac:picMkLst>
        </pc:picChg>
      </pc:sldChg>
      <pc:sldChg chg="addSp delSp modSp add mod delAnim">
        <pc:chgData name="Guillermo AntonioAguirre" userId="42908199-65f4-4d4a-8e05-6e659ccb82ce" providerId="ADAL" clId="{F081A502-5C2B-420E-A5FC-E89EE3B7ADDA}" dt="2023-08-12T02:54:24.654" v="1156"/>
        <pc:sldMkLst>
          <pc:docMk/>
          <pc:sldMk cId="56622075" sldId="351"/>
        </pc:sldMkLst>
        <pc:spChg chg="mod">
          <ac:chgData name="Guillermo AntonioAguirre" userId="42908199-65f4-4d4a-8e05-6e659ccb82ce" providerId="ADAL" clId="{F081A502-5C2B-420E-A5FC-E89EE3B7ADDA}" dt="2023-08-12T02:49:22.489" v="1149" actId="20577"/>
          <ac:spMkLst>
            <pc:docMk/>
            <pc:sldMk cId="56622075" sldId="351"/>
            <ac:spMk id="48" creationId="{65CD3FC8-EA0A-EC24-1E3F-D28C34E7BB3E}"/>
          </ac:spMkLst>
        </pc:spChg>
        <pc:picChg chg="del">
          <ac:chgData name="Guillermo AntonioAguirre" userId="42908199-65f4-4d4a-8e05-6e659ccb82ce" providerId="ADAL" clId="{F081A502-5C2B-420E-A5FC-E89EE3B7ADDA}" dt="2023-08-12T02:43:43.987" v="1136" actId="478"/>
          <ac:picMkLst>
            <pc:docMk/>
            <pc:sldMk cId="56622075" sldId="351"/>
            <ac:picMk id="3" creationId="{6B7598F4-EF98-FE86-005A-D1B0B06E3212}"/>
          </ac:picMkLst>
        </pc:picChg>
        <pc:picChg chg="del">
          <ac:chgData name="Guillermo AntonioAguirre" userId="42908199-65f4-4d4a-8e05-6e659ccb82ce" providerId="ADAL" clId="{F081A502-5C2B-420E-A5FC-E89EE3B7ADDA}" dt="2023-08-12T02:43:43.987" v="1136" actId="478"/>
          <ac:picMkLst>
            <pc:docMk/>
            <pc:sldMk cId="56622075" sldId="351"/>
            <ac:picMk id="4" creationId="{25F82C53-6C89-8E76-9777-4788741C7E26}"/>
          </ac:picMkLst>
        </pc:picChg>
        <pc:picChg chg="del">
          <ac:chgData name="Guillermo AntonioAguirre" userId="42908199-65f4-4d4a-8e05-6e659ccb82ce" providerId="ADAL" clId="{F081A502-5C2B-420E-A5FC-E89EE3B7ADDA}" dt="2023-08-12T02:43:43.987" v="1136" actId="478"/>
          <ac:picMkLst>
            <pc:docMk/>
            <pc:sldMk cId="56622075" sldId="351"/>
            <ac:picMk id="5" creationId="{C34B15B9-4435-4541-428E-5D4FB260C5B3}"/>
          </ac:picMkLst>
        </pc:picChg>
        <pc:picChg chg="del">
          <ac:chgData name="Guillermo AntonioAguirre" userId="42908199-65f4-4d4a-8e05-6e659ccb82ce" providerId="ADAL" clId="{F081A502-5C2B-420E-A5FC-E89EE3B7ADDA}" dt="2023-08-12T02:43:43.987" v="1136" actId="478"/>
          <ac:picMkLst>
            <pc:docMk/>
            <pc:sldMk cId="56622075" sldId="351"/>
            <ac:picMk id="6" creationId="{095A73BC-1031-D1F3-9B0C-F601F5249BBB}"/>
          </ac:picMkLst>
        </pc:picChg>
        <pc:picChg chg="add mod modCrop">
          <ac:chgData name="Guillermo AntonioAguirre" userId="42908199-65f4-4d4a-8e05-6e659ccb82ce" providerId="ADAL" clId="{F081A502-5C2B-420E-A5FC-E89EE3B7ADDA}" dt="2023-08-12T02:54:24.654" v="1156"/>
          <ac:picMkLst>
            <pc:docMk/>
            <pc:sldMk cId="56622075" sldId="351"/>
            <ac:picMk id="7" creationId="{95320608-A39B-44BF-DCF7-D3968F48DF9F}"/>
          </ac:picMkLst>
        </pc:picChg>
      </pc:sldChg>
      <pc:sldChg chg="addSp delSp modSp add del mod addAnim delAnim">
        <pc:chgData name="Guillermo AntonioAguirre" userId="42908199-65f4-4d4a-8e05-6e659ccb82ce" providerId="ADAL" clId="{F081A502-5C2B-420E-A5FC-E89EE3B7ADDA}" dt="2023-08-12T03:41:39.392" v="1241"/>
        <pc:sldMkLst>
          <pc:docMk/>
          <pc:sldMk cId="2775514316" sldId="352"/>
        </pc:sldMkLst>
        <pc:spChg chg="mod">
          <ac:chgData name="Guillermo AntonioAguirre" userId="42908199-65f4-4d4a-8e05-6e659ccb82ce" providerId="ADAL" clId="{F081A502-5C2B-420E-A5FC-E89EE3B7ADDA}" dt="2023-08-12T03:41:36.775" v="1232" actId="20577"/>
          <ac:spMkLst>
            <pc:docMk/>
            <pc:sldMk cId="2775514316" sldId="352"/>
            <ac:spMk id="48" creationId="{65CD3FC8-EA0A-EC24-1E3F-D28C34E7BB3E}"/>
          </ac:spMkLst>
        </pc:spChg>
        <pc:picChg chg="add del">
          <ac:chgData name="Guillermo AntonioAguirre" userId="42908199-65f4-4d4a-8e05-6e659ccb82ce" providerId="ADAL" clId="{F081A502-5C2B-420E-A5FC-E89EE3B7ADDA}" dt="2023-08-12T03:41:36.567" v="1231" actId="478"/>
          <ac:picMkLst>
            <pc:docMk/>
            <pc:sldMk cId="2775514316" sldId="352"/>
            <ac:picMk id="3" creationId="{AAAB4F8F-AFC8-AF6D-B618-B2C4C8D3D34D}"/>
          </ac:picMkLst>
        </pc:picChg>
        <pc:picChg chg="add del">
          <ac:chgData name="Guillermo AntonioAguirre" userId="42908199-65f4-4d4a-8e05-6e659ccb82ce" providerId="ADAL" clId="{F081A502-5C2B-420E-A5FC-E89EE3B7ADDA}" dt="2023-08-12T03:41:36.567" v="1231" actId="478"/>
          <ac:picMkLst>
            <pc:docMk/>
            <pc:sldMk cId="2775514316" sldId="352"/>
            <ac:picMk id="4" creationId="{22AA9285-8026-E1B3-2B81-67A2A9776546}"/>
          </ac:picMkLst>
        </pc:picChg>
        <pc:picChg chg="add del">
          <ac:chgData name="Guillermo AntonioAguirre" userId="42908199-65f4-4d4a-8e05-6e659ccb82ce" providerId="ADAL" clId="{F081A502-5C2B-420E-A5FC-E89EE3B7ADDA}" dt="2023-08-12T03:41:36.567" v="1231" actId="478"/>
          <ac:picMkLst>
            <pc:docMk/>
            <pc:sldMk cId="2775514316" sldId="352"/>
            <ac:picMk id="5" creationId="{A0E0A018-83B2-C60A-DAC4-980145C994F3}"/>
          </ac:picMkLst>
        </pc:picChg>
        <pc:picChg chg="add del">
          <ac:chgData name="Guillermo AntonioAguirre" userId="42908199-65f4-4d4a-8e05-6e659ccb82ce" providerId="ADAL" clId="{F081A502-5C2B-420E-A5FC-E89EE3B7ADDA}" dt="2023-08-12T03:41:36.567" v="1231" actId="478"/>
          <ac:picMkLst>
            <pc:docMk/>
            <pc:sldMk cId="2775514316" sldId="352"/>
            <ac:picMk id="6" creationId="{9A24B59C-9A6A-9C86-1849-07E0C1DF6011}"/>
          </ac:picMkLst>
        </pc:picChg>
        <pc:picChg chg="add del mod modCrop">
          <ac:chgData name="Guillermo AntonioAguirre" userId="42908199-65f4-4d4a-8e05-6e659ccb82ce" providerId="ADAL" clId="{F081A502-5C2B-420E-A5FC-E89EE3B7ADDA}" dt="2023-08-12T03:41:39.392" v="1241"/>
          <ac:picMkLst>
            <pc:docMk/>
            <pc:sldMk cId="2775514316" sldId="352"/>
            <ac:picMk id="7" creationId="{CB20AA07-5B4B-F006-5D13-5DEAE3A862A9}"/>
          </ac:picMkLst>
        </pc:picChg>
      </pc:sldChg>
      <pc:sldChg chg="add">
        <pc:chgData name="Guillermo AntonioAguirre" userId="42908199-65f4-4d4a-8e05-6e659ccb82ce" providerId="ADAL" clId="{F081A502-5C2B-420E-A5FC-E89EE3B7ADDA}" dt="2023-08-12T03:41:46.216" v="1242" actId="2890"/>
        <pc:sldMkLst>
          <pc:docMk/>
          <pc:sldMk cId="3146690358" sldId="353"/>
        </pc:sldMkLst>
      </pc:sldChg>
      <pc:sldChg chg="addSp delSp modSp add mod delAnim">
        <pc:chgData name="Guillermo AntonioAguirre" userId="42908199-65f4-4d4a-8e05-6e659ccb82ce" providerId="ADAL" clId="{F081A502-5C2B-420E-A5FC-E89EE3B7ADDA}" dt="2023-08-12T04:02:32.334" v="1280"/>
        <pc:sldMkLst>
          <pc:docMk/>
          <pc:sldMk cId="387369664" sldId="354"/>
        </pc:sldMkLst>
        <pc:spChg chg="mod">
          <ac:chgData name="Guillermo AntonioAguirre" userId="42908199-65f4-4d4a-8e05-6e659ccb82ce" providerId="ADAL" clId="{F081A502-5C2B-420E-A5FC-E89EE3B7ADDA}" dt="2023-08-12T03:50:53.950" v="1272" actId="20577"/>
          <ac:spMkLst>
            <pc:docMk/>
            <pc:sldMk cId="387369664" sldId="354"/>
            <ac:spMk id="48" creationId="{65CD3FC8-EA0A-EC24-1E3F-D28C34E7BB3E}"/>
          </ac:spMkLst>
        </pc:spChg>
        <pc:picChg chg="del">
          <ac:chgData name="Guillermo AntonioAguirre" userId="42908199-65f4-4d4a-8e05-6e659ccb82ce" providerId="ADAL" clId="{F081A502-5C2B-420E-A5FC-E89EE3B7ADDA}" dt="2023-08-12T03:50:43.078" v="1263" actId="478"/>
          <ac:picMkLst>
            <pc:docMk/>
            <pc:sldMk cId="387369664" sldId="354"/>
            <ac:picMk id="3" creationId="{C3D073D7-D900-2D50-B3F2-3CB2A7FDF6E0}"/>
          </ac:picMkLst>
        </pc:picChg>
        <pc:picChg chg="del">
          <ac:chgData name="Guillermo AntonioAguirre" userId="42908199-65f4-4d4a-8e05-6e659ccb82ce" providerId="ADAL" clId="{F081A502-5C2B-420E-A5FC-E89EE3B7ADDA}" dt="2023-08-12T03:50:43.078" v="1263" actId="478"/>
          <ac:picMkLst>
            <pc:docMk/>
            <pc:sldMk cId="387369664" sldId="354"/>
            <ac:picMk id="4" creationId="{ED2F9D25-7F84-A1BB-B2A2-D04E8C299449}"/>
          </ac:picMkLst>
        </pc:picChg>
        <pc:picChg chg="del">
          <ac:chgData name="Guillermo AntonioAguirre" userId="42908199-65f4-4d4a-8e05-6e659ccb82ce" providerId="ADAL" clId="{F081A502-5C2B-420E-A5FC-E89EE3B7ADDA}" dt="2023-08-12T03:50:43.078" v="1263" actId="478"/>
          <ac:picMkLst>
            <pc:docMk/>
            <pc:sldMk cId="387369664" sldId="354"/>
            <ac:picMk id="5" creationId="{A1FA3F88-96E6-8D98-4209-2FCA1E5DD465}"/>
          </ac:picMkLst>
        </pc:picChg>
        <pc:picChg chg="del">
          <ac:chgData name="Guillermo AntonioAguirre" userId="42908199-65f4-4d4a-8e05-6e659ccb82ce" providerId="ADAL" clId="{F081A502-5C2B-420E-A5FC-E89EE3B7ADDA}" dt="2023-08-12T03:50:43.078" v="1263" actId="478"/>
          <ac:picMkLst>
            <pc:docMk/>
            <pc:sldMk cId="387369664" sldId="354"/>
            <ac:picMk id="6" creationId="{1DE7946A-9C49-3839-2471-DC86D22D4B8F}"/>
          </ac:picMkLst>
        </pc:picChg>
        <pc:picChg chg="add mod modCrop">
          <ac:chgData name="Guillermo AntonioAguirre" userId="42908199-65f4-4d4a-8e05-6e659ccb82ce" providerId="ADAL" clId="{F081A502-5C2B-420E-A5FC-E89EE3B7ADDA}" dt="2023-08-12T04:02:32.334" v="1280"/>
          <ac:picMkLst>
            <pc:docMk/>
            <pc:sldMk cId="387369664" sldId="354"/>
            <ac:picMk id="7" creationId="{C5009F10-F31F-DBDB-D3EC-41E46F4A738B}"/>
          </ac:picMkLst>
        </pc:picChg>
      </pc:sldChg>
      <pc:sldChg chg="addSp delSp modSp add mod delAnim">
        <pc:chgData name="Guillermo AntonioAguirre" userId="42908199-65f4-4d4a-8e05-6e659ccb82ce" providerId="ADAL" clId="{F081A502-5C2B-420E-A5FC-E89EE3B7ADDA}" dt="2023-08-12T04:10:16.079" v="1302"/>
        <pc:sldMkLst>
          <pc:docMk/>
          <pc:sldMk cId="1518072722" sldId="355"/>
        </pc:sldMkLst>
        <pc:spChg chg="mod">
          <ac:chgData name="Guillermo AntonioAguirre" userId="42908199-65f4-4d4a-8e05-6e659ccb82ce" providerId="ADAL" clId="{F081A502-5C2B-420E-A5FC-E89EE3B7ADDA}" dt="2023-08-12T04:03:14.103" v="1295" actId="20577"/>
          <ac:spMkLst>
            <pc:docMk/>
            <pc:sldMk cId="1518072722" sldId="355"/>
            <ac:spMk id="48" creationId="{65CD3FC8-EA0A-EC24-1E3F-D28C34E7BB3E}"/>
          </ac:spMkLst>
        </pc:spChg>
        <pc:picChg chg="del">
          <ac:chgData name="Guillermo AntonioAguirre" userId="42908199-65f4-4d4a-8e05-6e659ccb82ce" providerId="ADAL" clId="{F081A502-5C2B-420E-A5FC-E89EE3B7ADDA}" dt="2023-08-12T04:03:03.137" v="1282" actId="478"/>
          <ac:picMkLst>
            <pc:docMk/>
            <pc:sldMk cId="1518072722" sldId="355"/>
            <ac:picMk id="3" creationId="{C4C0FA25-328B-C9DE-8977-2497B90B2395}"/>
          </ac:picMkLst>
        </pc:picChg>
        <pc:picChg chg="del">
          <ac:chgData name="Guillermo AntonioAguirre" userId="42908199-65f4-4d4a-8e05-6e659ccb82ce" providerId="ADAL" clId="{F081A502-5C2B-420E-A5FC-E89EE3B7ADDA}" dt="2023-08-12T04:03:03.137" v="1282" actId="478"/>
          <ac:picMkLst>
            <pc:docMk/>
            <pc:sldMk cId="1518072722" sldId="355"/>
            <ac:picMk id="4" creationId="{081CE7AA-7F25-7AD6-0337-A7B74F41C1F6}"/>
          </ac:picMkLst>
        </pc:picChg>
        <pc:picChg chg="del">
          <ac:chgData name="Guillermo AntonioAguirre" userId="42908199-65f4-4d4a-8e05-6e659ccb82ce" providerId="ADAL" clId="{F081A502-5C2B-420E-A5FC-E89EE3B7ADDA}" dt="2023-08-12T04:03:03.137" v="1282" actId="478"/>
          <ac:picMkLst>
            <pc:docMk/>
            <pc:sldMk cId="1518072722" sldId="355"/>
            <ac:picMk id="5" creationId="{63B51322-5061-E06B-F655-4679B0E96223}"/>
          </ac:picMkLst>
        </pc:picChg>
        <pc:picChg chg="del">
          <ac:chgData name="Guillermo AntonioAguirre" userId="42908199-65f4-4d4a-8e05-6e659ccb82ce" providerId="ADAL" clId="{F081A502-5C2B-420E-A5FC-E89EE3B7ADDA}" dt="2023-08-12T04:03:03.137" v="1282" actId="478"/>
          <ac:picMkLst>
            <pc:docMk/>
            <pc:sldMk cId="1518072722" sldId="355"/>
            <ac:picMk id="6" creationId="{5E239EBE-BBCC-34E1-E726-40D56564E32D}"/>
          </ac:picMkLst>
        </pc:picChg>
        <pc:picChg chg="add mod modCrop">
          <ac:chgData name="Guillermo AntonioAguirre" userId="42908199-65f4-4d4a-8e05-6e659ccb82ce" providerId="ADAL" clId="{F081A502-5C2B-420E-A5FC-E89EE3B7ADDA}" dt="2023-08-12T04:10:16.079" v="1302"/>
          <ac:picMkLst>
            <pc:docMk/>
            <pc:sldMk cId="1518072722" sldId="355"/>
            <ac:picMk id="7" creationId="{ECE0366C-DDD0-E67B-AA81-E19EA0905EC2}"/>
          </ac:picMkLst>
        </pc:picChg>
      </pc:sldChg>
      <pc:sldChg chg="addSp delSp modSp add mod delAnim">
        <pc:chgData name="Guillermo AntonioAguirre" userId="42908199-65f4-4d4a-8e05-6e659ccb82ce" providerId="ADAL" clId="{F081A502-5C2B-420E-A5FC-E89EE3B7ADDA}" dt="2023-08-12T04:14:45.807" v="1330"/>
        <pc:sldMkLst>
          <pc:docMk/>
          <pc:sldMk cId="3603457473" sldId="356"/>
        </pc:sldMkLst>
        <pc:spChg chg="mod">
          <ac:chgData name="Guillermo AntonioAguirre" userId="42908199-65f4-4d4a-8e05-6e659ccb82ce" providerId="ADAL" clId="{F081A502-5C2B-420E-A5FC-E89EE3B7ADDA}" dt="2023-08-12T04:12:59.129" v="1313" actId="20577"/>
          <ac:spMkLst>
            <pc:docMk/>
            <pc:sldMk cId="3603457473" sldId="356"/>
            <ac:spMk id="48" creationId="{65CD3FC8-EA0A-EC24-1E3F-D28C34E7BB3E}"/>
          </ac:spMkLst>
        </pc:spChg>
        <pc:picChg chg="del">
          <ac:chgData name="Guillermo AntonioAguirre" userId="42908199-65f4-4d4a-8e05-6e659ccb82ce" providerId="ADAL" clId="{F081A502-5C2B-420E-A5FC-E89EE3B7ADDA}" dt="2023-08-12T04:10:47.110" v="1304" actId="478"/>
          <ac:picMkLst>
            <pc:docMk/>
            <pc:sldMk cId="3603457473" sldId="356"/>
            <ac:picMk id="3" creationId="{D323C028-4E12-F738-4071-D66407733E9D}"/>
          </ac:picMkLst>
        </pc:picChg>
        <pc:picChg chg="del">
          <ac:chgData name="Guillermo AntonioAguirre" userId="42908199-65f4-4d4a-8e05-6e659ccb82ce" providerId="ADAL" clId="{F081A502-5C2B-420E-A5FC-E89EE3B7ADDA}" dt="2023-08-12T04:10:47.110" v="1304" actId="478"/>
          <ac:picMkLst>
            <pc:docMk/>
            <pc:sldMk cId="3603457473" sldId="356"/>
            <ac:picMk id="4" creationId="{90FF9642-222D-5F85-C2E5-89CD569ADBF4}"/>
          </ac:picMkLst>
        </pc:picChg>
        <pc:picChg chg="del">
          <ac:chgData name="Guillermo AntonioAguirre" userId="42908199-65f4-4d4a-8e05-6e659ccb82ce" providerId="ADAL" clId="{F081A502-5C2B-420E-A5FC-E89EE3B7ADDA}" dt="2023-08-12T04:10:47.110" v="1304" actId="478"/>
          <ac:picMkLst>
            <pc:docMk/>
            <pc:sldMk cId="3603457473" sldId="356"/>
            <ac:picMk id="5" creationId="{7FF51888-D76D-E7A5-2FA3-8930BC229A3A}"/>
          </ac:picMkLst>
        </pc:picChg>
        <pc:picChg chg="del">
          <ac:chgData name="Guillermo AntonioAguirre" userId="42908199-65f4-4d4a-8e05-6e659ccb82ce" providerId="ADAL" clId="{F081A502-5C2B-420E-A5FC-E89EE3B7ADDA}" dt="2023-08-12T04:10:47.110" v="1304" actId="478"/>
          <ac:picMkLst>
            <pc:docMk/>
            <pc:sldMk cId="3603457473" sldId="356"/>
            <ac:picMk id="6" creationId="{EE522BA8-2197-2F38-81AF-1A06FEDC374F}"/>
          </ac:picMkLst>
        </pc:picChg>
        <pc:picChg chg="add del mod modCrop">
          <ac:chgData name="Guillermo AntonioAguirre" userId="42908199-65f4-4d4a-8e05-6e659ccb82ce" providerId="ADAL" clId="{F081A502-5C2B-420E-A5FC-E89EE3B7ADDA}" dt="2023-08-12T04:14:45.807" v="1330"/>
          <ac:picMkLst>
            <pc:docMk/>
            <pc:sldMk cId="3603457473" sldId="356"/>
            <ac:picMk id="7" creationId="{5CE76B3B-0BFD-A07A-BF37-EF7F71809F42}"/>
          </ac:picMkLst>
        </pc:picChg>
      </pc:sldChg>
      <pc:sldChg chg="addSp delSp modSp add mod delAnim">
        <pc:chgData name="Guillermo AntonioAguirre" userId="42908199-65f4-4d4a-8e05-6e659ccb82ce" providerId="ADAL" clId="{F081A502-5C2B-420E-A5FC-E89EE3B7ADDA}" dt="2023-08-12T04:19:56.555" v="1361"/>
        <pc:sldMkLst>
          <pc:docMk/>
          <pc:sldMk cId="1942574570" sldId="357"/>
        </pc:sldMkLst>
        <pc:spChg chg="mod">
          <ac:chgData name="Guillermo AntonioAguirre" userId="42908199-65f4-4d4a-8e05-6e659ccb82ce" providerId="ADAL" clId="{F081A502-5C2B-420E-A5FC-E89EE3B7ADDA}" dt="2023-08-12T04:15:18.423" v="1343" actId="20577"/>
          <ac:spMkLst>
            <pc:docMk/>
            <pc:sldMk cId="1942574570" sldId="357"/>
            <ac:spMk id="48" creationId="{65CD3FC8-EA0A-EC24-1E3F-D28C34E7BB3E}"/>
          </ac:spMkLst>
        </pc:spChg>
        <pc:picChg chg="del">
          <ac:chgData name="Guillermo AntonioAguirre" userId="42908199-65f4-4d4a-8e05-6e659ccb82ce" providerId="ADAL" clId="{F081A502-5C2B-420E-A5FC-E89EE3B7ADDA}" dt="2023-08-12T04:15:12.517" v="1334" actId="478"/>
          <ac:picMkLst>
            <pc:docMk/>
            <pc:sldMk cId="1942574570" sldId="357"/>
            <ac:picMk id="2" creationId="{DDF5A0BB-1B6A-B13B-9558-4A27D57FB49B}"/>
          </ac:picMkLst>
        </pc:picChg>
        <pc:picChg chg="del">
          <ac:chgData name="Guillermo AntonioAguirre" userId="42908199-65f4-4d4a-8e05-6e659ccb82ce" providerId="ADAL" clId="{F081A502-5C2B-420E-A5FC-E89EE3B7ADDA}" dt="2023-08-12T04:15:12.517" v="1334" actId="478"/>
          <ac:picMkLst>
            <pc:docMk/>
            <pc:sldMk cId="1942574570" sldId="357"/>
            <ac:picMk id="4" creationId="{C664A256-8338-64C0-0FFA-1DCB2AC1C453}"/>
          </ac:picMkLst>
        </pc:picChg>
        <pc:picChg chg="del">
          <ac:chgData name="Guillermo AntonioAguirre" userId="42908199-65f4-4d4a-8e05-6e659ccb82ce" providerId="ADAL" clId="{F081A502-5C2B-420E-A5FC-E89EE3B7ADDA}" dt="2023-08-12T04:15:12.517" v="1334" actId="478"/>
          <ac:picMkLst>
            <pc:docMk/>
            <pc:sldMk cId="1942574570" sldId="357"/>
            <ac:picMk id="5" creationId="{7BAC1C3F-F4F0-0C78-C511-C902D1C8D10E}"/>
          </ac:picMkLst>
        </pc:picChg>
        <pc:picChg chg="del">
          <ac:chgData name="Guillermo AntonioAguirre" userId="42908199-65f4-4d4a-8e05-6e659ccb82ce" providerId="ADAL" clId="{F081A502-5C2B-420E-A5FC-E89EE3B7ADDA}" dt="2023-08-12T04:15:12.517" v="1334" actId="478"/>
          <ac:picMkLst>
            <pc:docMk/>
            <pc:sldMk cId="1942574570" sldId="357"/>
            <ac:picMk id="6" creationId="{2CD4EF1D-6709-7A64-42F2-D8BD6F3189A2}"/>
          </ac:picMkLst>
        </pc:picChg>
        <pc:picChg chg="add mod modCrop">
          <ac:chgData name="Guillermo AntonioAguirre" userId="42908199-65f4-4d4a-8e05-6e659ccb82ce" providerId="ADAL" clId="{F081A502-5C2B-420E-A5FC-E89EE3B7ADDA}" dt="2023-08-12T04:18:40.118" v="1351"/>
          <ac:picMkLst>
            <pc:docMk/>
            <pc:sldMk cId="1942574570" sldId="357"/>
            <ac:picMk id="7" creationId="{9B8DC67F-2FC2-0B3C-9B74-B03CD29FDAA7}"/>
          </ac:picMkLst>
        </pc:picChg>
        <pc:picChg chg="add mod modCrop">
          <ac:chgData name="Guillermo AntonioAguirre" userId="42908199-65f4-4d4a-8e05-6e659ccb82ce" providerId="ADAL" clId="{F081A502-5C2B-420E-A5FC-E89EE3B7ADDA}" dt="2023-08-12T04:19:56.555" v="1361"/>
          <ac:picMkLst>
            <pc:docMk/>
            <pc:sldMk cId="1942574570" sldId="357"/>
            <ac:picMk id="9" creationId="{B2515F4C-71CC-24CB-3002-BC3BC2A23888}"/>
          </ac:picMkLst>
        </pc:picChg>
      </pc:sldChg>
      <pc:sldChg chg="addSp delSp modSp add mod delAnim">
        <pc:chgData name="Guillermo AntonioAguirre" userId="42908199-65f4-4d4a-8e05-6e659ccb82ce" providerId="ADAL" clId="{F081A502-5C2B-420E-A5FC-E89EE3B7ADDA}" dt="2023-08-12T04:26:11.228" v="1383"/>
        <pc:sldMkLst>
          <pc:docMk/>
          <pc:sldMk cId="3964603036" sldId="358"/>
        </pc:sldMkLst>
        <pc:spChg chg="mod">
          <ac:chgData name="Guillermo AntonioAguirre" userId="42908199-65f4-4d4a-8e05-6e659ccb82ce" providerId="ADAL" clId="{F081A502-5C2B-420E-A5FC-E89EE3B7ADDA}" dt="2023-08-12T04:20:25.256" v="1372" actId="20577"/>
          <ac:spMkLst>
            <pc:docMk/>
            <pc:sldMk cId="3964603036" sldId="358"/>
            <ac:spMk id="48" creationId="{65CD3FC8-EA0A-EC24-1E3F-D28C34E7BB3E}"/>
          </ac:spMkLst>
        </pc:spChg>
        <pc:picChg chg="del">
          <ac:chgData name="Guillermo AntonioAguirre" userId="42908199-65f4-4d4a-8e05-6e659ccb82ce" providerId="ADAL" clId="{F081A502-5C2B-420E-A5FC-E89EE3B7ADDA}" dt="2023-08-12T04:20:16.255" v="1363" actId="478"/>
          <ac:picMkLst>
            <pc:docMk/>
            <pc:sldMk cId="3964603036" sldId="358"/>
            <ac:picMk id="2" creationId="{1B43B207-DFEC-8A40-8716-E485988895EA}"/>
          </ac:picMkLst>
        </pc:picChg>
        <pc:picChg chg="del">
          <ac:chgData name="Guillermo AntonioAguirre" userId="42908199-65f4-4d4a-8e05-6e659ccb82ce" providerId="ADAL" clId="{F081A502-5C2B-420E-A5FC-E89EE3B7ADDA}" dt="2023-08-12T04:20:16.255" v="1363" actId="478"/>
          <ac:picMkLst>
            <pc:docMk/>
            <pc:sldMk cId="3964603036" sldId="358"/>
            <ac:picMk id="3" creationId="{6021C147-3FA9-CD47-BB93-27D0CFAA2493}"/>
          </ac:picMkLst>
        </pc:picChg>
        <pc:picChg chg="del">
          <ac:chgData name="Guillermo AntonioAguirre" userId="42908199-65f4-4d4a-8e05-6e659ccb82ce" providerId="ADAL" clId="{F081A502-5C2B-420E-A5FC-E89EE3B7ADDA}" dt="2023-08-12T04:20:16.255" v="1363" actId="478"/>
          <ac:picMkLst>
            <pc:docMk/>
            <pc:sldMk cId="3964603036" sldId="358"/>
            <ac:picMk id="4" creationId="{DA555588-6842-A5C1-FAAD-44B0BF5924EB}"/>
          </ac:picMkLst>
        </pc:picChg>
        <pc:picChg chg="del">
          <ac:chgData name="Guillermo AntonioAguirre" userId="42908199-65f4-4d4a-8e05-6e659ccb82ce" providerId="ADAL" clId="{F081A502-5C2B-420E-A5FC-E89EE3B7ADDA}" dt="2023-08-12T04:20:16.255" v="1363" actId="478"/>
          <ac:picMkLst>
            <pc:docMk/>
            <pc:sldMk cId="3964603036" sldId="358"/>
            <ac:picMk id="5" creationId="{1AA4DC35-0864-549E-CB84-A36682DA9FFE}"/>
          </ac:picMkLst>
        </pc:picChg>
        <pc:picChg chg="add mod modCrop">
          <ac:chgData name="Guillermo AntonioAguirre" userId="42908199-65f4-4d4a-8e05-6e659ccb82ce" providerId="ADAL" clId="{F081A502-5C2B-420E-A5FC-E89EE3B7ADDA}" dt="2023-08-12T04:26:11.228" v="1383"/>
          <ac:picMkLst>
            <pc:docMk/>
            <pc:sldMk cId="3964603036" sldId="358"/>
            <ac:picMk id="7" creationId="{B0033EC9-A369-EA62-8244-7D03DE06851A}"/>
          </ac:picMkLst>
        </pc:picChg>
      </pc:sldChg>
      <pc:sldMasterChg chg="modSldLayout">
        <pc:chgData name="Guillermo AntonioAguirre" userId="42908199-65f4-4d4a-8e05-6e659ccb82ce" providerId="ADAL" clId="{F081A502-5C2B-420E-A5FC-E89EE3B7ADDA}" dt="2023-08-11T03:24:16.274" v="322" actId="408"/>
        <pc:sldMasterMkLst>
          <pc:docMk/>
          <pc:sldMasterMk cId="1605787662" sldId="2147483648"/>
        </pc:sldMasterMkLst>
        <pc:sldLayoutChg chg="addSp delSp modSp mod">
          <pc:chgData name="Guillermo AntonioAguirre" userId="42908199-65f4-4d4a-8e05-6e659ccb82ce" providerId="ADAL" clId="{F081A502-5C2B-420E-A5FC-E89EE3B7ADDA}" dt="2023-08-11T03:24:16.274" v="322" actId="408"/>
          <pc:sldLayoutMkLst>
            <pc:docMk/>
            <pc:sldMasterMk cId="1605787662" sldId="2147483648"/>
            <pc:sldLayoutMk cId="1166011702" sldId="2147483649"/>
          </pc:sldLayoutMkLst>
          <pc:spChg chg="mod">
            <ac:chgData name="Guillermo AntonioAguirre" userId="42908199-65f4-4d4a-8e05-6e659ccb82ce" providerId="ADAL" clId="{F081A502-5C2B-420E-A5FC-E89EE3B7ADDA}" dt="2023-08-11T01:45:00.098" v="97" actId="1076"/>
            <ac:spMkLst>
              <pc:docMk/>
              <pc:sldMasterMk cId="1605787662" sldId="2147483648"/>
              <pc:sldLayoutMk cId="1166011702" sldId="2147483649"/>
              <ac:spMk id="3" creationId="{86F1E879-9DF7-4DA7-85AC-CB56A8C099B9}"/>
            </ac:spMkLst>
          </pc:spChg>
          <pc:spChg chg="add mod">
            <ac:chgData name="Guillermo AntonioAguirre" userId="42908199-65f4-4d4a-8e05-6e659ccb82ce" providerId="ADAL" clId="{F081A502-5C2B-420E-A5FC-E89EE3B7ADDA}" dt="2023-08-11T02:00:00.508" v="194" actId="1076"/>
            <ac:spMkLst>
              <pc:docMk/>
              <pc:sldMasterMk cId="1605787662" sldId="2147483648"/>
              <pc:sldLayoutMk cId="1166011702" sldId="2147483649"/>
              <ac:spMk id="7" creationId="{CF53FC50-8784-1201-844D-CA20CBA6EE8B}"/>
            </ac:spMkLst>
          </pc:spChg>
          <pc:spChg chg="add mod">
            <ac:chgData name="Guillermo AntonioAguirre" userId="42908199-65f4-4d4a-8e05-6e659ccb82ce" providerId="ADAL" clId="{F081A502-5C2B-420E-A5FC-E89EE3B7ADDA}" dt="2023-08-11T03:23:42.673" v="319" actId="1076"/>
            <ac:spMkLst>
              <pc:docMk/>
              <pc:sldMasterMk cId="1605787662" sldId="2147483648"/>
              <pc:sldLayoutMk cId="1166011702" sldId="2147483649"/>
              <ac:spMk id="8" creationId="{360F4551-B1B4-FD41-768C-F04B7C2F86B0}"/>
            </ac:spMkLst>
          </pc:spChg>
          <pc:spChg chg="add mod">
            <ac:chgData name="Guillermo AntonioAguirre" userId="42908199-65f4-4d4a-8e05-6e659ccb82ce" providerId="ADAL" clId="{F081A502-5C2B-420E-A5FC-E89EE3B7ADDA}" dt="2023-08-11T03:24:16.274" v="322" actId="408"/>
            <ac:spMkLst>
              <pc:docMk/>
              <pc:sldMasterMk cId="1605787662" sldId="2147483648"/>
              <pc:sldLayoutMk cId="1166011702" sldId="2147483649"/>
              <ac:spMk id="9" creationId="{E7870EB4-497F-253A-C119-30E1089DC322}"/>
            </ac:spMkLst>
          </pc:spChg>
          <pc:spChg chg="add mod">
            <ac:chgData name="Guillermo AntonioAguirre" userId="42908199-65f4-4d4a-8e05-6e659ccb82ce" providerId="ADAL" clId="{F081A502-5C2B-420E-A5FC-E89EE3B7ADDA}" dt="2023-08-11T03:24:16.274" v="322" actId="408"/>
            <ac:spMkLst>
              <pc:docMk/>
              <pc:sldMasterMk cId="1605787662" sldId="2147483648"/>
              <pc:sldLayoutMk cId="1166011702" sldId="2147483649"/>
              <ac:spMk id="11" creationId="{21BA3AB4-989E-174C-D119-42809B58400E}"/>
            </ac:spMkLst>
          </pc:spChg>
          <pc:spChg chg="add mod">
            <ac:chgData name="Guillermo AntonioAguirre" userId="42908199-65f4-4d4a-8e05-6e659ccb82ce" providerId="ADAL" clId="{F081A502-5C2B-420E-A5FC-E89EE3B7ADDA}" dt="2023-08-11T01:47:23.302" v="112" actId="1076"/>
            <ac:spMkLst>
              <pc:docMk/>
              <pc:sldMasterMk cId="1605787662" sldId="2147483648"/>
              <pc:sldLayoutMk cId="1166011702" sldId="2147483649"/>
              <ac:spMk id="12" creationId="{4803FC57-B8B7-2BAD-CEAA-01FD52A5BA19}"/>
            </ac:spMkLst>
          </pc:spChg>
          <pc:spChg chg="add mod">
            <ac:chgData name="Guillermo AntonioAguirre" userId="42908199-65f4-4d4a-8e05-6e659ccb82ce" providerId="ADAL" clId="{F081A502-5C2B-420E-A5FC-E89EE3B7ADDA}" dt="2023-08-11T01:47:43.120" v="113" actId="408"/>
            <ac:spMkLst>
              <pc:docMk/>
              <pc:sldMasterMk cId="1605787662" sldId="2147483648"/>
              <pc:sldLayoutMk cId="1166011702" sldId="2147483649"/>
              <ac:spMk id="13" creationId="{0B86C856-446C-EE0D-15AC-39DFE6049F6C}"/>
            </ac:spMkLst>
          </pc:spChg>
          <pc:spChg chg="add mod">
            <ac:chgData name="Guillermo AntonioAguirre" userId="42908199-65f4-4d4a-8e05-6e659ccb82ce" providerId="ADAL" clId="{F081A502-5C2B-420E-A5FC-E89EE3B7ADDA}" dt="2023-08-11T01:47:43.120" v="113" actId="408"/>
            <ac:spMkLst>
              <pc:docMk/>
              <pc:sldMasterMk cId="1605787662" sldId="2147483648"/>
              <pc:sldLayoutMk cId="1166011702" sldId="2147483649"/>
              <ac:spMk id="14" creationId="{0F64DC01-F71F-F45D-D290-33A54116C91E}"/>
            </ac:spMkLst>
          </pc:spChg>
          <pc:spChg chg="add mod">
            <ac:chgData name="Guillermo AntonioAguirre" userId="42908199-65f4-4d4a-8e05-6e659ccb82ce" providerId="ADAL" clId="{F081A502-5C2B-420E-A5FC-E89EE3B7ADDA}" dt="2023-08-11T01:47:43.120" v="113" actId="408"/>
            <ac:spMkLst>
              <pc:docMk/>
              <pc:sldMasterMk cId="1605787662" sldId="2147483648"/>
              <pc:sldLayoutMk cId="1166011702" sldId="2147483649"/>
              <ac:spMk id="15" creationId="{57F57600-01F2-7580-64BF-586E164D3036}"/>
            </ac:spMkLst>
          </pc:spChg>
          <pc:spChg chg="add mod">
            <ac:chgData name="Guillermo AntonioAguirre" userId="42908199-65f4-4d4a-8e05-6e659ccb82ce" providerId="ADAL" clId="{F081A502-5C2B-420E-A5FC-E89EE3B7ADDA}" dt="2023-08-11T03:24:16.274" v="322" actId="408"/>
            <ac:spMkLst>
              <pc:docMk/>
              <pc:sldMasterMk cId="1605787662" sldId="2147483648"/>
              <pc:sldLayoutMk cId="1166011702" sldId="2147483649"/>
              <ac:spMk id="17" creationId="{371DE888-F983-8908-D96E-9E7D488BAB79}"/>
            </ac:spMkLst>
          </pc:spChg>
          <pc:spChg chg="mod">
            <ac:chgData name="Guillermo AntonioAguirre" userId="42908199-65f4-4d4a-8e05-6e659ccb82ce" providerId="ADAL" clId="{F081A502-5C2B-420E-A5FC-E89EE3B7ADDA}" dt="2023-08-11T03:23:16.662" v="315" actId="1076"/>
            <ac:spMkLst>
              <pc:docMk/>
              <pc:sldMasterMk cId="1605787662" sldId="2147483648"/>
              <pc:sldLayoutMk cId="1166011702" sldId="2147483649"/>
              <ac:spMk id="119" creationId="{5626E3A0-4546-4CF6-A4F2-DEF7D1CD1FF9}"/>
            </ac:spMkLst>
          </pc:spChg>
          <pc:spChg chg="mod">
            <ac:chgData name="Guillermo AntonioAguirre" userId="42908199-65f4-4d4a-8e05-6e659ccb82ce" providerId="ADAL" clId="{F081A502-5C2B-420E-A5FC-E89EE3B7ADDA}" dt="2023-08-11T02:00:18.021" v="195" actId="408"/>
            <ac:spMkLst>
              <pc:docMk/>
              <pc:sldMasterMk cId="1605787662" sldId="2147483648"/>
              <pc:sldLayoutMk cId="1166011702" sldId="2147483649"/>
              <ac:spMk id="120" creationId="{7E2518BE-4FE7-462F-896E-F7A1045CBC7F}"/>
            </ac:spMkLst>
          </pc:spChg>
          <pc:spChg chg="mod">
            <ac:chgData name="Guillermo AntonioAguirre" userId="42908199-65f4-4d4a-8e05-6e659ccb82ce" providerId="ADAL" clId="{F081A502-5C2B-420E-A5FC-E89EE3B7ADDA}" dt="2023-08-11T01:59:08.037" v="189" actId="1076"/>
            <ac:spMkLst>
              <pc:docMk/>
              <pc:sldMasterMk cId="1605787662" sldId="2147483648"/>
              <pc:sldLayoutMk cId="1166011702" sldId="2147483649"/>
              <ac:spMk id="121" creationId="{D13B079D-42A1-4B9D-A7F1-282A0DD6008D}"/>
            </ac:spMkLst>
          </pc:spChg>
          <pc:spChg chg="mod">
            <ac:chgData name="Guillermo AntonioAguirre" userId="42908199-65f4-4d4a-8e05-6e659ccb82ce" providerId="ADAL" clId="{F081A502-5C2B-420E-A5FC-E89EE3B7ADDA}" dt="2023-08-11T02:00:18.021" v="195" actId="408"/>
            <ac:spMkLst>
              <pc:docMk/>
              <pc:sldMasterMk cId="1605787662" sldId="2147483648"/>
              <pc:sldLayoutMk cId="1166011702" sldId="2147483649"/>
              <ac:spMk id="122" creationId="{5265D1BF-A6B7-4058-A96A-F0F1C76D8517}"/>
            </ac:spMkLst>
          </pc:spChg>
          <pc:spChg chg="mod">
            <ac:chgData name="Guillermo AntonioAguirre" userId="42908199-65f4-4d4a-8e05-6e659ccb82ce" providerId="ADAL" clId="{F081A502-5C2B-420E-A5FC-E89EE3B7ADDA}" dt="2023-08-11T02:00:18.021" v="195" actId="408"/>
            <ac:spMkLst>
              <pc:docMk/>
              <pc:sldMasterMk cId="1605787662" sldId="2147483648"/>
              <pc:sldLayoutMk cId="1166011702" sldId="2147483649"/>
              <ac:spMk id="123" creationId="{0A1987E3-E256-4CF7-9FE6-0446D4E40179}"/>
            </ac:spMkLst>
          </pc:spChg>
          <pc:spChg chg="del">
            <ac:chgData name="Guillermo AntonioAguirre" userId="42908199-65f4-4d4a-8e05-6e659ccb82ce" providerId="ADAL" clId="{F081A502-5C2B-420E-A5FC-E89EE3B7ADDA}" dt="2023-08-11T01:42:25.162" v="67" actId="478"/>
            <ac:spMkLst>
              <pc:docMk/>
              <pc:sldMasterMk cId="1605787662" sldId="2147483648"/>
              <pc:sldLayoutMk cId="1166011702" sldId="2147483649"/>
              <ac:spMk id="125" creationId="{62F3EA0C-FA8C-40D1-9BE6-30DACB1AB543}"/>
            </ac:spMkLst>
          </pc:spChg>
          <pc:spChg chg="del">
            <ac:chgData name="Guillermo AntonioAguirre" userId="42908199-65f4-4d4a-8e05-6e659ccb82ce" providerId="ADAL" clId="{F081A502-5C2B-420E-A5FC-E89EE3B7ADDA}" dt="2023-08-11T01:42:28.238" v="68" actId="478"/>
            <ac:spMkLst>
              <pc:docMk/>
              <pc:sldMasterMk cId="1605787662" sldId="2147483648"/>
              <pc:sldLayoutMk cId="1166011702" sldId="2147483649"/>
              <ac:spMk id="126" creationId="{B62F6384-D912-4754-AC82-81F6ED586BA4}"/>
            </ac:spMkLst>
          </pc:spChg>
          <pc:spChg chg="del">
            <ac:chgData name="Guillermo AntonioAguirre" userId="42908199-65f4-4d4a-8e05-6e659ccb82ce" providerId="ADAL" clId="{F081A502-5C2B-420E-A5FC-E89EE3B7ADDA}" dt="2023-08-11T01:43:04.466" v="79" actId="478"/>
            <ac:spMkLst>
              <pc:docMk/>
              <pc:sldMasterMk cId="1605787662" sldId="2147483648"/>
              <pc:sldLayoutMk cId="1166011702" sldId="2147483649"/>
              <ac:spMk id="127" creationId="{E4557023-E1DB-4099-92BE-5DD6EDC0A55F}"/>
            </ac:spMkLst>
          </pc:spChg>
          <pc:spChg chg="del">
            <ac:chgData name="Guillermo AntonioAguirre" userId="42908199-65f4-4d4a-8e05-6e659ccb82ce" providerId="ADAL" clId="{F081A502-5C2B-420E-A5FC-E89EE3B7ADDA}" dt="2023-08-11T01:43:07.181" v="80" actId="478"/>
            <ac:spMkLst>
              <pc:docMk/>
              <pc:sldMasterMk cId="1605787662" sldId="2147483648"/>
              <pc:sldLayoutMk cId="1166011702" sldId="2147483649"/>
              <ac:spMk id="128" creationId="{1394A278-B5EB-4D0C-B858-6C4854D605A4}"/>
            </ac:spMkLst>
          </pc:spChg>
          <pc:spChg chg="del">
            <ac:chgData name="Guillermo AntonioAguirre" userId="42908199-65f4-4d4a-8e05-6e659ccb82ce" providerId="ADAL" clId="{F081A502-5C2B-420E-A5FC-E89EE3B7ADDA}" dt="2023-08-11T01:42:33.165" v="69" actId="478"/>
            <ac:spMkLst>
              <pc:docMk/>
              <pc:sldMasterMk cId="1605787662" sldId="2147483648"/>
              <pc:sldLayoutMk cId="1166011702" sldId="2147483649"/>
              <ac:spMk id="129" creationId="{9A0EBBF7-4D6F-4416-9A72-43656E408A50}"/>
            </ac:spMkLst>
          </pc:spChg>
          <pc:spChg chg="del">
            <ac:chgData name="Guillermo AntonioAguirre" userId="42908199-65f4-4d4a-8e05-6e659ccb82ce" providerId="ADAL" clId="{F081A502-5C2B-420E-A5FC-E89EE3B7ADDA}" dt="2023-08-11T01:42:36.629" v="70" actId="478"/>
            <ac:spMkLst>
              <pc:docMk/>
              <pc:sldMasterMk cId="1605787662" sldId="2147483648"/>
              <pc:sldLayoutMk cId="1166011702" sldId="2147483649"/>
              <ac:spMk id="130" creationId="{E1D2E97C-7283-4D56-B845-31416A53E337}"/>
            </ac:spMkLst>
          </pc:spChg>
          <pc:spChg chg="del">
            <ac:chgData name="Guillermo AntonioAguirre" userId="42908199-65f4-4d4a-8e05-6e659ccb82ce" providerId="ADAL" clId="{F081A502-5C2B-420E-A5FC-E89EE3B7ADDA}" dt="2023-08-11T01:42:41.064" v="72" actId="478"/>
            <ac:spMkLst>
              <pc:docMk/>
              <pc:sldMasterMk cId="1605787662" sldId="2147483648"/>
              <pc:sldLayoutMk cId="1166011702" sldId="2147483649"/>
              <ac:spMk id="131" creationId="{C7FAD635-CC52-4D35-948F-3C282B8B1DCB}"/>
            </ac:spMkLst>
          </pc:spChg>
          <pc:spChg chg="del">
            <ac:chgData name="Guillermo AntonioAguirre" userId="42908199-65f4-4d4a-8e05-6e659ccb82ce" providerId="ADAL" clId="{F081A502-5C2B-420E-A5FC-E89EE3B7ADDA}" dt="2023-08-11T01:42:39.271" v="71" actId="478"/>
            <ac:spMkLst>
              <pc:docMk/>
              <pc:sldMasterMk cId="1605787662" sldId="2147483648"/>
              <pc:sldLayoutMk cId="1166011702" sldId="2147483649"/>
              <ac:spMk id="132" creationId="{03B8B604-1193-4627-A082-F0D9A6054224}"/>
            </ac:spMkLst>
          </pc:spChg>
          <pc:spChg chg="del">
            <ac:chgData name="Guillermo AntonioAguirre" userId="42908199-65f4-4d4a-8e05-6e659ccb82ce" providerId="ADAL" clId="{F081A502-5C2B-420E-A5FC-E89EE3B7ADDA}" dt="2023-08-11T01:42:44.966" v="73" actId="478"/>
            <ac:spMkLst>
              <pc:docMk/>
              <pc:sldMasterMk cId="1605787662" sldId="2147483648"/>
              <pc:sldLayoutMk cId="1166011702" sldId="2147483649"/>
              <ac:spMk id="133" creationId="{BCD8CA83-EDAF-4BB0-B4B2-ACB5B3FABA59}"/>
            </ac:spMkLst>
          </pc:spChg>
          <pc:spChg chg="del">
            <ac:chgData name="Guillermo AntonioAguirre" userId="42908199-65f4-4d4a-8e05-6e659ccb82ce" providerId="ADAL" clId="{F081A502-5C2B-420E-A5FC-E89EE3B7ADDA}" dt="2023-08-11T01:42:47.909" v="74" actId="478"/>
            <ac:spMkLst>
              <pc:docMk/>
              <pc:sldMasterMk cId="1605787662" sldId="2147483648"/>
              <pc:sldLayoutMk cId="1166011702" sldId="2147483649"/>
              <ac:spMk id="134" creationId="{9E430891-2780-4B5A-85BC-72B884479039}"/>
            </ac:spMkLst>
          </pc:spChg>
          <pc:spChg chg="del">
            <ac:chgData name="Guillermo AntonioAguirre" userId="42908199-65f4-4d4a-8e05-6e659ccb82ce" providerId="ADAL" clId="{F081A502-5C2B-420E-A5FC-E89EE3B7ADDA}" dt="2023-08-11T01:49:07.448" v="126" actId="478"/>
            <ac:spMkLst>
              <pc:docMk/>
              <pc:sldMasterMk cId="1605787662" sldId="2147483648"/>
              <pc:sldLayoutMk cId="1166011702" sldId="2147483649"/>
              <ac:spMk id="152" creationId="{AF955F46-550D-4FBD-949A-CAB1780A818A}"/>
            </ac:spMkLst>
          </pc:spChg>
          <pc:spChg chg="mod">
            <ac:chgData name="Guillermo AntonioAguirre" userId="42908199-65f4-4d4a-8e05-6e659ccb82ce" providerId="ADAL" clId="{F081A502-5C2B-420E-A5FC-E89EE3B7ADDA}" dt="2023-08-11T02:03:22.651" v="205" actId="1076"/>
            <ac:spMkLst>
              <pc:docMk/>
              <pc:sldMasterMk cId="1605787662" sldId="2147483648"/>
              <pc:sldLayoutMk cId="1166011702" sldId="2147483649"/>
              <ac:spMk id="155" creationId="{7EA772E2-9F56-4EFF-9C41-27E673E90510}"/>
            </ac:spMkLst>
          </pc:spChg>
          <pc:spChg chg="del">
            <ac:chgData name="Guillermo AntonioAguirre" userId="42908199-65f4-4d4a-8e05-6e659ccb82ce" providerId="ADAL" clId="{F081A502-5C2B-420E-A5FC-E89EE3B7ADDA}" dt="2023-08-11T01:48:53.283" v="122" actId="478"/>
            <ac:spMkLst>
              <pc:docMk/>
              <pc:sldMasterMk cId="1605787662" sldId="2147483648"/>
              <pc:sldLayoutMk cId="1166011702" sldId="2147483649"/>
              <ac:spMk id="156" creationId="{9E3D3168-A898-4150-AF7E-862B31691E1B}"/>
            </ac:spMkLst>
          </pc:spChg>
          <pc:spChg chg="mod">
            <ac:chgData name="Guillermo AntonioAguirre" userId="42908199-65f4-4d4a-8e05-6e659ccb82ce" providerId="ADAL" clId="{F081A502-5C2B-420E-A5FC-E89EE3B7ADDA}" dt="2023-08-11T01:47:43.120" v="113" actId="408"/>
            <ac:spMkLst>
              <pc:docMk/>
              <pc:sldMasterMk cId="1605787662" sldId="2147483648"/>
              <pc:sldLayoutMk cId="1166011702" sldId="2147483649"/>
              <ac:spMk id="157" creationId="{BA9C2567-2AF9-4A73-8B7C-5B63B5C2B633}"/>
            </ac:spMkLst>
          </pc:spChg>
          <pc:spChg chg="del">
            <ac:chgData name="Guillermo AntonioAguirre" userId="42908199-65f4-4d4a-8e05-6e659ccb82ce" providerId="ADAL" clId="{F081A502-5C2B-420E-A5FC-E89EE3B7ADDA}" dt="2023-08-11T01:49:04.314" v="125" actId="478"/>
            <ac:spMkLst>
              <pc:docMk/>
              <pc:sldMasterMk cId="1605787662" sldId="2147483648"/>
              <pc:sldLayoutMk cId="1166011702" sldId="2147483649"/>
              <ac:spMk id="158" creationId="{DA2B3D14-3067-45E6-9BBE-133B7365D723}"/>
            </ac:spMkLst>
          </pc:spChg>
          <pc:spChg chg="mod">
            <ac:chgData name="Guillermo AntonioAguirre" userId="42908199-65f4-4d4a-8e05-6e659ccb82ce" providerId="ADAL" clId="{F081A502-5C2B-420E-A5FC-E89EE3B7ADDA}" dt="2023-08-11T01:56:20.788" v="175" actId="1076"/>
            <ac:spMkLst>
              <pc:docMk/>
              <pc:sldMasterMk cId="1605787662" sldId="2147483648"/>
              <pc:sldLayoutMk cId="1166011702" sldId="2147483649"/>
              <ac:spMk id="159" creationId="{AD3DE571-16BA-4C29-B339-2DE7A54C1158}"/>
            </ac:spMkLst>
          </pc:spChg>
          <pc:spChg chg="del">
            <ac:chgData name="Guillermo AntonioAguirre" userId="42908199-65f4-4d4a-8e05-6e659ccb82ce" providerId="ADAL" clId="{F081A502-5C2B-420E-A5FC-E89EE3B7ADDA}" dt="2023-08-11T01:49:00.324" v="124" actId="478"/>
            <ac:spMkLst>
              <pc:docMk/>
              <pc:sldMasterMk cId="1605787662" sldId="2147483648"/>
              <pc:sldLayoutMk cId="1166011702" sldId="2147483649"/>
              <ac:spMk id="160" creationId="{D9FE4127-9BA3-4B00-9BBC-67A05E58DA7C}"/>
            </ac:spMkLst>
          </pc:spChg>
          <pc:spChg chg="mod">
            <ac:chgData name="Guillermo AntonioAguirre" userId="42908199-65f4-4d4a-8e05-6e659ccb82ce" providerId="ADAL" clId="{F081A502-5C2B-420E-A5FC-E89EE3B7ADDA}" dt="2023-08-11T01:47:43.120" v="113" actId="408"/>
            <ac:spMkLst>
              <pc:docMk/>
              <pc:sldMasterMk cId="1605787662" sldId="2147483648"/>
              <pc:sldLayoutMk cId="1166011702" sldId="2147483649"/>
              <ac:spMk id="161" creationId="{88D6F3B6-2D7F-49D3-96A4-AA7B23F2A64A}"/>
            </ac:spMkLst>
          </pc:spChg>
          <pc:spChg chg="del">
            <ac:chgData name="Guillermo AntonioAguirre" userId="42908199-65f4-4d4a-8e05-6e659ccb82ce" providerId="ADAL" clId="{F081A502-5C2B-420E-A5FC-E89EE3B7ADDA}" dt="2023-08-11T01:48:57.811" v="123" actId="478"/>
            <ac:spMkLst>
              <pc:docMk/>
              <pc:sldMasterMk cId="1605787662" sldId="2147483648"/>
              <pc:sldLayoutMk cId="1166011702" sldId="2147483649"/>
              <ac:spMk id="162" creationId="{E6DF83B4-F73A-46B0-BC1D-074BF03B3B8D}"/>
            </ac:spMkLst>
          </pc:spChg>
          <pc:spChg chg="mod">
            <ac:chgData name="Guillermo AntonioAguirre" userId="42908199-65f4-4d4a-8e05-6e659ccb82ce" providerId="ADAL" clId="{F081A502-5C2B-420E-A5FC-E89EE3B7ADDA}" dt="2023-08-11T01:47:43.120" v="113" actId="408"/>
            <ac:spMkLst>
              <pc:docMk/>
              <pc:sldMasterMk cId="1605787662" sldId="2147483648"/>
              <pc:sldLayoutMk cId="1166011702" sldId="2147483649"/>
              <ac:spMk id="163" creationId="{45821A5A-E756-4A87-B0C8-A23317B4EFF3}"/>
            </ac:spMkLst>
          </pc:spChg>
          <pc:cxnChg chg="add mod ord">
            <ac:chgData name="Guillermo AntonioAguirre" userId="42908199-65f4-4d4a-8e05-6e659ccb82ce" providerId="ADAL" clId="{F081A502-5C2B-420E-A5FC-E89EE3B7ADDA}" dt="2023-08-11T01:55:25.294" v="162" actId="167"/>
            <ac:cxnSpMkLst>
              <pc:docMk/>
              <pc:sldMasterMk cId="1605787662" sldId="2147483648"/>
              <pc:sldLayoutMk cId="1166011702" sldId="2147483649"/>
              <ac:cxnSpMk id="16" creationId="{CD5D074F-4DE9-D20A-C9FB-CF0024155A5E}"/>
            </ac:cxnSpMkLst>
          </pc:cxnChg>
          <pc:cxnChg chg="add del mod">
            <ac:chgData name="Guillermo AntonioAguirre" userId="42908199-65f4-4d4a-8e05-6e659ccb82ce" providerId="ADAL" clId="{F081A502-5C2B-420E-A5FC-E89EE3B7ADDA}" dt="2023-08-11T01:59:36.492" v="190" actId="1076"/>
            <ac:cxnSpMkLst>
              <pc:docMk/>
              <pc:sldMasterMk cId="1605787662" sldId="2147483648"/>
              <pc:sldLayoutMk cId="1166011702" sldId="2147483649"/>
              <ac:cxnSpMk id="118" creationId="{BED13A07-F0A8-43F7-B682-245A3F0AE53C}"/>
            </ac:cxnSpMkLst>
          </pc:cxnChg>
          <pc:cxnChg chg="del mod">
            <ac:chgData name="Guillermo AntonioAguirre" userId="42908199-65f4-4d4a-8e05-6e659ccb82ce" providerId="ADAL" clId="{F081A502-5C2B-420E-A5FC-E89EE3B7ADDA}" dt="2023-08-11T01:48:33.142" v="117" actId="478"/>
            <ac:cxnSpMkLst>
              <pc:docMk/>
              <pc:sldMasterMk cId="1605787662" sldId="2147483648"/>
              <pc:sldLayoutMk cId="1166011702" sldId="2147483649"/>
              <ac:cxnSpMk id="135" creationId="{AA3E97EF-FE6B-480C-959B-7280D4585FF1}"/>
            </ac:cxnSpMkLst>
          </pc:cxnChg>
          <pc:cxnChg chg="del">
            <ac:chgData name="Guillermo AntonioAguirre" userId="42908199-65f4-4d4a-8e05-6e659ccb82ce" providerId="ADAL" clId="{F081A502-5C2B-420E-A5FC-E89EE3B7ADDA}" dt="2023-08-11T01:48:49.496" v="121" actId="478"/>
            <ac:cxnSpMkLst>
              <pc:docMk/>
              <pc:sldMasterMk cId="1605787662" sldId="2147483648"/>
              <pc:sldLayoutMk cId="1166011702" sldId="2147483649"/>
              <ac:cxnSpMk id="138" creationId="{0F3B62EE-A564-46ED-B447-638921DB62E8}"/>
            </ac:cxnSpMkLst>
          </pc:cxnChg>
          <pc:cxnChg chg="del">
            <ac:chgData name="Guillermo AntonioAguirre" userId="42908199-65f4-4d4a-8e05-6e659ccb82ce" providerId="ADAL" clId="{F081A502-5C2B-420E-A5FC-E89EE3B7ADDA}" dt="2023-08-11T01:48:36.218" v="118" actId="478"/>
            <ac:cxnSpMkLst>
              <pc:docMk/>
              <pc:sldMasterMk cId="1605787662" sldId="2147483648"/>
              <pc:sldLayoutMk cId="1166011702" sldId="2147483649"/>
              <ac:cxnSpMk id="141" creationId="{ED3A1797-7173-43F0-96BB-5B2509B07D40}"/>
            </ac:cxnSpMkLst>
          </pc:cxnChg>
          <pc:cxnChg chg="del">
            <ac:chgData name="Guillermo AntonioAguirre" userId="42908199-65f4-4d4a-8e05-6e659ccb82ce" providerId="ADAL" clId="{F081A502-5C2B-420E-A5FC-E89EE3B7ADDA}" dt="2023-08-11T01:48:42.129" v="119" actId="478"/>
            <ac:cxnSpMkLst>
              <pc:docMk/>
              <pc:sldMasterMk cId="1605787662" sldId="2147483648"/>
              <pc:sldLayoutMk cId="1166011702" sldId="2147483649"/>
              <ac:cxnSpMk id="144" creationId="{8F57D6FD-153E-4271-A26B-6B7B47B56BC4}"/>
            </ac:cxnSpMkLst>
          </pc:cxnChg>
          <pc:cxnChg chg="del">
            <ac:chgData name="Guillermo AntonioAguirre" userId="42908199-65f4-4d4a-8e05-6e659ccb82ce" providerId="ADAL" clId="{F081A502-5C2B-420E-A5FC-E89EE3B7ADDA}" dt="2023-08-11T01:48:45.926" v="120" actId="478"/>
            <ac:cxnSpMkLst>
              <pc:docMk/>
              <pc:sldMasterMk cId="1605787662" sldId="2147483648"/>
              <pc:sldLayoutMk cId="1166011702" sldId="2147483649"/>
              <ac:cxnSpMk id="147" creationId="{2DECBFAE-DE37-481F-AC90-D235D81CA640}"/>
            </ac:cxnSpMkLst>
          </pc:cxn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CFCBEF15-C752-491B-BC63-7008A4E5F0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3E4987BB-7EEA-4E2F-9228-848C016B0F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6B983CC-AA2E-41AB-AB54-A1C36E687C7A}" type="datetime1">
              <a:rPr lang="es-ES" smtClean="0"/>
              <a:t>08/11/2024</a:t>
            </a:fld>
            <a:endParaRPr lang="es-ES" dirty="0"/>
          </a:p>
        </p:txBody>
      </p:sp>
      <p:sp>
        <p:nvSpPr>
          <p:cNvPr id="4" name="Marcador de pie de página 3">
            <a:extLst>
              <a:ext uri="{FF2B5EF4-FFF2-40B4-BE49-F238E27FC236}">
                <a16:creationId xmlns:a16="http://schemas.microsoft.com/office/drawing/2014/main" id="{37B723BF-48D1-419D-BAFD-C5899BE3C53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B84BF3D9-AC7E-49FC-8DF3-6723155766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F1A929E-EA25-42CD-8945-F59A16B96731}" type="slidenum">
              <a:rPr lang="es-ES" smtClean="0"/>
              <a:t>‹Nº›</a:t>
            </a:fld>
            <a:endParaRPr lang="es-ES"/>
          </a:p>
        </p:txBody>
      </p:sp>
    </p:spTree>
    <p:extLst>
      <p:ext uri="{BB962C8B-B14F-4D97-AF65-F5344CB8AC3E}">
        <p14:creationId xmlns:p14="http://schemas.microsoft.com/office/powerpoint/2010/main" val="4359290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26447-6CFA-4B8C-BF87-3C50D23ECAAE}" type="datetime1">
              <a:rPr lang="es-ES" smtClean="0"/>
              <a:pPr/>
              <a:t>08/11/2024</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44652E4-5120-44D6-918A-894636DEFCBD}" type="slidenum">
              <a:rPr lang="es-ES" noProof="0" smtClean="0"/>
              <a:t>‹Nº›</a:t>
            </a:fld>
            <a:endParaRPr lang="es-ES" noProof="0"/>
          </a:p>
        </p:txBody>
      </p:sp>
    </p:spTree>
    <p:extLst>
      <p:ext uri="{BB962C8B-B14F-4D97-AF65-F5344CB8AC3E}">
        <p14:creationId xmlns:p14="http://schemas.microsoft.com/office/powerpoint/2010/main" val="347346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944652E4-5120-44D6-918A-894636DEFCBD}" type="slidenum">
              <a:rPr lang="es-ES" smtClean="0"/>
              <a:t>1</a:t>
            </a:fld>
            <a:endParaRPr lang="es-ES"/>
          </a:p>
        </p:txBody>
      </p:sp>
    </p:spTree>
    <p:extLst>
      <p:ext uri="{BB962C8B-B14F-4D97-AF65-F5344CB8AC3E}">
        <p14:creationId xmlns:p14="http://schemas.microsoft.com/office/powerpoint/2010/main" val="60212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cxnSp>
        <p:nvCxnSpPr>
          <p:cNvPr id="16" name="Conector recto 15">
            <a:extLst>
              <a:ext uri="{FF2B5EF4-FFF2-40B4-BE49-F238E27FC236}">
                <a16:creationId xmlns:a16="http://schemas.microsoft.com/office/drawing/2014/main" id="{CD5D074F-4DE9-D20A-C9FB-CF0024155A5E}"/>
              </a:ext>
            </a:extLst>
          </p:cNvPr>
          <p:cNvCxnSpPr>
            <a:cxnSpLocks/>
          </p:cNvCxnSpPr>
          <p:nvPr userDrawn="1"/>
        </p:nvCxnSpPr>
        <p:spPr>
          <a:xfrm>
            <a:off x="467754" y="4981139"/>
            <a:ext cx="11220501" cy="0"/>
          </a:xfrm>
          <a:prstGeom prst="line">
            <a:avLst/>
          </a:prstGeom>
          <a:ln w="7239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B9F6A6FE-9F56-40E5-BBA6-0B630FE22BED}"/>
              </a:ext>
            </a:extLst>
          </p:cNvPr>
          <p:cNvSpPr>
            <a:spLocks noGrp="1"/>
          </p:cNvSpPr>
          <p:nvPr>
            <p:ph type="ctrTitle" hasCustomPrompt="1"/>
          </p:nvPr>
        </p:nvSpPr>
        <p:spPr>
          <a:xfrm>
            <a:off x="771582" y="560991"/>
            <a:ext cx="10762332" cy="1004057"/>
          </a:xfrm>
        </p:spPr>
        <p:txBody>
          <a:bodyPr rtlCol="0" anchor="b">
            <a:normAutofit/>
          </a:bodyPr>
          <a:lstStyle>
            <a:lvl1pPr algn="l">
              <a:defRPr sz="5000"/>
            </a:lvl1pPr>
          </a:lstStyle>
          <a:p>
            <a:pPr rtl="0"/>
            <a:r>
              <a:rPr lang="es-ES" noProof="0"/>
              <a:t>Haga clic para modificar el título del patrón</a:t>
            </a:r>
          </a:p>
        </p:txBody>
      </p:sp>
      <p:sp>
        <p:nvSpPr>
          <p:cNvPr id="3" name="Subtítulo 2">
            <a:extLst>
              <a:ext uri="{FF2B5EF4-FFF2-40B4-BE49-F238E27FC236}">
                <a16:creationId xmlns:a16="http://schemas.microsoft.com/office/drawing/2014/main" id="{86F1E879-9DF7-4DA7-85AC-CB56A8C099B9}"/>
              </a:ext>
            </a:extLst>
          </p:cNvPr>
          <p:cNvSpPr>
            <a:spLocks noGrp="1"/>
          </p:cNvSpPr>
          <p:nvPr>
            <p:ph type="subTitle" idx="1" hasCustomPrompt="1"/>
          </p:nvPr>
        </p:nvSpPr>
        <p:spPr>
          <a:xfrm>
            <a:off x="771582" y="1810870"/>
            <a:ext cx="10631706" cy="471667"/>
          </a:xfrm>
        </p:spPr>
        <p:txBody>
          <a:bodyPr rtlCol="0"/>
          <a:lstStyle>
            <a:lvl1pPr marL="0" indent="0" algn="l">
              <a:buNone/>
              <a:defRPr sz="2400">
                <a:solidFill>
                  <a:srgbClr val="31365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editar el estilo de subtítulo del patrón</a:t>
            </a:r>
          </a:p>
        </p:txBody>
      </p:sp>
      <p:sp>
        <p:nvSpPr>
          <p:cNvPr id="4" name="Marcador de fecha 3">
            <a:extLst>
              <a:ext uri="{FF2B5EF4-FFF2-40B4-BE49-F238E27FC236}">
                <a16:creationId xmlns:a16="http://schemas.microsoft.com/office/drawing/2014/main" id="{486006BC-654D-4398-BB52-44965C9C13A3}"/>
              </a:ext>
            </a:extLst>
          </p:cNvPr>
          <p:cNvSpPr>
            <a:spLocks noGrp="1"/>
          </p:cNvSpPr>
          <p:nvPr>
            <p:ph type="dt" sz="half" idx="10"/>
          </p:nvPr>
        </p:nvSpPr>
        <p:spPr>
          <a:xfrm>
            <a:off x="8873231" y="5942541"/>
            <a:ext cx="2743200" cy="153135"/>
          </a:xfrm>
        </p:spPr>
        <p:txBody>
          <a:bodyPr rtlCol="0"/>
          <a:lstStyle>
            <a:lvl1pPr>
              <a:defRPr>
                <a:solidFill>
                  <a:srgbClr val="4C1959"/>
                </a:solidFill>
              </a:defRPr>
            </a:lvl1pPr>
          </a:lstStyle>
          <a:p>
            <a:pPr rtl="0"/>
            <a:fld id="{BF60EA87-0432-4BEB-9C03-12325832DD2D}" type="datetime1">
              <a:rPr lang="es-ES" noProof="0" smtClean="0"/>
              <a:t>08/11/2024</a:t>
            </a:fld>
            <a:endParaRPr lang="es-ES" noProof="0"/>
          </a:p>
        </p:txBody>
      </p:sp>
      <p:sp>
        <p:nvSpPr>
          <p:cNvPr id="5" name="Marcador de pie de página 4">
            <a:extLst>
              <a:ext uri="{FF2B5EF4-FFF2-40B4-BE49-F238E27FC236}">
                <a16:creationId xmlns:a16="http://schemas.microsoft.com/office/drawing/2014/main" id="{88D33390-B4DE-4B11-A7FB-79925DE8D791}"/>
              </a:ext>
            </a:extLst>
          </p:cNvPr>
          <p:cNvSpPr>
            <a:spLocks noGrp="1"/>
          </p:cNvSpPr>
          <p:nvPr>
            <p:ph type="ftr" sz="quarter" idx="11"/>
          </p:nvPr>
        </p:nvSpPr>
        <p:spPr/>
        <p:txBody>
          <a:bodyPr rtlCol="0"/>
          <a:lstStyle>
            <a:lvl1pPr>
              <a:defRPr>
                <a:solidFill>
                  <a:srgbClr val="4C1959"/>
                </a:solidFill>
              </a:defRPr>
            </a:lvl1pPr>
          </a:lstStyle>
          <a:p>
            <a:pPr rtl="0"/>
            <a:endParaRPr lang="es-ES" noProof="0"/>
          </a:p>
        </p:txBody>
      </p:sp>
      <p:sp>
        <p:nvSpPr>
          <p:cNvPr id="6" name="Marcador de posición de número de diapositiva 5">
            <a:extLst>
              <a:ext uri="{FF2B5EF4-FFF2-40B4-BE49-F238E27FC236}">
                <a16:creationId xmlns:a16="http://schemas.microsoft.com/office/drawing/2014/main" id="{73173001-7276-491C-9F48-01FA5E7196FC}"/>
              </a:ext>
            </a:extLst>
          </p:cNvPr>
          <p:cNvSpPr>
            <a:spLocks noGrp="1"/>
          </p:cNvSpPr>
          <p:nvPr>
            <p:ph type="sldNum" sz="quarter" idx="12"/>
          </p:nvPr>
        </p:nvSpPr>
        <p:spPr/>
        <p:txBody>
          <a:bodyPr rtlCol="0"/>
          <a:lstStyle>
            <a:lvl1pPr>
              <a:defRPr>
                <a:solidFill>
                  <a:srgbClr val="4C1959"/>
                </a:solidFill>
              </a:defRPr>
            </a:lvl1pPr>
          </a:lstStyle>
          <a:p>
            <a:pPr rtl="0"/>
            <a:fld id="{AF24F759-2890-4717-B1AF-E04CADEEA4E9}" type="slidenum">
              <a:rPr lang="es-ES" noProof="0" smtClean="0"/>
              <a:pPr rtl="0"/>
              <a:t>‹Nº›</a:t>
            </a:fld>
            <a:endParaRPr lang="es-ES" noProof="0"/>
          </a:p>
        </p:txBody>
      </p:sp>
      <p:cxnSp>
        <p:nvCxnSpPr>
          <p:cNvPr id="10" name="Conector recto 9">
            <a:extLst>
              <a:ext uri="{FF2B5EF4-FFF2-40B4-BE49-F238E27FC236}">
                <a16:creationId xmlns:a16="http://schemas.microsoft.com/office/drawing/2014/main" id="{271986FB-BF6D-4B98-ACDD-AD2C255FA969}"/>
              </a:ext>
            </a:extLst>
          </p:cNvPr>
          <p:cNvCxnSpPr/>
          <p:nvPr userDrawn="1"/>
        </p:nvCxnSpPr>
        <p:spPr>
          <a:xfrm>
            <a:off x="930604" y="1640756"/>
            <a:ext cx="8784000" cy="0"/>
          </a:xfrm>
          <a:prstGeom prst="line">
            <a:avLst/>
          </a:prstGeom>
          <a:ln w="7239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8" name="Conector recto 117">
            <a:extLst>
              <a:ext uri="{FF2B5EF4-FFF2-40B4-BE49-F238E27FC236}">
                <a16:creationId xmlns:a16="http://schemas.microsoft.com/office/drawing/2014/main" id="{BED13A07-F0A8-43F7-B682-245A3F0AE53C}"/>
              </a:ext>
            </a:extLst>
          </p:cNvPr>
          <p:cNvCxnSpPr>
            <a:cxnSpLocks/>
          </p:cNvCxnSpPr>
          <p:nvPr userDrawn="1"/>
        </p:nvCxnSpPr>
        <p:spPr>
          <a:xfrm>
            <a:off x="518748" y="2936165"/>
            <a:ext cx="11220501" cy="0"/>
          </a:xfrm>
          <a:prstGeom prst="line">
            <a:avLst/>
          </a:prstGeom>
          <a:ln w="7239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9" name="Elipse 118">
            <a:extLst>
              <a:ext uri="{FF2B5EF4-FFF2-40B4-BE49-F238E27FC236}">
                <a16:creationId xmlns:a16="http://schemas.microsoft.com/office/drawing/2014/main" id="{5626E3A0-4546-4CF6-A4F2-DEF7D1CD1FF9}"/>
              </a:ext>
            </a:extLst>
          </p:cNvPr>
          <p:cNvSpPr/>
          <p:nvPr userDrawn="1"/>
        </p:nvSpPr>
        <p:spPr>
          <a:xfrm>
            <a:off x="951948" y="4356000"/>
            <a:ext cx="1260000" cy="1260000"/>
          </a:xfrm>
          <a:prstGeom prst="ellipse">
            <a:avLst/>
          </a:prstGeom>
          <a:solidFill>
            <a:srgbClr val="7F6CA1"/>
          </a:solid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0" name="Elipse 119">
            <a:extLst>
              <a:ext uri="{FF2B5EF4-FFF2-40B4-BE49-F238E27FC236}">
                <a16:creationId xmlns:a16="http://schemas.microsoft.com/office/drawing/2014/main" id="{7E2518BE-4FE7-462F-896E-F7A1045CBC7F}"/>
              </a:ext>
            </a:extLst>
          </p:cNvPr>
          <p:cNvSpPr/>
          <p:nvPr userDrawn="1"/>
        </p:nvSpPr>
        <p:spPr>
          <a:xfrm>
            <a:off x="7746717" y="2307600"/>
            <a:ext cx="1260000" cy="1260000"/>
          </a:xfrm>
          <a:prstGeom prst="ellipse">
            <a:avLst/>
          </a:prstGeom>
          <a:solidFill>
            <a:srgbClr val="7F6CA1"/>
          </a:solid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1" name="Elipse 120">
            <a:extLst>
              <a:ext uri="{FF2B5EF4-FFF2-40B4-BE49-F238E27FC236}">
                <a16:creationId xmlns:a16="http://schemas.microsoft.com/office/drawing/2014/main" id="{D13B079D-42A1-4B9D-A7F1-282A0DD6008D}"/>
              </a:ext>
            </a:extLst>
          </p:cNvPr>
          <p:cNvSpPr/>
          <p:nvPr userDrawn="1"/>
        </p:nvSpPr>
        <p:spPr>
          <a:xfrm>
            <a:off x="940755" y="2306165"/>
            <a:ext cx="1260000" cy="1260000"/>
          </a:xfrm>
          <a:prstGeom prst="ellipse">
            <a:avLst/>
          </a:prstGeom>
          <a:solidFill>
            <a:srgbClr val="7F6CA1"/>
          </a:solid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2" name="Elipse 121">
            <a:extLst>
              <a:ext uri="{FF2B5EF4-FFF2-40B4-BE49-F238E27FC236}">
                <a16:creationId xmlns:a16="http://schemas.microsoft.com/office/drawing/2014/main" id="{5265D1BF-A6B7-4058-A96A-F0F1C76D8517}"/>
              </a:ext>
            </a:extLst>
          </p:cNvPr>
          <p:cNvSpPr/>
          <p:nvPr userDrawn="1"/>
        </p:nvSpPr>
        <p:spPr>
          <a:xfrm>
            <a:off x="3209409" y="2307600"/>
            <a:ext cx="1260000" cy="1260000"/>
          </a:xfrm>
          <a:prstGeom prst="ellipse">
            <a:avLst/>
          </a:prstGeom>
          <a:solidFill>
            <a:srgbClr val="7F6CA1"/>
          </a:solid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3" name="Elipse 122">
            <a:extLst>
              <a:ext uri="{FF2B5EF4-FFF2-40B4-BE49-F238E27FC236}">
                <a16:creationId xmlns:a16="http://schemas.microsoft.com/office/drawing/2014/main" id="{0A1987E3-E256-4CF7-9FE6-0446D4E40179}"/>
              </a:ext>
            </a:extLst>
          </p:cNvPr>
          <p:cNvSpPr/>
          <p:nvPr userDrawn="1"/>
        </p:nvSpPr>
        <p:spPr>
          <a:xfrm>
            <a:off x="5478063" y="2307600"/>
            <a:ext cx="1260000" cy="1260000"/>
          </a:xfrm>
          <a:prstGeom prst="ellipse">
            <a:avLst/>
          </a:prstGeom>
          <a:solidFill>
            <a:srgbClr val="7F6CA1"/>
          </a:solid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9" name="Marcador de posición de imagen 60">
            <a:extLst>
              <a:ext uri="{FF2B5EF4-FFF2-40B4-BE49-F238E27FC236}">
                <a16:creationId xmlns:a16="http://schemas.microsoft.com/office/drawing/2014/main" id="{AC1E6DBA-4961-406D-AC16-A1FBE347F6BD}"/>
              </a:ext>
            </a:extLst>
          </p:cNvPr>
          <p:cNvSpPr>
            <a:spLocks noGrp="1"/>
          </p:cNvSpPr>
          <p:nvPr>
            <p:ph type="pic" sz="quarter" idx="26"/>
          </p:nvPr>
        </p:nvSpPr>
        <p:spPr>
          <a:xfrm>
            <a:off x="10564650" y="869401"/>
            <a:ext cx="969264" cy="969264"/>
          </a:xfrm>
          <a:prstGeom prst="ellipse">
            <a:avLst/>
          </a:prstGeom>
        </p:spPr>
        <p:txBody>
          <a:bodyPr rtlCol="0" anchor="ctr" anchorCtr="0">
            <a:noAutofit/>
          </a:bodyPr>
          <a:lstStyle>
            <a:lvl1pPr marL="0" indent="0" algn="ctr">
              <a:buNone/>
              <a:defRPr sz="1200"/>
            </a:lvl1pPr>
          </a:lstStyle>
          <a:p>
            <a:pPr rtl="0"/>
            <a:r>
              <a:rPr lang="es-ES" noProof="0"/>
              <a:t>Haga clic en el icono para agregar una imagen</a:t>
            </a:r>
          </a:p>
        </p:txBody>
      </p:sp>
      <p:sp>
        <p:nvSpPr>
          <p:cNvPr id="155" name="Marcador de texto 153">
            <a:extLst>
              <a:ext uri="{FF2B5EF4-FFF2-40B4-BE49-F238E27FC236}">
                <a16:creationId xmlns:a16="http://schemas.microsoft.com/office/drawing/2014/main" id="{7EA772E2-9F56-4EFF-9C41-27E673E90510}"/>
              </a:ext>
            </a:extLst>
          </p:cNvPr>
          <p:cNvSpPr>
            <a:spLocks noGrp="1"/>
          </p:cNvSpPr>
          <p:nvPr>
            <p:ph type="body" sz="quarter" idx="28" hasCustomPrompt="1"/>
          </p:nvPr>
        </p:nvSpPr>
        <p:spPr>
          <a:xfrm>
            <a:off x="1041948" y="3653654"/>
            <a:ext cx="1080000" cy="328548"/>
          </a:xfrm>
        </p:spPr>
        <p:txBody>
          <a:bodyPr rtlCol="0">
            <a:noAutofit/>
          </a:bodyPr>
          <a:lstStyle>
            <a:lvl1pPr marL="0" indent="0" algn="ctr">
              <a:buNone/>
              <a:defRPr sz="1800" b="1" i="0">
                <a:solidFill>
                  <a:srgbClr val="313650"/>
                </a:solidFill>
                <a:latin typeface="+mj-lt"/>
              </a:defRPr>
            </a:lvl1pPr>
            <a:lvl2pPr marL="457200" indent="0" algn="ctr">
              <a:buNone/>
              <a:defRPr sz="3000">
                <a:latin typeface="+mj-lt"/>
              </a:defRPr>
            </a:lvl2pPr>
            <a:lvl3pPr marL="914400" indent="0" algn="ctr">
              <a:buNone/>
              <a:defRPr sz="3000">
                <a:latin typeface="+mj-lt"/>
              </a:defRPr>
            </a:lvl3pPr>
            <a:lvl4pPr marL="1371600" indent="0" algn="ctr">
              <a:buNone/>
              <a:defRPr sz="3000">
                <a:latin typeface="+mj-lt"/>
              </a:defRPr>
            </a:lvl4pPr>
            <a:lvl5pPr marL="1828800" indent="0" algn="ctr">
              <a:buNone/>
              <a:defRPr sz="3000">
                <a:latin typeface="+mj-lt"/>
              </a:defRPr>
            </a:lvl5pPr>
          </a:lstStyle>
          <a:p>
            <a:pPr lvl="0" rtl="0"/>
            <a:r>
              <a:rPr lang="es-ES" noProof="0" dirty="0"/>
              <a:t>Paso 1</a:t>
            </a:r>
          </a:p>
        </p:txBody>
      </p:sp>
      <p:sp>
        <p:nvSpPr>
          <p:cNvPr id="157" name="Marcador de texto 153">
            <a:extLst>
              <a:ext uri="{FF2B5EF4-FFF2-40B4-BE49-F238E27FC236}">
                <a16:creationId xmlns:a16="http://schemas.microsoft.com/office/drawing/2014/main" id="{BA9C2567-2AF9-4A73-8B7C-5B63B5C2B633}"/>
              </a:ext>
            </a:extLst>
          </p:cNvPr>
          <p:cNvSpPr>
            <a:spLocks noGrp="1"/>
          </p:cNvSpPr>
          <p:nvPr>
            <p:ph type="body" sz="quarter" idx="30" hasCustomPrompt="1"/>
          </p:nvPr>
        </p:nvSpPr>
        <p:spPr>
          <a:xfrm>
            <a:off x="5560702" y="4144385"/>
            <a:ext cx="1080000" cy="328548"/>
          </a:xfrm>
        </p:spPr>
        <p:txBody>
          <a:bodyPr rtlCol="0">
            <a:noAutofit/>
          </a:bodyPr>
          <a:lstStyle>
            <a:lvl1pPr marL="0" indent="0" algn="ctr">
              <a:buNone/>
              <a:defRPr sz="1800" b="1" i="0">
                <a:solidFill>
                  <a:srgbClr val="313650"/>
                </a:solidFill>
                <a:latin typeface="+mj-lt"/>
              </a:defRPr>
            </a:lvl1pPr>
            <a:lvl2pPr marL="457200" indent="0" algn="ctr">
              <a:buNone/>
              <a:defRPr sz="3000">
                <a:latin typeface="+mj-lt"/>
              </a:defRPr>
            </a:lvl2pPr>
            <a:lvl3pPr marL="914400" indent="0" algn="ctr">
              <a:buNone/>
              <a:defRPr sz="3000">
                <a:latin typeface="+mj-lt"/>
              </a:defRPr>
            </a:lvl3pPr>
            <a:lvl4pPr marL="1371600" indent="0" algn="ctr">
              <a:buNone/>
              <a:defRPr sz="3000">
                <a:latin typeface="+mj-lt"/>
              </a:defRPr>
            </a:lvl4pPr>
            <a:lvl5pPr marL="1828800" indent="0" algn="ctr">
              <a:buNone/>
              <a:defRPr sz="3000">
                <a:latin typeface="+mj-lt"/>
              </a:defRPr>
            </a:lvl5pPr>
          </a:lstStyle>
          <a:p>
            <a:pPr lvl="0" rtl="0"/>
            <a:r>
              <a:rPr lang="es-ES" noProof="0" dirty="0"/>
              <a:t>Paso 5</a:t>
            </a:r>
          </a:p>
        </p:txBody>
      </p:sp>
      <p:sp>
        <p:nvSpPr>
          <p:cNvPr id="159" name="Marcador de texto 153">
            <a:extLst>
              <a:ext uri="{FF2B5EF4-FFF2-40B4-BE49-F238E27FC236}">
                <a16:creationId xmlns:a16="http://schemas.microsoft.com/office/drawing/2014/main" id="{AD3DE571-16BA-4C29-B339-2DE7A54C1158}"/>
              </a:ext>
            </a:extLst>
          </p:cNvPr>
          <p:cNvSpPr>
            <a:spLocks noGrp="1"/>
          </p:cNvSpPr>
          <p:nvPr>
            <p:ph type="body" sz="quarter" idx="32" hasCustomPrompt="1"/>
          </p:nvPr>
        </p:nvSpPr>
        <p:spPr>
          <a:xfrm>
            <a:off x="2518728" y="3768124"/>
            <a:ext cx="1080000" cy="328548"/>
          </a:xfrm>
        </p:spPr>
        <p:txBody>
          <a:bodyPr rtlCol="0">
            <a:noAutofit/>
          </a:bodyPr>
          <a:lstStyle>
            <a:lvl1pPr marL="0" indent="0" algn="ctr">
              <a:buNone/>
              <a:defRPr sz="1800" b="1" i="0">
                <a:solidFill>
                  <a:srgbClr val="313650"/>
                </a:solidFill>
                <a:latin typeface="+mj-lt"/>
              </a:defRPr>
            </a:lvl1pPr>
            <a:lvl2pPr marL="457200" indent="0" algn="ctr">
              <a:buNone/>
              <a:defRPr sz="3000">
                <a:latin typeface="+mj-lt"/>
              </a:defRPr>
            </a:lvl2pPr>
            <a:lvl3pPr marL="914400" indent="0" algn="ctr">
              <a:buNone/>
              <a:defRPr sz="3000">
                <a:latin typeface="+mj-lt"/>
              </a:defRPr>
            </a:lvl3pPr>
            <a:lvl4pPr marL="1371600" indent="0" algn="ctr">
              <a:buNone/>
              <a:defRPr sz="3000">
                <a:latin typeface="+mj-lt"/>
              </a:defRPr>
            </a:lvl4pPr>
            <a:lvl5pPr marL="1828800" indent="0" algn="ctr">
              <a:buNone/>
              <a:defRPr sz="3000">
                <a:latin typeface="+mj-lt"/>
              </a:defRPr>
            </a:lvl5pPr>
          </a:lstStyle>
          <a:p>
            <a:pPr lvl="0" rtl="0"/>
            <a:r>
              <a:rPr lang="es-ES" noProof="0" dirty="0"/>
              <a:t>Paso 2</a:t>
            </a:r>
          </a:p>
        </p:txBody>
      </p:sp>
      <p:sp>
        <p:nvSpPr>
          <p:cNvPr id="161" name="Marcador de texto 153">
            <a:extLst>
              <a:ext uri="{FF2B5EF4-FFF2-40B4-BE49-F238E27FC236}">
                <a16:creationId xmlns:a16="http://schemas.microsoft.com/office/drawing/2014/main" id="{88D6F3B6-2D7F-49D3-96A4-AA7B23F2A64A}"/>
              </a:ext>
            </a:extLst>
          </p:cNvPr>
          <p:cNvSpPr>
            <a:spLocks noGrp="1"/>
          </p:cNvSpPr>
          <p:nvPr>
            <p:ph type="body" sz="quarter" idx="34" hasCustomPrompt="1"/>
          </p:nvPr>
        </p:nvSpPr>
        <p:spPr>
          <a:xfrm>
            <a:off x="3058728" y="4135361"/>
            <a:ext cx="1080000" cy="328548"/>
          </a:xfrm>
        </p:spPr>
        <p:txBody>
          <a:bodyPr rtlCol="0">
            <a:noAutofit/>
          </a:bodyPr>
          <a:lstStyle>
            <a:lvl1pPr marL="0" indent="0" algn="ctr">
              <a:buNone/>
              <a:defRPr sz="1800" b="1" i="0">
                <a:solidFill>
                  <a:srgbClr val="313650"/>
                </a:solidFill>
                <a:latin typeface="+mj-lt"/>
              </a:defRPr>
            </a:lvl1pPr>
            <a:lvl2pPr marL="457200" indent="0" algn="ctr">
              <a:buNone/>
              <a:defRPr sz="3000">
                <a:latin typeface="+mj-lt"/>
              </a:defRPr>
            </a:lvl2pPr>
            <a:lvl3pPr marL="914400" indent="0" algn="ctr">
              <a:buNone/>
              <a:defRPr sz="3000">
                <a:latin typeface="+mj-lt"/>
              </a:defRPr>
            </a:lvl3pPr>
            <a:lvl4pPr marL="1371600" indent="0" algn="ctr">
              <a:buNone/>
              <a:defRPr sz="3000">
                <a:latin typeface="+mj-lt"/>
              </a:defRPr>
            </a:lvl4pPr>
            <a:lvl5pPr marL="1828800" indent="0" algn="ctr">
              <a:buNone/>
              <a:defRPr sz="3000">
                <a:latin typeface="+mj-lt"/>
              </a:defRPr>
            </a:lvl5pPr>
          </a:lstStyle>
          <a:p>
            <a:pPr lvl="0" rtl="0"/>
            <a:r>
              <a:rPr lang="es-ES" noProof="0"/>
              <a:t>Paso 3</a:t>
            </a:r>
          </a:p>
        </p:txBody>
      </p:sp>
      <p:sp>
        <p:nvSpPr>
          <p:cNvPr id="163" name="Marcador de texto 153">
            <a:extLst>
              <a:ext uri="{FF2B5EF4-FFF2-40B4-BE49-F238E27FC236}">
                <a16:creationId xmlns:a16="http://schemas.microsoft.com/office/drawing/2014/main" id="{45821A5A-E756-4A87-B0C8-A23317B4EFF3}"/>
              </a:ext>
            </a:extLst>
          </p:cNvPr>
          <p:cNvSpPr>
            <a:spLocks noGrp="1"/>
          </p:cNvSpPr>
          <p:nvPr>
            <p:ph type="body" sz="quarter" idx="36" hasCustomPrompt="1"/>
          </p:nvPr>
        </p:nvSpPr>
        <p:spPr>
          <a:xfrm>
            <a:off x="4309715" y="4135361"/>
            <a:ext cx="1080000" cy="328548"/>
          </a:xfrm>
        </p:spPr>
        <p:txBody>
          <a:bodyPr rtlCol="0">
            <a:noAutofit/>
          </a:bodyPr>
          <a:lstStyle>
            <a:lvl1pPr marL="0" indent="0" algn="ctr">
              <a:buNone/>
              <a:defRPr sz="1800" b="1" i="0">
                <a:solidFill>
                  <a:srgbClr val="313650"/>
                </a:solidFill>
                <a:latin typeface="+mj-lt"/>
              </a:defRPr>
            </a:lvl1pPr>
            <a:lvl2pPr marL="457200" indent="0" algn="ctr">
              <a:buNone/>
              <a:defRPr sz="3000">
                <a:latin typeface="+mj-lt"/>
              </a:defRPr>
            </a:lvl2pPr>
            <a:lvl3pPr marL="914400" indent="0" algn="ctr">
              <a:buNone/>
              <a:defRPr sz="3000">
                <a:latin typeface="+mj-lt"/>
              </a:defRPr>
            </a:lvl3pPr>
            <a:lvl4pPr marL="1371600" indent="0" algn="ctr">
              <a:buNone/>
              <a:defRPr sz="3000">
                <a:latin typeface="+mj-lt"/>
              </a:defRPr>
            </a:lvl4pPr>
            <a:lvl5pPr marL="1828800" indent="0" algn="ctr">
              <a:buNone/>
              <a:defRPr sz="3000">
                <a:latin typeface="+mj-lt"/>
              </a:defRPr>
            </a:lvl5pPr>
          </a:lstStyle>
          <a:p>
            <a:pPr lvl="0" rtl="0"/>
            <a:r>
              <a:rPr lang="es-ES" noProof="0"/>
              <a:t>Paso 4</a:t>
            </a:r>
          </a:p>
        </p:txBody>
      </p:sp>
      <p:sp>
        <p:nvSpPr>
          <p:cNvPr id="7" name="Elipse 6">
            <a:extLst>
              <a:ext uri="{FF2B5EF4-FFF2-40B4-BE49-F238E27FC236}">
                <a16:creationId xmlns:a16="http://schemas.microsoft.com/office/drawing/2014/main" id="{CF53FC50-8784-1201-844D-CA20CBA6EE8B}"/>
              </a:ext>
            </a:extLst>
          </p:cNvPr>
          <p:cNvSpPr/>
          <p:nvPr userDrawn="1"/>
        </p:nvSpPr>
        <p:spPr>
          <a:xfrm>
            <a:off x="10015370" y="2307600"/>
            <a:ext cx="1260000" cy="1260000"/>
          </a:xfrm>
          <a:prstGeom prst="ellipse">
            <a:avLst/>
          </a:prstGeom>
          <a:solidFill>
            <a:srgbClr val="7F6CA1"/>
          </a:solid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Elipse 7">
            <a:extLst>
              <a:ext uri="{FF2B5EF4-FFF2-40B4-BE49-F238E27FC236}">
                <a16:creationId xmlns:a16="http://schemas.microsoft.com/office/drawing/2014/main" id="{360F4551-B1B4-FD41-768C-F04B7C2F86B0}"/>
              </a:ext>
            </a:extLst>
          </p:cNvPr>
          <p:cNvSpPr/>
          <p:nvPr userDrawn="1"/>
        </p:nvSpPr>
        <p:spPr>
          <a:xfrm>
            <a:off x="10011649" y="4356000"/>
            <a:ext cx="1260000" cy="1260000"/>
          </a:xfrm>
          <a:prstGeom prst="ellipse">
            <a:avLst/>
          </a:prstGeom>
          <a:solidFill>
            <a:srgbClr val="7F6CA1"/>
          </a:solid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Elipse 8">
            <a:extLst>
              <a:ext uri="{FF2B5EF4-FFF2-40B4-BE49-F238E27FC236}">
                <a16:creationId xmlns:a16="http://schemas.microsoft.com/office/drawing/2014/main" id="{E7870EB4-497F-253A-C119-30E1089DC322}"/>
              </a:ext>
            </a:extLst>
          </p:cNvPr>
          <p:cNvSpPr/>
          <p:nvPr userDrawn="1"/>
        </p:nvSpPr>
        <p:spPr>
          <a:xfrm>
            <a:off x="3216873" y="4356000"/>
            <a:ext cx="1260000" cy="1260000"/>
          </a:xfrm>
          <a:prstGeom prst="ellipse">
            <a:avLst/>
          </a:prstGeom>
          <a:solidFill>
            <a:srgbClr val="7F6CA1"/>
          </a:solid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Elipse 10">
            <a:extLst>
              <a:ext uri="{FF2B5EF4-FFF2-40B4-BE49-F238E27FC236}">
                <a16:creationId xmlns:a16="http://schemas.microsoft.com/office/drawing/2014/main" id="{21BA3AB4-989E-174C-D119-42809B58400E}"/>
              </a:ext>
            </a:extLst>
          </p:cNvPr>
          <p:cNvSpPr/>
          <p:nvPr userDrawn="1"/>
        </p:nvSpPr>
        <p:spPr>
          <a:xfrm>
            <a:off x="5481798" y="4336338"/>
            <a:ext cx="1260000" cy="1260000"/>
          </a:xfrm>
          <a:prstGeom prst="ellipse">
            <a:avLst/>
          </a:prstGeom>
          <a:solidFill>
            <a:srgbClr val="7F6CA1"/>
          </a:solid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Marcador de texto 153">
            <a:extLst>
              <a:ext uri="{FF2B5EF4-FFF2-40B4-BE49-F238E27FC236}">
                <a16:creationId xmlns:a16="http://schemas.microsoft.com/office/drawing/2014/main" id="{4803FC57-B8B7-2BAD-CEAA-01FD52A5BA19}"/>
              </a:ext>
            </a:extLst>
          </p:cNvPr>
          <p:cNvSpPr>
            <a:spLocks noGrp="1"/>
          </p:cNvSpPr>
          <p:nvPr>
            <p:ph type="body" sz="quarter" idx="37" hasCustomPrompt="1"/>
          </p:nvPr>
        </p:nvSpPr>
        <p:spPr>
          <a:xfrm>
            <a:off x="10564650" y="4192378"/>
            <a:ext cx="1080000" cy="328548"/>
          </a:xfrm>
        </p:spPr>
        <p:txBody>
          <a:bodyPr rtlCol="0">
            <a:noAutofit/>
          </a:bodyPr>
          <a:lstStyle>
            <a:lvl1pPr marL="0" indent="0" algn="ctr">
              <a:buNone/>
              <a:defRPr sz="1800" b="1" i="0">
                <a:solidFill>
                  <a:srgbClr val="313650"/>
                </a:solidFill>
                <a:latin typeface="+mj-lt"/>
              </a:defRPr>
            </a:lvl1pPr>
            <a:lvl2pPr marL="457200" indent="0" algn="ctr">
              <a:buNone/>
              <a:defRPr sz="3000">
                <a:latin typeface="+mj-lt"/>
              </a:defRPr>
            </a:lvl2pPr>
            <a:lvl3pPr marL="914400" indent="0" algn="ctr">
              <a:buNone/>
              <a:defRPr sz="3000">
                <a:latin typeface="+mj-lt"/>
              </a:defRPr>
            </a:lvl3pPr>
            <a:lvl4pPr marL="1371600" indent="0" algn="ctr">
              <a:buNone/>
              <a:defRPr sz="3000">
                <a:latin typeface="+mj-lt"/>
              </a:defRPr>
            </a:lvl4pPr>
            <a:lvl5pPr marL="1828800" indent="0" algn="ctr">
              <a:buNone/>
              <a:defRPr sz="3000">
                <a:latin typeface="+mj-lt"/>
              </a:defRPr>
            </a:lvl5pPr>
          </a:lstStyle>
          <a:p>
            <a:pPr lvl="0" rtl="0"/>
            <a:r>
              <a:rPr lang="es-ES" noProof="0" dirty="0"/>
              <a:t>Paso 5</a:t>
            </a:r>
          </a:p>
        </p:txBody>
      </p:sp>
      <p:sp>
        <p:nvSpPr>
          <p:cNvPr id="13" name="Marcador de texto 153">
            <a:extLst>
              <a:ext uri="{FF2B5EF4-FFF2-40B4-BE49-F238E27FC236}">
                <a16:creationId xmlns:a16="http://schemas.microsoft.com/office/drawing/2014/main" id="{0B86C856-446C-EE0D-15AC-39DFE6049F6C}"/>
              </a:ext>
            </a:extLst>
          </p:cNvPr>
          <p:cNvSpPr>
            <a:spLocks noGrp="1"/>
          </p:cNvSpPr>
          <p:nvPr>
            <p:ph type="body" sz="quarter" idx="38" hasCustomPrompt="1"/>
          </p:nvPr>
        </p:nvSpPr>
        <p:spPr>
          <a:xfrm>
            <a:off x="6811689" y="4153012"/>
            <a:ext cx="1080000" cy="328548"/>
          </a:xfrm>
        </p:spPr>
        <p:txBody>
          <a:bodyPr rtlCol="0">
            <a:noAutofit/>
          </a:bodyPr>
          <a:lstStyle>
            <a:lvl1pPr marL="0" indent="0" algn="ctr">
              <a:buNone/>
              <a:defRPr sz="1800" b="1" i="0">
                <a:solidFill>
                  <a:srgbClr val="313650"/>
                </a:solidFill>
                <a:latin typeface="+mj-lt"/>
              </a:defRPr>
            </a:lvl1pPr>
            <a:lvl2pPr marL="457200" indent="0" algn="ctr">
              <a:buNone/>
              <a:defRPr sz="3000">
                <a:latin typeface="+mj-lt"/>
              </a:defRPr>
            </a:lvl2pPr>
            <a:lvl3pPr marL="914400" indent="0" algn="ctr">
              <a:buNone/>
              <a:defRPr sz="3000">
                <a:latin typeface="+mj-lt"/>
              </a:defRPr>
            </a:lvl3pPr>
            <a:lvl4pPr marL="1371600" indent="0" algn="ctr">
              <a:buNone/>
              <a:defRPr sz="3000">
                <a:latin typeface="+mj-lt"/>
              </a:defRPr>
            </a:lvl4pPr>
            <a:lvl5pPr marL="1828800" indent="0" algn="ctr">
              <a:buNone/>
              <a:defRPr sz="3000">
                <a:latin typeface="+mj-lt"/>
              </a:defRPr>
            </a:lvl5pPr>
          </a:lstStyle>
          <a:p>
            <a:pPr lvl="0" rtl="0"/>
            <a:r>
              <a:rPr lang="es-ES" noProof="0" dirty="0"/>
              <a:t>Paso 2</a:t>
            </a:r>
          </a:p>
        </p:txBody>
      </p:sp>
      <p:sp>
        <p:nvSpPr>
          <p:cNvPr id="14" name="Marcador de texto 153">
            <a:extLst>
              <a:ext uri="{FF2B5EF4-FFF2-40B4-BE49-F238E27FC236}">
                <a16:creationId xmlns:a16="http://schemas.microsoft.com/office/drawing/2014/main" id="{0F64DC01-F71F-F45D-D290-33A54116C91E}"/>
              </a:ext>
            </a:extLst>
          </p:cNvPr>
          <p:cNvSpPr>
            <a:spLocks noGrp="1"/>
          </p:cNvSpPr>
          <p:nvPr>
            <p:ph type="body" sz="quarter" idx="39" hasCustomPrompt="1"/>
          </p:nvPr>
        </p:nvSpPr>
        <p:spPr>
          <a:xfrm>
            <a:off x="8062676" y="4172064"/>
            <a:ext cx="1080000" cy="328548"/>
          </a:xfrm>
        </p:spPr>
        <p:txBody>
          <a:bodyPr rtlCol="0">
            <a:noAutofit/>
          </a:bodyPr>
          <a:lstStyle>
            <a:lvl1pPr marL="0" indent="0" algn="ctr">
              <a:buNone/>
              <a:defRPr sz="1800" b="1" i="0">
                <a:solidFill>
                  <a:srgbClr val="313650"/>
                </a:solidFill>
                <a:latin typeface="+mj-lt"/>
              </a:defRPr>
            </a:lvl1pPr>
            <a:lvl2pPr marL="457200" indent="0" algn="ctr">
              <a:buNone/>
              <a:defRPr sz="3000">
                <a:latin typeface="+mj-lt"/>
              </a:defRPr>
            </a:lvl2pPr>
            <a:lvl3pPr marL="914400" indent="0" algn="ctr">
              <a:buNone/>
              <a:defRPr sz="3000">
                <a:latin typeface="+mj-lt"/>
              </a:defRPr>
            </a:lvl3pPr>
            <a:lvl4pPr marL="1371600" indent="0" algn="ctr">
              <a:buNone/>
              <a:defRPr sz="3000">
                <a:latin typeface="+mj-lt"/>
              </a:defRPr>
            </a:lvl4pPr>
            <a:lvl5pPr marL="1828800" indent="0" algn="ctr">
              <a:buNone/>
              <a:defRPr sz="3000">
                <a:latin typeface="+mj-lt"/>
              </a:defRPr>
            </a:lvl5pPr>
          </a:lstStyle>
          <a:p>
            <a:pPr lvl="0" rtl="0"/>
            <a:r>
              <a:rPr lang="es-ES" noProof="0"/>
              <a:t>Paso 3</a:t>
            </a:r>
          </a:p>
        </p:txBody>
      </p:sp>
      <p:sp>
        <p:nvSpPr>
          <p:cNvPr id="15" name="Marcador de texto 153">
            <a:extLst>
              <a:ext uri="{FF2B5EF4-FFF2-40B4-BE49-F238E27FC236}">
                <a16:creationId xmlns:a16="http://schemas.microsoft.com/office/drawing/2014/main" id="{57F57600-01F2-7580-64BF-586E164D3036}"/>
              </a:ext>
            </a:extLst>
          </p:cNvPr>
          <p:cNvSpPr>
            <a:spLocks noGrp="1"/>
          </p:cNvSpPr>
          <p:nvPr>
            <p:ph type="body" sz="quarter" idx="40" hasCustomPrompt="1"/>
          </p:nvPr>
        </p:nvSpPr>
        <p:spPr>
          <a:xfrm>
            <a:off x="9313663" y="4172064"/>
            <a:ext cx="1080000" cy="328548"/>
          </a:xfrm>
        </p:spPr>
        <p:txBody>
          <a:bodyPr rtlCol="0">
            <a:noAutofit/>
          </a:bodyPr>
          <a:lstStyle>
            <a:lvl1pPr marL="0" indent="0" algn="ctr">
              <a:buNone/>
              <a:defRPr sz="1800" b="1" i="0">
                <a:solidFill>
                  <a:srgbClr val="313650"/>
                </a:solidFill>
                <a:latin typeface="+mj-lt"/>
              </a:defRPr>
            </a:lvl1pPr>
            <a:lvl2pPr marL="457200" indent="0" algn="ctr">
              <a:buNone/>
              <a:defRPr sz="3000">
                <a:latin typeface="+mj-lt"/>
              </a:defRPr>
            </a:lvl2pPr>
            <a:lvl3pPr marL="914400" indent="0" algn="ctr">
              <a:buNone/>
              <a:defRPr sz="3000">
                <a:latin typeface="+mj-lt"/>
              </a:defRPr>
            </a:lvl3pPr>
            <a:lvl4pPr marL="1371600" indent="0" algn="ctr">
              <a:buNone/>
              <a:defRPr sz="3000">
                <a:latin typeface="+mj-lt"/>
              </a:defRPr>
            </a:lvl4pPr>
            <a:lvl5pPr marL="1828800" indent="0" algn="ctr">
              <a:buNone/>
              <a:defRPr sz="3000">
                <a:latin typeface="+mj-lt"/>
              </a:defRPr>
            </a:lvl5pPr>
          </a:lstStyle>
          <a:p>
            <a:pPr lvl="0" rtl="0"/>
            <a:r>
              <a:rPr lang="es-ES" noProof="0"/>
              <a:t>Paso 4</a:t>
            </a:r>
          </a:p>
        </p:txBody>
      </p:sp>
      <p:sp>
        <p:nvSpPr>
          <p:cNvPr id="17" name="Elipse 16">
            <a:extLst>
              <a:ext uri="{FF2B5EF4-FFF2-40B4-BE49-F238E27FC236}">
                <a16:creationId xmlns:a16="http://schemas.microsoft.com/office/drawing/2014/main" id="{371DE888-F983-8908-D96E-9E7D488BAB79}"/>
              </a:ext>
            </a:extLst>
          </p:cNvPr>
          <p:cNvSpPr/>
          <p:nvPr userDrawn="1"/>
        </p:nvSpPr>
        <p:spPr>
          <a:xfrm>
            <a:off x="7746723" y="4356000"/>
            <a:ext cx="1260000" cy="1260000"/>
          </a:xfrm>
          <a:prstGeom prst="ellipse">
            <a:avLst/>
          </a:prstGeom>
          <a:solidFill>
            <a:srgbClr val="7F6CA1"/>
          </a:solid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116601170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a:gsLst>
            <a:gs pos="0">
              <a:srgbClr val="6DC4EB"/>
            </a:gs>
            <a:gs pos="100000">
              <a:srgbClr val="B093C6"/>
            </a:gs>
          </a:gsLst>
          <a:lin ang="5400000" scaled="1"/>
        </a:gradFill>
        <a:effectLst/>
      </p:bgPr>
    </p:bg>
    <p:spTree>
      <p:nvGrpSpPr>
        <p:cNvPr id="1" name=""/>
        <p:cNvGrpSpPr/>
        <p:nvPr/>
      </p:nvGrpSpPr>
      <p:grpSpPr>
        <a:xfrm>
          <a:off x="0" y="0"/>
          <a:ext cx="0" cy="0"/>
          <a:chOff x="0" y="0"/>
          <a:chExt cx="0" cy="0"/>
        </a:xfrm>
      </p:grpSpPr>
      <p:sp>
        <p:nvSpPr>
          <p:cNvPr id="2" name="Marcador de posición de título 1">
            <a:extLst>
              <a:ext uri="{FF2B5EF4-FFF2-40B4-BE49-F238E27FC236}">
                <a16:creationId xmlns:a16="http://schemas.microsoft.com/office/drawing/2014/main" id="{CD564D3E-2C64-4EA1-99C5-8C7B61F50F55}"/>
              </a:ext>
            </a:extLst>
          </p:cNvPr>
          <p:cNvSpPr>
            <a:spLocks noGrp="1"/>
          </p:cNvSpPr>
          <p:nvPr>
            <p:ph type="title"/>
          </p:nvPr>
        </p:nvSpPr>
        <p:spPr>
          <a:xfrm>
            <a:off x="797359" y="531385"/>
            <a:ext cx="10874375"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posición de texto 2">
            <a:extLst>
              <a:ext uri="{FF2B5EF4-FFF2-40B4-BE49-F238E27FC236}">
                <a16:creationId xmlns:a16="http://schemas.microsoft.com/office/drawing/2014/main" id="{7F25E388-636A-4D0C-AB30-33BA13085216}"/>
              </a:ext>
            </a:extLst>
          </p:cNvPr>
          <p:cNvSpPr>
            <a:spLocks noGrp="1"/>
          </p:cNvSpPr>
          <p:nvPr>
            <p:ph type="body" idx="1"/>
          </p:nvPr>
        </p:nvSpPr>
        <p:spPr>
          <a:xfrm>
            <a:off x="797359" y="1991885"/>
            <a:ext cx="10874375" cy="3652296"/>
          </a:xfrm>
          <a:prstGeom prst="rect">
            <a:avLst/>
          </a:prstGeom>
        </p:spPr>
        <p:txBody>
          <a:bodyPr vert="horz" lIns="91440" tIns="45720" rIns="91440" bIns="45720"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a:extLst>
              <a:ext uri="{FF2B5EF4-FFF2-40B4-BE49-F238E27FC236}">
                <a16:creationId xmlns:a16="http://schemas.microsoft.com/office/drawing/2014/main" id="{354AF14A-597F-44AE-80B0-B144BB681680}"/>
              </a:ext>
            </a:extLst>
          </p:cNvPr>
          <p:cNvSpPr>
            <a:spLocks noGrp="1"/>
          </p:cNvSpPr>
          <p:nvPr>
            <p:ph type="dt" sz="half" idx="2"/>
          </p:nvPr>
        </p:nvSpPr>
        <p:spPr>
          <a:xfrm>
            <a:off x="8873231" y="5970595"/>
            <a:ext cx="2743200" cy="153135"/>
          </a:xfrm>
          <a:prstGeom prst="rect">
            <a:avLst/>
          </a:prstGeom>
        </p:spPr>
        <p:txBody>
          <a:bodyPr vert="horz" lIns="91440" tIns="45720" rIns="91440" bIns="45720" rtlCol="0" anchor="ctr"/>
          <a:lstStyle>
            <a:lvl1pPr algn="r">
              <a:defRPr sz="1000" i="1">
                <a:solidFill>
                  <a:schemeClr val="accent6"/>
                </a:solidFill>
              </a:defRPr>
            </a:lvl1pPr>
          </a:lstStyle>
          <a:p>
            <a:pPr rtl="0"/>
            <a:fld id="{94AA112F-8BA7-4178-B981-A2DFBBBA3692}" type="datetime1">
              <a:rPr lang="es-ES" noProof="0" smtClean="0"/>
              <a:t>08/11/2024</a:t>
            </a:fld>
            <a:endParaRPr lang="es-ES" noProof="0"/>
          </a:p>
        </p:txBody>
      </p:sp>
      <p:sp>
        <p:nvSpPr>
          <p:cNvPr id="5" name="Marcador de pie de página 4">
            <a:extLst>
              <a:ext uri="{FF2B5EF4-FFF2-40B4-BE49-F238E27FC236}">
                <a16:creationId xmlns:a16="http://schemas.microsoft.com/office/drawing/2014/main" id="{FE57AB79-2134-4814-844C-746644FF2EA4}"/>
              </a:ext>
            </a:extLst>
          </p:cNvPr>
          <p:cNvSpPr>
            <a:spLocks noGrp="1"/>
          </p:cNvSpPr>
          <p:nvPr>
            <p:ph type="ftr" sz="quarter" idx="3"/>
          </p:nvPr>
        </p:nvSpPr>
        <p:spPr>
          <a:xfrm>
            <a:off x="7501631" y="6059372"/>
            <a:ext cx="4114800" cy="237637"/>
          </a:xfrm>
          <a:prstGeom prst="rect">
            <a:avLst/>
          </a:prstGeom>
        </p:spPr>
        <p:txBody>
          <a:bodyPr vert="horz" lIns="91440" tIns="45720" rIns="91440" bIns="45720" rtlCol="0" anchor="ctr"/>
          <a:lstStyle>
            <a:lvl1pPr algn="r">
              <a:defRPr sz="1000" i="1">
                <a:solidFill>
                  <a:schemeClr val="accent6"/>
                </a:solidFill>
              </a:defRPr>
            </a:lvl1pPr>
          </a:lstStyle>
          <a:p>
            <a:pPr rtl="0"/>
            <a:endParaRPr lang="es-ES" noProof="0"/>
          </a:p>
        </p:txBody>
      </p:sp>
      <p:sp>
        <p:nvSpPr>
          <p:cNvPr id="6" name="Marcador de posición de número de diapositiva 5">
            <a:extLst>
              <a:ext uri="{FF2B5EF4-FFF2-40B4-BE49-F238E27FC236}">
                <a16:creationId xmlns:a16="http://schemas.microsoft.com/office/drawing/2014/main" id="{92CA742E-225F-469E-ACDE-7765676EA91F}"/>
              </a:ext>
            </a:extLst>
          </p:cNvPr>
          <p:cNvSpPr>
            <a:spLocks noGrp="1"/>
          </p:cNvSpPr>
          <p:nvPr>
            <p:ph type="sldNum" sz="quarter" idx="4"/>
          </p:nvPr>
        </p:nvSpPr>
        <p:spPr>
          <a:xfrm>
            <a:off x="506061" y="6059409"/>
            <a:ext cx="424543" cy="237600"/>
          </a:xfrm>
          <a:prstGeom prst="rect">
            <a:avLst/>
          </a:prstGeom>
        </p:spPr>
        <p:txBody>
          <a:bodyPr vert="horz" lIns="91440" tIns="45720" rIns="91440" bIns="45720" rtlCol="0" anchor="ctr"/>
          <a:lstStyle>
            <a:lvl1pPr algn="ctr">
              <a:defRPr sz="1000" i="1">
                <a:solidFill>
                  <a:schemeClr val="accent6"/>
                </a:solidFill>
              </a:defRPr>
            </a:lvl1pPr>
          </a:lstStyle>
          <a:p>
            <a:pPr rtl="0"/>
            <a:fld id="{AF24F759-2890-4717-B1AF-E04CADEEA4E9}" type="slidenum">
              <a:rPr lang="es-ES" noProof="0" smtClean="0"/>
              <a:pPr rtl="0"/>
              <a:t>‹Nº›</a:t>
            </a:fld>
            <a:r>
              <a:rPr lang="es-ES" noProof="0"/>
              <a:t> </a:t>
            </a:r>
          </a:p>
        </p:txBody>
      </p:sp>
      <p:sp>
        <p:nvSpPr>
          <p:cNvPr id="7" name="Rectángulo 6">
            <a:extLst>
              <a:ext uri="{FF2B5EF4-FFF2-40B4-BE49-F238E27FC236}">
                <a16:creationId xmlns:a16="http://schemas.microsoft.com/office/drawing/2014/main" id="{74F104FC-2D0E-4B96-AB5B-62EEB6DF0311}"/>
              </a:ext>
            </a:extLst>
          </p:cNvPr>
          <p:cNvSpPr/>
          <p:nvPr userDrawn="1"/>
        </p:nvSpPr>
        <p:spPr>
          <a:xfrm>
            <a:off x="481584" y="461772"/>
            <a:ext cx="11228832" cy="5934456"/>
          </a:xfrm>
          <a:prstGeom prst="rect">
            <a:avLst/>
          </a:prstGeom>
          <a:noFill/>
          <a:ln w="7239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1605787662"/>
      </p:ext>
    </p:extLst>
  </p:cSld>
  <p:clrMap bg1="lt1" tx1="dk1" bg2="lt2" tx2="dk2" accent1="accent1" accent2="accent2" accent3="accent3" accent4="accent4" accent5="accent5" accent6="accent6" hlink="hlink" folHlink="folHlink"/>
  <p:sldLayoutIdLst>
    <p:sldLayoutId id="2147483649" r:id="rId1"/>
  </p:sldLayoutIdLst>
  <p:hf hdr="0"/>
  <p:txStyles>
    <p:titleStyle>
      <a:lvl1pPr algn="l" defTabSz="914400" rtl="0" eaLnBrk="1" latinLnBrk="0" hangingPunct="1">
        <a:lnSpc>
          <a:spcPct val="90000"/>
        </a:lnSpc>
        <a:spcBef>
          <a:spcPct val="0"/>
        </a:spcBef>
        <a:buNone/>
        <a:defRPr sz="5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i="1" kern="1200">
          <a:solidFill>
            <a:srgbClr val="4C1959"/>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i="1" kern="1200">
          <a:solidFill>
            <a:srgbClr val="4C1959"/>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i="1" kern="1200">
          <a:solidFill>
            <a:srgbClr val="4C1959"/>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i="1" kern="1200">
          <a:solidFill>
            <a:srgbClr val="4C1959"/>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i="1" kern="1200">
          <a:solidFill>
            <a:srgbClr val="4C195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25" userDrawn="1">
          <p15:clr>
            <a:srgbClr val="F26B43"/>
          </p15:clr>
        </p15:guide>
        <p15:guide id="2" pos="574" userDrawn="1">
          <p15:clr>
            <a:srgbClr val="F26B43"/>
          </p15:clr>
        </p15:guide>
        <p15:guide id="3" pos="7106" userDrawn="1">
          <p15:clr>
            <a:srgbClr val="F26B43"/>
          </p15:clr>
        </p15:guide>
        <p15:guide id="4" orient="horz" pos="595"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jpeg"/><Relationship Id="rId13" Type="http://schemas.openxmlformats.org/officeDocument/2006/relationships/image" Target="../media/image6.png"/><Relationship Id="rId18" Type="http://schemas.openxmlformats.org/officeDocument/2006/relationships/image" Target="../media/image7.png"/><Relationship Id="rId3" Type="http://schemas.openxmlformats.org/officeDocument/2006/relationships/slide" Target="slide12.xml"/><Relationship Id="rId21" Type="http://schemas.openxmlformats.org/officeDocument/2006/relationships/image" Target="../media/image10.png"/><Relationship Id="rId7" Type="http://schemas.openxmlformats.org/officeDocument/2006/relationships/slide" Target="slide81.xml"/><Relationship Id="rId12" Type="http://schemas.openxmlformats.org/officeDocument/2006/relationships/image" Target="../media/image5.png"/><Relationship Id="rId17" Type="http://schemas.openxmlformats.org/officeDocument/2006/relationships/slide" Target="slide25.xml"/><Relationship Id="rId2" Type="http://schemas.openxmlformats.org/officeDocument/2006/relationships/notesSlide" Target="../notesSlides/notesSlide1.xml"/><Relationship Id="rId16" Type="http://schemas.openxmlformats.org/officeDocument/2006/relationships/slide" Target="slide68.xml"/><Relationship Id="rId20"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image" Target="../media/image4.png"/><Relationship Id="rId5" Type="http://schemas.openxmlformats.org/officeDocument/2006/relationships/slide" Target="slide40.xml"/><Relationship Id="rId15" Type="http://schemas.openxmlformats.org/officeDocument/2006/relationships/slide" Target="slide59.xml"/><Relationship Id="rId23" Type="http://schemas.openxmlformats.org/officeDocument/2006/relationships/image" Target="../media/image11.png"/><Relationship Id="rId10" Type="http://schemas.openxmlformats.org/officeDocument/2006/relationships/image" Target="../media/image3.png"/><Relationship Id="rId19" Type="http://schemas.openxmlformats.org/officeDocument/2006/relationships/image" Target="../media/image8.png"/><Relationship Id="rId4" Type="http://schemas.openxmlformats.org/officeDocument/2006/relationships/slide" Target="slide17.xml"/><Relationship Id="rId9" Type="http://schemas.openxmlformats.org/officeDocument/2006/relationships/image" Target="../media/image2.png"/><Relationship Id="rId14" Type="http://schemas.openxmlformats.org/officeDocument/2006/relationships/slide" Target="slide48.xml"/><Relationship Id="rId22" Type="http://schemas.openxmlformats.org/officeDocument/2006/relationships/slide" Target="slide86.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video" Target="https://www.youtube.com/embed/WTAfgBXT7hs?feature=oembed" TargetMode="External"/><Relationship Id="rId7" Type="http://schemas.openxmlformats.org/officeDocument/2006/relationships/image" Target="../media/image13.jpeg"/><Relationship Id="rId2" Type="http://schemas.openxmlformats.org/officeDocument/2006/relationships/video" Target="https://www.youtube.com/embed/MvAihFlK5yw?feature=oembed" TargetMode="External"/><Relationship Id="rId1" Type="http://schemas.openxmlformats.org/officeDocument/2006/relationships/video" Target="https://www.youtube.com/embed/6ow2GnkRj3I?list=PLuzS0jdNRVvoyXZYCFMJuHj7OhStWKeK1" TargetMode="External"/><Relationship Id="rId6" Type="http://schemas.openxmlformats.org/officeDocument/2006/relationships/image" Target="../media/image12.jpeg"/><Relationship Id="rId5" Type="http://schemas.openxmlformats.org/officeDocument/2006/relationships/slideLayout" Target="../slideLayouts/slideLayout1.xml"/><Relationship Id="rId10" Type="http://schemas.openxmlformats.org/officeDocument/2006/relationships/image" Target="../media/image1.jpeg"/><Relationship Id="rId4" Type="http://schemas.openxmlformats.org/officeDocument/2006/relationships/video" Target="https://www.youtube.com/embed/THBmVQsQxwY?feature=oembed" TargetMode="External"/><Relationship Id="rId9"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tinkercad.com/things/eWF1GhnpuMU?sharecode=9nWhDOI8Kyttb5yjAaH38_Rz8_qefGGVPgfSTuFViKs" TargetMode="Externa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video" Target="https://www.youtube.com/embed/kQ5khrKEluI?feature=oembed" TargetMode="External"/><Relationship Id="rId7" Type="http://schemas.openxmlformats.org/officeDocument/2006/relationships/image" Target="../media/image19.jpeg"/><Relationship Id="rId2" Type="http://schemas.openxmlformats.org/officeDocument/2006/relationships/video" Target="https://www.youtube.com/embed/blUimcoNpKs?start=5&amp;feature=oembed" TargetMode="External"/><Relationship Id="rId1" Type="http://schemas.openxmlformats.org/officeDocument/2006/relationships/video" Target="https://www.youtube.com/embed/6jIJwZDhkkY?feature=oembed" TargetMode="External"/><Relationship Id="rId6" Type="http://schemas.openxmlformats.org/officeDocument/2006/relationships/image" Target="../media/image18.jpeg"/><Relationship Id="rId5" Type="http://schemas.openxmlformats.org/officeDocument/2006/relationships/slideLayout" Target="../slideLayouts/slideLayout1.xml"/><Relationship Id="rId10" Type="http://schemas.openxmlformats.org/officeDocument/2006/relationships/image" Target="../media/image1.jpeg"/><Relationship Id="rId4" Type="http://schemas.openxmlformats.org/officeDocument/2006/relationships/video" Target="https://www.youtube.com/embed/6wkbsedtsPI?feature=oembed" TargetMode="External"/><Relationship Id="rId9"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tinkercad.com/things/kJNFvR98Tfb?sharecode=792SfzIdZE1_R37lGEMq5er6_vXqIdH2A7XOnPAgu_M" TargetMode="Externa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video" Target="https://www.youtube.com/embed/uccFphmYho0?feature=oembed" TargetMode="External"/><Relationship Id="rId7" Type="http://schemas.openxmlformats.org/officeDocument/2006/relationships/image" Target="../media/image23.jpeg"/><Relationship Id="rId2" Type="http://schemas.openxmlformats.org/officeDocument/2006/relationships/video" Target="https://www.youtube.com/embed/5X3lH9dA9l8?feature=oembed" TargetMode="External"/><Relationship Id="rId1" Type="http://schemas.openxmlformats.org/officeDocument/2006/relationships/video" Target="https://www.youtube.com/embed/h_m6qFRNITU?feature=oembed" TargetMode="External"/><Relationship Id="rId6" Type="http://schemas.openxmlformats.org/officeDocument/2006/relationships/image" Target="../media/image1.jpeg"/><Relationship Id="rId5" Type="http://schemas.openxmlformats.org/officeDocument/2006/relationships/slideLayout" Target="../slideLayouts/slideLayout1.xml"/><Relationship Id="rId10" Type="http://schemas.openxmlformats.org/officeDocument/2006/relationships/image" Target="../media/image26.jpeg"/><Relationship Id="rId4" Type="http://schemas.openxmlformats.org/officeDocument/2006/relationships/video" Target="https://www.youtube.com/embed/bG7c2dMOL4U?feature=oembed" TargetMode="External"/><Relationship Id="rId9" Type="http://schemas.openxmlformats.org/officeDocument/2006/relationships/image" Target="../media/image25.jpe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www.tinkercad.com/things/c3UZ8H2GCvl?sharecode=W1WktHFWpN5yc5-VIieMx3EL1U0V9FDVlop8-GEiq_0" TargetMode="Externa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video" Target="https://www.youtube.com/embed/DDTMY-fVOWc?feature=oembed" TargetMode="External"/><Relationship Id="rId7" Type="http://schemas.openxmlformats.org/officeDocument/2006/relationships/image" Target="../media/image29.jpeg"/><Relationship Id="rId2" Type="http://schemas.openxmlformats.org/officeDocument/2006/relationships/video" Target="https://www.youtube.com/embed/NGbxw3uC3HM?feature=oembed" TargetMode="External"/><Relationship Id="rId1" Type="http://schemas.openxmlformats.org/officeDocument/2006/relationships/video" Target="https://www.youtube.com/embed/sBGNyhlorfo?feature=oembed" TargetMode="External"/><Relationship Id="rId6" Type="http://schemas.openxmlformats.org/officeDocument/2006/relationships/image" Target="../media/image28.jpeg"/><Relationship Id="rId5" Type="http://schemas.openxmlformats.org/officeDocument/2006/relationships/slideLayout" Target="../slideLayouts/slideLayout1.xml"/><Relationship Id="rId10" Type="http://schemas.openxmlformats.org/officeDocument/2006/relationships/image" Target="../media/image1.jpeg"/><Relationship Id="rId4" Type="http://schemas.openxmlformats.org/officeDocument/2006/relationships/video" Target="https://www.youtube.com/embed/_xAhCC7Ol5s?feature=oembed" TargetMode="External"/><Relationship Id="rId9" Type="http://schemas.openxmlformats.org/officeDocument/2006/relationships/image" Target="../media/image31.jpeg"/></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tinkercad.com/things/iuGQmUdVN6e?sharecode=uhZ0eVwJnqdYOhU1-yWa5S3A5iltiighyGNCMC0KsvE" TargetMode="Externa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video" Target="https://www.youtube.com/embed/9n-EFHrpdRc?feature=oembed" TargetMode="External"/><Relationship Id="rId7" Type="http://schemas.openxmlformats.org/officeDocument/2006/relationships/image" Target="../media/image34.jpeg"/><Relationship Id="rId2" Type="http://schemas.openxmlformats.org/officeDocument/2006/relationships/video" Target="https://www.youtube.com/embed/Jr6tcXnDHIo?feature=oembed" TargetMode="External"/><Relationship Id="rId1" Type="http://schemas.openxmlformats.org/officeDocument/2006/relationships/video" Target="https://www.youtube.com/embed/dZz3eAnsspY?feature=oembed" TargetMode="External"/><Relationship Id="rId6" Type="http://schemas.openxmlformats.org/officeDocument/2006/relationships/image" Target="../media/image33.jpeg"/><Relationship Id="rId5" Type="http://schemas.openxmlformats.org/officeDocument/2006/relationships/slideLayout" Target="../slideLayouts/slideLayout1.xml"/><Relationship Id="rId10" Type="http://schemas.openxmlformats.org/officeDocument/2006/relationships/image" Target="../media/image1.jpeg"/><Relationship Id="rId4" Type="http://schemas.openxmlformats.org/officeDocument/2006/relationships/video" Target="https://www.youtube.com/embed/VmjW5ZO-kJc?feature=oembed" TargetMode="External"/><Relationship Id="rId9" Type="http://schemas.openxmlformats.org/officeDocument/2006/relationships/image" Target="../media/image36.jpeg"/></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www.tinkercad.com/things/dNA6axewuYL?sharecode=f3eu_F05wL4mTIC8U_xa9Hz_-XV0DsjtisEAccjTCYk" TargetMode="Externa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video" Target="https://www.youtube.com/embed/9zNY_4g44Rw?feature=oembed" TargetMode="External"/><Relationship Id="rId7" Type="http://schemas.openxmlformats.org/officeDocument/2006/relationships/image" Target="../media/image39.jpeg"/><Relationship Id="rId2" Type="http://schemas.openxmlformats.org/officeDocument/2006/relationships/video" Target="https://www.youtube.com/embed/KgP49mwoSog?feature=oembed" TargetMode="External"/><Relationship Id="rId1" Type="http://schemas.openxmlformats.org/officeDocument/2006/relationships/video" Target="https://www.youtube.com/embed/zdxrWiODDbU?feature=oembed" TargetMode="External"/><Relationship Id="rId6" Type="http://schemas.openxmlformats.org/officeDocument/2006/relationships/image" Target="../media/image38.jpeg"/><Relationship Id="rId5" Type="http://schemas.openxmlformats.org/officeDocument/2006/relationships/slideLayout" Target="../slideLayouts/slideLayout1.xml"/><Relationship Id="rId10" Type="http://schemas.openxmlformats.org/officeDocument/2006/relationships/image" Target="../media/image1.jpeg"/><Relationship Id="rId4" Type="http://schemas.openxmlformats.org/officeDocument/2006/relationships/video" Target="https://www.youtube.com/embed/CFm7pmALGC4?feature=oembed" TargetMode="External"/><Relationship Id="rId9" Type="http://schemas.openxmlformats.org/officeDocument/2006/relationships/image" Target="../media/image41.jpeg"/></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www.tinkercad.com/things/ibOKyHPnDYc?sharecode=_6jqqR9eJfJ6xKihJnSgikLKNG-zf_YPW56-SBA3LNE" TargetMode="Externa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video" Target="https://www.youtube.com/embed/Zxdc1egljuI?feature=oembed" TargetMode="External"/><Relationship Id="rId7" Type="http://schemas.openxmlformats.org/officeDocument/2006/relationships/image" Target="../media/image44.jpeg"/><Relationship Id="rId2" Type="http://schemas.openxmlformats.org/officeDocument/2006/relationships/video" Target="https://www.youtube.com/embed/SEY3eZfYR8M?feature=oembed" TargetMode="External"/><Relationship Id="rId1" Type="http://schemas.openxmlformats.org/officeDocument/2006/relationships/video" Target="https://www.youtube.com/embed/w5tyMe0N50A?feature=oembed" TargetMode="External"/><Relationship Id="rId6" Type="http://schemas.openxmlformats.org/officeDocument/2006/relationships/image" Target="../media/image43.jpeg"/><Relationship Id="rId5" Type="http://schemas.openxmlformats.org/officeDocument/2006/relationships/slideLayout" Target="../slideLayouts/slideLayout1.xml"/><Relationship Id="rId10" Type="http://schemas.openxmlformats.org/officeDocument/2006/relationships/image" Target="../media/image1.jpeg"/><Relationship Id="rId4" Type="http://schemas.openxmlformats.org/officeDocument/2006/relationships/video" Target="https://www.youtube.com/embed/A_VGpRxFzXQ?feature=oembed" TargetMode="External"/><Relationship Id="rId9" Type="http://schemas.openxmlformats.org/officeDocument/2006/relationships/image" Target="../media/image46.jpeg"/></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www.tinkercad.com/things/l5LaUmfGMiy?sharecode=spEzPBLoJZ-VFYlhvpGnt3nBGBh_aynYXKDhPeNymBk" TargetMode="Externa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8" Type="http://schemas.openxmlformats.org/officeDocument/2006/relationships/image" Target="../media/image50.jpeg"/><Relationship Id="rId3" Type="http://schemas.openxmlformats.org/officeDocument/2006/relationships/video" Target="https://www.youtube.com/embed/ADLtIYg_fUA?feature=oembed" TargetMode="External"/><Relationship Id="rId7" Type="http://schemas.openxmlformats.org/officeDocument/2006/relationships/image" Target="../media/image49.jpeg"/><Relationship Id="rId2" Type="http://schemas.openxmlformats.org/officeDocument/2006/relationships/video" Target="https://www.youtube.com/embed/PGafVS8p94M?feature=oembed" TargetMode="External"/><Relationship Id="rId1" Type="http://schemas.openxmlformats.org/officeDocument/2006/relationships/video" Target="https://www.youtube.com/embed/4eAUuXRJxKc?feature=oembed" TargetMode="External"/><Relationship Id="rId6" Type="http://schemas.openxmlformats.org/officeDocument/2006/relationships/image" Target="../media/image48.jpeg"/><Relationship Id="rId5" Type="http://schemas.openxmlformats.org/officeDocument/2006/relationships/slideLayout" Target="../slideLayouts/slideLayout1.xml"/><Relationship Id="rId10" Type="http://schemas.openxmlformats.org/officeDocument/2006/relationships/image" Target="../media/image1.jpeg"/><Relationship Id="rId4" Type="http://schemas.openxmlformats.org/officeDocument/2006/relationships/video" Target="https://www.youtube.com/embed/LVf-43FBDNs?feature=oembed" TargetMode="External"/><Relationship Id="rId9" Type="http://schemas.openxmlformats.org/officeDocument/2006/relationships/image" Target="../media/image51.jpeg"/></Relationships>
</file>

<file path=ppt/slides/_rels/slide8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www.tinkercad.com/things/enOGHehcDME?sharecode=FFI8WafUHfyMHDf3YPf2tEjtJILEFQGifeV18Adxnpw" TargetMode="Externa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8" Type="http://schemas.openxmlformats.org/officeDocument/2006/relationships/image" Target="../media/image55.jpeg"/><Relationship Id="rId3" Type="http://schemas.openxmlformats.org/officeDocument/2006/relationships/video" Target="https://www.youtube.com/embed/w14cvydBC8g?feature=oembed" TargetMode="External"/><Relationship Id="rId7" Type="http://schemas.openxmlformats.org/officeDocument/2006/relationships/image" Target="../media/image54.jpeg"/><Relationship Id="rId2" Type="http://schemas.openxmlformats.org/officeDocument/2006/relationships/video" Target="https://www.youtube.com/embed/vbRe-NDOWCs?start=1561&amp;feature=oembed" TargetMode="External"/><Relationship Id="rId1" Type="http://schemas.openxmlformats.org/officeDocument/2006/relationships/video" Target="https://www.youtube.com/embed/dIV5l9cx_ck?feature=oembed" TargetMode="External"/><Relationship Id="rId6" Type="http://schemas.openxmlformats.org/officeDocument/2006/relationships/image" Target="../media/image53.jpeg"/><Relationship Id="rId5" Type="http://schemas.openxmlformats.org/officeDocument/2006/relationships/slideLayout" Target="../slideLayouts/slideLayout1.xml"/><Relationship Id="rId10" Type="http://schemas.openxmlformats.org/officeDocument/2006/relationships/image" Target="../media/image1.jpeg"/><Relationship Id="rId4" Type="http://schemas.openxmlformats.org/officeDocument/2006/relationships/video" Target="https://www.youtube.com/embed/ZeVLfuTVHUQ?feature=oembed" TargetMode="External"/><Relationship Id="rId9" Type="http://schemas.openxmlformats.org/officeDocument/2006/relationships/image" Target="../media/image56.jpeg"/></Relationships>
</file>

<file path=ppt/slides/_rels/slide8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www.tinkercad.com/things/imEEfNa4V5H?sharecode=GSGLQJ3g8AHeRz19cQx1iCzR4zyG44HRAH-5PrF14A8" TargetMode="Externa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58.png"/><Relationship Id="rId4" Type="http://schemas.openxmlformats.org/officeDocument/2006/relationships/hyperlink" Target="https://www.tinkercad.com/things/0yF4vdKKb7p" TargetMode="Externa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8" Type="http://schemas.openxmlformats.org/officeDocument/2006/relationships/image" Target="../media/image61.jpeg"/><Relationship Id="rId3" Type="http://schemas.openxmlformats.org/officeDocument/2006/relationships/video" Target="https://www.youtube.com/embed/Mdx0kRz-IFo?feature=oembed" TargetMode="External"/><Relationship Id="rId7" Type="http://schemas.openxmlformats.org/officeDocument/2006/relationships/image" Target="../media/image60.jpeg"/><Relationship Id="rId2" Type="http://schemas.openxmlformats.org/officeDocument/2006/relationships/video" Target="https://www.youtube.com/embed/qtdDgqtGRxk?feature=oembed" TargetMode="External"/><Relationship Id="rId1" Type="http://schemas.openxmlformats.org/officeDocument/2006/relationships/video" Target="https://www.youtube.com/embed/eabdlX1bUlo?feature=oembed" TargetMode="External"/><Relationship Id="rId6" Type="http://schemas.openxmlformats.org/officeDocument/2006/relationships/image" Target="../media/image59.jpeg"/><Relationship Id="rId5" Type="http://schemas.openxmlformats.org/officeDocument/2006/relationships/slideLayout" Target="../slideLayouts/slideLayout1.xml"/><Relationship Id="rId10" Type="http://schemas.openxmlformats.org/officeDocument/2006/relationships/image" Target="../media/image1.jpeg"/><Relationship Id="rId4" Type="http://schemas.openxmlformats.org/officeDocument/2006/relationships/video" Target="https://www.youtube.com/embed/Ofp__qry5fE?feature=oembed" TargetMode="External"/><Relationship Id="rId9" Type="http://schemas.openxmlformats.org/officeDocument/2006/relationships/image" Target="../media/image62.jpeg"/></Relationships>
</file>

<file path=ppt/slides/_rels/slide9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hyperlink" Target="https://www.tinkercad.com/things/dwtB107YZ3J?sharecode=nH2ou6RTdWRyo9BMLqMaxfhLSc3U6ryBdsehCPvnN8M" TargetMode="External"/><Relationship Id="rId1" Type="http://schemas.openxmlformats.org/officeDocument/2006/relationships/slideLayout" Target="../slideLayouts/slideLayout1.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23F869-3A51-4B92-B0C4-B22958C598D4}"/>
              </a:ext>
            </a:extLst>
          </p:cNvPr>
          <p:cNvSpPr>
            <a:spLocks noGrp="1"/>
          </p:cNvSpPr>
          <p:nvPr>
            <p:ph type="ctrTitle"/>
          </p:nvPr>
        </p:nvSpPr>
        <p:spPr>
          <a:xfrm>
            <a:off x="771582" y="560991"/>
            <a:ext cx="9683058" cy="1004057"/>
          </a:xfrm>
        </p:spPr>
        <p:txBody>
          <a:bodyPr rtlCol="0">
            <a:normAutofit/>
          </a:bodyPr>
          <a:lstStyle/>
          <a:p>
            <a:pPr rtl="0"/>
            <a:r>
              <a:rPr lang="es-ES" dirty="0"/>
              <a:t>Unidad III: </a:t>
            </a:r>
          </a:p>
        </p:txBody>
      </p:sp>
      <p:sp>
        <p:nvSpPr>
          <p:cNvPr id="3" name="Subtítulo 2">
            <a:extLst>
              <a:ext uri="{FF2B5EF4-FFF2-40B4-BE49-F238E27FC236}">
                <a16:creationId xmlns:a16="http://schemas.microsoft.com/office/drawing/2014/main" id="{F766E226-2491-4875-B474-7A01921DDBAC}"/>
              </a:ext>
            </a:extLst>
          </p:cNvPr>
          <p:cNvSpPr>
            <a:spLocks noGrp="1"/>
          </p:cNvSpPr>
          <p:nvPr>
            <p:ph type="subTitle" idx="1"/>
          </p:nvPr>
        </p:nvSpPr>
        <p:spPr/>
        <p:txBody>
          <a:bodyPr rtlCol="0"/>
          <a:lstStyle/>
          <a:p>
            <a:pPr rtl="0"/>
            <a:r>
              <a:rPr lang="es-ES" dirty="0"/>
              <a:t>Estudio de Componentes Fundamentales</a:t>
            </a:r>
          </a:p>
        </p:txBody>
      </p:sp>
      <p:sp>
        <p:nvSpPr>
          <p:cNvPr id="19" name="Marcador de texto 18">
            <a:extLst>
              <a:ext uri="{FF2B5EF4-FFF2-40B4-BE49-F238E27FC236}">
                <a16:creationId xmlns:a16="http://schemas.microsoft.com/office/drawing/2014/main" id="{F453F355-355D-4EA9-978E-A35A4E2F7CA9}"/>
              </a:ext>
            </a:extLst>
          </p:cNvPr>
          <p:cNvSpPr>
            <a:spLocks noGrp="1"/>
          </p:cNvSpPr>
          <p:nvPr>
            <p:ph type="body" sz="quarter" idx="28"/>
          </p:nvPr>
        </p:nvSpPr>
        <p:spPr>
          <a:xfrm>
            <a:off x="3077793" y="3643965"/>
            <a:ext cx="1530262" cy="390525"/>
          </a:xfrm>
        </p:spPr>
        <p:txBody>
          <a:bodyPr rtlCol="0"/>
          <a:lstStyle/>
          <a:p>
            <a:pPr rtl="0"/>
            <a:r>
              <a:rPr lang="es-ES" sz="1700" dirty="0">
                <a:solidFill>
                  <a:schemeClr val="tx1"/>
                </a:solidFill>
                <a:hlinkClick r:id="rId3" action="ppaction://hlinksldjump"/>
              </a:rPr>
              <a:t>Resistencias</a:t>
            </a:r>
          </a:p>
        </p:txBody>
      </p:sp>
      <p:sp>
        <p:nvSpPr>
          <p:cNvPr id="23" name="Marcador de texto 22">
            <a:extLst>
              <a:ext uri="{FF2B5EF4-FFF2-40B4-BE49-F238E27FC236}">
                <a16:creationId xmlns:a16="http://schemas.microsoft.com/office/drawing/2014/main" id="{1F036F3A-A388-4AE4-9CA9-338BFC3A2210}"/>
              </a:ext>
            </a:extLst>
          </p:cNvPr>
          <p:cNvSpPr>
            <a:spLocks noGrp="1"/>
          </p:cNvSpPr>
          <p:nvPr>
            <p:ph type="body" sz="quarter" idx="32"/>
          </p:nvPr>
        </p:nvSpPr>
        <p:spPr>
          <a:xfrm>
            <a:off x="5348594" y="3633702"/>
            <a:ext cx="1477021" cy="333923"/>
          </a:xfrm>
        </p:spPr>
        <p:txBody>
          <a:bodyPr rtlCol="0"/>
          <a:lstStyle/>
          <a:p>
            <a:pPr rtl="0"/>
            <a:r>
              <a:rPr lang="es-ES" sz="1700" dirty="0">
                <a:solidFill>
                  <a:schemeClr val="tx1"/>
                </a:solidFill>
                <a:hlinkClick r:id="rId4" action="ppaction://hlinksldjump"/>
              </a:rPr>
              <a:t>Capacitores</a:t>
            </a:r>
          </a:p>
        </p:txBody>
      </p:sp>
      <p:sp>
        <p:nvSpPr>
          <p:cNvPr id="25" name="Marcador de texto 24">
            <a:extLst>
              <a:ext uri="{FF2B5EF4-FFF2-40B4-BE49-F238E27FC236}">
                <a16:creationId xmlns:a16="http://schemas.microsoft.com/office/drawing/2014/main" id="{F24D4ED9-50BC-4B4E-950C-0680483C6858}"/>
              </a:ext>
            </a:extLst>
          </p:cNvPr>
          <p:cNvSpPr>
            <a:spLocks noGrp="1"/>
          </p:cNvSpPr>
          <p:nvPr>
            <p:ph type="body" sz="quarter" idx="34"/>
          </p:nvPr>
        </p:nvSpPr>
        <p:spPr>
          <a:xfrm>
            <a:off x="10339322" y="3643965"/>
            <a:ext cx="691497" cy="333923"/>
          </a:xfrm>
        </p:spPr>
        <p:txBody>
          <a:bodyPr rtlCol="0"/>
          <a:lstStyle/>
          <a:p>
            <a:pPr rtl="0"/>
            <a:r>
              <a:rPr lang="es-ES" sz="1700" dirty="0">
                <a:solidFill>
                  <a:schemeClr val="tx1"/>
                </a:solidFill>
                <a:hlinkClick r:id="rId5" action="ppaction://hlinksldjump"/>
              </a:rPr>
              <a:t>Leds</a:t>
            </a:r>
          </a:p>
        </p:txBody>
      </p:sp>
      <p:sp>
        <p:nvSpPr>
          <p:cNvPr id="27" name="Marcador de texto 26">
            <a:extLst>
              <a:ext uri="{FF2B5EF4-FFF2-40B4-BE49-F238E27FC236}">
                <a16:creationId xmlns:a16="http://schemas.microsoft.com/office/drawing/2014/main" id="{C1F38EEB-F5CB-4D43-BA30-67F805C3BB9A}"/>
              </a:ext>
            </a:extLst>
          </p:cNvPr>
          <p:cNvSpPr>
            <a:spLocks noGrp="1"/>
          </p:cNvSpPr>
          <p:nvPr>
            <p:ph type="body" sz="quarter" idx="36"/>
          </p:nvPr>
        </p:nvSpPr>
        <p:spPr>
          <a:xfrm>
            <a:off x="895695" y="3633702"/>
            <a:ext cx="1379943" cy="581767"/>
          </a:xfrm>
        </p:spPr>
        <p:txBody>
          <a:bodyPr rtlCol="0"/>
          <a:lstStyle/>
          <a:p>
            <a:pPr rtl="0"/>
            <a:r>
              <a:rPr lang="es-ES" sz="1700" dirty="0">
                <a:solidFill>
                  <a:schemeClr val="tx1"/>
                </a:solidFill>
                <a:hlinkClick r:id="rId6" action="ppaction://hlinksldjump"/>
              </a:rPr>
              <a:t>Fuentes de poder</a:t>
            </a:r>
          </a:p>
        </p:txBody>
      </p:sp>
      <p:sp>
        <p:nvSpPr>
          <p:cNvPr id="21" name="Marcador de texto 20">
            <a:extLst>
              <a:ext uri="{FF2B5EF4-FFF2-40B4-BE49-F238E27FC236}">
                <a16:creationId xmlns:a16="http://schemas.microsoft.com/office/drawing/2014/main" id="{4D1AE391-EF52-4CA1-952E-6B1AEA5EAC56}"/>
              </a:ext>
            </a:extLst>
          </p:cNvPr>
          <p:cNvSpPr>
            <a:spLocks noGrp="1"/>
          </p:cNvSpPr>
          <p:nvPr>
            <p:ph type="body" sz="quarter" idx="30"/>
          </p:nvPr>
        </p:nvSpPr>
        <p:spPr>
          <a:xfrm>
            <a:off x="7866769" y="5724320"/>
            <a:ext cx="1134983" cy="581767"/>
          </a:xfrm>
        </p:spPr>
        <p:txBody>
          <a:bodyPr rtlCol="0"/>
          <a:lstStyle/>
          <a:p>
            <a:pPr rtl="0"/>
            <a:r>
              <a:rPr lang="es-ES" sz="1700" dirty="0">
                <a:solidFill>
                  <a:schemeClr val="tx1"/>
                </a:solidFill>
                <a:hlinkClick r:id="rId7" action="ppaction://hlinksldjump"/>
              </a:rPr>
              <a:t>Transistor Bipolar</a:t>
            </a:r>
          </a:p>
        </p:txBody>
      </p:sp>
      <p:sp>
        <p:nvSpPr>
          <p:cNvPr id="30" name="Marcador de pie de página 4">
            <a:extLst>
              <a:ext uri="{FF2B5EF4-FFF2-40B4-BE49-F238E27FC236}">
                <a16:creationId xmlns:a16="http://schemas.microsoft.com/office/drawing/2014/main" id="{EA5F6326-8CA0-4BFE-9770-27D678EED454}"/>
              </a:ext>
            </a:extLst>
          </p:cNvPr>
          <p:cNvSpPr>
            <a:spLocks noGrp="1"/>
          </p:cNvSpPr>
          <p:nvPr>
            <p:ph type="ftr" sz="quarter" idx="11"/>
          </p:nvPr>
        </p:nvSpPr>
        <p:spPr>
          <a:xfrm>
            <a:off x="7599121" y="6390177"/>
            <a:ext cx="4114800" cy="237637"/>
          </a:xfrm>
        </p:spPr>
        <p:txBody>
          <a:bodyPr rtlCol="0"/>
          <a:lstStyle/>
          <a:p>
            <a:pPr rtl="0"/>
            <a:r>
              <a:rPr lang="es-ES" dirty="0">
                <a:solidFill>
                  <a:schemeClr val="tx2"/>
                </a:solidFill>
              </a:rPr>
              <a:t>Facilitador Ing. Guillermo Aguirre</a:t>
            </a:r>
          </a:p>
        </p:txBody>
      </p:sp>
      <p:pic>
        <p:nvPicPr>
          <p:cNvPr id="35" name="Imagen 34" descr="Logotipo&#10;&#10;Descripción generada automáticamente con confianza media">
            <a:hlinkClick r:id="" action="ppaction://hlinkshowjump?jump=firstslide"/>
            <a:extLst>
              <a:ext uri="{FF2B5EF4-FFF2-40B4-BE49-F238E27FC236}">
                <a16:creationId xmlns:a16="http://schemas.microsoft.com/office/drawing/2014/main" id="{546BF330-7BB1-CF3B-2468-EDE2971023C2}"/>
              </a:ext>
            </a:extLst>
          </p:cNvPr>
          <p:cNvPicPr>
            <a:picLocks noChangeAspect="1"/>
          </p:cNvPicPr>
          <p:nvPr/>
        </p:nvPicPr>
        <p:blipFill rotWithShape="1">
          <a:blip r:embed="rId8">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pic>
        <p:nvPicPr>
          <p:cNvPr id="1026" name="Picture 2">
            <a:hlinkClick r:id="rId3" action="ppaction://hlinksldjump"/>
            <a:extLst>
              <a:ext uri="{FF2B5EF4-FFF2-40B4-BE49-F238E27FC236}">
                <a16:creationId xmlns:a16="http://schemas.microsoft.com/office/drawing/2014/main" id="{353FA0FC-78C8-3354-96CD-FD011770F8A0}"/>
              </a:ext>
            </a:extLst>
          </p:cNvPr>
          <p:cNvPicPr>
            <a:picLocks noChangeAspect="1" noChangeArrowheads="1"/>
          </p:cNvPicPr>
          <p:nvPr/>
        </p:nvPicPr>
        <p:blipFill>
          <a:blip r:embed="rId9"/>
          <a:srcRect/>
          <a:stretch/>
        </p:blipFill>
        <p:spPr bwMode="auto">
          <a:xfrm>
            <a:off x="3264570" y="2756869"/>
            <a:ext cx="1152525" cy="390525"/>
          </a:xfrm>
          <a:prstGeom prst="rect">
            <a:avLst/>
          </a:prstGeom>
          <a:noFill/>
          <a:ln>
            <a:noFill/>
          </a:ln>
        </p:spPr>
      </p:pic>
      <p:pic>
        <p:nvPicPr>
          <p:cNvPr id="1028" name="Picture 4">
            <a:hlinkClick r:id="rId4" action="ppaction://hlinksldjump"/>
            <a:extLst>
              <a:ext uri="{FF2B5EF4-FFF2-40B4-BE49-F238E27FC236}">
                <a16:creationId xmlns:a16="http://schemas.microsoft.com/office/drawing/2014/main" id="{3B024AA2-A689-C376-8B61-1DC64DD3818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10843" y="2533233"/>
            <a:ext cx="1152525" cy="7715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hlinkClick r:id="rId5" action="ppaction://hlinksldjump"/>
            <a:extLst>
              <a:ext uri="{FF2B5EF4-FFF2-40B4-BE49-F238E27FC236}">
                <a16:creationId xmlns:a16="http://schemas.microsoft.com/office/drawing/2014/main" id="{35FCF134-2937-F5DA-5B7B-2690853E327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79178" y="2470363"/>
            <a:ext cx="1152525" cy="86677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hlinkClick r:id="rId6" action="ppaction://hlinksldjump"/>
            <a:extLst>
              <a:ext uri="{FF2B5EF4-FFF2-40B4-BE49-F238E27FC236}">
                <a16:creationId xmlns:a16="http://schemas.microsoft.com/office/drawing/2014/main" id="{8113009B-16F2-58FB-BF9D-C62493D1949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9403" y="2533234"/>
            <a:ext cx="1152525" cy="77152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hlinkClick r:id="rId7" action="ppaction://hlinksldjump"/>
            <a:extLst>
              <a:ext uri="{FF2B5EF4-FFF2-40B4-BE49-F238E27FC236}">
                <a16:creationId xmlns:a16="http://schemas.microsoft.com/office/drawing/2014/main" id="{23470DD6-3938-62E4-0E6F-4E5AE634049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82631" y="4419399"/>
            <a:ext cx="809625" cy="1152525"/>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texto 18">
            <a:hlinkClick r:id="rId14" action="ppaction://hlinksldjump"/>
            <a:extLst>
              <a:ext uri="{FF2B5EF4-FFF2-40B4-BE49-F238E27FC236}">
                <a16:creationId xmlns:a16="http://schemas.microsoft.com/office/drawing/2014/main" id="{BF935CDC-66D0-C4EA-7D12-DE44A811B82D}"/>
              </a:ext>
            </a:extLst>
          </p:cNvPr>
          <p:cNvSpPr txBox="1">
            <a:spLocks/>
          </p:cNvSpPr>
          <p:nvPr/>
        </p:nvSpPr>
        <p:spPr>
          <a:xfrm>
            <a:off x="1009403" y="5658530"/>
            <a:ext cx="913755" cy="3905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b="1" i="0" kern="1200">
                <a:solidFill>
                  <a:srgbClr val="313650"/>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700" dirty="0">
                <a:solidFill>
                  <a:schemeClr val="tx1"/>
                </a:solidFill>
              </a:rPr>
              <a:t>Switch</a:t>
            </a:r>
          </a:p>
        </p:txBody>
      </p:sp>
      <p:sp>
        <p:nvSpPr>
          <p:cNvPr id="5" name="Marcador de texto 22">
            <a:hlinkClick r:id="rId15" action="ppaction://hlinksldjump"/>
            <a:extLst>
              <a:ext uri="{FF2B5EF4-FFF2-40B4-BE49-F238E27FC236}">
                <a16:creationId xmlns:a16="http://schemas.microsoft.com/office/drawing/2014/main" id="{966A770D-6CD6-10B2-51D2-1A093E0CE724}"/>
              </a:ext>
            </a:extLst>
          </p:cNvPr>
          <p:cNvSpPr txBox="1">
            <a:spLocks/>
          </p:cNvSpPr>
          <p:nvPr/>
        </p:nvSpPr>
        <p:spPr>
          <a:xfrm>
            <a:off x="2703810" y="5618994"/>
            <a:ext cx="2274043" cy="61796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b="1" i="0" kern="1200">
                <a:solidFill>
                  <a:srgbClr val="313650"/>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700" dirty="0">
                <a:solidFill>
                  <a:schemeClr val="tx1"/>
                </a:solidFill>
              </a:rPr>
              <a:t>Motores de Corriente Continua</a:t>
            </a:r>
          </a:p>
        </p:txBody>
      </p:sp>
      <p:sp>
        <p:nvSpPr>
          <p:cNvPr id="6" name="Marcador de texto 24">
            <a:hlinkClick r:id="rId16" action="ppaction://hlinksldjump"/>
            <a:extLst>
              <a:ext uri="{FF2B5EF4-FFF2-40B4-BE49-F238E27FC236}">
                <a16:creationId xmlns:a16="http://schemas.microsoft.com/office/drawing/2014/main" id="{672DD7D6-6F14-8441-808B-F982964D350A}"/>
              </a:ext>
            </a:extLst>
          </p:cNvPr>
          <p:cNvSpPr txBox="1">
            <a:spLocks/>
          </p:cNvSpPr>
          <p:nvPr/>
        </p:nvSpPr>
        <p:spPr>
          <a:xfrm>
            <a:off x="5591157" y="5678750"/>
            <a:ext cx="1009686" cy="55820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b="1" i="0" kern="1200">
                <a:solidFill>
                  <a:srgbClr val="313650"/>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700" dirty="0">
                <a:solidFill>
                  <a:schemeClr val="tx1"/>
                </a:solidFill>
              </a:rPr>
              <a:t>Diodo Zener</a:t>
            </a:r>
          </a:p>
        </p:txBody>
      </p:sp>
      <p:sp>
        <p:nvSpPr>
          <p:cNvPr id="7" name="Marcador de texto 26">
            <a:hlinkClick r:id="rId17" action="ppaction://hlinksldjump"/>
            <a:extLst>
              <a:ext uri="{FF2B5EF4-FFF2-40B4-BE49-F238E27FC236}">
                <a16:creationId xmlns:a16="http://schemas.microsoft.com/office/drawing/2014/main" id="{B5A80780-CBB0-94B7-8C39-B388A0788DD6}"/>
              </a:ext>
            </a:extLst>
          </p:cNvPr>
          <p:cNvSpPr txBox="1">
            <a:spLocks/>
          </p:cNvSpPr>
          <p:nvPr/>
        </p:nvSpPr>
        <p:spPr>
          <a:xfrm>
            <a:off x="7566154" y="3590662"/>
            <a:ext cx="1736214" cy="33392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b="1" i="0" kern="1200">
                <a:solidFill>
                  <a:srgbClr val="313650"/>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700" dirty="0">
                <a:solidFill>
                  <a:schemeClr val="tx1"/>
                </a:solidFill>
              </a:rPr>
              <a:t>Potenciómetro</a:t>
            </a:r>
          </a:p>
        </p:txBody>
      </p:sp>
      <p:pic>
        <p:nvPicPr>
          <p:cNvPr id="17" name="Imagen 16">
            <a:hlinkClick r:id="rId17" action="ppaction://hlinksldjump"/>
            <a:extLst>
              <a:ext uri="{FF2B5EF4-FFF2-40B4-BE49-F238E27FC236}">
                <a16:creationId xmlns:a16="http://schemas.microsoft.com/office/drawing/2014/main" id="{8206A6AA-4008-D722-37F7-4181C16C56CA}"/>
              </a:ext>
            </a:extLst>
          </p:cNvPr>
          <p:cNvPicPr>
            <a:picLocks noChangeAspect="1"/>
          </p:cNvPicPr>
          <p:nvPr/>
        </p:nvPicPr>
        <p:blipFill>
          <a:blip r:embed="rId18">
            <a:clrChange>
              <a:clrFrom>
                <a:srgbClr val="121212"/>
              </a:clrFrom>
              <a:clrTo>
                <a:srgbClr val="121212">
                  <a:alpha val="0"/>
                </a:srgbClr>
              </a:clrTo>
            </a:clrChange>
          </a:blip>
          <a:stretch>
            <a:fillRect/>
          </a:stretch>
        </p:blipFill>
        <p:spPr>
          <a:xfrm>
            <a:off x="7766010" y="2513861"/>
            <a:ext cx="1152525" cy="790897"/>
          </a:xfrm>
          <a:prstGeom prst="rect">
            <a:avLst/>
          </a:prstGeom>
        </p:spPr>
      </p:pic>
      <p:pic>
        <p:nvPicPr>
          <p:cNvPr id="20" name="Imagen 19">
            <a:hlinkClick r:id="rId14" action="ppaction://hlinksldjump"/>
            <a:extLst>
              <a:ext uri="{FF2B5EF4-FFF2-40B4-BE49-F238E27FC236}">
                <a16:creationId xmlns:a16="http://schemas.microsoft.com/office/drawing/2014/main" id="{B5E06CD2-2424-8B93-5414-74E050128DF0}"/>
              </a:ext>
            </a:extLst>
          </p:cNvPr>
          <p:cNvPicPr>
            <a:picLocks noChangeAspect="1"/>
          </p:cNvPicPr>
          <p:nvPr/>
        </p:nvPicPr>
        <p:blipFill>
          <a:blip r:embed="rId19">
            <a:clrChange>
              <a:clrFrom>
                <a:srgbClr val="121212"/>
              </a:clrFrom>
              <a:clrTo>
                <a:srgbClr val="121212">
                  <a:alpha val="0"/>
                </a:srgbClr>
              </a:clrTo>
            </a:clrChange>
          </a:blip>
          <a:stretch>
            <a:fillRect/>
          </a:stretch>
        </p:blipFill>
        <p:spPr>
          <a:xfrm>
            <a:off x="1135466" y="4759386"/>
            <a:ext cx="884724" cy="472553"/>
          </a:xfrm>
          <a:prstGeom prst="rect">
            <a:avLst/>
          </a:prstGeom>
        </p:spPr>
      </p:pic>
      <p:pic>
        <p:nvPicPr>
          <p:cNvPr id="24" name="Imagen 23">
            <a:hlinkClick r:id="rId16" action="ppaction://hlinksldjump"/>
            <a:extLst>
              <a:ext uri="{FF2B5EF4-FFF2-40B4-BE49-F238E27FC236}">
                <a16:creationId xmlns:a16="http://schemas.microsoft.com/office/drawing/2014/main" id="{0B07755C-1B84-7AC9-BD0B-376E58A92BA3}"/>
              </a:ext>
            </a:extLst>
          </p:cNvPr>
          <p:cNvPicPr>
            <a:picLocks noChangeAspect="1"/>
          </p:cNvPicPr>
          <p:nvPr/>
        </p:nvPicPr>
        <p:blipFill>
          <a:blip r:embed="rId20">
            <a:clrChange>
              <a:clrFrom>
                <a:srgbClr val="121212"/>
              </a:clrFrom>
              <a:clrTo>
                <a:srgbClr val="121212">
                  <a:alpha val="0"/>
                </a:srgbClr>
              </a:clrTo>
            </a:clrChange>
          </a:blip>
          <a:stretch>
            <a:fillRect/>
          </a:stretch>
        </p:blipFill>
        <p:spPr>
          <a:xfrm>
            <a:off x="5535660" y="4527130"/>
            <a:ext cx="1206736" cy="865114"/>
          </a:xfrm>
          <a:prstGeom prst="rect">
            <a:avLst/>
          </a:prstGeom>
        </p:spPr>
      </p:pic>
      <p:pic>
        <p:nvPicPr>
          <p:cNvPr id="28" name="Imagen 27">
            <a:hlinkClick r:id="rId15" action="ppaction://hlinksldjump"/>
            <a:extLst>
              <a:ext uri="{FF2B5EF4-FFF2-40B4-BE49-F238E27FC236}">
                <a16:creationId xmlns:a16="http://schemas.microsoft.com/office/drawing/2014/main" id="{A46DE487-5C83-06A6-FB42-95C3B55223A7}"/>
              </a:ext>
            </a:extLst>
          </p:cNvPr>
          <p:cNvPicPr>
            <a:picLocks noChangeAspect="1"/>
          </p:cNvPicPr>
          <p:nvPr/>
        </p:nvPicPr>
        <p:blipFill>
          <a:blip r:embed="rId21">
            <a:clrChange>
              <a:clrFrom>
                <a:srgbClr val="121212"/>
              </a:clrFrom>
              <a:clrTo>
                <a:srgbClr val="121212">
                  <a:alpha val="0"/>
                </a:srgbClr>
              </a:clrTo>
            </a:clrChange>
          </a:blip>
          <a:stretch>
            <a:fillRect/>
          </a:stretch>
        </p:blipFill>
        <p:spPr>
          <a:xfrm>
            <a:off x="3245520" y="4424685"/>
            <a:ext cx="1201860" cy="1141954"/>
          </a:xfrm>
          <a:prstGeom prst="rect">
            <a:avLst/>
          </a:prstGeom>
        </p:spPr>
      </p:pic>
      <p:sp>
        <p:nvSpPr>
          <p:cNvPr id="29" name="Marcador de texto 20">
            <a:extLst>
              <a:ext uri="{FF2B5EF4-FFF2-40B4-BE49-F238E27FC236}">
                <a16:creationId xmlns:a16="http://schemas.microsoft.com/office/drawing/2014/main" id="{7601D6F0-64D2-A2D3-7E5E-2E13CCB929DE}"/>
              </a:ext>
            </a:extLst>
          </p:cNvPr>
          <p:cNvSpPr txBox="1">
            <a:spLocks/>
          </p:cNvSpPr>
          <p:nvPr/>
        </p:nvSpPr>
        <p:spPr>
          <a:xfrm>
            <a:off x="9656521" y="5672688"/>
            <a:ext cx="2058643" cy="58176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b="1" i="0" kern="1200">
                <a:solidFill>
                  <a:srgbClr val="313650"/>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3000" i="1" kern="1200">
                <a:solidFill>
                  <a:srgbClr val="4C1959"/>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700" dirty="0">
                <a:solidFill>
                  <a:schemeClr val="tx1"/>
                </a:solidFill>
                <a:hlinkClick r:id="rId22" action="ppaction://hlinksldjump"/>
              </a:rPr>
              <a:t>Transistores</a:t>
            </a:r>
            <a:r>
              <a:rPr lang="es-ES" sz="1700" dirty="0">
                <a:solidFill>
                  <a:schemeClr val="tx1"/>
                </a:solidFill>
              </a:rPr>
              <a:t> de efecto de campo</a:t>
            </a:r>
          </a:p>
        </p:txBody>
      </p:sp>
      <p:pic>
        <p:nvPicPr>
          <p:cNvPr id="32" name="Imagen 31">
            <a:hlinkClick r:id="rId22" action="ppaction://hlinksldjump"/>
            <a:extLst>
              <a:ext uri="{FF2B5EF4-FFF2-40B4-BE49-F238E27FC236}">
                <a16:creationId xmlns:a16="http://schemas.microsoft.com/office/drawing/2014/main" id="{C1D24221-54A2-7397-30CB-6ADD0AEAF016}"/>
              </a:ext>
            </a:extLst>
          </p:cNvPr>
          <p:cNvPicPr>
            <a:picLocks noChangeAspect="1"/>
          </p:cNvPicPr>
          <p:nvPr/>
        </p:nvPicPr>
        <p:blipFill>
          <a:blip r:embed="rId23">
            <a:clrChange>
              <a:clrFrom>
                <a:srgbClr val="121212"/>
              </a:clrFrom>
              <a:clrTo>
                <a:srgbClr val="121212">
                  <a:alpha val="0"/>
                </a:srgbClr>
              </a:clrTo>
            </a:clrChange>
          </a:blip>
          <a:stretch>
            <a:fillRect/>
          </a:stretch>
        </p:blipFill>
        <p:spPr>
          <a:xfrm>
            <a:off x="10108809" y="4516541"/>
            <a:ext cx="1028304" cy="958239"/>
          </a:xfrm>
          <a:prstGeom prst="rect">
            <a:avLst/>
          </a:prstGeom>
        </p:spPr>
      </p:pic>
    </p:spTree>
    <p:extLst>
      <p:ext uri="{BB962C8B-B14F-4D97-AF65-F5344CB8AC3E}">
        <p14:creationId xmlns:p14="http://schemas.microsoft.com/office/powerpoint/2010/main" val="2148606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Fuentes de poder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DB1DE0D9-7664-56E8-58A8-C9C984F4A58C}"/>
              </a:ext>
            </a:extLst>
          </p:cNvPr>
          <p:cNvSpPr txBox="1"/>
          <p:nvPr/>
        </p:nvSpPr>
        <p:spPr>
          <a:xfrm>
            <a:off x="911226" y="2282537"/>
            <a:ext cx="10369550" cy="3816429"/>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Una fuente de poder en electrónica es un dispositivo esencial que proporciona la energía eléctrica necesaria para el funcionamiento de circuitos y dispositivos. Estas fuentes pueden ser variadas, desde baterías que almacenan energía química y la convierten en electricidad, hasta fuentes de alimentación conmutadas que regulan la salida mediante conmutación rápida de componentes electrónicos para lograr alta eficiencia. Paneles solares, generadores mecánicos y pilas de combustible son otras opciones que convierten fuentes de energía como la luz solar, movimiento mecánico o reacciones químicas en electricidad utilizable. La elección de la fuente de poder se basa en las necesidades específicas del circuito, eficiencia y condiciones de operación.</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80470B33-7315-A6AB-E29E-FDDAB1860A0A}"/>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700015"/>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78394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Fuentes de poder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DB1DE0D9-7664-56E8-58A8-C9C984F4A58C}"/>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Las fuentes de poder son cruciales en la electrónica, ya que proporcionan la corriente y voltaje necesarios para alimentar componentes electrónicos y permitir el flujo de señales eléctricas. La selección correcta depende de factores como eficiencia, regulación de voltaje y corriente, capacidad de almacenamiento y duración de la energía suministrada. En última instancia, las fuentes de poder aseguran un suministro constante y adecuado de energía para garantizar el funcionamiento confiable de circuitos y dispositivos electrónicos.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8093D775-AB47-819B-D7DD-450CBB56BA73}"/>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95750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Fuentes de poder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graphicFrame>
        <p:nvGraphicFramePr>
          <p:cNvPr id="4" name="Tabla 3">
            <a:extLst>
              <a:ext uri="{FF2B5EF4-FFF2-40B4-BE49-F238E27FC236}">
                <a16:creationId xmlns:a16="http://schemas.microsoft.com/office/drawing/2014/main" id="{6F747EC7-2009-BA60-DC96-5978D8C9D04E}"/>
              </a:ext>
            </a:extLst>
          </p:cNvPr>
          <p:cNvGraphicFramePr>
            <a:graphicFrameLocks noGrp="1"/>
          </p:cNvGraphicFramePr>
          <p:nvPr>
            <p:extLst>
              <p:ext uri="{D42A27DB-BD31-4B8C-83A1-F6EECF244321}">
                <p14:modId xmlns:p14="http://schemas.microsoft.com/office/powerpoint/2010/main" val="4000231009"/>
              </p:ext>
            </p:extLst>
          </p:nvPr>
        </p:nvGraphicFramePr>
        <p:xfrm>
          <a:off x="911225" y="2262190"/>
          <a:ext cx="10369550" cy="3473700"/>
        </p:xfrm>
        <a:graphic>
          <a:graphicData uri="http://schemas.openxmlformats.org/drawingml/2006/table">
            <a:tbl>
              <a:tblPr>
                <a:tableStyleId>{BDBED569-4797-4DF1-A0F4-6AAB3CD982D8}</a:tableStyleId>
              </a:tblPr>
              <a:tblGrid>
                <a:gridCol w="3101217">
                  <a:extLst>
                    <a:ext uri="{9D8B030D-6E8A-4147-A177-3AD203B41FA5}">
                      <a16:colId xmlns:a16="http://schemas.microsoft.com/office/drawing/2014/main" val="2448611251"/>
                    </a:ext>
                  </a:extLst>
                </a:gridCol>
                <a:gridCol w="7268333">
                  <a:extLst>
                    <a:ext uri="{9D8B030D-6E8A-4147-A177-3AD203B41FA5}">
                      <a16:colId xmlns:a16="http://schemas.microsoft.com/office/drawing/2014/main" val="477810323"/>
                    </a:ext>
                  </a:extLst>
                </a:gridCol>
              </a:tblGrid>
              <a:tr h="241805">
                <a:tc>
                  <a:txBody>
                    <a:bodyPr/>
                    <a:lstStyle/>
                    <a:p>
                      <a:pPr fontAlgn="b"/>
                      <a:r>
                        <a:rPr lang="es-NI" sz="2200" b="1">
                          <a:solidFill>
                            <a:schemeClr val="accent4"/>
                          </a:solidFill>
                          <a:effectLst/>
                        </a:rPr>
                        <a:t>Fuente de Poder</a:t>
                      </a:r>
                    </a:p>
                  </a:txBody>
                  <a:tcPr marL="24180" marR="24180" marT="12090" marB="12090" anchor="b">
                    <a:solidFill>
                      <a:srgbClr val="B093C6"/>
                    </a:solidFill>
                  </a:tcPr>
                </a:tc>
                <a:tc>
                  <a:txBody>
                    <a:bodyPr/>
                    <a:lstStyle/>
                    <a:p>
                      <a:pPr fontAlgn="b"/>
                      <a:r>
                        <a:rPr lang="es-NI" sz="2200" b="1" dirty="0">
                          <a:solidFill>
                            <a:schemeClr val="accent4"/>
                          </a:solidFill>
                          <a:effectLst/>
                        </a:rPr>
                        <a:t>Descripción y Características Principales</a:t>
                      </a:r>
                    </a:p>
                  </a:txBody>
                  <a:tcPr marL="24180" marR="24180" marT="12090" marB="12090" anchor="b">
                    <a:solidFill>
                      <a:srgbClr val="B093C6"/>
                    </a:solidFill>
                  </a:tcPr>
                </a:tc>
                <a:extLst>
                  <a:ext uri="{0D108BD9-81ED-4DB2-BD59-A6C34878D82A}">
                    <a16:rowId xmlns:a16="http://schemas.microsoft.com/office/drawing/2014/main" val="1581902306"/>
                  </a:ext>
                </a:extLst>
              </a:tr>
              <a:tr h="314346">
                <a:tc>
                  <a:txBody>
                    <a:bodyPr/>
                    <a:lstStyle/>
                    <a:p>
                      <a:pPr fontAlgn="base"/>
                      <a:r>
                        <a:rPr lang="es-NI" sz="2200" dirty="0">
                          <a:effectLst/>
                        </a:rPr>
                        <a:t>Baterías</a:t>
                      </a:r>
                    </a:p>
                  </a:txBody>
                  <a:tcPr marL="24180" marR="24180" marT="12090" marB="12090" anchor="ctr"/>
                </a:tc>
                <a:tc>
                  <a:txBody>
                    <a:bodyPr/>
                    <a:lstStyle/>
                    <a:p>
                      <a:pPr fontAlgn="base"/>
                      <a:r>
                        <a:rPr lang="es-ES" sz="2200">
                          <a:effectLst/>
                        </a:rPr>
                        <a:t>Almacenan energía química y la convierten en electricidad.</a:t>
                      </a:r>
                    </a:p>
                  </a:txBody>
                  <a:tcPr marL="24180" marR="24180" marT="12090" marB="12090" anchor="ctr"/>
                </a:tc>
                <a:extLst>
                  <a:ext uri="{0D108BD9-81ED-4DB2-BD59-A6C34878D82A}">
                    <a16:rowId xmlns:a16="http://schemas.microsoft.com/office/drawing/2014/main" val="3170034287"/>
                  </a:ext>
                </a:extLst>
              </a:tr>
              <a:tr h="308834">
                <a:tc>
                  <a:txBody>
                    <a:bodyPr/>
                    <a:lstStyle/>
                    <a:p>
                      <a:pPr fontAlgn="base"/>
                      <a:r>
                        <a:rPr lang="es-NI" sz="2200" dirty="0">
                          <a:effectLst/>
                        </a:rPr>
                        <a:t>Fuentes de Alimentación Lineales</a:t>
                      </a:r>
                    </a:p>
                  </a:txBody>
                  <a:tcPr marL="24180" marR="24180" marT="12090" marB="12090" anchor="ctr"/>
                </a:tc>
                <a:tc>
                  <a:txBody>
                    <a:bodyPr/>
                    <a:lstStyle/>
                    <a:p>
                      <a:pPr fontAlgn="base"/>
                      <a:r>
                        <a:rPr lang="es-ES" sz="2200" dirty="0">
                          <a:effectLst/>
                        </a:rPr>
                        <a:t>Transforman la energía de entrada en una salida regulada.</a:t>
                      </a:r>
                    </a:p>
                  </a:txBody>
                  <a:tcPr marL="24180" marR="24180" marT="12090" marB="12090" anchor="ctr"/>
                </a:tc>
                <a:extLst>
                  <a:ext uri="{0D108BD9-81ED-4DB2-BD59-A6C34878D82A}">
                    <a16:rowId xmlns:a16="http://schemas.microsoft.com/office/drawing/2014/main" val="96588583"/>
                  </a:ext>
                </a:extLst>
              </a:tr>
              <a:tr h="386887">
                <a:tc>
                  <a:txBody>
                    <a:bodyPr/>
                    <a:lstStyle/>
                    <a:p>
                      <a:pPr fontAlgn="base"/>
                      <a:r>
                        <a:rPr lang="es-NI" sz="2200" dirty="0">
                          <a:effectLst/>
                        </a:rPr>
                        <a:t>Fuentes de Alimentación Conmutadas</a:t>
                      </a:r>
                    </a:p>
                  </a:txBody>
                  <a:tcPr marL="24180" marR="24180" marT="12090" marB="12090" anchor="ctr"/>
                </a:tc>
                <a:tc>
                  <a:txBody>
                    <a:bodyPr/>
                    <a:lstStyle/>
                    <a:p>
                      <a:pPr fontAlgn="base"/>
                      <a:r>
                        <a:rPr lang="es-ES" sz="2200">
                          <a:effectLst/>
                        </a:rPr>
                        <a:t>Regulan la salida mediante conmutación rápida para mayor eficiencia.</a:t>
                      </a:r>
                    </a:p>
                  </a:txBody>
                  <a:tcPr marL="24180" marR="24180" marT="12090" marB="12090" anchor="ctr"/>
                </a:tc>
                <a:extLst>
                  <a:ext uri="{0D108BD9-81ED-4DB2-BD59-A6C34878D82A}">
                    <a16:rowId xmlns:a16="http://schemas.microsoft.com/office/drawing/2014/main" val="737531131"/>
                  </a:ext>
                </a:extLst>
              </a:tr>
              <a:tr h="386887">
                <a:tc>
                  <a:txBody>
                    <a:bodyPr/>
                    <a:lstStyle/>
                    <a:p>
                      <a:pPr fontAlgn="base"/>
                      <a:r>
                        <a:rPr lang="es-NI" sz="2200" dirty="0">
                          <a:effectLst/>
                        </a:rPr>
                        <a:t>Paneles Solares</a:t>
                      </a:r>
                    </a:p>
                  </a:txBody>
                  <a:tcPr marL="24180" marR="24180" marT="12090" marB="12090" anchor="ctr"/>
                </a:tc>
                <a:tc>
                  <a:txBody>
                    <a:bodyPr/>
                    <a:lstStyle/>
                    <a:p>
                      <a:pPr fontAlgn="base"/>
                      <a:r>
                        <a:rPr lang="es-ES" sz="2200" dirty="0">
                          <a:effectLst/>
                        </a:rPr>
                        <a:t>Convierten la energía solar en electricidad mediante celdas fotovoltaicas.</a:t>
                      </a:r>
                    </a:p>
                  </a:txBody>
                  <a:tcPr marL="24180" marR="24180" marT="12090" marB="12090" anchor="ctr"/>
                </a:tc>
                <a:extLst>
                  <a:ext uri="{0D108BD9-81ED-4DB2-BD59-A6C34878D82A}">
                    <a16:rowId xmlns:a16="http://schemas.microsoft.com/office/drawing/2014/main" val="2844515487"/>
                  </a:ext>
                </a:extLst>
              </a:tr>
            </a:tbl>
          </a:graphicData>
        </a:graphic>
      </p:graphicFrame>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B1D1F533-BACF-D229-9634-75EE84EFB549}"/>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53541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Fuentes de poder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graphicFrame>
        <p:nvGraphicFramePr>
          <p:cNvPr id="4" name="Tabla 3">
            <a:extLst>
              <a:ext uri="{FF2B5EF4-FFF2-40B4-BE49-F238E27FC236}">
                <a16:creationId xmlns:a16="http://schemas.microsoft.com/office/drawing/2014/main" id="{6F747EC7-2009-BA60-DC96-5978D8C9D04E}"/>
              </a:ext>
            </a:extLst>
          </p:cNvPr>
          <p:cNvGraphicFramePr>
            <a:graphicFrameLocks noGrp="1"/>
          </p:cNvGraphicFramePr>
          <p:nvPr>
            <p:extLst>
              <p:ext uri="{D42A27DB-BD31-4B8C-83A1-F6EECF244321}">
                <p14:modId xmlns:p14="http://schemas.microsoft.com/office/powerpoint/2010/main" val="1931746038"/>
              </p:ext>
            </p:extLst>
          </p:nvPr>
        </p:nvGraphicFramePr>
        <p:xfrm>
          <a:off x="911225" y="2262190"/>
          <a:ext cx="10369550" cy="3833160"/>
        </p:xfrm>
        <a:graphic>
          <a:graphicData uri="http://schemas.openxmlformats.org/drawingml/2006/table">
            <a:tbl>
              <a:tblPr>
                <a:tableStyleId>{BDBED569-4797-4DF1-A0F4-6AAB3CD982D8}</a:tableStyleId>
              </a:tblPr>
              <a:tblGrid>
                <a:gridCol w="3101217">
                  <a:extLst>
                    <a:ext uri="{9D8B030D-6E8A-4147-A177-3AD203B41FA5}">
                      <a16:colId xmlns:a16="http://schemas.microsoft.com/office/drawing/2014/main" val="2448611251"/>
                    </a:ext>
                  </a:extLst>
                </a:gridCol>
                <a:gridCol w="7268333">
                  <a:extLst>
                    <a:ext uri="{9D8B030D-6E8A-4147-A177-3AD203B41FA5}">
                      <a16:colId xmlns:a16="http://schemas.microsoft.com/office/drawing/2014/main" val="477810323"/>
                    </a:ext>
                  </a:extLst>
                </a:gridCol>
              </a:tblGrid>
              <a:tr h="241805">
                <a:tc>
                  <a:txBody>
                    <a:bodyPr/>
                    <a:lstStyle/>
                    <a:p>
                      <a:pPr fontAlgn="b"/>
                      <a:r>
                        <a:rPr lang="es-NI" sz="2200" b="1">
                          <a:solidFill>
                            <a:schemeClr val="accent4"/>
                          </a:solidFill>
                          <a:effectLst/>
                        </a:rPr>
                        <a:t>Fuente de Poder</a:t>
                      </a:r>
                    </a:p>
                  </a:txBody>
                  <a:tcPr marL="24180" marR="24180" marT="12090" marB="12090" anchor="b">
                    <a:solidFill>
                      <a:srgbClr val="B093C6"/>
                    </a:solidFill>
                  </a:tcPr>
                </a:tc>
                <a:tc>
                  <a:txBody>
                    <a:bodyPr/>
                    <a:lstStyle/>
                    <a:p>
                      <a:pPr fontAlgn="b"/>
                      <a:r>
                        <a:rPr lang="es-NI" sz="2200" b="1" dirty="0">
                          <a:solidFill>
                            <a:schemeClr val="accent4"/>
                          </a:solidFill>
                          <a:effectLst/>
                        </a:rPr>
                        <a:t>Descripción y Características Principales</a:t>
                      </a:r>
                    </a:p>
                  </a:txBody>
                  <a:tcPr marL="24180" marR="24180" marT="12090" marB="12090" anchor="b">
                    <a:solidFill>
                      <a:srgbClr val="B093C6"/>
                    </a:solidFill>
                  </a:tcPr>
                </a:tc>
                <a:extLst>
                  <a:ext uri="{0D108BD9-81ED-4DB2-BD59-A6C34878D82A}">
                    <a16:rowId xmlns:a16="http://schemas.microsoft.com/office/drawing/2014/main" val="1581902306"/>
                  </a:ext>
                </a:extLst>
              </a:tr>
              <a:tr h="386887">
                <a:tc>
                  <a:txBody>
                    <a:bodyPr/>
                    <a:lstStyle/>
                    <a:p>
                      <a:pPr fontAlgn="base"/>
                      <a:r>
                        <a:rPr lang="es-NI" sz="2200" dirty="0">
                          <a:effectLst/>
                        </a:rPr>
                        <a:t>Generadores</a:t>
                      </a:r>
                    </a:p>
                  </a:txBody>
                  <a:tcPr marL="24180" marR="24180" marT="12090" marB="12090" anchor="ctr"/>
                </a:tc>
                <a:tc>
                  <a:txBody>
                    <a:bodyPr/>
                    <a:lstStyle/>
                    <a:p>
                      <a:pPr fontAlgn="base"/>
                      <a:r>
                        <a:rPr lang="es-ES" sz="2200" dirty="0">
                          <a:effectLst/>
                        </a:rPr>
                        <a:t>Transforman energía mecánica en electricidad, útiles en lugares remotos.</a:t>
                      </a:r>
                    </a:p>
                  </a:txBody>
                  <a:tcPr marL="24180" marR="24180" marT="12090" marB="12090" anchor="ctr"/>
                </a:tc>
                <a:extLst>
                  <a:ext uri="{0D108BD9-81ED-4DB2-BD59-A6C34878D82A}">
                    <a16:rowId xmlns:a16="http://schemas.microsoft.com/office/drawing/2014/main" val="3452617770"/>
                  </a:ext>
                </a:extLst>
              </a:tr>
              <a:tr h="386887">
                <a:tc>
                  <a:txBody>
                    <a:bodyPr/>
                    <a:lstStyle/>
                    <a:p>
                      <a:pPr fontAlgn="base"/>
                      <a:r>
                        <a:rPr lang="es-NI" sz="2200">
                          <a:effectLst/>
                        </a:rPr>
                        <a:t>Pilas de Combustible</a:t>
                      </a:r>
                    </a:p>
                  </a:txBody>
                  <a:tcPr marL="24180" marR="24180" marT="12090" marB="12090" anchor="ctr"/>
                </a:tc>
                <a:tc>
                  <a:txBody>
                    <a:bodyPr/>
                    <a:lstStyle/>
                    <a:p>
                      <a:pPr fontAlgn="base"/>
                      <a:r>
                        <a:rPr lang="es-ES" sz="2200" dirty="0">
                          <a:effectLst/>
                        </a:rPr>
                        <a:t>Generan electricidad a partir de reacciones químicas de combustibles.</a:t>
                      </a:r>
                    </a:p>
                  </a:txBody>
                  <a:tcPr marL="24180" marR="24180" marT="12090" marB="12090" anchor="ctr"/>
                </a:tc>
                <a:extLst>
                  <a:ext uri="{0D108BD9-81ED-4DB2-BD59-A6C34878D82A}">
                    <a16:rowId xmlns:a16="http://schemas.microsoft.com/office/drawing/2014/main" val="3661238041"/>
                  </a:ext>
                </a:extLst>
              </a:tr>
              <a:tr h="386887">
                <a:tc>
                  <a:txBody>
                    <a:bodyPr/>
                    <a:lstStyle/>
                    <a:p>
                      <a:pPr fontAlgn="base"/>
                      <a:r>
                        <a:rPr lang="es-NI" sz="2200">
                          <a:effectLst/>
                        </a:rPr>
                        <a:t>Supercondensadores</a:t>
                      </a:r>
                    </a:p>
                  </a:txBody>
                  <a:tcPr marL="24180" marR="24180" marT="12090" marB="12090" anchor="ctr"/>
                </a:tc>
                <a:tc>
                  <a:txBody>
                    <a:bodyPr/>
                    <a:lstStyle/>
                    <a:p>
                      <a:pPr fontAlgn="base"/>
                      <a:r>
                        <a:rPr lang="es-ES" sz="2200" dirty="0">
                          <a:effectLst/>
                        </a:rPr>
                        <a:t>Almacenan energía mediante separación de cargas, liberación rápida.</a:t>
                      </a:r>
                    </a:p>
                  </a:txBody>
                  <a:tcPr marL="24180" marR="24180" marT="12090" marB="12090" anchor="ctr"/>
                </a:tc>
                <a:extLst>
                  <a:ext uri="{0D108BD9-81ED-4DB2-BD59-A6C34878D82A}">
                    <a16:rowId xmlns:a16="http://schemas.microsoft.com/office/drawing/2014/main" val="770517781"/>
                  </a:ext>
                </a:extLst>
              </a:tr>
              <a:tr h="459429">
                <a:tc>
                  <a:txBody>
                    <a:bodyPr/>
                    <a:lstStyle/>
                    <a:p>
                      <a:pPr fontAlgn="base"/>
                      <a:r>
                        <a:rPr lang="es-NI" sz="2200">
                          <a:effectLst/>
                        </a:rPr>
                        <a:t>Fuentes Termoeléctricas</a:t>
                      </a:r>
                    </a:p>
                  </a:txBody>
                  <a:tcPr marL="24180" marR="24180" marT="12090" marB="12090" anchor="ctr"/>
                </a:tc>
                <a:tc>
                  <a:txBody>
                    <a:bodyPr/>
                    <a:lstStyle/>
                    <a:p>
                      <a:pPr fontAlgn="base"/>
                      <a:r>
                        <a:rPr lang="es-ES" sz="2200" dirty="0">
                          <a:effectLst/>
                        </a:rPr>
                        <a:t>Generan electricidad desde gradientes de temperatura, aprovechando el efecto Seebeck.</a:t>
                      </a:r>
                    </a:p>
                  </a:txBody>
                  <a:tcPr marL="24180" marR="24180" marT="12090" marB="12090" anchor="ctr"/>
                </a:tc>
                <a:extLst>
                  <a:ext uri="{0D108BD9-81ED-4DB2-BD59-A6C34878D82A}">
                    <a16:rowId xmlns:a16="http://schemas.microsoft.com/office/drawing/2014/main" val="1179787997"/>
                  </a:ext>
                </a:extLst>
              </a:tr>
              <a:tr h="386887">
                <a:tc>
                  <a:txBody>
                    <a:bodyPr/>
                    <a:lstStyle/>
                    <a:p>
                      <a:pPr fontAlgn="base"/>
                      <a:r>
                        <a:rPr lang="es-NI" sz="2200">
                          <a:effectLst/>
                        </a:rPr>
                        <a:t>Energía Cinética</a:t>
                      </a:r>
                    </a:p>
                  </a:txBody>
                  <a:tcPr marL="24180" marR="24180" marT="12090" marB="12090" anchor="ctr"/>
                </a:tc>
                <a:tc>
                  <a:txBody>
                    <a:bodyPr/>
                    <a:lstStyle/>
                    <a:p>
                      <a:pPr fontAlgn="base"/>
                      <a:r>
                        <a:rPr lang="es-ES" sz="2200" dirty="0">
                          <a:effectLst/>
                        </a:rPr>
                        <a:t>Convierten movimiento mecánico o vibración en electricidad.</a:t>
                      </a:r>
                    </a:p>
                  </a:txBody>
                  <a:tcPr marL="24180" marR="24180" marT="12090" marB="12090" anchor="ctr"/>
                </a:tc>
                <a:extLst>
                  <a:ext uri="{0D108BD9-81ED-4DB2-BD59-A6C34878D82A}">
                    <a16:rowId xmlns:a16="http://schemas.microsoft.com/office/drawing/2014/main" val="1336295487"/>
                  </a:ext>
                </a:extLst>
              </a:tr>
            </a:tbl>
          </a:graphicData>
        </a:graphic>
      </p:graphicFrame>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F71A6EA4-BBB9-14A1-4576-DC6CAD3D8A59}"/>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02102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Fuentes de poder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E3AD9AFC-4203-46B0-92B2-B8644E2D9C1D}"/>
              </a:ext>
            </a:extLst>
          </p:cNvPr>
          <p:cNvSpPr txBox="1"/>
          <p:nvPr/>
        </p:nvSpPr>
        <p:spPr>
          <a:xfrm>
            <a:off x="911226" y="2282537"/>
            <a:ext cx="10369550" cy="3816429"/>
          </a:xfrm>
          <a:prstGeom prst="rect">
            <a:avLst/>
          </a:prstGeom>
          <a:noFill/>
        </p:spPr>
        <p:txBody>
          <a:bodyPr wrap="square" rtlCol="0">
            <a:spAutoFit/>
          </a:bodyPr>
          <a:lstStyle/>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Generación de Energía Eléctrica: Todas estas fuentes tienen la capacidad de convertir una forma de energía, ya sea química, solar, mecánica o térmica, en energía eléctrica utilizable.</a:t>
            </a:r>
          </a:p>
          <a:p>
            <a:pPr marL="342900" indent="-342900" algn="just">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Suministro de Voltaje y Corriente: Su función principal es proporcionar un voltaje y una corriente eléctrica específicos para alimentar dispositivos y circuitos electrónicos.</a:t>
            </a:r>
          </a:p>
          <a:p>
            <a:pPr marL="342900" indent="-342900" algn="just">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Variedad de Aplicaciones: Estas fuentes de poder se utilizan en una amplia gama de aplicaciones, desde dispositivos portátiles hasta sistemas de energía a gran escala.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5AA226B8-B91B-CF25-BE40-96FE010060D6}"/>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66577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Fuentes de poder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E3AD9AFC-4203-46B0-92B2-B8644E2D9C1D}"/>
              </a:ext>
            </a:extLst>
          </p:cNvPr>
          <p:cNvSpPr txBox="1"/>
          <p:nvPr/>
        </p:nvSpPr>
        <p:spPr>
          <a:xfrm>
            <a:off x="911226" y="2282537"/>
            <a:ext cx="10369550" cy="3477875"/>
          </a:xfrm>
          <a:prstGeom prst="rect">
            <a:avLst/>
          </a:prstGeom>
          <a:noFill/>
        </p:spPr>
        <p:txBody>
          <a:bodyPr wrap="square" rtlCol="0">
            <a:spAutoFit/>
          </a:bodyPr>
          <a:lstStyle/>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Necesidades de Regulación: En muchos casos, las fuentes de poder requieren sistemas de regulación para mantener el voltaje y la corriente dentro de los rangos deseados.</a:t>
            </a:r>
          </a:p>
          <a:p>
            <a:pPr marL="342900" indent="-342900" algn="just">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Eficiencia Energética: Existe un enfoque en mejorar la eficiencia de conversión de energía para minimizar pérdidas y desperdicio.</a:t>
            </a:r>
          </a:p>
          <a:p>
            <a:pPr marL="342900" indent="-342900" algn="just">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Especificaciones Técnicas: Cada fuente tiene especificaciones técnicas, como voltaje de salida, corriente máxima, eficiencia, capacidad de almacenamiento, entre otros.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B54A848-C714-F0C5-2B9D-2236408463C4}"/>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02657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Fuentes de poder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E3AD9AFC-4203-46B0-92B2-B8644E2D9C1D}"/>
              </a:ext>
            </a:extLst>
          </p:cNvPr>
          <p:cNvSpPr txBox="1"/>
          <p:nvPr/>
        </p:nvSpPr>
        <p:spPr>
          <a:xfrm>
            <a:off x="911226" y="2282537"/>
            <a:ext cx="10369550" cy="3816429"/>
          </a:xfrm>
          <a:prstGeom prst="rect">
            <a:avLst/>
          </a:prstGeom>
          <a:noFill/>
        </p:spPr>
        <p:txBody>
          <a:bodyPr wrap="square" rtlCol="0">
            <a:spAutoFit/>
          </a:bodyPr>
          <a:lstStyle/>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Durabilidad y Vida Útil: La durabilidad y la vida útil varían según la tecnología y el tipo de fuente de poder, y esto puede ser un factor crucial en la elección.</a:t>
            </a:r>
          </a:p>
          <a:p>
            <a:pPr marL="342900" indent="-342900" algn="just">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Interacción con Circuitos y Dispositivos: Las fuentes de poder deben estar diseñadas para interactuar adecuadamente con los componentes y dispositivos electrónicos que alimentan.</a:t>
            </a:r>
          </a:p>
          <a:p>
            <a:pPr marL="342900" indent="-342900" algn="just">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Tecnologías Emergentes: Con avances tecnológicos, algunas fuentes de poder están siendo investigadas y desarrolladas con enfoques más sostenibles y eficientes.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533700E2-4D4D-E4F0-A32A-646F01867F24}"/>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06541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Fuentes de poder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E3AD9AFC-4203-46B0-92B2-B8644E2D9C1D}"/>
              </a:ext>
            </a:extLst>
          </p:cNvPr>
          <p:cNvSpPr txBox="1"/>
          <p:nvPr/>
        </p:nvSpPr>
        <p:spPr>
          <a:xfrm>
            <a:off x="911226" y="2282537"/>
            <a:ext cx="10369550" cy="2462213"/>
          </a:xfrm>
          <a:prstGeom prst="rect">
            <a:avLst/>
          </a:prstGeom>
          <a:noFill/>
        </p:spPr>
        <p:txBody>
          <a:bodyPr wrap="square" rtlCol="0">
            <a:spAutoFit/>
          </a:bodyPr>
          <a:lstStyle/>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Se clasifican en lineales y conmutadas; siendo las lineales diseñadas de una manera sencilla, aunque su regulación de tensión no es muy eficaz; mientras que las conmutadas tienen la misma fuerza que una lineal siendo más pequeñas y su eficiencia será mayor, pero al ser muy complejas, son susceptibles a daños.</a:t>
            </a:r>
          </a:p>
          <a:p>
            <a:pPr marL="342900" indent="-342900" algn="just">
              <a:buFont typeface="Arial" panose="020B0604020202020204" pitchFamily="34" charset="0"/>
              <a:buChar char="•"/>
            </a:pPr>
            <a:r>
              <a:rPr lang="es-ES" sz="2200" dirty="0">
                <a:latin typeface="Verdana" panose="020B0604030504040204" pitchFamily="34" charset="0"/>
                <a:ea typeface="Verdana" panose="020B0604030504040204" pitchFamily="34" charset="0"/>
              </a:rPr>
              <a:t>Tiene diodos, circuitos y resistencias que realizan la conversión de corrientes.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6F0A1CF6-A6B0-CE8B-ABD0-512852EF814E}"/>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8079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Fuentes de poder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Vídeos</a:t>
            </a:r>
          </a:p>
        </p:txBody>
      </p:sp>
      <p:pic>
        <p:nvPicPr>
          <p:cNvPr id="3" name="Elementos multimedia en línea 2" title="Mapa de una Fuente de Alimentación Lineal">
            <a:hlinkClick r:id="" action="ppaction://media"/>
            <a:extLst>
              <a:ext uri="{FF2B5EF4-FFF2-40B4-BE49-F238E27FC236}">
                <a16:creationId xmlns:a16="http://schemas.microsoft.com/office/drawing/2014/main" id="{51BBC926-B1AB-666E-64E1-E7CBA87E82A5}"/>
              </a:ext>
            </a:extLst>
          </p:cNvPr>
          <p:cNvPicPr>
            <a:picLocks noRot="1" noChangeAspect="1"/>
          </p:cNvPicPr>
          <p:nvPr>
            <a:videoFile r:link="rId1"/>
          </p:nvPr>
        </p:nvPicPr>
        <p:blipFill>
          <a:blip r:embed="rId6"/>
          <a:stretch>
            <a:fillRect/>
          </a:stretch>
        </p:blipFill>
        <p:spPr>
          <a:xfrm>
            <a:off x="2496457" y="2470363"/>
            <a:ext cx="2540000" cy="1435100"/>
          </a:xfrm>
          <a:prstGeom prst="rect">
            <a:avLst/>
          </a:prstGeom>
        </p:spPr>
      </p:pic>
      <p:pic>
        <p:nvPicPr>
          <p:cNvPr id="4" name="Elementos multimedia en línea 3" title="Aprende electrónica: (5) Fuentes de alimentación">
            <a:hlinkClick r:id="" action="ppaction://media"/>
            <a:extLst>
              <a:ext uri="{FF2B5EF4-FFF2-40B4-BE49-F238E27FC236}">
                <a16:creationId xmlns:a16="http://schemas.microsoft.com/office/drawing/2014/main" id="{0C78A0CB-502D-2174-494F-D7A7D3E97F4F}"/>
              </a:ext>
            </a:extLst>
          </p:cNvPr>
          <p:cNvPicPr>
            <a:picLocks noRot="1" noChangeAspect="1"/>
          </p:cNvPicPr>
          <p:nvPr>
            <a:videoFile r:link="rId2"/>
          </p:nvPr>
        </p:nvPicPr>
        <p:blipFill>
          <a:blip r:embed="rId7"/>
          <a:stretch>
            <a:fillRect/>
          </a:stretch>
        </p:blipFill>
        <p:spPr>
          <a:xfrm>
            <a:off x="7155543" y="2470363"/>
            <a:ext cx="2540000" cy="1435100"/>
          </a:xfrm>
          <a:prstGeom prst="rect">
            <a:avLst/>
          </a:prstGeom>
        </p:spPr>
      </p:pic>
      <p:pic>
        <p:nvPicPr>
          <p:cNvPr id="5" name="Elementos multimedia en línea 4" title="Fuente de laboratorio 0-32V y 0-5A | PARTE 1 de 2">
            <a:hlinkClick r:id="" action="ppaction://media"/>
            <a:extLst>
              <a:ext uri="{FF2B5EF4-FFF2-40B4-BE49-F238E27FC236}">
                <a16:creationId xmlns:a16="http://schemas.microsoft.com/office/drawing/2014/main" id="{1F3606BB-5F30-701F-FFA9-F735BA6A7BE7}"/>
              </a:ext>
            </a:extLst>
          </p:cNvPr>
          <p:cNvPicPr>
            <a:picLocks noRot="1" noChangeAspect="1"/>
          </p:cNvPicPr>
          <p:nvPr>
            <a:videoFile r:link="rId3"/>
          </p:nvPr>
        </p:nvPicPr>
        <p:blipFill>
          <a:blip r:embed="rId8"/>
          <a:stretch>
            <a:fillRect/>
          </a:stretch>
        </p:blipFill>
        <p:spPr>
          <a:xfrm>
            <a:off x="7155543" y="4291662"/>
            <a:ext cx="2540000" cy="1435100"/>
          </a:xfrm>
          <a:prstGeom prst="rect">
            <a:avLst/>
          </a:prstGeom>
        </p:spPr>
      </p:pic>
      <p:pic>
        <p:nvPicPr>
          <p:cNvPr id="6" name="Elementos multimedia en línea 5" title="Fuentes Conmutadas vs Fuentes Lineales | Como funciona una SMPS">
            <a:hlinkClick r:id="" action="ppaction://media"/>
            <a:extLst>
              <a:ext uri="{FF2B5EF4-FFF2-40B4-BE49-F238E27FC236}">
                <a16:creationId xmlns:a16="http://schemas.microsoft.com/office/drawing/2014/main" id="{60308F30-17F5-6808-E9C5-F3FDC5126477}"/>
              </a:ext>
            </a:extLst>
          </p:cNvPr>
          <p:cNvPicPr>
            <a:picLocks noRot="1" noChangeAspect="1"/>
          </p:cNvPicPr>
          <p:nvPr>
            <a:videoFile r:link="rId4"/>
          </p:nvPr>
        </p:nvPicPr>
        <p:blipFill>
          <a:blip r:embed="rId9"/>
          <a:stretch>
            <a:fillRect/>
          </a:stretch>
        </p:blipFill>
        <p:spPr>
          <a:xfrm>
            <a:off x="2496457" y="4328003"/>
            <a:ext cx="2540000" cy="1435100"/>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2520651D-A308-1273-690A-5C240CAE01B0}"/>
              </a:ext>
            </a:extLst>
          </p:cNvPr>
          <p:cNvPicPr>
            <a:picLocks noChangeAspect="1"/>
          </p:cNvPicPr>
          <p:nvPr/>
        </p:nvPicPr>
        <p:blipFill rotWithShape="1">
          <a:blip r:embed="rId10">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0405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5"/>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3"/>
                </p:tgtEl>
              </p:cMediaNode>
            </p:video>
            <p:seq concurrent="1" nextAc="seek">
              <p:cTn id="20" restart="whenNotActive" fill="hold" evtFilter="cancelBubble" nodeType="interactiveSeq">
                <p:stCondLst>
                  <p:cond evt="onClick" delay="0">
                    <p:tgtEl>
                      <p:spTgt spid="3"/>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
                                        </p:tgtEl>
                                      </p:cBhvr>
                                    </p:cmd>
                                  </p:childTnLst>
                                </p:cTn>
                              </p:par>
                            </p:childTnLst>
                          </p:cTn>
                        </p:par>
                      </p:childTnLst>
                    </p:cTn>
                  </p:par>
                </p:childTnLst>
              </p:cTn>
              <p:nextCondLst>
                <p:cond evt="onClick" delay="0">
                  <p:tgtEl>
                    <p:spTgt spid="3"/>
                  </p:tgtEl>
                </p:cond>
              </p:nextCondLst>
            </p:seq>
            <p:video>
              <p:cMediaNode vol="80000">
                <p:cTn id="25" fill="hold" display="0">
                  <p:stCondLst>
                    <p:cond delay="indefinite"/>
                  </p:stCondLst>
                </p:cTn>
                <p:tgtEl>
                  <p:spTgt spid="4"/>
                </p:tgtEl>
              </p:cMediaNode>
            </p:video>
            <p:seq concurrent="1" nextAc="seek">
              <p:cTn id="26" restart="whenNotActive" fill="hold" evtFilter="cancelBubble" nodeType="interactiveSeq">
                <p:stCondLst>
                  <p:cond evt="onClick" delay="0">
                    <p:tgtEl>
                      <p:spTgt spid="4"/>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4"/>
                                        </p:tgtEl>
                                      </p:cBhvr>
                                    </p:cmd>
                                  </p:childTnLst>
                                </p:cTn>
                              </p:par>
                            </p:childTnLst>
                          </p:cTn>
                        </p:par>
                      </p:childTnLst>
                    </p:cTn>
                  </p:par>
                </p:childTnLst>
              </p:cTn>
              <p:nextCondLst>
                <p:cond evt="onClick" delay="0">
                  <p:tgtEl>
                    <p:spTgt spid="4"/>
                  </p:tgtEl>
                </p:cond>
              </p:nextCondLst>
            </p:seq>
            <p:video>
              <p:cMediaNode vol="80000">
                <p:cTn id="31" fill="hold" display="0">
                  <p:stCondLst>
                    <p:cond delay="indefinite"/>
                  </p:stCondLst>
                </p:cTn>
                <p:tgtEl>
                  <p:spTgt spid="5"/>
                </p:tgtEl>
              </p:cMediaNode>
            </p:video>
            <p:seq concurrent="1" nextAc="seek">
              <p:cTn id="32" restart="whenNotActive" fill="hold" evtFilter="cancelBubble" nodeType="interactiveSeq">
                <p:stCondLst>
                  <p:cond evt="onClick" delay="0">
                    <p:tgtEl>
                      <p:spTgt spid="5"/>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5"/>
                                        </p:tgtEl>
                                      </p:cBhvr>
                                    </p:cmd>
                                  </p:childTnLst>
                                </p:cTn>
                              </p:par>
                            </p:childTnLst>
                          </p:cTn>
                        </p:par>
                      </p:childTnLst>
                    </p:cTn>
                  </p:par>
                </p:childTnLst>
              </p:cTn>
              <p:nextCondLst>
                <p:cond evt="onClick" delay="0">
                  <p:tgtEl>
                    <p:spTgt spid="5"/>
                  </p:tgtEl>
                </p:cond>
              </p:nextCondLst>
            </p:seq>
            <p:video>
              <p:cMediaNode vol="80000">
                <p:cTn id="37" fill="hold" display="0">
                  <p:stCondLst>
                    <p:cond delay="indefinite"/>
                  </p:stCondLst>
                </p:cTn>
                <p:tgtEl>
                  <p:spTgt spid="6"/>
                </p:tgtEl>
              </p:cMediaNode>
            </p:video>
            <p:seq concurrent="1" nextAc="seek">
              <p:cTn id="38" restart="whenNotActive" fill="hold" evtFilter="cancelBubble" nodeType="interactiveSeq">
                <p:stCondLst>
                  <p:cond evt="onClick" delay="0">
                    <p:tgtEl>
                      <p:spTgt spid="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Fuentes de poder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Tinkercad</a:t>
            </a:r>
          </a:p>
        </p:txBody>
      </p:sp>
      <p:pic>
        <p:nvPicPr>
          <p:cNvPr id="7" name="Imagen 6">
            <a:hlinkClick r:id="rId2"/>
            <a:extLst>
              <a:ext uri="{FF2B5EF4-FFF2-40B4-BE49-F238E27FC236}">
                <a16:creationId xmlns:a16="http://schemas.microsoft.com/office/drawing/2014/main" id="{F2B732F0-2EB5-3642-4744-5787186200D1}"/>
              </a:ext>
            </a:extLst>
          </p:cNvPr>
          <p:cNvPicPr>
            <a:picLocks noChangeAspect="1"/>
          </p:cNvPicPr>
          <p:nvPr/>
        </p:nvPicPr>
        <p:blipFill rotWithShape="1">
          <a:blip r:embed="rId3"/>
          <a:srcRect l="7474" t="33275" r="53170" b="21977"/>
          <a:stretch/>
        </p:blipFill>
        <p:spPr>
          <a:xfrm>
            <a:off x="3622426" y="2528359"/>
            <a:ext cx="4798243" cy="3067385"/>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287B87D3-3CA8-6941-79FD-8AB64D5617CC}"/>
              </a:ext>
            </a:extLst>
          </p:cNvPr>
          <p:cNvPicPr>
            <a:picLocks noChangeAspect="1"/>
          </p:cNvPicPr>
          <p:nvPr/>
        </p:nvPicPr>
        <p:blipFill rotWithShape="1">
          <a:blip r:embed="rId4">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30063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Resistencias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49" name="CuadroTexto 48">
            <a:extLst>
              <a:ext uri="{FF2B5EF4-FFF2-40B4-BE49-F238E27FC236}">
                <a16:creationId xmlns:a16="http://schemas.microsoft.com/office/drawing/2014/main" id="{8D409129-119A-3DCD-9A0D-0F042CB38F43}"/>
              </a:ext>
            </a:extLst>
          </p:cNvPr>
          <p:cNvSpPr txBox="1"/>
          <p:nvPr/>
        </p:nvSpPr>
        <p:spPr>
          <a:xfrm>
            <a:off x="911226" y="2282537"/>
            <a:ext cx="10369550" cy="2462213"/>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Refiere al componente de un circuito que dificulta el avance de la corriente eléctrica, a la traba en general que ejerce el circuito sobre el paso de la corriente y a la magnitud que, en ohmios, mide dicha propiedad.</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La resistencia eléctrica es la fuerza que rechaza o se opone a los electrones que se desplazan en algún material.</a:t>
            </a:r>
          </a:p>
        </p:txBody>
      </p:sp>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3945B6D8-C5BD-1752-E617-5887097B9235}"/>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03178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Resistencias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Clasificación </a:t>
            </a:r>
          </a:p>
        </p:txBody>
      </p:sp>
      <p:pic>
        <p:nvPicPr>
          <p:cNvPr id="2050" name="Picture 2" descr="Cómo funciona una resistencia eléctrica: tipos y usos | Blog EnergyGO">
            <a:extLst>
              <a:ext uri="{FF2B5EF4-FFF2-40B4-BE49-F238E27FC236}">
                <a16:creationId xmlns:a16="http://schemas.microsoft.com/office/drawing/2014/main" id="{54EB2959-010A-B00A-3450-25E804E6F0C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78283" y="1660071"/>
            <a:ext cx="7143750" cy="476250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2E69B542-C780-83C9-FEAB-083C177AF046}"/>
              </a:ext>
            </a:extLst>
          </p:cNvPr>
          <p:cNvPicPr>
            <a:picLocks noChangeAspect="1"/>
          </p:cNvPicPr>
          <p:nvPr/>
        </p:nvPicPr>
        <p:blipFill rotWithShape="1">
          <a:blip r:embed="rId3">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84076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Resistencias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DD7E9332-2AD5-4B74-47ED-978FBEE857E9}"/>
              </a:ext>
            </a:extLst>
          </p:cNvPr>
          <p:cNvSpPr txBox="1"/>
          <p:nvPr/>
        </p:nvSpPr>
        <p:spPr>
          <a:xfrm>
            <a:off x="911226" y="2282537"/>
            <a:ext cx="10369550" cy="2800767"/>
          </a:xfrm>
          <a:prstGeom prst="rect">
            <a:avLst/>
          </a:prstGeom>
          <a:noFill/>
        </p:spPr>
        <p:txBody>
          <a:bodyPr wrap="square" rtlCol="0">
            <a:spAutoFit/>
          </a:bodyPr>
          <a:lstStyle/>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La resistencia se mide en ohmios, que se simbolizan con la letra griega omega (Ω)</a:t>
            </a:r>
          </a:p>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Según su resistencia, los materiales se dividen en dos tipos: aislantes y conductores</a:t>
            </a:r>
          </a:p>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Posee dos polos o bornes que permiten insertarla en un circuito</a:t>
            </a:r>
          </a:p>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Es simétrico, su funcionamiento no depende de su sentido de conexión</a:t>
            </a:r>
          </a:p>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Es lineal quiere decir que cumple la ley de Ohm.</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838D94FF-506F-1952-403B-6EBC3560DCAF}"/>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95779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Resistencias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Vídeos</a:t>
            </a:r>
          </a:p>
        </p:txBody>
      </p:sp>
      <p:pic>
        <p:nvPicPr>
          <p:cNvPr id="3" name="Elementos multimedia en línea 2" title="Resistencias colores">
            <a:hlinkClick r:id="" action="ppaction://media"/>
            <a:extLst>
              <a:ext uri="{FF2B5EF4-FFF2-40B4-BE49-F238E27FC236}">
                <a16:creationId xmlns:a16="http://schemas.microsoft.com/office/drawing/2014/main" id="{BEE567B2-28EB-851F-4FB1-26F896906FCE}"/>
              </a:ext>
            </a:extLst>
          </p:cNvPr>
          <p:cNvPicPr>
            <a:picLocks noRot="1" noChangeAspect="1"/>
          </p:cNvPicPr>
          <p:nvPr>
            <a:videoFile r:link="rId1"/>
          </p:nvPr>
        </p:nvPicPr>
        <p:blipFill>
          <a:blip r:embed="rId6"/>
          <a:stretch>
            <a:fillRect/>
          </a:stretch>
        </p:blipFill>
        <p:spPr>
          <a:xfrm>
            <a:off x="2508013" y="2282537"/>
            <a:ext cx="2540000" cy="1435100"/>
          </a:xfrm>
          <a:prstGeom prst="rect">
            <a:avLst/>
          </a:prstGeom>
        </p:spPr>
      </p:pic>
      <p:pic>
        <p:nvPicPr>
          <p:cNvPr id="4" name="Elementos multimedia en línea 3" title="Resistencias Explicadas">
            <a:hlinkClick r:id="" action="ppaction://media"/>
            <a:extLst>
              <a:ext uri="{FF2B5EF4-FFF2-40B4-BE49-F238E27FC236}">
                <a16:creationId xmlns:a16="http://schemas.microsoft.com/office/drawing/2014/main" id="{672CB033-0044-B5E0-E0D6-40EB8C833531}"/>
              </a:ext>
            </a:extLst>
          </p:cNvPr>
          <p:cNvPicPr>
            <a:picLocks noRot="1" noChangeAspect="1"/>
          </p:cNvPicPr>
          <p:nvPr>
            <a:videoFile r:link="rId2"/>
          </p:nvPr>
        </p:nvPicPr>
        <p:blipFill>
          <a:blip r:embed="rId7"/>
          <a:stretch>
            <a:fillRect/>
          </a:stretch>
        </p:blipFill>
        <p:spPr>
          <a:xfrm>
            <a:off x="2508013" y="4189304"/>
            <a:ext cx="2540000" cy="1435100"/>
          </a:xfrm>
          <a:prstGeom prst="rect">
            <a:avLst/>
          </a:prstGeom>
        </p:spPr>
      </p:pic>
      <p:pic>
        <p:nvPicPr>
          <p:cNvPr id="5" name="Elementos multimedia en línea 4" title="Por qué se utilizan las resistencias en los circuitos">
            <a:hlinkClick r:id="" action="ppaction://media"/>
            <a:extLst>
              <a:ext uri="{FF2B5EF4-FFF2-40B4-BE49-F238E27FC236}">
                <a16:creationId xmlns:a16="http://schemas.microsoft.com/office/drawing/2014/main" id="{CF97DD77-8A53-92E2-FC95-AB9F496C53E8}"/>
              </a:ext>
            </a:extLst>
          </p:cNvPr>
          <p:cNvPicPr>
            <a:picLocks noRot="1" noChangeAspect="1"/>
          </p:cNvPicPr>
          <p:nvPr>
            <a:videoFile r:link="rId3"/>
          </p:nvPr>
        </p:nvPicPr>
        <p:blipFill>
          <a:blip r:embed="rId8"/>
          <a:stretch>
            <a:fillRect/>
          </a:stretch>
        </p:blipFill>
        <p:spPr>
          <a:xfrm>
            <a:off x="7155543" y="2282537"/>
            <a:ext cx="2540000" cy="1435100"/>
          </a:xfrm>
          <a:prstGeom prst="rect">
            <a:avLst/>
          </a:prstGeom>
        </p:spPr>
      </p:pic>
      <p:pic>
        <p:nvPicPr>
          <p:cNvPr id="8" name="Elementos multimedia en línea 7" title="Curso de electrónica básica 9. Resistencias. Como usarlas (1)">
            <a:hlinkClick r:id="" action="ppaction://media"/>
            <a:extLst>
              <a:ext uri="{FF2B5EF4-FFF2-40B4-BE49-F238E27FC236}">
                <a16:creationId xmlns:a16="http://schemas.microsoft.com/office/drawing/2014/main" id="{3F506CF9-8E43-80C9-0451-0CC2EDE05E41}"/>
              </a:ext>
            </a:extLst>
          </p:cNvPr>
          <p:cNvPicPr>
            <a:picLocks noRot="1" noChangeAspect="1"/>
          </p:cNvPicPr>
          <p:nvPr>
            <a:videoFile r:link="rId4"/>
          </p:nvPr>
        </p:nvPicPr>
        <p:blipFill>
          <a:blip r:embed="rId9"/>
          <a:stretch>
            <a:fillRect/>
          </a:stretch>
        </p:blipFill>
        <p:spPr>
          <a:xfrm>
            <a:off x="7143989" y="4189304"/>
            <a:ext cx="2540000" cy="1435100"/>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C7D7028D-3211-5951-0B4C-5855E6962232}"/>
              </a:ext>
            </a:extLst>
          </p:cNvPr>
          <p:cNvPicPr>
            <a:picLocks noChangeAspect="1"/>
          </p:cNvPicPr>
          <p:nvPr/>
        </p:nvPicPr>
        <p:blipFill rotWithShape="1">
          <a:blip r:embed="rId10">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784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5"/>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3"/>
                </p:tgtEl>
              </p:cMediaNode>
            </p:video>
            <p:seq concurrent="1" nextAc="seek">
              <p:cTn id="20" restart="whenNotActive" fill="hold" evtFilter="cancelBubble" nodeType="interactiveSeq">
                <p:stCondLst>
                  <p:cond evt="onClick" delay="0">
                    <p:tgtEl>
                      <p:spTgt spid="3"/>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
                                        </p:tgtEl>
                                      </p:cBhvr>
                                    </p:cmd>
                                  </p:childTnLst>
                                </p:cTn>
                              </p:par>
                            </p:childTnLst>
                          </p:cTn>
                        </p:par>
                      </p:childTnLst>
                    </p:cTn>
                  </p:par>
                </p:childTnLst>
              </p:cTn>
              <p:nextCondLst>
                <p:cond evt="onClick" delay="0">
                  <p:tgtEl>
                    <p:spTgt spid="3"/>
                  </p:tgtEl>
                </p:cond>
              </p:nextCondLst>
            </p:seq>
            <p:video>
              <p:cMediaNode vol="80000">
                <p:cTn id="25" fill="hold" display="0">
                  <p:stCondLst>
                    <p:cond delay="indefinite"/>
                  </p:stCondLst>
                </p:cTn>
                <p:tgtEl>
                  <p:spTgt spid="4"/>
                </p:tgtEl>
              </p:cMediaNode>
            </p:video>
            <p:seq concurrent="1" nextAc="seek">
              <p:cTn id="26" restart="whenNotActive" fill="hold" evtFilter="cancelBubble" nodeType="interactiveSeq">
                <p:stCondLst>
                  <p:cond evt="onClick" delay="0">
                    <p:tgtEl>
                      <p:spTgt spid="4"/>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4"/>
                                        </p:tgtEl>
                                      </p:cBhvr>
                                    </p:cmd>
                                  </p:childTnLst>
                                </p:cTn>
                              </p:par>
                            </p:childTnLst>
                          </p:cTn>
                        </p:par>
                      </p:childTnLst>
                    </p:cTn>
                  </p:par>
                </p:childTnLst>
              </p:cTn>
              <p:nextCondLst>
                <p:cond evt="onClick" delay="0">
                  <p:tgtEl>
                    <p:spTgt spid="4"/>
                  </p:tgtEl>
                </p:cond>
              </p:nextCondLst>
            </p:seq>
            <p:video>
              <p:cMediaNode vol="80000">
                <p:cTn id="31" fill="hold" display="0">
                  <p:stCondLst>
                    <p:cond delay="indefinite"/>
                  </p:stCondLst>
                </p:cTn>
                <p:tgtEl>
                  <p:spTgt spid="5"/>
                </p:tgtEl>
              </p:cMediaNode>
            </p:video>
            <p:seq concurrent="1" nextAc="seek">
              <p:cTn id="32" restart="whenNotActive" fill="hold" evtFilter="cancelBubble" nodeType="interactiveSeq">
                <p:stCondLst>
                  <p:cond evt="onClick" delay="0">
                    <p:tgtEl>
                      <p:spTgt spid="5"/>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5"/>
                                        </p:tgtEl>
                                      </p:cBhvr>
                                    </p:cmd>
                                  </p:childTnLst>
                                </p:cTn>
                              </p:par>
                            </p:childTnLst>
                          </p:cTn>
                        </p:par>
                      </p:childTnLst>
                    </p:cTn>
                  </p:par>
                </p:childTnLst>
              </p:cTn>
              <p:nextCondLst>
                <p:cond evt="onClick" delay="0">
                  <p:tgtEl>
                    <p:spTgt spid="5"/>
                  </p:tgtEl>
                </p:cond>
              </p:nextCondLst>
            </p:seq>
            <p:video>
              <p:cMediaNode vol="80000">
                <p:cTn id="37" fill="hold" display="0">
                  <p:stCondLst>
                    <p:cond delay="indefinite"/>
                  </p:stCondLst>
                </p:cTn>
                <p:tgtEl>
                  <p:spTgt spid="8"/>
                </p:tgtEl>
              </p:cMediaNode>
            </p:video>
            <p:seq concurrent="1" nextAc="seek">
              <p:cTn id="38" restart="whenNotActive" fill="hold" evtFilter="cancelBubble" nodeType="interactiveSeq">
                <p:stCondLst>
                  <p:cond evt="onClick" delay="0">
                    <p:tgtEl>
                      <p:spTgt spid="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Resistencias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Tinkercad</a:t>
            </a:r>
          </a:p>
        </p:txBody>
      </p:sp>
      <p:pic>
        <p:nvPicPr>
          <p:cNvPr id="6" name="Imagen 5">
            <a:hlinkClick r:id="rId2"/>
            <a:extLst>
              <a:ext uri="{FF2B5EF4-FFF2-40B4-BE49-F238E27FC236}">
                <a16:creationId xmlns:a16="http://schemas.microsoft.com/office/drawing/2014/main" id="{278BA391-1A29-12FD-99A6-825654BAB499}"/>
              </a:ext>
            </a:extLst>
          </p:cNvPr>
          <p:cNvPicPr>
            <a:picLocks noChangeAspect="1"/>
          </p:cNvPicPr>
          <p:nvPr/>
        </p:nvPicPr>
        <p:blipFill rotWithShape="1">
          <a:blip r:embed="rId3">
            <a:clrChange>
              <a:clrFrom>
                <a:srgbClr val="FFFFFF"/>
              </a:clrFrom>
              <a:clrTo>
                <a:srgbClr val="FFFFFF">
                  <a:alpha val="0"/>
                </a:srgbClr>
              </a:clrTo>
            </a:clrChange>
          </a:blip>
          <a:srcRect l="9738" t="31434" r="32724" b="8160"/>
          <a:stretch/>
        </p:blipFill>
        <p:spPr>
          <a:xfrm>
            <a:off x="2105636" y="1827942"/>
            <a:ext cx="7014949" cy="4140663"/>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CFBCA3DE-FCE7-964B-9D16-A97D7C5215BB}"/>
              </a:ext>
            </a:extLst>
          </p:cNvPr>
          <p:cNvPicPr>
            <a:picLocks noChangeAspect="1"/>
          </p:cNvPicPr>
          <p:nvPr/>
        </p:nvPicPr>
        <p:blipFill rotWithShape="1">
          <a:blip r:embed="rId4">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89571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Capacitores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39251EDE-F152-7C2A-A950-F7E0BDB98C0F}"/>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Un capacitor es un componente electrónico que almacena energía en forma de carga eléctrica. Está compuesto por dos placas conductoras separadas por un material aislante llamado dieléctrico. Cuando se aplica una diferencia de potencial entre las placas, se acumula carga en ellas, generando un campo eléctrico. La cantidad de carga almacenada está determinada por la capacidad del capacitor y la tensión aplicada, según la ecuación </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Q=C⋅V.</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80DD4179-B34C-9E5C-A391-9426954A119D}"/>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19394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Capacitores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39251EDE-F152-7C2A-A950-F7E0BDB98C0F}"/>
              </a:ext>
            </a:extLst>
          </p:cNvPr>
          <p:cNvSpPr txBox="1"/>
          <p:nvPr/>
        </p:nvSpPr>
        <p:spPr>
          <a:xfrm>
            <a:off x="911226" y="2282537"/>
            <a:ext cx="10369550" cy="2800767"/>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Los capacitores se utilizan en una variedad de aplicaciones, como filtrado de señales, almacenamiento temporal de energía y estabilización de voltaje. Además, desempeñan un papel crucial en la creación de circuitos osciladores, temporizadores y sistemas electrónicos en general. Los diferentes tipos de capacitores, como electrolíticos, cerámicos y de película, ofrecen propiedades y características específicas para adaptarse a diversas necesidades en la electrónica.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D1D194F-EA59-8C7D-92F6-B58EFECB7317}"/>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71796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Capacitores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8F4197F4-F8B8-57AF-9735-079F17972272}"/>
              </a:ext>
            </a:extLst>
          </p:cNvPr>
          <p:cNvSpPr txBox="1"/>
          <p:nvPr/>
        </p:nvSpPr>
        <p:spPr>
          <a:xfrm>
            <a:off x="911226" y="2282537"/>
            <a:ext cx="10369550" cy="3816429"/>
          </a:xfrm>
          <a:prstGeom prst="rect">
            <a:avLst/>
          </a:prstGeom>
          <a:noFill/>
        </p:spPr>
        <p:txBody>
          <a:bodyPr wrap="square" rtlCol="0">
            <a:spAutoFit/>
          </a:bodyPr>
          <a:lstStyle/>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Capacidad (C): La capacidad de almacenamiento de carga eléctrica de un capacitor, medida en faradios (F), determina cuánta carga puede almacenar por unidad de voltaje aplicado.</a:t>
            </a:r>
          </a:p>
          <a:p>
            <a:pPr marL="342900" indent="-342900">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Tensión Máxima (Voltaje de trabajo): Indica la cantidad máxima de voltaje que se puede aplicar a un capacitor sin dañarlo. Si se excede este valor, el dieléctrico puede romperse y el capacitor puede fallar.</a:t>
            </a:r>
          </a:p>
          <a:p>
            <a:pPr marL="342900" indent="-342900">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Dieléctrico: Es el material aislante entre las placas del capacitor. Determina la resistencia del capacitor al paso de corriente y su capacidad para soportar voltajes sin conducir electricidad.</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2AF736E0-3980-44F1-E53F-857E1E986E2F}"/>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90039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Capacitores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8F4197F4-F8B8-57AF-9735-079F17972272}"/>
              </a:ext>
            </a:extLst>
          </p:cNvPr>
          <p:cNvSpPr txBox="1"/>
          <p:nvPr/>
        </p:nvSpPr>
        <p:spPr>
          <a:xfrm>
            <a:off x="911226" y="2282537"/>
            <a:ext cx="10369550" cy="3816429"/>
          </a:xfrm>
          <a:prstGeom prst="rect">
            <a:avLst/>
          </a:prstGeom>
          <a:noFill/>
        </p:spPr>
        <p:txBody>
          <a:bodyPr wrap="square" rtlCol="0">
            <a:spAutoFit/>
          </a:bodyPr>
          <a:lstStyle/>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Tipo de Capacitor: Hay varios tipos, como electrolíticos, cerámicos, de película y tantalio, cada uno con propiedades específicas que los hacen adecuados para diferentes aplicaciones.</a:t>
            </a:r>
          </a:p>
          <a:p>
            <a:pPr marL="342900" indent="-342900">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Tolerancia: Indica el margen de error en la capacidad nominal del capacitor. Por ejemplo, un capacitor con una tolerancia del 10% puede variar en ±10% de su valor nominal.</a:t>
            </a:r>
          </a:p>
          <a:p>
            <a:pPr marL="342900" indent="-342900">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Frecuencia de Operación: Algunos capacitores pueden tener una respuesta diferente a diferentes frecuencias de señal. Esto es importante en aplicaciones como filtros.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A0AE3584-7DB2-9FDD-A4DD-99EA34AD20CE}"/>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05109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Capacitores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8F4197F4-F8B8-57AF-9735-079F17972272}"/>
              </a:ext>
            </a:extLst>
          </p:cNvPr>
          <p:cNvSpPr txBox="1"/>
          <p:nvPr/>
        </p:nvSpPr>
        <p:spPr>
          <a:xfrm>
            <a:off x="911226" y="2282537"/>
            <a:ext cx="10369550" cy="2800767"/>
          </a:xfrm>
          <a:prstGeom prst="rect">
            <a:avLst/>
          </a:prstGeom>
          <a:noFill/>
        </p:spPr>
        <p:txBody>
          <a:bodyPr wrap="square" rtlCol="0">
            <a:spAutoFit/>
          </a:bodyPr>
          <a:lstStyle/>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Factor de Pérdida: Representa la cantidad de energía que se disipa como calor en el capacitor debido a las propiedades del dieléctrico y la resistencia de las placas.</a:t>
            </a:r>
          </a:p>
          <a:p>
            <a:pPr marL="342900" indent="-342900">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Vida Útil: Los capacitores tienen una vida útil limitada debido a la degradación gradual del dieléctrico y otros factores. Esta característica es especialmente relevante en aplicaciones de alta fiabilidad.</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3CD46068-7525-823F-C3DA-B1C0DA9E2B0B}"/>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2009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Capacitores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8F4197F4-F8B8-57AF-9735-079F17972272}"/>
              </a:ext>
            </a:extLst>
          </p:cNvPr>
          <p:cNvSpPr txBox="1"/>
          <p:nvPr/>
        </p:nvSpPr>
        <p:spPr>
          <a:xfrm>
            <a:off x="911226" y="2282537"/>
            <a:ext cx="10369550" cy="3139321"/>
          </a:xfrm>
          <a:prstGeom prst="rect">
            <a:avLst/>
          </a:prstGeom>
          <a:noFill/>
        </p:spPr>
        <p:txBody>
          <a:bodyPr wrap="square" rtlCol="0">
            <a:spAutoFit/>
          </a:bodyPr>
          <a:lstStyle/>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Temperatura de Operación: Las características eléctricas de un capacitor pueden verse afectadas por cambios en la temperatura ambiente. Algunos capacitores están diseñados para operar en rangos específicos de temperatura.</a:t>
            </a:r>
          </a:p>
          <a:p>
            <a:pPr marL="342900" indent="-342900">
              <a:buFont typeface="Arial" panose="020B0604020202020204" pitchFamily="34" charset="0"/>
              <a:buChar char="•"/>
            </a:pPr>
            <a:endParaRPr lang="es-ES" sz="2200" dirty="0">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es-ES" sz="2200" dirty="0">
                <a:latin typeface="Verdana" panose="020B0604030504040204" pitchFamily="34" charset="0"/>
                <a:ea typeface="Verdana" panose="020B0604030504040204" pitchFamily="34" charset="0"/>
              </a:rPr>
              <a:t>Impedancia: La impedancia de un capacitor varía con la frecuencia. Puede actuar como un componente reactivo en circuitos, influenciando cómo las señales eléctricas se comportan en diferentes configuraciones.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E6098819-EFF2-15F6-7F39-DF5DCB18A231}"/>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71022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pic>
        <p:nvPicPr>
          <p:cNvPr id="46" name="Imagen 45" descr="Logotipo&#10;&#10;Descripción generada automáticamente con confianza media">
            <a:extLst>
              <a:ext uri="{FF2B5EF4-FFF2-40B4-BE49-F238E27FC236}">
                <a16:creationId xmlns:a16="http://schemas.microsoft.com/office/drawing/2014/main" id="{C1BEBC34-D165-64FA-9B18-DEE5C17EFB2B}"/>
              </a:ext>
            </a:extLst>
          </p:cNvPr>
          <p:cNvPicPr>
            <a:picLocks noChangeAspect="1"/>
          </p:cNvPicPr>
          <p:nvPr/>
        </p:nvPicPr>
        <p:blipFill rotWithShape="1">
          <a:blip r:embed="rId6">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Capacitores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Vídeos</a:t>
            </a:r>
          </a:p>
        </p:txBody>
      </p:sp>
      <p:pic>
        <p:nvPicPr>
          <p:cNvPr id="3" name="Elementos multimedia en línea 2" title="Capacitores Explicados - Los fundamentos funcionan los condensadores. Principio de funcionamiento">
            <a:hlinkClick r:id="" action="ppaction://media"/>
            <a:extLst>
              <a:ext uri="{FF2B5EF4-FFF2-40B4-BE49-F238E27FC236}">
                <a16:creationId xmlns:a16="http://schemas.microsoft.com/office/drawing/2014/main" id="{6B7598F4-EF98-FE86-005A-D1B0B06E3212}"/>
              </a:ext>
            </a:extLst>
          </p:cNvPr>
          <p:cNvPicPr>
            <a:picLocks noRot="1" noChangeAspect="1"/>
          </p:cNvPicPr>
          <p:nvPr>
            <a:videoFile r:link="rId1"/>
          </p:nvPr>
        </p:nvPicPr>
        <p:blipFill>
          <a:blip r:embed="rId7"/>
          <a:stretch>
            <a:fillRect/>
          </a:stretch>
        </p:blipFill>
        <p:spPr>
          <a:xfrm>
            <a:off x="2519529" y="2707821"/>
            <a:ext cx="2540000" cy="1435100"/>
          </a:xfrm>
          <a:prstGeom prst="rect">
            <a:avLst/>
          </a:prstGeom>
        </p:spPr>
      </p:pic>
      <p:pic>
        <p:nvPicPr>
          <p:cNvPr id="4" name="Elementos multimedia en línea 3" title="C#1: ¿Qué es un condensador (capacitor)?">
            <a:hlinkClick r:id="" action="ppaction://media"/>
            <a:extLst>
              <a:ext uri="{FF2B5EF4-FFF2-40B4-BE49-F238E27FC236}">
                <a16:creationId xmlns:a16="http://schemas.microsoft.com/office/drawing/2014/main" id="{25F82C53-6C89-8E76-9777-4788741C7E26}"/>
              </a:ext>
            </a:extLst>
          </p:cNvPr>
          <p:cNvPicPr>
            <a:picLocks noRot="1" noChangeAspect="1"/>
          </p:cNvPicPr>
          <p:nvPr>
            <a:videoFile r:link="rId2"/>
          </p:nvPr>
        </p:nvPicPr>
        <p:blipFill>
          <a:blip r:embed="rId8"/>
          <a:stretch>
            <a:fillRect/>
          </a:stretch>
        </p:blipFill>
        <p:spPr>
          <a:xfrm>
            <a:off x="7114601" y="2707821"/>
            <a:ext cx="2540000" cy="1435100"/>
          </a:xfrm>
          <a:prstGeom prst="rect">
            <a:avLst/>
          </a:prstGeom>
        </p:spPr>
      </p:pic>
      <p:pic>
        <p:nvPicPr>
          <p:cNvPr id="5" name="Elementos multimedia en línea 4" title="01. capacitores - explicación paso a paso">
            <a:hlinkClick r:id="" action="ppaction://media"/>
            <a:extLst>
              <a:ext uri="{FF2B5EF4-FFF2-40B4-BE49-F238E27FC236}">
                <a16:creationId xmlns:a16="http://schemas.microsoft.com/office/drawing/2014/main" id="{C34B15B9-4435-4541-428E-5D4FB260C5B3}"/>
              </a:ext>
            </a:extLst>
          </p:cNvPr>
          <p:cNvPicPr>
            <a:picLocks noRot="1" noChangeAspect="1"/>
          </p:cNvPicPr>
          <p:nvPr>
            <a:videoFile r:link="rId3"/>
          </p:nvPr>
        </p:nvPicPr>
        <p:blipFill>
          <a:blip r:embed="rId9"/>
          <a:stretch>
            <a:fillRect/>
          </a:stretch>
        </p:blipFill>
        <p:spPr>
          <a:xfrm>
            <a:off x="2519529" y="4478338"/>
            <a:ext cx="2540000" cy="1435100"/>
          </a:xfrm>
          <a:prstGeom prst="rect">
            <a:avLst/>
          </a:prstGeom>
        </p:spPr>
      </p:pic>
      <p:pic>
        <p:nvPicPr>
          <p:cNvPr id="6" name="Elementos multimedia en línea 5" title="✅ GUIA TEORICA y PRACTICA de COMO LEER CONDENSADORES | ELECTRONICA FACIL TE LO EXPLICO PASO A PASO">
            <a:hlinkClick r:id="" action="ppaction://media"/>
            <a:extLst>
              <a:ext uri="{FF2B5EF4-FFF2-40B4-BE49-F238E27FC236}">
                <a16:creationId xmlns:a16="http://schemas.microsoft.com/office/drawing/2014/main" id="{095A73BC-1031-D1F3-9B0C-F601F5249BBB}"/>
              </a:ext>
            </a:extLst>
          </p:cNvPr>
          <p:cNvPicPr>
            <a:picLocks noRot="1" noChangeAspect="1"/>
          </p:cNvPicPr>
          <p:nvPr>
            <a:videoFile r:link="rId4"/>
          </p:nvPr>
        </p:nvPicPr>
        <p:blipFill>
          <a:blip r:embed="rId10"/>
          <a:stretch>
            <a:fillRect/>
          </a:stretch>
        </p:blipFill>
        <p:spPr>
          <a:xfrm>
            <a:off x="7114601" y="4474543"/>
            <a:ext cx="2540000" cy="1435100"/>
          </a:xfrm>
          <a:prstGeom prst="rect">
            <a:avLst/>
          </a:prstGeom>
        </p:spPr>
      </p:pic>
    </p:spTree>
    <p:extLst>
      <p:ext uri="{BB962C8B-B14F-4D97-AF65-F5344CB8AC3E}">
        <p14:creationId xmlns:p14="http://schemas.microsoft.com/office/powerpoint/2010/main" val="96467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5"/>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3"/>
                </p:tgtEl>
              </p:cMediaNode>
            </p:video>
            <p:seq concurrent="1" nextAc="seek">
              <p:cTn id="20" restart="whenNotActive" fill="hold" evtFilter="cancelBubble" nodeType="interactiveSeq">
                <p:stCondLst>
                  <p:cond evt="onClick" delay="0">
                    <p:tgtEl>
                      <p:spTgt spid="3"/>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
                                        </p:tgtEl>
                                      </p:cBhvr>
                                    </p:cmd>
                                  </p:childTnLst>
                                </p:cTn>
                              </p:par>
                            </p:childTnLst>
                          </p:cTn>
                        </p:par>
                      </p:childTnLst>
                    </p:cTn>
                  </p:par>
                </p:childTnLst>
              </p:cTn>
              <p:nextCondLst>
                <p:cond evt="onClick" delay="0">
                  <p:tgtEl>
                    <p:spTgt spid="3"/>
                  </p:tgtEl>
                </p:cond>
              </p:nextCondLst>
            </p:seq>
            <p:video>
              <p:cMediaNode vol="80000">
                <p:cTn id="25" fill="hold" display="0">
                  <p:stCondLst>
                    <p:cond delay="indefinite"/>
                  </p:stCondLst>
                </p:cTn>
                <p:tgtEl>
                  <p:spTgt spid="4"/>
                </p:tgtEl>
              </p:cMediaNode>
            </p:video>
            <p:seq concurrent="1" nextAc="seek">
              <p:cTn id="26" restart="whenNotActive" fill="hold" evtFilter="cancelBubble" nodeType="interactiveSeq">
                <p:stCondLst>
                  <p:cond evt="onClick" delay="0">
                    <p:tgtEl>
                      <p:spTgt spid="4"/>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4"/>
                                        </p:tgtEl>
                                      </p:cBhvr>
                                    </p:cmd>
                                  </p:childTnLst>
                                </p:cTn>
                              </p:par>
                            </p:childTnLst>
                          </p:cTn>
                        </p:par>
                      </p:childTnLst>
                    </p:cTn>
                  </p:par>
                </p:childTnLst>
              </p:cTn>
              <p:nextCondLst>
                <p:cond evt="onClick" delay="0">
                  <p:tgtEl>
                    <p:spTgt spid="4"/>
                  </p:tgtEl>
                </p:cond>
              </p:nextCondLst>
            </p:seq>
            <p:video>
              <p:cMediaNode vol="80000">
                <p:cTn id="31" fill="hold" display="0">
                  <p:stCondLst>
                    <p:cond delay="indefinite"/>
                  </p:stCondLst>
                </p:cTn>
                <p:tgtEl>
                  <p:spTgt spid="5"/>
                </p:tgtEl>
              </p:cMediaNode>
            </p:video>
            <p:seq concurrent="1" nextAc="seek">
              <p:cTn id="32" restart="whenNotActive" fill="hold" evtFilter="cancelBubble" nodeType="interactiveSeq">
                <p:stCondLst>
                  <p:cond evt="onClick" delay="0">
                    <p:tgtEl>
                      <p:spTgt spid="5"/>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5"/>
                                        </p:tgtEl>
                                      </p:cBhvr>
                                    </p:cmd>
                                  </p:childTnLst>
                                </p:cTn>
                              </p:par>
                            </p:childTnLst>
                          </p:cTn>
                        </p:par>
                      </p:childTnLst>
                    </p:cTn>
                  </p:par>
                </p:childTnLst>
              </p:cTn>
              <p:nextCondLst>
                <p:cond evt="onClick" delay="0">
                  <p:tgtEl>
                    <p:spTgt spid="5"/>
                  </p:tgtEl>
                </p:cond>
              </p:nextCondLst>
            </p:seq>
            <p:video>
              <p:cMediaNode vol="80000">
                <p:cTn id="37" fill="hold" display="0">
                  <p:stCondLst>
                    <p:cond delay="indefinite"/>
                  </p:stCondLst>
                </p:cTn>
                <p:tgtEl>
                  <p:spTgt spid="6"/>
                </p:tgtEl>
              </p:cMediaNode>
            </p:video>
            <p:seq concurrent="1" nextAc="seek">
              <p:cTn id="38" restart="whenNotActive" fill="hold" evtFilter="cancelBubble" nodeType="interactiveSeq">
                <p:stCondLst>
                  <p:cond evt="onClick" delay="0">
                    <p:tgtEl>
                      <p:spTgt spid="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Capacitores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err="1"/>
              <a:t>TInkercad</a:t>
            </a:r>
            <a:endParaRPr lang="es-ES" sz="2800" b="1" dirty="0"/>
          </a:p>
        </p:txBody>
      </p:sp>
      <p:pic>
        <p:nvPicPr>
          <p:cNvPr id="7" name="Imagen 6">
            <a:hlinkClick r:id="rId2"/>
            <a:extLst>
              <a:ext uri="{FF2B5EF4-FFF2-40B4-BE49-F238E27FC236}">
                <a16:creationId xmlns:a16="http://schemas.microsoft.com/office/drawing/2014/main" id="{95320608-A39B-44BF-DCF7-D3968F48DF9F}"/>
              </a:ext>
            </a:extLst>
          </p:cNvPr>
          <p:cNvPicPr>
            <a:picLocks noChangeAspect="1"/>
          </p:cNvPicPr>
          <p:nvPr/>
        </p:nvPicPr>
        <p:blipFill rotWithShape="1">
          <a:blip r:embed="rId3"/>
          <a:srcRect l="11754" t="31434" r="32276" b="11623"/>
          <a:stretch/>
        </p:blipFill>
        <p:spPr>
          <a:xfrm>
            <a:off x="2415652" y="2183641"/>
            <a:ext cx="6823881" cy="3903260"/>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712BA073-B234-D026-40F2-3176C162E4B0}"/>
              </a:ext>
            </a:extLst>
          </p:cNvPr>
          <p:cNvPicPr>
            <a:picLocks noChangeAspect="1"/>
          </p:cNvPicPr>
          <p:nvPr/>
        </p:nvPicPr>
        <p:blipFill rotWithShape="1">
          <a:blip r:embed="rId4">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6622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Un potenciómetro, también conocido como potenciómetro variable o simplemente "</a:t>
            </a:r>
            <a:r>
              <a:rPr lang="es-ES" sz="2200" dirty="0" err="1">
                <a:latin typeface="Verdana" panose="020B0604030504040204" pitchFamily="34" charset="0"/>
                <a:ea typeface="Verdana" panose="020B0604030504040204" pitchFamily="34" charset="0"/>
              </a:rPr>
              <a:t>potenzi</a:t>
            </a:r>
            <a:r>
              <a:rPr lang="es-ES" sz="2200" dirty="0">
                <a:latin typeface="Verdana" panose="020B0604030504040204" pitchFamily="34" charset="0"/>
                <a:ea typeface="Verdana" panose="020B0604030504040204" pitchFamily="34" charset="0"/>
              </a:rPr>
              <a:t>", es un componente electrónico pasivo que se utiliza para ajustar la resistencia eléctrica de un circuito. Su nombre proviene de "potencial" y "metro", ya que se utiliza para medir y ajustar el potencial eléctrico (voltaje) en un circuito.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El potenciómetro consta de tres terminales: dos extremos y un terminal deslizante o cursor. Los extremos están conectados a una resistencia fija, mientras que el terminal deslizante puede moverse a lo largo de esta resistencia. Al girar o desplazar el cursor, se altera la longitud de la resistencia a la que está conectado, lo que a su vez cambia la resistencia total del componente entre los dos extremos.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9A645944-9482-28F3-1B36-300A59AEAFD5}"/>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54879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Aplicaciones</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3816429"/>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Control de volumen y ajuste de señal: En dispositivos de audio, como radios y amplificadores, los potenciómetros se utilizan para ajustar el volumen ajustando la señal de audio.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Control de brillo y contraste: En monitores y pantallas, los potenciómetros se pueden utilizar para ajustar el brillo y el contraste de la imagen.</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Control de velocidad: En dispositivos como ventiladores y motores, los potenciómetros pueden ajustar la velocidad a la que funcionan estos componentes.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B68B9E44-FEB3-105E-1E5D-78375BB256E0}"/>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65438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Aplicaciones</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3816429"/>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Ajuste de parámetros en circuitos electrónicos: En circuitos electrónicos, los potenciómetros se utilizan para ajustar parámetros como frecuencia, tiempo, ganancia, etc.</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Diseño de circuitos analógicos: En la </a:t>
            </a:r>
            <a:r>
              <a:rPr lang="es-ES" sz="2200" dirty="0" err="1">
                <a:latin typeface="Verdana" panose="020B0604030504040204" pitchFamily="34" charset="0"/>
                <a:ea typeface="Verdana" panose="020B0604030504040204" pitchFamily="34" charset="0"/>
              </a:rPr>
              <a:t>prototipación</a:t>
            </a:r>
            <a:r>
              <a:rPr lang="es-ES" sz="2200" dirty="0">
                <a:latin typeface="Verdana" panose="020B0604030504040204" pitchFamily="34" charset="0"/>
                <a:ea typeface="Verdana" panose="020B0604030504040204" pitchFamily="34" charset="0"/>
              </a:rPr>
              <a:t> y diseño de circuitos electrónicos, los potenciómetros se pueden usar para ajustar señales analógicas y obtener resultados específicos.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Mediciones y calibraciones: Los potenciómetros se utilizan en algunos equipos de medición y calibración para ajustar y verificar la precisión de ciertos dispositivos.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A8B04522-D156-0986-CF0B-1B97E978AB80}"/>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671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Clasificación </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Potenciómetros lineales: En estos potenciómetros, el cambio en la resistencia es proporcional al movimiento del cursor a lo largo de la resistencia fija. Esto significa que al girar o deslizar el cursor, la resistencia cambia de manera uniforme a medida que se mueve desde un extremo a otro.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Potenciómetros logarítmicos (Audio </a:t>
            </a:r>
            <a:r>
              <a:rPr lang="es-ES" sz="2200" dirty="0" err="1">
                <a:latin typeface="Verdana" panose="020B0604030504040204" pitchFamily="34" charset="0"/>
                <a:ea typeface="Verdana" panose="020B0604030504040204" pitchFamily="34" charset="0"/>
              </a:rPr>
              <a:t>Taper</a:t>
            </a:r>
            <a:r>
              <a:rPr lang="es-ES" sz="2200" dirty="0">
                <a:latin typeface="Verdana" panose="020B0604030504040204" pitchFamily="34" charset="0"/>
                <a:ea typeface="Verdana" panose="020B0604030504040204" pitchFamily="34" charset="0"/>
              </a:rPr>
              <a:t>): Estos potenciómetros tienen una curva de respuesta logarítmica. En aplicaciones de audio, proporcionan un ajuste más perceptual y suave, ya que el oído humano tiende a percibir los cambios de volumen de manera logarítmica. Los potenciómetros logarítmicos son comunes en controles de volumen y tono en equipos de audio.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6435A06D-EC76-3B9C-FE94-76767F425CB9}"/>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56623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Clasificación </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Potenciómetros multivuelta: A diferencia de los potenciómetros de una sola vuelta, estos permiten múltiples vueltas completas del cursor a lo largo de la resistencia. Esto proporciona una mayor precisión en la selección del valor deseado.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Potenciómetros de una sola vuelta: Estos son los potenciómetros más comunes y permiten una sola vuelta completa del cursor a lo largo de la resistencia. Son adecuados para aplicaciones en las que no se requieren ajustes extremadamente precisos.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DCD736A8-52CD-189B-F5B8-B1DA90D641F3}"/>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32421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Clasificación </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Potenciómetros deslizantes: En lugar de girar un eje, los potenciómetros deslizantes tienen un cursor que se mueve a lo largo de la resistencia al deslizarlo. Son comunes en paneles de control y dispositivos portátiles.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Potenciómetros digitales: A diferencia de los potenciómetros analógicos, estos utilizan señales digitales para ajustar su valor de resistencia. Son controlados electrónicamente y se utilizan en aplicaciones digitales y microcontroladores.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AF9AA05A-DE45-750C-17D0-79A7433F6668}"/>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014074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Clasificación </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3477875"/>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Potenciómetros cermet y </a:t>
            </a:r>
            <a:r>
              <a:rPr lang="es-ES" sz="2200" dirty="0" err="1">
                <a:latin typeface="Verdana" panose="020B0604030504040204" pitchFamily="34" charset="0"/>
                <a:ea typeface="Verdana" panose="020B0604030504040204" pitchFamily="34" charset="0"/>
              </a:rPr>
              <a:t>wirewound</a:t>
            </a:r>
            <a:r>
              <a:rPr lang="es-ES" sz="2200" dirty="0">
                <a:latin typeface="Verdana" panose="020B0604030504040204" pitchFamily="34" charset="0"/>
                <a:ea typeface="Verdana" panose="020B0604030504040204" pitchFamily="34" charset="0"/>
              </a:rPr>
              <a:t>: Estos tipos están diseñados para aplicaciones que requieren alta precisión y estabilidad. Los potenciómetros cermet utilizan una mezcla de cerámica y metal, mientras que los potenciómetros </a:t>
            </a:r>
            <a:r>
              <a:rPr lang="es-ES" sz="2200" dirty="0" err="1">
                <a:latin typeface="Verdana" panose="020B0604030504040204" pitchFamily="34" charset="0"/>
                <a:ea typeface="Verdana" panose="020B0604030504040204" pitchFamily="34" charset="0"/>
              </a:rPr>
              <a:t>wirewound</a:t>
            </a:r>
            <a:r>
              <a:rPr lang="es-ES" sz="2200" dirty="0">
                <a:latin typeface="Verdana" panose="020B0604030504040204" pitchFamily="34" charset="0"/>
                <a:ea typeface="Verdana" panose="020B0604030504040204" pitchFamily="34" charset="0"/>
              </a:rPr>
              <a:t> tienen un devanado de alambre resistivo.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Potenciómetros ajustables y fijos: Los potenciómetros ajustables pueden cambiar su valor de resistencia, mientras que los potenciómetros fijos tienen un valor de resistencia predeterminado y no pueden ajustarse.</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08A037A-9167-70EC-E5DE-CADBCB6AEFEB}"/>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067052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Clasificación </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2462213"/>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Potenciómetros sellados: Están diseñados para ser resistentes al polvo, la humedad y otros elementos ambientales. Son útiles en aplicaciones industriales y exteriores.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Potenciómetros capacitivos: En lugar de cambiar la resistencia, estos potenciómetros ajustan la capacitancia en un circuito. Son comunes en aplicaciones de ajuste fino y control táctil.</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E602F44-EC2F-B6C6-54BB-9FCC5F378068}"/>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8255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 </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Los potenciómetros varían en una serie de características que determinan su uso y aplicaciones específicas. A continuación, se presentan algunas de las características clave de los potenciómetros: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Valor de resistencia: Indica la resistencia total del potenciómetro. Se mide en ohmios (Ω). Los valores pueden variar desde unos pocos ohmios hasta megohmios, dependiendo de la aplicación.</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Tolerancia: Especifica la variación permitida en el valor de resistencia en comparación con el valor nominal. Por ejemplo, un potenciómetro con una tolerancia del 10% podría tener un valor de resistencia entre el 90% y el 110% del valor nominal.</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BBB827EE-9580-A98E-C1F9-AED22064D284}"/>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085181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 </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2800767"/>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Potencia nominal: Indica la cantidad de energía que el potenciómetro puede manejar sin dañarse. Se mide en vatios (W). La potencia nominal es especialmente importante en potenciómetros utilizados en circuitos de alta corriente.</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Tipo de ajuste: Puede ser lineal o logarítmico (audio </a:t>
            </a:r>
            <a:r>
              <a:rPr lang="es-ES" sz="2200" dirty="0" err="1">
                <a:latin typeface="Verdana" panose="020B0604030504040204" pitchFamily="34" charset="0"/>
                <a:ea typeface="Verdana" panose="020B0604030504040204" pitchFamily="34" charset="0"/>
              </a:rPr>
              <a:t>taper</a:t>
            </a:r>
            <a:r>
              <a:rPr lang="es-ES" sz="2200" dirty="0">
                <a:latin typeface="Verdana" panose="020B0604030504040204" pitchFamily="34" charset="0"/>
                <a:ea typeface="Verdana" panose="020B0604030504040204" pitchFamily="34" charset="0"/>
              </a:rPr>
              <a:t>). El tipo de ajuste afecta cómo cambia la resistencia en relación con el movimiento del cursor.</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9D7E360-3F9F-A0AB-AB08-98BFFED52509}"/>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6317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 </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Número de vueltas: Los potenciómetros pueden ser de una sola vuelta (1 revolución completa) o multivuelta (varias vueltas completas). Los potenciómetros multivuelta permiten ajustes más precisos, ya que el cursor puede recorrer la resistencia varias veces.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Tipo de montaje: Los potenciómetros pueden ser montados en superficie (SMD) o a través de orificios (THD). La elección depende del diseño del circuito y las preferencias de montaje.</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Material del elemento resistivo: Puede ser carbón, cermet (mezcla de cerámica y metal) o </a:t>
            </a:r>
            <a:r>
              <a:rPr lang="es-ES" sz="2200" dirty="0" err="1">
                <a:latin typeface="Verdana" panose="020B0604030504040204" pitchFamily="34" charset="0"/>
                <a:ea typeface="Verdana" panose="020B0604030504040204" pitchFamily="34" charset="0"/>
              </a:rPr>
              <a:t>wirewound</a:t>
            </a:r>
            <a:r>
              <a:rPr lang="es-ES" sz="2200" dirty="0">
                <a:latin typeface="Verdana" panose="020B0604030504040204" pitchFamily="34" charset="0"/>
                <a:ea typeface="Verdana" panose="020B0604030504040204" pitchFamily="34" charset="0"/>
              </a:rPr>
              <a:t> (devanado de alambre resistivo). El material afecta la precisión y la durabilidad del potenciómetro.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88848744-BE3D-D75F-5115-5B0B9FC4E51B}"/>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04991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 </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3816429"/>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Resistencia entre extremos: Es la resistencia medida entre los dos extremos del potenciómetro cuando el cursor está en una posición específica. Esta resistencia puede variar a lo largo de la vida útil del potenciómetro.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Resistencia entre extremos y cursor: Es la resistencia medida entre uno de los extremos y el cursor del potenciómetro. Es una medida importante para evaluar la posición actual del cursor.</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Vida útil mecánica: Indica la cantidad de giros o deslizamientos que el potenciómetro puede soportar antes de presentar desgaste o fallas.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68EE2486-6FFF-5BC0-54E2-A079CD4FBF9D}"/>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3399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 </a:t>
            </a:r>
          </a:p>
        </p:txBody>
      </p:sp>
      <p:sp>
        <p:nvSpPr>
          <p:cNvPr id="2" name="CuadroTexto 1">
            <a:extLst>
              <a:ext uri="{FF2B5EF4-FFF2-40B4-BE49-F238E27FC236}">
                <a16:creationId xmlns:a16="http://schemas.microsoft.com/office/drawing/2014/main" id="{FA5BE490-7EE0-7FF3-9EF0-9B9686E1E3D0}"/>
              </a:ext>
            </a:extLst>
          </p:cNvPr>
          <p:cNvSpPr txBox="1"/>
          <p:nvPr/>
        </p:nvSpPr>
        <p:spPr>
          <a:xfrm>
            <a:off x="911226" y="2282537"/>
            <a:ext cx="10369550" cy="3816429"/>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Rango de temperatura: Especifica la gama de temperaturas en las que el potenciómetro puede funcionar correctamente sin degradar su rendimiento.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Tipo de terminal: Los terminales pueden ser pines, pines flexibles o incluso terminales soldables. El tipo de terminal afecta cómo se conecta el potenciómetro al circuito.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Sellado y protección: Algunos potenciómetros están sellados para protegerlos contra el polvo, la humedad y otros factores ambientales. Esto es importante en aplicaciones industriales o al aire libre.</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FF09FFAB-BFBA-532A-E620-D8BAB520A15A}"/>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35138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Vídeos </a:t>
            </a:r>
          </a:p>
        </p:txBody>
      </p:sp>
      <p:pic>
        <p:nvPicPr>
          <p:cNvPr id="8" name="Elementos multimedia en línea 7" title="El Potenciómetro - Que es y Cómo se Conecta">
            <a:hlinkClick r:id="" action="ppaction://media"/>
            <a:extLst>
              <a:ext uri="{FF2B5EF4-FFF2-40B4-BE49-F238E27FC236}">
                <a16:creationId xmlns:a16="http://schemas.microsoft.com/office/drawing/2014/main" id="{8C2C2583-E2B2-D35E-8CB3-F6F77A533373}"/>
              </a:ext>
            </a:extLst>
          </p:cNvPr>
          <p:cNvPicPr>
            <a:picLocks noRot="1" noChangeAspect="1"/>
          </p:cNvPicPr>
          <p:nvPr>
            <a:videoFile r:link="rId1"/>
          </p:nvPr>
        </p:nvPicPr>
        <p:blipFill>
          <a:blip r:embed="rId6"/>
          <a:stretch>
            <a:fillRect/>
          </a:stretch>
        </p:blipFill>
        <p:spPr>
          <a:xfrm>
            <a:off x="2437642" y="2707821"/>
            <a:ext cx="2540000" cy="1435100"/>
          </a:xfrm>
          <a:prstGeom prst="rect">
            <a:avLst/>
          </a:prstGeom>
        </p:spPr>
      </p:pic>
      <p:pic>
        <p:nvPicPr>
          <p:cNvPr id="9" name="Elementos multimedia en línea 8" title="¿Qué son los potenciómetros?">
            <a:hlinkClick r:id="" action="ppaction://media"/>
            <a:extLst>
              <a:ext uri="{FF2B5EF4-FFF2-40B4-BE49-F238E27FC236}">
                <a16:creationId xmlns:a16="http://schemas.microsoft.com/office/drawing/2014/main" id="{E9281E24-7EDE-37CB-66B1-C2F3792B9913}"/>
              </a:ext>
            </a:extLst>
          </p:cNvPr>
          <p:cNvPicPr>
            <a:picLocks noRot="1" noChangeAspect="1"/>
          </p:cNvPicPr>
          <p:nvPr>
            <a:videoFile r:link="rId2"/>
          </p:nvPr>
        </p:nvPicPr>
        <p:blipFill>
          <a:blip r:embed="rId7"/>
          <a:stretch>
            <a:fillRect/>
          </a:stretch>
        </p:blipFill>
        <p:spPr>
          <a:xfrm>
            <a:off x="7155543" y="2707821"/>
            <a:ext cx="2540000" cy="1435100"/>
          </a:xfrm>
          <a:prstGeom prst="rect">
            <a:avLst/>
          </a:prstGeom>
        </p:spPr>
      </p:pic>
      <p:pic>
        <p:nvPicPr>
          <p:cNvPr id="10" name="Elementos multimedia en línea 9" title="&quot;Todo&quot; sobre los potenciómetros | Teoría de componentes #2">
            <a:hlinkClick r:id="" action="ppaction://media"/>
            <a:extLst>
              <a:ext uri="{FF2B5EF4-FFF2-40B4-BE49-F238E27FC236}">
                <a16:creationId xmlns:a16="http://schemas.microsoft.com/office/drawing/2014/main" id="{036AB6EA-3D01-2D92-9312-A594731BDFBF}"/>
              </a:ext>
            </a:extLst>
          </p:cNvPr>
          <p:cNvPicPr>
            <a:picLocks noRot="1" noChangeAspect="1"/>
          </p:cNvPicPr>
          <p:nvPr>
            <a:videoFile r:link="rId3"/>
          </p:nvPr>
        </p:nvPicPr>
        <p:blipFill>
          <a:blip r:embed="rId8"/>
          <a:stretch>
            <a:fillRect/>
          </a:stretch>
        </p:blipFill>
        <p:spPr>
          <a:xfrm>
            <a:off x="2437642" y="4475306"/>
            <a:ext cx="2540000" cy="1435100"/>
          </a:xfrm>
          <a:prstGeom prst="rect">
            <a:avLst/>
          </a:prstGeom>
        </p:spPr>
      </p:pic>
      <p:pic>
        <p:nvPicPr>
          <p:cNvPr id="13" name="Elementos multimedia en línea 12" title="EL POTENCIÓMETRO | Qué es, cómo funciona, para qué sirve y mucho más">
            <a:hlinkClick r:id="" action="ppaction://media"/>
            <a:extLst>
              <a:ext uri="{FF2B5EF4-FFF2-40B4-BE49-F238E27FC236}">
                <a16:creationId xmlns:a16="http://schemas.microsoft.com/office/drawing/2014/main" id="{7FFC79B9-C73B-0BC8-46E8-B92F0B6234DC}"/>
              </a:ext>
            </a:extLst>
          </p:cNvPr>
          <p:cNvPicPr>
            <a:picLocks noRot="1" noChangeAspect="1"/>
          </p:cNvPicPr>
          <p:nvPr>
            <a:videoFile r:link="rId4"/>
          </p:nvPr>
        </p:nvPicPr>
        <p:blipFill>
          <a:blip r:embed="rId9"/>
          <a:stretch>
            <a:fillRect/>
          </a:stretch>
        </p:blipFill>
        <p:spPr>
          <a:xfrm>
            <a:off x="7155543" y="4385575"/>
            <a:ext cx="2540000" cy="1435100"/>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5FA3301F-5D6D-4056-E985-873661031171}"/>
              </a:ext>
            </a:extLst>
          </p:cNvPr>
          <p:cNvPicPr>
            <a:picLocks noChangeAspect="1"/>
          </p:cNvPicPr>
          <p:nvPr/>
        </p:nvPicPr>
        <p:blipFill rotWithShape="1">
          <a:blip r:embed="rId10">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0314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9"/>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10"/>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8"/>
                </p:tgtEl>
              </p:cMediaNode>
            </p:video>
            <p:seq concurrent="1" nextAc="seek">
              <p:cTn id="20" restart="whenNotActive" fill="hold" evtFilter="cancelBubble" nodeType="interactiveSeq">
                <p:stCondLst>
                  <p:cond evt="onClick" delay="0">
                    <p:tgtEl>
                      <p:spTgt spid="8"/>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8"/>
                                        </p:tgtEl>
                                      </p:cBhvr>
                                    </p:cmd>
                                  </p:childTnLst>
                                </p:cTn>
                              </p:par>
                            </p:childTnLst>
                          </p:cTn>
                        </p:par>
                      </p:childTnLst>
                    </p:cTn>
                  </p:par>
                </p:childTnLst>
              </p:cTn>
              <p:nextCondLst>
                <p:cond evt="onClick" delay="0">
                  <p:tgtEl>
                    <p:spTgt spid="8"/>
                  </p:tgtEl>
                </p:cond>
              </p:nextCondLst>
            </p:seq>
            <p:video>
              <p:cMediaNode vol="80000">
                <p:cTn id="25" fill="hold" display="0">
                  <p:stCondLst>
                    <p:cond delay="indefinite"/>
                  </p:stCondLst>
                </p:cTn>
                <p:tgtEl>
                  <p:spTgt spid="9"/>
                </p:tgtEl>
              </p:cMediaNode>
            </p:video>
            <p:seq concurrent="1" nextAc="seek">
              <p:cTn id="26" restart="whenNotActive" fill="hold" evtFilter="cancelBubble" nodeType="interactiveSeq">
                <p:stCondLst>
                  <p:cond evt="onClick" delay="0">
                    <p:tgtEl>
                      <p:spTgt spid="9"/>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9"/>
                                        </p:tgtEl>
                                      </p:cBhvr>
                                    </p:cmd>
                                  </p:childTnLst>
                                </p:cTn>
                              </p:par>
                            </p:childTnLst>
                          </p:cTn>
                        </p:par>
                      </p:childTnLst>
                    </p:cTn>
                  </p:par>
                </p:childTnLst>
              </p:cTn>
              <p:nextCondLst>
                <p:cond evt="onClick" delay="0">
                  <p:tgtEl>
                    <p:spTgt spid="9"/>
                  </p:tgtEl>
                </p:cond>
              </p:nextCondLst>
            </p:seq>
            <p:video>
              <p:cMediaNode vol="80000">
                <p:cTn id="31" fill="hold" display="0">
                  <p:stCondLst>
                    <p:cond delay="indefinite"/>
                  </p:stCondLst>
                </p:cTn>
                <p:tgtEl>
                  <p:spTgt spid="10"/>
                </p:tgtEl>
              </p:cMediaNode>
            </p:video>
            <p:seq concurrent="1" nextAc="seek">
              <p:cTn id="32" restart="whenNotActive" fill="hold" evtFilter="cancelBubble" nodeType="interactiveSeq">
                <p:stCondLst>
                  <p:cond evt="onClick" delay="0">
                    <p:tgtEl>
                      <p:spTgt spid="10"/>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10"/>
                                        </p:tgtEl>
                                      </p:cBhvr>
                                    </p:cmd>
                                  </p:childTnLst>
                                </p:cTn>
                              </p:par>
                            </p:childTnLst>
                          </p:cTn>
                        </p:par>
                      </p:childTnLst>
                    </p:cTn>
                  </p:par>
                </p:childTnLst>
              </p:cTn>
              <p:nextCondLst>
                <p:cond evt="onClick" delay="0">
                  <p:tgtEl>
                    <p:spTgt spid="10"/>
                  </p:tgtEl>
                </p:cond>
              </p:nextCondLst>
            </p:seq>
            <p:video>
              <p:cMediaNode vol="80000">
                <p:cTn id="37" fill="hold" display="0">
                  <p:stCondLst>
                    <p:cond delay="indefinite"/>
                  </p:stCondLst>
                </p:cTn>
                <p:tgtEl>
                  <p:spTgt spid="13"/>
                </p:tgtEl>
              </p:cMediaNode>
            </p:video>
            <p:seq concurrent="1" nextAc="seek">
              <p:cTn id="38" restart="whenNotActive" fill="hold" evtFilter="cancelBubble" nodeType="interactiveSeq">
                <p:stCondLst>
                  <p:cond evt="onClick" delay="0">
                    <p:tgtEl>
                      <p:spTgt spid="13"/>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Potenciómetros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Tinkercad </a:t>
            </a:r>
          </a:p>
        </p:txBody>
      </p:sp>
      <p:pic>
        <p:nvPicPr>
          <p:cNvPr id="7" name="Imagen 6">
            <a:hlinkClick r:id="rId2"/>
            <a:extLst>
              <a:ext uri="{FF2B5EF4-FFF2-40B4-BE49-F238E27FC236}">
                <a16:creationId xmlns:a16="http://schemas.microsoft.com/office/drawing/2014/main" id="{CEDC1C56-2CC4-52F7-A1A7-57428E8AA8FA}"/>
              </a:ext>
            </a:extLst>
          </p:cNvPr>
          <p:cNvPicPr>
            <a:picLocks noChangeAspect="1"/>
          </p:cNvPicPr>
          <p:nvPr/>
        </p:nvPicPr>
        <p:blipFill rotWithShape="1">
          <a:blip r:embed="rId3">
            <a:clrChange>
              <a:clrFrom>
                <a:srgbClr val="FFFFFF"/>
              </a:clrFrom>
              <a:clrTo>
                <a:srgbClr val="FFFFFF">
                  <a:alpha val="0"/>
                </a:srgbClr>
              </a:clrTo>
            </a:clrChange>
          </a:blip>
          <a:srcRect l="25858" t="31235" r="33059" b="6434"/>
          <a:stretch/>
        </p:blipFill>
        <p:spPr>
          <a:xfrm>
            <a:off x="3108747" y="1810870"/>
            <a:ext cx="5008728" cy="4272615"/>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09875DA9-4400-E85A-4B67-04D02574B4A2}"/>
              </a:ext>
            </a:extLst>
          </p:cNvPr>
          <p:cNvPicPr>
            <a:picLocks noChangeAspect="1"/>
          </p:cNvPicPr>
          <p:nvPr/>
        </p:nvPicPr>
        <p:blipFill rotWithShape="1">
          <a:blip r:embed="rId4">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46690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Leds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BD87B448-8E1E-1436-EA99-7821B020BEC2}"/>
              </a:ext>
            </a:extLst>
          </p:cNvPr>
          <p:cNvSpPr txBox="1"/>
          <p:nvPr/>
        </p:nvSpPr>
        <p:spPr>
          <a:xfrm>
            <a:off x="911226" y="2282537"/>
            <a:ext cx="10369550" cy="2800767"/>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Un LED, o Diodo Emisor de Luz, es un dispositivo semiconductor que emite luz cuando una corriente eléctrica pasa a través de él. A diferencia de las bombillas tradicionales, los </a:t>
            </a:r>
            <a:r>
              <a:rPr lang="es-ES" sz="2200" dirty="0" err="1">
                <a:latin typeface="Verdana" panose="020B0604030504040204" pitchFamily="34" charset="0"/>
                <a:ea typeface="Verdana" panose="020B0604030504040204" pitchFamily="34" charset="0"/>
              </a:rPr>
              <a:t>LEDs</a:t>
            </a:r>
            <a:r>
              <a:rPr lang="es-ES" sz="2200" dirty="0">
                <a:latin typeface="Verdana" panose="020B0604030504040204" pitchFamily="34" charset="0"/>
                <a:ea typeface="Verdana" panose="020B0604030504040204" pitchFamily="34" charset="0"/>
              </a:rPr>
              <a:t> no utilizan un filamento incandescente, lo que los hace más eficientes en términos de energía y genera menos calor. Están disponibles en una variedad de colores y tamaños, y se utilizan ampliamente en pantallas, iluminación de interiores y exteriores, señalización y dispositivos electrónicos debido a su durabilidad y eficiencia energética.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2475101C-E617-FDFF-2955-AD1A933E55C2}"/>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44795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Leds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BD87B448-8E1E-1436-EA99-7821B020BEC2}"/>
              </a:ext>
            </a:extLst>
          </p:cNvPr>
          <p:cNvSpPr txBox="1"/>
          <p:nvPr/>
        </p:nvSpPr>
        <p:spPr>
          <a:xfrm>
            <a:off x="911226" y="2282537"/>
            <a:ext cx="10369550" cy="2462213"/>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La tecnología LED ha revolucionado la iluminación y otras aplicaciones debido a su mayor vida útil y menor consumo de energía en comparación con las fuentes de luz convencionales. Su versatilidad y capacidad para emitir luz de diferentes colores directamente desde el material semiconductor los convierten en una opción popular para una amplia gama de usos, desde pantallas electrónicas hasta iluminación de hogares y oficinas, así como en la industria automotriz y electrónica.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75BA166C-8C1C-3D21-69F5-46387DF66E6E}"/>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464067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Leds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0B5A5FF6-4812-B09E-3F6D-521E7F075110}"/>
              </a:ext>
            </a:extLst>
          </p:cNvPr>
          <p:cNvSpPr txBox="1"/>
          <p:nvPr/>
        </p:nvSpPr>
        <p:spPr>
          <a:xfrm>
            <a:off x="911226" y="2282537"/>
            <a:ext cx="10369550" cy="3477875"/>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Eficiencia Energética: Los </a:t>
            </a:r>
            <a:r>
              <a:rPr lang="es-ES" sz="2200" dirty="0" err="1">
                <a:latin typeface="Verdana" panose="020B0604030504040204" pitchFamily="34" charset="0"/>
                <a:ea typeface="Verdana" panose="020B0604030504040204" pitchFamily="34" charset="0"/>
              </a:rPr>
              <a:t>LEDs</a:t>
            </a:r>
            <a:r>
              <a:rPr lang="es-ES" sz="2200" dirty="0">
                <a:latin typeface="Verdana" panose="020B0604030504040204" pitchFamily="34" charset="0"/>
                <a:ea typeface="Verdana" panose="020B0604030504040204" pitchFamily="34" charset="0"/>
              </a:rPr>
              <a:t> son altamente eficientes en la conversión de energía eléctrica en luz. Emiten muy poco calor en comparación con las bombillas tradicionales, lo que reduce las pérdidas de energía por calor y hace que sean más eficientes en el consumo de electricidad.</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Durabilidad: Los </a:t>
            </a:r>
            <a:r>
              <a:rPr lang="es-ES" sz="2200" dirty="0" err="1">
                <a:latin typeface="Verdana" panose="020B0604030504040204" pitchFamily="34" charset="0"/>
                <a:ea typeface="Verdana" panose="020B0604030504040204" pitchFamily="34" charset="0"/>
              </a:rPr>
              <a:t>LEDs</a:t>
            </a:r>
            <a:r>
              <a:rPr lang="es-ES" sz="2200" dirty="0">
                <a:latin typeface="Verdana" panose="020B0604030504040204" pitchFamily="34" charset="0"/>
                <a:ea typeface="Verdana" panose="020B0604030504040204" pitchFamily="34" charset="0"/>
              </a:rPr>
              <a:t> tienen una vida útil significativamente más larga en comparación con las bombillas incandescentes y fluorescentes. Pueden durar decenas de miles de horas antes de necesitar ser reemplazados, lo que reduce los costos de mantenimiento y reemplazo.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EE7B89EE-0CF9-0FFB-ABA5-83A9327E7E85}"/>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519424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Leds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0B5A5FF6-4812-B09E-3F6D-521E7F075110}"/>
              </a:ext>
            </a:extLst>
          </p:cNvPr>
          <p:cNvSpPr txBox="1"/>
          <p:nvPr/>
        </p:nvSpPr>
        <p:spPr>
          <a:xfrm>
            <a:off x="911226" y="2282537"/>
            <a:ext cx="10369550" cy="2800767"/>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Tamaño y Forma Variados: Los </a:t>
            </a:r>
            <a:r>
              <a:rPr lang="es-ES" sz="2200" dirty="0" err="1">
                <a:latin typeface="Verdana" panose="020B0604030504040204" pitchFamily="34" charset="0"/>
                <a:ea typeface="Verdana" panose="020B0604030504040204" pitchFamily="34" charset="0"/>
              </a:rPr>
              <a:t>LEDs</a:t>
            </a:r>
            <a:r>
              <a:rPr lang="es-ES" sz="2200" dirty="0">
                <a:latin typeface="Verdana" panose="020B0604030504040204" pitchFamily="34" charset="0"/>
                <a:ea typeface="Verdana" panose="020B0604030504040204" pitchFamily="34" charset="0"/>
              </a:rPr>
              <a:t> están disponibles en una amplia gama de tamaños y formas, desde pequeños puntos de luz hasta matrices de gran tamaño para pantallas y letreros. Esto permite su uso en diversas aplicaciones y diseños.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Rapidez de Encendido y Apagado: Los </a:t>
            </a:r>
            <a:r>
              <a:rPr lang="es-ES" sz="2200" dirty="0" err="1">
                <a:latin typeface="Verdana" panose="020B0604030504040204" pitchFamily="34" charset="0"/>
                <a:ea typeface="Verdana" panose="020B0604030504040204" pitchFamily="34" charset="0"/>
              </a:rPr>
              <a:t>LEDs</a:t>
            </a:r>
            <a:r>
              <a:rPr lang="es-ES" sz="2200" dirty="0">
                <a:latin typeface="Verdana" panose="020B0604030504040204" pitchFamily="34" charset="0"/>
                <a:ea typeface="Verdana" panose="020B0604030504040204" pitchFamily="34" charset="0"/>
              </a:rPr>
              <a:t> se encienden instantáneamente y no requieren tiempo de calentamiento, a diferencia de algunas tecnologías de iluminación tradicionales.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3CACF1E2-5EC2-DCC7-94C1-B72D92E34458}"/>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884216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Leds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0B5A5FF6-4812-B09E-3F6D-521E7F07511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Colores Variables: La capacidad de los </a:t>
            </a:r>
            <a:r>
              <a:rPr lang="es-ES" sz="2200" dirty="0" err="1">
                <a:latin typeface="Verdana" panose="020B0604030504040204" pitchFamily="34" charset="0"/>
                <a:ea typeface="Verdana" panose="020B0604030504040204" pitchFamily="34" charset="0"/>
              </a:rPr>
              <a:t>LEDs</a:t>
            </a:r>
            <a:r>
              <a:rPr lang="es-ES" sz="2200" dirty="0">
                <a:latin typeface="Verdana" panose="020B0604030504040204" pitchFamily="34" charset="0"/>
                <a:ea typeface="Verdana" panose="020B0604030504040204" pitchFamily="34" charset="0"/>
              </a:rPr>
              <a:t> para emitir luz en una variedad de colores sin necesidad de filtros o recubrimientos adicionales los hace ideales para aplicaciones que requieren iluminación de colores específicos.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Baja Emisión de Calor: Debido a su eficiencia en la conversión de energía en luz en lugar de calor, los </a:t>
            </a:r>
            <a:r>
              <a:rPr lang="es-ES" sz="2200" dirty="0" err="1">
                <a:latin typeface="Verdana" panose="020B0604030504040204" pitchFamily="34" charset="0"/>
                <a:ea typeface="Verdana" panose="020B0604030504040204" pitchFamily="34" charset="0"/>
              </a:rPr>
              <a:t>LEDs</a:t>
            </a:r>
            <a:r>
              <a:rPr lang="es-ES" sz="2200" dirty="0">
                <a:latin typeface="Verdana" panose="020B0604030504040204" pitchFamily="34" charset="0"/>
                <a:ea typeface="Verdana" panose="020B0604030504040204" pitchFamily="34" charset="0"/>
              </a:rPr>
              <a:t> emiten muy poco calor, lo que puede ser beneficioso en aplicaciones donde el control de la temperatura es importante.</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65CE055F-4242-FFBD-1DC0-8E32B082C947}"/>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024265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Leds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0B5A5FF6-4812-B09E-3F6D-521E7F075110}"/>
              </a:ext>
            </a:extLst>
          </p:cNvPr>
          <p:cNvSpPr txBox="1"/>
          <p:nvPr/>
        </p:nvSpPr>
        <p:spPr>
          <a:xfrm>
            <a:off x="911226" y="2282537"/>
            <a:ext cx="10369550" cy="2462213"/>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Resistencia a los Golpes y Vibraciones: Los </a:t>
            </a:r>
            <a:r>
              <a:rPr lang="es-ES" sz="2200" dirty="0" err="1">
                <a:latin typeface="Verdana" panose="020B0604030504040204" pitchFamily="34" charset="0"/>
                <a:ea typeface="Verdana" panose="020B0604030504040204" pitchFamily="34" charset="0"/>
              </a:rPr>
              <a:t>LEDs</a:t>
            </a:r>
            <a:r>
              <a:rPr lang="es-ES" sz="2200" dirty="0">
                <a:latin typeface="Verdana" panose="020B0604030504040204" pitchFamily="34" charset="0"/>
                <a:ea typeface="Verdana" panose="020B0604030504040204" pitchFamily="34" charset="0"/>
              </a:rPr>
              <a:t> son sólidos y robustos debido a su construcción basada en semiconductores, lo que los hace menos susceptibles a daños por golpes o vibraciones.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Flexibilidad y Control: Los </a:t>
            </a:r>
            <a:r>
              <a:rPr lang="es-ES" sz="2200" dirty="0" err="1">
                <a:latin typeface="Verdana" panose="020B0604030504040204" pitchFamily="34" charset="0"/>
                <a:ea typeface="Verdana" panose="020B0604030504040204" pitchFamily="34" charset="0"/>
              </a:rPr>
              <a:t>LEDs</a:t>
            </a:r>
            <a:r>
              <a:rPr lang="es-ES" sz="2200" dirty="0">
                <a:latin typeface="Verdana" panose="020B0604030504040204" pitchFamily="34" charset="0"/>
                <a:ea typeface="Verdana" panose="020B0604030504040204" pitchFamily="34" charset="0"/>
              </a:rPr>
              <a:t> son compatibles con la tecnología de control y regulación, lo que permite ajustar la intensidad lumínica y crear efectos de iluminación dinámicos.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8D7A5F3-BC63-7E5C-B4AB-DEF44C7ECCC5}"/>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572710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Leds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Vídeos</a:t>
            </a:r>
          </a:p>
        </p:txBody>
      </p:sp>
      <p:pic>
        <p:nvPicPr>
          <p:cNvPr id="3" name="Elementos multimedia en línea 2" title="¿Cómo funciona el LED?">
            <a:hlinkClick r:id="" action="ppaction://media"/>
            <a:extLst>
              <a:ext uri="{FF2B5EF4-FFF2-40B4-BE49-F238E27FC236}">
                <a16:creationId xmlns:a16="http://schemas.microsoft.com/office/drawing/2014/main" id="{AAAB4F8F-AFC8-AF6D-B618-B2C4C8D3D34D}"/>
              </a:ext>
            </a:extLst>
          </p:cNvPr>
          <p:cNvPicPr>
            <a:picLocks noRot="1" noChangeAspect="1"/>
          </p:cNvPicPr>
          <p:nvPr>
            <a:videoFile r:link="rId1"/>
          </p:nvPr>
        </p:nvPicPr>
        <p:blipFill>
          <a:blip r:embed="rId6"/>
          <a:stretch>
            <a:fillRect/>
          </a:stretch>
        </p:blipFill>
        <p:spPr>
          <a:xfrm>
            <a:off x="2492233" y="2674938"/>
            <a:ext cx="2540000" cy="1435100"/>
          </a:xfrm>
          <a:prstGeom prst="rect">
            <a:avLst/>
          </a:prstGeom>
        </p:spPr>
      </p:pic>
      <p:pic>
        <p:nvPicPr>
          <p:cNvPr id="4" name="Elementos multimedia en línea 3" title="Cómo funciona un LED ⚡ Qué es un LED (Diodo emisor de luz)">
            <a:hlinkClick r:id="" action="ppaction://media"/>
            <a:extLst>
              <a:ext uri="{FF2B5EF4-FFF2-40B4-BE49-F238E27FC236}">
                <a16:creationId xmlns:a16="http://schemas.microsoft.com/office/drawing/2014/main" id="{22AA9285-8026-E1B3-2B81-67A2A9776546}"/>
              </a:ext>
            </a:extLst>
          </p:cNvPr>
          <p:cNvPicPr>
            <a:picLocks noRot="1" noChangeAspect="1"/>
          </p:cNvPicPr>
          <p:nvPr>
            <a:videoFile r:link="rId2"/>
          </p:nvPr>
        </p:nvPicPr>
        <p:blipFill>
          <a:blip r:embed="rId7"/>
          <a:stretch>
            <a:fillRect/>
          </a:stretch>
        </p:blipFill>
        <p:spPr>
          <a:xfrm>
            <a:off x="2492233" y="4458865"/>
            <a:ext cx="2540000" cy="1435100"/>
          </a:xfrm>
          <a:prstGeom prst="rect">
            <a:avLst/>
          </a:prstGeom>
        </p:spPr>
      </p:pic>
      <p:pic>
        <p:nvPicPr>
          <p:cNvPr id="5" name="Elementos multimedia en línea 4" title="Diodos Led : Explicacion y tipos">
            <a:hlinkClick r:id="" action="ppaction://media"/>
            <a:extLst>
              <a:ext uri="{FF2B5EF4-FFF2-40B4-BE49-F238E27FC236}">
                <a16:creationId xmlns:a16="http://schemas.microsoft.com/office/drawing/2014/main" id="{A0E0A018-83B2-C60A-DAC4-980145C994F3}"/>
              </a:ext>
            </a:extLst>
          </p:cNvPr>
          <p:cNvPicPr>
            <a:picLocks noRot="1" noChangeAspect="1"/>
          </p:cNvPicPr>
          <p:nvPr>
            <a:videoFile r:link="rId3"/>
          </p:nvPr>
        </p:nvPicPr>
        <p:blipFill>
          <a:blip r:embed="rId8"/>
          <a:stretch>
            <a:fillRect/>
          </a:stretch>
        </p:blipFill>
        <p:spPr>
          <a:xfrm>
            <a:off x="7159769" y="2639598"/>
            <a:ext cx="2540000" cy="1435100"/>
          </a:xfrm>
          <a:prstGeom prst="rect">
            <a:avLst/>
          </a:prstGeom>
        </p:spPr>
      </p:pic>
      <p:pic>
        <p:nvPicPr>
          <p:cNvPr id="6" name="Elementos multimedia en línea 5" title="Los LED: como una PIEDRA LUMINOSA revolucionó el MUNDO | La Electroluminiscencia">
            <a:hlinkClick r:id="" action="ppaction://media"/>
            <a:extLst>
              <a:ext uri="{FF2B5EF4-FFF2-40B4-BE49-F238E27FC236}">
                <a16:creationId xmlns:a16="http://schemas.microsoft.com/office/drawing/2014/main" id="{9A24B59C-9A6A-9C86-1849-07E0C1DF6011}"/>
              </a:ext>
            </a:extLst>
          </p:cNvPr>
          <p:cNvPicPr>
            <a:picLocks noRot="1" noChangeAspect="1"/>
          </p:cNvPicPr>
          <p:nvPr>
            <a:videoFile r:link="rId4"/>
          </p:nvPr>
        </p:nvPicPr>
        <p:blipFill>
          <a:blip r:embed="rId9"/>
          <a:stretch>
            <a:fillRect/>
          </a:stretch>
        </p:blipFill>
        <p:spPr>
          <a:xfrm>
            <a:off x="7161072" y="4445016"/>
            <a:ext cx="2540000" cy="1435100"/>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0051C007-14B9-BE54-7074-DA67D690A5CC}"/>
              </a:ext>
            </a:extLst>
          </p:cNvPr>
          <p:cNvPicPr>
            <a:picLocks noChangeAspect="1"/>
          </p:cNvPicPr>
          <p:nvPr/>
        </p:nvPicPr>
        <p:blipFill rotWithShape="1">
          <a:blip r:embed="rId10">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6878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5"/>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3"/>
                </p:tgtEl>
              </p:cMediaNode>
            </p:video>
            <p:seq concurrent="1" nextAc="seek">
              <p:cTn id="20" restart="whenNotActive" fill="hold" evtFilter="cancelBubble" nodeType="interactiveSeq">
                <p:stCondLst>
                  <p:cond evt="onClick" delay="0">
                    <p:tgtEl>
                      <p:spTgt spid="3"/>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
                                        </p:tgtEl>
                                      </p:cBhvr>
                                    </p:cmd>
                                  </p:childTnLst>
                                </p:cTn>
                              </p:par>
                            </p:childTnLst>
                          </p:cTn>
                        </p:par>
                      </p:childTnLst>
                    </p:cTn>
                  </p:par>
                </p:childTnLst>
              </p:cTn>
              <p:nextCondLst>
                <p:cond evt="onClick" delay="0">
                  <p:tgtEl>
                    <p:spTgt spid="3"/>
                  </p:tgtEl>
                </p:cond>
              </p:nextCondLst>
            </p:seq>
            <p:video>
              <p:cMediaNode vol="80000">
                <p:cTn id="25" fill="hold" display="0">
                  <p:stCondLst>
                    <p:cond delay="indefinite"/>
                  </p:stCondLst>
                </p:cTn>
                <p:tgtEl>
                  <p:spTgt spid="4"/>
                </p:tgtEl>
              </p:cMediaNode>
            </p:video>
            <p:seq concurrent="1" nextAc="seek">
              <p:cTn id="26" restart="whenNotActive" fill="hold" evtFilter="cancelBubble" nodeType="interactiveSeq">
                <p:stCondLst>
                  <p:cond evt="onClick" delay="0">
                    <p:tgtEl>
                      <p:spTgt spid="4"/>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4"/>
                                        </p:tgtEl>
                                      </p:cBhvr>
                                    </p:cmd>
                                  </p:childTnLst>
                                </p:cTn>
                              </p:par>
                            </p:childTnLst>
                          </p:cTn>
                        </p:par>
                      </p:childTnLst>
                    </p:cTn>
                  </p:par>
                </p:childTnLst>
              </p:cTn>
              <p:nextCondLst>
                <p:cond evt="onClick" delay="0">
                  <p:tgtEl>
                    <p:spTgt spid="4"/>
                  </p:tgtEl>
                </p:cond>
              </p:nextCondLst>
            </p:seq>
            <p:video>
              <p:cMediaNode vol="80000">
                <p:cTn id="31" fill="hold" display="0">
                  <p:stCondLst>
                    <p:cond delay="indefinite"/>
                  </p:stCondLst>
                </p:cTn>
                <p:tgtEl>
                  <p:spTgt spid="5"/>
                </p:tgtEl>
              </p:cMediaNode>
            </p:video>
            <p:seq concurrent="1" nextAc="seek">
              <p:cTn id="32" restart="whenNotActive" fill="hold" evtFilter="cancelBubble" nodeType="interactiveSeq">
                <p:stCondLst>
                  <p:cond evt="onClick" delay="0">
                    <p:tgtEl>
                      <p:spTgt spid="5"/>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5"/>
                                        </p:tgtEl>
                                      </p:cBhvr>
                                    </p:cmd>
                                  </p:childTnLst>
                                </p:cTn>
                              </p:par>
                            </p:childTnLst>
                          </p:cTn>
                        </p:par>
                      </p:childTnLst>
                    </p:cTn>
                  </p:par>
                </p:childTnLst>
              </p:cTn>
              <p:nextCondLst>
                <p:cond evt="onClick" delay="0">
                  <p:tgtEl>
                    <p:spTgt spid="5"/>
                  </p:tgtEl>
                </p:cond>
              </p:nextCondLst>
            </p:seq>
            <p:video>
              <p:cMediaNode vol="80000">
                <p:cTn id="37" fill="hold" display="0">
                  <p:stCondLst>
                    <p:cond delay="indefinite"/>
                  </p:stCondLst>
                </p:cTn>
                <p:tgtEl>
                  <p:spTgt spid="6"/>
                </p:tgtEl>
              </p:cMediaNode>
            </p:video>
            <p:seq concurrent="1" nextAc="seek">
              <p:cTn id="38" restart="whenNotActive" fill="hold" evtFilter="cancelBubble" nodeType="interactiveSeq">
                <p:stCondLst>
                  <p:cond evt="onClick" delay="0">
                    <p:tgtEl>
                      <p:spTgt spid="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Leds</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Tinkercad</a:t>
            </a:r>
          </a:p>
        </p:txBody>
      </p:sp>
      <p:pic>
        <p:nvPicPr>
          <p:cNvPr id="7" name="Imagen 6">
            <a:hlinkClick r:id="rId2"/>
            <a:extLst>
              <a:ext uri="{FF2B5EF4-FFF2-40B4-BE49-F238E27FC236}">
                <a16:creationId xmlns:a16="http://schemas.microsoft.com/office/drawing/2014/main" id="{CB20AA07-5B4B-F006-5D13-5DEAE3A862A9}"/>
              </a:ext>
            </a:extLst>
          </p:cNvPr>
          <p:cNvPicPr>
            <a:picLocks noChangeAspect="1"/>
          </p:cNvPicPr>
          <p:nvPr/>
        </p:nvPicPr>
        <p:blipFill rotWithShape="1">
          <a:blip r:embed="rId3">
            <a:clrChange>
              <a:clrFrom>
                <a:srgbClr val="FFFFFF"/>
              </a:clrFrom>
              <a:clrTo>
                <a:srgbClr val="FFFFFF">
                  <a:alpha val="0"/>
                </a:srgbClr>
              </a:clrTo>
            </a:clrChange>
          </a:blip>
          <a:srcRect l="10858" t="32594" r="33285" b="13756"/>
          <a:stretch/>
        </p:blipFill>
        <p:spPr>
          <a:xfrm>
            <a:off x="2207994" y="2019869"/>
            <a:ext cx="6810233" cy="3677535"/>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715582CA-B1E1-1B13-3D30-2632F2A6E8A4}"/>
              </a:ext>
            </a:extLst>
          </p:cNvPr>
          <p:cNvPicPr>
            <a:picLocks noChangeAspect="1"/>
          </p:cNvPicPr>
          <p:nvPr/>
        </p:nvPicPr>
        <p:blipFill rotWithShape="1">
          <a:blip r:embed="rId4">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755143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2462213"/>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En electrónica, un "switch" (interruptor en español) es un dispositivo diseñado para controlar la conexión o desconexión de un circuito eléctrico. Funciona como un elemento de conmutación que permite abrir o cerrar un camino para que la corriente eléctrica fluya o se interrumpa, respectivamente. Los switches son fundamentales en la creación de circuitos y sistemas electrónicos, ya que permiten controlar el flujo de electricidad de manera conveniente y segura.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6DD00F75-BD56-B18A-FB40-DF3FC9A56830}"/>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592672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Switches mecánicos: Son los interruptores tradicionales que implican una acción física para cambiar su estado. Ejemplos comunes incluyen los interruptores de palanca, botones y teclas en los teclados.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Switches de estado sólido: Estos interruptores no involucran partes móviles y utilizan componentes electrónicos como transistores, relés de estado sólido y tiristores para controlar el flujo de corriente. Son más duraderos y rápidos en términos de respuesta que los switches mecánicos.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242322AF-6C5D-1249-EDFB-1EA057F156BD}"/>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245281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477875"/>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Switches de pulsador: Son interruptores momentáneos que solo cambian su estado mientras se mantiene presionado el botón o pulsador. Suelen usarse en aplicaciones como timbres o en sistemas de control donde se requiere una acción momentánea.</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Switches basados en sensores: Algunos switches utilizan sensores para detectar cambios en el entorno y, en función de esos cambios, abren o cierran el circuito. Por ejemplo, los sensores de luz, de proximidad o de temperatura pueden utilizarse para activar o desactivar circuitos electrónicos.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260C7C72-19E7-97D2-427B-A7F5933B03EA}"/>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165569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Switches conmutados por software: En sistemas digitales y microcontroladores, los switches pueden emularse mediante software. En lugar de un componente físico, se utilizan señales digitales para controlar el flujo de corriente.</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Switches de seguridad: Estos switches se utilizan en aplicaciones donde la seguridad es crucial. Por ejemplo, en sistemas industriales, las puertas de seguridad pueden estar conectadas a interruptores que detienen automáticamente una máquina cuando se abre la puerta.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5694D7B3-8925-C6B4-0649-13FE685C4DAC}"/>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855256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Tipo de Acción: Los switches pueden ser de acción momentánea (se mantienen en una posición solo mientras se mantiene la presión) o de acción mantenida (se quedan en la posición en la que se los coloca hasta que se cambian manualmente).</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Número de Posiciones: Los switches pueden ser de una posición (encendido/apagado), de dos posiciones (por ejemplo, cambio de dirección), o con múltiples posiciones (como los interruptores rotativos).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3831A4A6-C61B-94EA-736B-1DF8E48BFFD9}"/>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569107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2800767"/>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Número de Contactos: Los switches pueden tener uno o más conjuntos de contactos que se abren o cierran cuando se activan. Por ejemplo, un interruptor de dos vías tiene dos conjuntos de contactos independientes.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Capacidad de Corriente: Indica la cantidad máxima de corriente que el switch puede manejar sin dañarse. Esto es importante para asegurar que el switch no se sobrecargue.</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E951D666-9675-AD24-6AC9-294369FCEBB0}"/>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240880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Durabilidad: Especifica el número de ciclos de activación que el switch puede soportar antes de que su rendimiento comience a degradarse. Es una característica esencial en los switches utilizados en aplicaciones industriales y comerciales.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Resistencia al Entorno: Algunos switches están diseñados para soportar condiciones ambientales extremas, como temperaturas altas o bajas, humedad, vibraciones, etc.</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Tipo de Montaje: Los switches pueden ser montados en superficie (SMD) o a través de orificios (THD), lo que afecta cómo se instalan en una placa de circuito impreso.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EC9F81A-056B-49FB-9C84-6757B9E47C57}"/>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233456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816429"/>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Tecnología: Puede tratarse de switches mecánicos, de estado sólido, magnéticos, ópticos, capacitivos, etc., según la tecnología utilizada para detectar el cambio en el estado.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Tamaño y Forma: Los switches pueden variar en tamaño y forma, desde pequeños pulsadores hasta interruptores de palanca más grandes.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Retorno Táctil: Algunos switches, especialmente los mecánicos, ofrecen una sensación táctil distintiva al presionarlos, lo que puede ser útil en aplicaciones como teclados.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5692A9FC-11B8-AA78-6C4D-A4923CEA8EA6}"/>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526066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2800767"/>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Velocidad de Conmutación: Es la velocidad a la que el switch cambia de estado. En aplicaciones como las redes de conmutación, una alta velocidad de conmutación es esencial para minimizar los retrasos en la transmisión de datos.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Compatibilidad con Señales: Algunos switches están diseñados específicamente para trabajar con señales digitales o analógicas, lo que puede influir en su capacidad para mantener la integridad de la señal.</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EFEDD439-D9CD-307B-14A1-66B0F2782A67}"/>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49149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Vídeos</a:t>
            </a:r>
          </a:p>
        </p:txBody>
      </p:sp>
      <p:pic>
        <p:nvPicPr>
          <p:cNvPr id="3" name="Elementos multimedia en línea 2" title="ELECTRONICA BASICA: CONOCE Y DIFERENCIA  UN PULSADOR,  INTERRUPTOR,  CONMUTADOR, ETC">
            <a:hlinkClick r:id="" action="ppaction://media"/>
            <a:extLst>
              <a:ext uri="{FF2B5EF4-FFF2-40B4-BE49-F238E27FC236}">
                <a16:creationId xmlns:a16="http://schemas.microsoft.com/office/drawing/2014/main" id="{C3D073D7-D900-2D50-B3F2-3CB2A7FDF6E0}"/>
              </a:ext>
            </a:extLst>
          </p:cNvPr>
          <p:cNvPicPr>
            <a:picLocks noRot="1" noChangeAspect="1"/>
          </p:cNvPicPr>
          <p:nvPr>
            <a:videoFile r:link="rId1"/>
          </p:nvPr>
        </p:nvPicPr>
        <p:blipFill>
          <a:blip r:embed="rId6"/>
          <a:stretch>
            <a:fillRect/>
          </a:stretch>
        </p:blipFill>
        <p:spPr>
          <a:xfrm>
            <a:off x="2505881" y="2707821"/>
            <a:ext cx="2540000" cy="1435100"/>
          </a:xfrm>
          <a:prstGeom prst="rect">
            <a:avLst/>
          </a:prstGeom>
        </p:spPr>
      </p:pic>
      <p:pic>
        <p:nvPicPr>
          <p:cNvPr id="4" name="Elementos multimedia en línea 3" title="tipos de interruptores (Switch)">
            <a:hlinkClick r:id="" action="ppaction://media"/>
            <a:extLst>
              <a:ext uri="{FF2B5EF4-FFF2-40B4-BE49-F238E27FC236}">
                <a16:creationId xmlns:a16="http://schemas.microsoft.com/office/drawing/2014/main" id="{ED2F9D25-7F84-A1BB-B2A2-D04E8C299449}"/>
              </a:ext>
            </a:extLst>
          </p:cNvPr>
          <p:cNvPicPr>
            <a:picLocks noRot="1" noChangeAspect="1"/>
          </p:cNvPicPr>
          <p:nvPr>
            <a:videoFile r:link="rId2"/>
          </p:nvPr>
        </p:nvPicPr>
        <p:blipFill>
          <a:blip r:embed="rId7"/>
          <a:stretch>
            <a:fillRect/>
          </a:stretch>
        </p:blipFill>
        <p:spPr>
          <a:xfrm>
            <a:off x="2505881" y="4475306"/>
            <a:ext cx="2540000" cy="1435100"/>
          </a:xfrm>
          <a:prstGeom prst="rect">
            <a:avLst/>
          </a:prstGeom>
        </p:spPr>
      </p:pic>
      <p:pic>
        <p:nvPicPr>
          <p:cNvPr id="5" name="Elementos multimedia en línea 4" title="EL INTERRUPTOR - SWITCH LO BASICO - Instalaciones electricas en DC   AC">
            <a:hlinkClick r:id="" action="ppaction://media"/>
            <a:extLst>
              <a:ext uri="{FF2B5EF4-FFF2-40B4-BE49-F238E27FC236}">
                <a16:creationId xmlns:a16="http://schemas.microsoft.com/office/drawing/2014/main" id="{A1FA3F88-96E6-8D98-4209-2FCA1E5DD465}"/>
              </a:ext>
            </a:extLst>
          </p:cNvPr>
          <p:cNvPicPr>
            <a:picLocks noRot="1" noChangeAspect="1"/>
          </p:cNvPicPr>
          <p:nvPr>
            <a:videoFile r:link="rId3"/>
          </p:nvPr>
        </p:nvPicPr>
        <p:blipFill>
          <a:blip r:embed="rId8"/>
          <a:stretch>
            <a:fillRect/>
          </a:stretch>
        </p:blipFill>
        <p:spPr>
          <a:xfrm>
            <a:off x="7109455" y="2707821"/>
            <a:ext cx="2540000" cy="1435100"/>
          </a:xfrm>
          <a:prstGeom prst="rect">
            <a:avLst/>
          </a:prstGeom>
        </p:spPr>
      </p:pic>
      <p:pic>
        <p:nvPicPr>
          <p:cNvPr id="6" name="Elementos multimedia en línea 5" title="APRENDE ELECTRONICA BASICA -TIPOS DE INTERRUPTORES Y CONMUTADORES SIMILARES PERO DIFERENTES">
            <a:hlinkClick r:id="" action="ppaction://media"/>
            <a:extLst>
              <a:ext uri="{FF2B5EF4-FFF2-40B4-BE49-F238E27FC236}">
                <a16:creationId xmlns:a16="http://schemas.microsoft.com/office/drawing/2014/main" id="{1DE7946A-9C49-3839-2471-DC86D22D4B8F}"/>
              </a:ext>
            </a:extLst>
          </p:cNvPr>
          <p:cNvPicPr>
            <a:picLocks noRot="1" noChangeAspect="1"/>
          </p:cNvPicPr>
          <p:nvPr>
            <a:videoFile r:link="rId4"/>
          </p:nvPr>
        </p:nvPicPr>
        <p:blipFill>
          <a:blip r:embed="rId9"/>
          <a:stretch>
            <a:fillRect/>
          </a:stretch>
        </p:blipFill>
        <p:spPr>
          <a:xfrm>
            <a:off x="7146119" y="4475306"/>
            <a:ext cx="2540000" cy="1435100"/>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81C28772-FAC6-A5C4-859B-814017CAE68C}"/>
              </a:ext>
            </a:extLst>
          </p:cNvPr>
          <p:cNvPicPr>
            <a:picLocks noChangeAspect="1"/>
          </p:cNvPicPr>
          <p:nvPr/>
        </p:nvPicPr>
        <p:blipFill rotWithShape="1">
          <a:blip r:embed="rId10">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9815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5"/>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3"/>
                </p:tgtEl>
              </p:cMediaNode>
            </p:video>
            <p:seq concurrent="1" nextAc="seek">
              <p:cTn id="20" restart="whenNotActive" fill="hold" evtFilter="cancelBubble" nodeType="interactiveSeq">
                <p:stCondLst>
                  <p:cond evt="onClick" delay="0">
                    <p:tgtEl>
                      <p:spTgt spid="3"/>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
                                        </p:tgtEl>
                                      </p:cBhvr>
                                    </p:cmd>
                                  </p:childTnLst>
                                </p:cTn>
                              </p:par>
                            </p:childTnLst>
                          </p:cTn>
                        </p:par>
                      </p:childTnLst>
                    </p:cTn>
                  </p:par>
                </p:childTnLst>
              </p:cTn>
              <p:nextCondLst>
                <p:cond evt="onClick" delay="0">
                  <p:tgtEl>
                    <p:spTgt spid="3"/>
                  </p:tgtEl>
                </p:cond>
              </p:nextCondLst>
            </p:seq>
            <p:video>
              <p:cMediaNode vol="80000">
                <p:cTn id="25" fill="hold" display="0">
                  <p:stCondLst>
                    <p:cond delay="indefinite"/>
                  </p:stCondLst>
                </p:cTn>
                <p:tgtEl>
                  <p:spTgt spid="4"/>
                </p:tgtEl>
              </p:cMediaNode>
            </p:video>
            <p:seq concurrent="1" nextAc="seek">
              <p:cTn id="26" restart="whenNotActive" fill="hold" evtFilter="cancelBubble" nodeType="interactiveSeq">
                <p:stCondLst>
                  <p:cond evt="onClick" delay="0">
                    <p:tgtEl>
                      <p:spTgt spid="4"/>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4"/>
                                        </p:tgtEl>
                                      </p:cBhvr>
                                    </p:cmd>
                                  </p:childTnLst>
                                </p:cTn>
                              </p:par>
                            </p:childTnLst>
                          </p:cTn>
                        </p:par>
                      </p:childTnLst>
                    </p:cTn>
                  </p:par>
                </p:childTnLst>
              </p:cTn>
              <p:nextCondLst>
                <p:cond evt="onClick" delay="0">
                  <p:tgtEl>
                    <p:spTgt spid="4"/>
                  </p:tgtEl>
                </p:cond>
              </p:nextCondLst>
            </p:seq>
            <p:video>
              <p:cMediaNode vol="80000">
                <p:cTn id="31" fill="hold" display="0">
                  <p:stCondLst>
                    <p:cond delay="indefinite"/>
                  </p:stCondLst>
                </p:cTn>
                <p:tgtEl>
                  <p:spTgt spid="5"/>
                </p:tgtEl>
              </p:cMediaNode>
            </p:video>
            <p:seq concurrent="1" nextAc="seek">
              <p:cTn id="32" restart="whenNotActive" fill="hold" evtFilter="cancelBubble" nodeType="interactiveSeq">
                <p:stCondLst>
                  <p:cond evt="onClick" delay="0">
                    <p:tgtEl>
                      <p:spTgt spid="5"/>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5"/>
                                        </p:tgtEl>
                                      </p:cBhvr>
                                    </p:cmd>
                                  </p:childTnLst>
                                </p:cTn>
                              </p:par>
                            </p:childTnLst>
                          </p:cTn>
                        </p:par>
                      </p:childTnLst>
                    </p:cTn>
                  </p:par>
                </p:childTnLst>
              </p:cTn>
              <p:nextCondLst>
                <p:cond evt="onClick" delay="0">
                  <p:tgtEl>
                    <p:spTgt spid="5"/>
                  </p:tgtEl>
                </p:cond>
              </p:nextCondLst>
            </p:seq>
            <p:video>
              <p:cMediaNode vol="80000">
                <p:cTn id="37" fill="hold" display="0">
                  <p:stCondLst>
                    <p:cond delay="indefinite"/>
                  </p:stCondLst>
                </p:cTn>
                <p:tgtEl>
                  <p:spTgt spid="6"/>
                </p:tgtEl>
              </p:cMediaNode>
            </p:video>
            <p:seq concurrent="1" nextAc="seek">
              <p:cTn id="38" restart="whenNotActive" fill="hold" evtFilter="cancelBubble" nodeType="interactiveSeq">
                <p:stCondLst>
                  <p:cond evt="onClick" delay="0">
                    <p:tgtEl>
                      <p:spTgt spid="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Switch</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Tinkercad</a:t>
            </a:r>
          </a:p>
        </p:txBody>
      </p:sp>
      <p:pic>
        <p:nvPicPr>
          <p:cNvPr id="7" name="Imagen 6">
            <a:hlinkClick r:id="rId2"/>
            <a:extLst>
              <a:ext uri="{FF2B5EF4-FFF2-40B4-BE49-F238E27FC236}">
                <a16:creationId xmlns:a16="http://schemas.microsoft.com/office/drawing/2014/main" id="{C5009F10-F31F-DBDB-D3EC-41E46F4A738B}"/>
              </a:ext>
            </a:extLst>
          </p:cNvPr>
          <p:cNvPicPr>
            <a:picLocks noChangeAspect="1"/>
          </p:cNvPicPr>
          <p:nvPr/>
        </p:nvPicPr>
        <p:blipFill rotWithShape="1">
          <a:blip r:embed="rId3">
            <a:clrChange>
              <a:clrFrom>
                <a:srgbClr val="FFFFFF"/>
              </a:clrFrom>
              <a:clrTo>
                <a:srgbClr val="FFFFFF">
                  <a:alpha val="0"/>
                </a:srgbClr>
              </a:clrTo>
            </a:clrChange>
          </a:blip>
          <a:srcRect l="13880" t="31036" r="32724" b="8159"/>
          <a:stretch/>
        </p:blipFill>
        <p:spPr>
          <a:xfrm>
            <a:off x="2358120" y="1902998"/>
            <a:ext cx="6509982" cy="4167958"/>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4B2E2FD3-EB1D-FE00-E7BD-706C86A073EA}"/>
              </a:ext>
            </a:extLst>
          </p:cNvPr>
          <p:cNvPicPr>
            <a:picLocks noChangeAspect="1"/>
          </p:cNvPicPr>
          <p:nvPr/>
        </p:nvPicPr>
        <p:blipFill rotWithShape="1">
          <a:blip r:embed="rId4">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73696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618987"/>
            <a:ext cx="9683058" cy="1004057"/>
          </a:xfrm>
        </p:spPr>
        <p:txBody>
          <a:bodyPr rtlCol="0">
            <a:normAutofit/>
          </a:bodyPr>
          <a:lstStyle/>
          <a:p>
            <a:pPr rtl="0"/>
            <a:r>
              <a:rPr lang="es-ES" sz="4400" dirty="0"/>
              <a:t>Motores de Corriente Continua</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2462213"/>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El principio básico detrás de un motor de corriente continua implica la interacción entre campos magnéticos y corrientes eléctricas. Estos motores consisten en dos componentes principales: el rotor (la parte giratoria) y el estator (la parte fija). El rotor generalmente consta de un conjunto de bobinas enrolladas en un núcleo ferromagnético, mientras que el estator contiene un conjunto de imanes permanentes o bobinas que generan un campo magnético fijo.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28D4A452-F532-C4AA-A1BC-E4A890B57C8C}"/>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783696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618987"/>
            <a:ext cx="9683058" cy="1004057"/>
          </a:xfrm>
        </p:spPr>
        <p:txBody>
          <a:bodyPr rtlCol="0">
            <a:normAutofit/>
          </a:bodyPr>
          <a:lstStyle/>
          <a:p>
            <a:pPr rtl="0"/>
            <a:r>
              <a:rPr lang="es-ES" sz="4400" dirty="0"/>
              <a:t>Motores de Corriente Continua</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2462213"/>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Cuando se aplica una corriente eléctrica al rotor a través de las bobinas, se crea un campo magnético alrededor de ellas. Este campo interactúa con el campo magnético del estator, generando fuerzas que inducen el movimiento rotativo del rotor. Para mantener el movimiento continuo, se cambia la dirección de la corriente eléctrica en las bobinas del rotor a medida que gira, lo que asegura que las fuerzas magnéticas sigan impulsando el movimiento.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2C71FAC5-62C2-7EAA-DEED-1B25BD0C2053}"/>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872979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618987"/>
            <a:ext cx="9683058" cy="1004057"/>
          </a:xfrm>
        </p:spPr>
        <p:txBody>
          <a:bodyPr rtlCol="0">
            <a:normAutofit/>
          </a:bodyPr>
          <a:lstStyle/>
          <a:p>
            <a:pPr rtl="0"/>
            <a:r>
              <a:rPr lang="es-ES" sz="4400" dirty="0"/>
              <a:t>Motores de Corriente Continua</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La dirección y la magnitud de la corriente eléctrica que fluye a través de las bobinas del rotor pueden controlarse para variar la velocidad y el par de salida del motor de corriente continua. Esto brinda la capacidad de controlar el motor con precisión, lo que lo hace útil en aplicaciones donde se requiere velocidad variable y control de posición.</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En resumen, un motor de corriente continua convierte la energía eléctrica de corriente continua en movimiento mecánico rotativo utilizando la interacción entre campos magnéticos generados por el rotor y el estator. Su capacidad de control preciso y su par de arranque elevado los hacen adecuados para una amplia gama de aplicaciones en diversos campos industriales y comerciales.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7247D1DF-DFA9-E458-0451-2D8C02EE3A3C}"/>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753783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618987"/>
            <a:ext cx="9683058" cy="1004057"/>
          </a:xfrm>
        </p:spPr>
        <p:txBody>
          <a:bodyPr rtlCol="0">
            <a:normAutofit/>
          </a:bodyPr>
          <a:lstStyle/>
          <a:p>
            <a:pPr rtl="0"/>
            <a:r>
              <a:rPr lang="es-ES" sz="4400" dirty="0"/>
              <a:t>Motores de Corriente Continua</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Control Preciso: Los motores de CC permiten un control muy preciso de la velocidad y el par. Esto se debe a que la velocidad del motor está directamente relacionada con la magnitud de la corriente aplicada y la dirección de la corriente. Esto hace que sean ideales para aplicaciones que requieren control de velocidad y posición altamente precisos, como en sistemas de automatización y robótica.</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Arranque de Alto Par: Los motores de CC son capaces de proporcionar un alto par de arranque, lo que significa que pueden iniciar la rotación de una carga pesada con facilidad. Esto los hace adecuados para aplicaciones donde se requiere un torque inicial elevado, como en elevadores, grúas y transportadores.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F58DD211-F0D8-DE49-0AC3-CBF2D8DC0E24}"/>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916677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618987"/>
            <a:ext cx="9683058" cy="1004057"/>
          </a:xfrm>
        </p:spPr>
        <p:txBody>
          <a:bodyPr rtlCol="0">
            <a:normAutofit/>
          </a:bodyPr>
          <a:lstStyle/>
          <a:p>
            <a:pPr rtl="0"/>
            <a:r>
              <a:rPr lang="es-ES" sz="4400" dirty="0"/>
              <a:t>Motores de Corriente Continua</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816429"/>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Reversibilidad: Los motores de CC pueden invertir su dirección de giro al cambiar la polaridad de la corriente aplicada al rotor. Esto los hace versátiles en aplicaciones donde se necesita tanto movimiento en sentido horario como antihorario.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Regeneración de Energía: En ciertas configuraciones y aplicaciones, los motores de CC pueden funcionar en modo generador cuando se les aplica una fuerza externa que los hace girar. Esto permite convertir la energía mecánica de la carga en energía eléctrica, lo que puede ser útil para aplicaciones de ahorro de energía, como frenado regenerativo en sistemas de transporte eléctrico.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4961B7B-E2A3-8645-9279-D275B67D98D9}"/>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440950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618987"/>
            <a:ext cx="9683058" cy="1004057"/>
          </a:xfrm>
        </p:spPr>
        <p:txBody>
          <a:bodyPr rtlCol="0">
            <a:normAutofit/>
          </a:bodyPr>
          <a:lstStyle/>
          <a:p>
            <a:pPr rtl="0"/>
            <a:r>
              <a:rPr lang="es-ES" sz="4400" dirty="0"/>
              <a:t>Motores de Corriente Continua</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Simplicidad Constructiva: Los motores de CC tienen una construcción relativamente simple en comparación con algunos otros tipos de motores. Esto puede resultar en costos de producción más bajos y en una mayor facilidad de mantenimiento.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Velocidad Variable: Cambiar la corriente aplicada al motor permite ajustar la velocidad de giro. Esto es esencial en aplicaciones donde se necesita variar la velocidad en tiempo real, como en máquinas herramienta y sistemas de control de procesos.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2308AD37-6477-B85C-41B0-106F7A288E74}"/>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580776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618987"/>
            <a:ext cx="9683058" cy="1004057"/>
          </a:xfrm>
        </p:spPr>
        <p:txBody>
          <a:bodyPr rtlCol="0">
            <a:normAutofit/>
          </a:bodyPr>
          <a:lstStyle/>
          <a:p>
            <a:pPr rtl="0"/>
            <a:r>
              <a:rPr lang="es-ES" sz="4400" dirty="0"/>
              <a:t>Motores de Corriente Continua</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Tamaño Compacto: Los motores de CC pueden ser relativamente compactos en comparación con otros tipos de motores con características similares, lo que los hace adecuados para aplicaciones con restricciones de espacio.</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Amplia Gama de Tamaños: Los motores de CC están disponibles en una amplia gama de tamaños y capacidades, lo que los hace adecuados para diversas aplicaciones, desde pequeños dispositivos electrónicos hasta maquinaria industrial de gran envergadura.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C40B8F31-02F7-FE8C-347C-26060319C66E}"/>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72430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618987"/>
            <a:ext cx="9683058" cy="1004057"/>
          </a:xfrm>
        </p:spPr>
        <p:txBody>
          <a:bodyPr rtlCol="0">
            <a:normAutofit/>
          </a:bodyPr>
          <a:lstStyle/>
          <a:p>
            <a:pPr rtl="0"/>
            <a:r>
              <a:rPr lang="es-ES" sz="4400" dirty="0"/>
              <a:t>Motores de Corriente Continua</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Vídeos</a:t>
            </a:r>
          </a:p>
        </p:txBody>
      </p:sp>
      <p:pic>
        <p:nvPicPr>
          <p:cNvPr id="3" name="Elementos multimedia en línea 2" title="Motor de Corriente Contínua, ¿cómo funciona?">
            <a:hlinkClick r:id="" action="ppaction://media"/>
            <a:extLst>
              <a:ext uri="{FF2B5EF4-FFF2-40B4-BE49-F238E27FC236}">
                <a16:creationId xmlns:a16="http://schemas.microsoft.com/office/drawing/2014/main" id="{C4C0FA25-328B-C9DE-8977-2497B90B2395}"/>
              </a:ext>
            </a:extLst>
          </p:cNvPr>
          <p:cNvPicPr>
            <a:picLocks noRot="1" noChangeAspect="1"/>
          </p:cNvPicPr>
          <p:nvPr>
            <a:videoFile r:link="rId1"/>
          </p:nvPr>
        </p:nvPicPr>
        <p:blipFill>
          <a:blip r:embed="rId6"/>
          <a:stretch>
            <a:fillRect/>
          </a:stretch>
        </p:blipFill>
        <p:spPr>
          <a:xfrm>
            <a:off x="2478585" y="2707821"/>
            <a:ext cx="2540000" cy="1435100"/>
          </a:xfrm>
          <a:prstGeom prst="rect">
            <a:avLst/>
          </a:prstGeom>
        </p:spPr>
      </p:pic>
      <p:pic>
        <p:nvPicPr>
          <p:cNvPr id="4" name="Elementos multimedia en línea 3" title="Motor de Corriente Continua: Funcionamiento y Tipos [Bien Explicado] 👌">
            <a:hlinkClick r:id="" action="ppaction://media"/>
            <a:extLst>
              <a:ext uri="{FF2B5EF4-FFF2-40B4-BE49-F238E27FC236}">
                <a16:creationId xmlns:a16="http://schemas.microsoft.com/office/drawing/2014/main" id="{081CE7AA-7F25-7AD6-0337-A7B74F41C1F6}"/>
              </a:ext>
            </a:extLst>
          </p:cNvPr>
          <p:cNvPicPr>
            <a:picLocks noRot="1" noChangeAspect="1"/>
          </p:cNvPicPr>
          <p:nvPr>
            <a:videoFile r:link="rId2"/>
          </p:nvPr>
        </p:nvPicPr>
        <p:blipFill>
          <a:blip r:embed="rId7"/>
          <a:stretch>
            <a:fillRect/>
          </a:stretch>
        </p:blipFill>
        <p:spPr>
          <a:xfrm>
            <a:off x="2478585" y="4475306"/>
            <a:ext cx="2540000" cy="1435100"/>
          </a:xfrm>
          <a:prstGeom prst="rect">
            <a:avLst/>
          </a:prstGeom>
        </p:spPr>
      </p:pic>
      <p:pic>
        <p:nvPicPr>
          <p:cNvPr id="5" name="Elementos multimedia en línea 4" title="Como Funciona un Motor Eléctrico de Corriente Continua  ( DC ) ⚡ | Animación 3D">
            <a:hlinkClick r:id="" action="ppaction://media"/>
            <a:extLst>
              <a:ext uri="{FF2B5EF4-FFF2-40B4-BE49-F238E27FC236}">
                <a16:creationId xmlns:a16="http://schemas.microsoft.com/office/drawing/2014/main" id="{63B51322-5061-E06B-F655-4679B0E96223}"/>
              </a:ext>
            </a:extLst>
          </p:cNvPr>
          <p:cNvPicPr>
            <a:picLocks noRot="1" noChangeAspect="1"/>
          </p:cNvPicPr>
          <p:nvPr>
            <a:videoFile r:link="rId3"/>
          </p:nvPr>
        </p:nvPicPr>
        <p:blipFill>
          <a:blip r:embed="rId8"/>
          <a:stretch>
            <a:fillRect/>
          </a:stretch>
        </p:blipFill>
        <p:spPr>
          <a:xfrm>
            <a:off x="7095807" y="2707821"/>
            <a:ext cx="2540000" cy="1435100"/>
          </a:xfrm>
          <a:prstGeom prst="rect">
            <a:avLst/>
          </a:prstGeom>
        </p:spPr>
      </p:pic>
      <p:pic>
        <p:nvPicPr>
          <p:cNvPr id="6" name="Elementos multimedia en línea 5" title="¿Cómo funciona un motor eléctrico? - Motor de CD Explicado">
            <a:hlinkClick r:id="" action="ppaction://media"/>
            <a:extLst>
              <a:ext uri="{FF2B5EF4-FFF2-40B4-BE49-F238E27FC236}">
                <a16:creationId xmlns:a16="http://schemas.microsoft.com/office/drawing/2014/main" id="{5E239EBE-BBCC-34E1-E726-40D56564E32D}"/>
              </a:ext>
            </a:extLst>
          </p:cNvPr>
          <p:cNvPicPr>
            <a:picLocks noRot="1" noChangeAspect="1"/>
          </p:cNvPicPr>
          <p:nvPr>
            <a:videoFile r:link="rId4"/>
          </p:nvPr>
        </p:nvPicPr>
        <p:blipFill>
          <a:blip r:embed="rId9"/>
          <a:stretch>
            <a:fillRect/>
          </a:stretch>
        </p:blipFill>
        <p:spPr>
          <a:xfrm>
            <a:off x="7149948" y="4478338"/>
            <a:ext cx="2540000" cy="1435100"/>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13AE571A-7E36-E4C3-451D-077A2254A1C7}"/>
              </a:ext>
            </a:extLst>
          </p:cNvPr>
          <p:cNvPicPr>
            <a:picLocks noChangeAspect="1"/>
          </p:cNvPicPr>
          <p:nvPr/>
        </p:nvPicPr>
        <p:blipFill rotWithShape="1">
          <a:blip r:embed="rId10">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6372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5"/>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3"/>
                </p:tgtEl>
              </p:cMediaNode>
            </p:video>
            <p:seq concurrent="1" nextAc="seek">
              <p:cTn id="20" restart="whenNotActive" fill="hold" evtFilter="cancelBubble" nodeType="interactiveSeq">
                <p:stCondLst>
                  <p:cond evt="onClick" delay="0">
                    <p:tgtEl>
                      <p:spTgt spid="3"/>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
                                        </p:tgtEl>
                                      </p:cBhvr>
                                    </p:cmd>
                                  </p:childTnLst>
                                </p:cTn>
                              </p:par>
                            </p:childTnLst>
                          </p:cTn>
                        </p:par>
                      </p:childTnLst>
                    </p:cTn>
                  </p:par>
                </p:childTnLst>
              </p:cTn>
              <p:nextCondLst>
                <p:cond evt="onClick" delay="0">
                  <p:tgtEl>
                    <p:spTgt spid="3"/>
                  </p:tgtEl>
                </p:cond>
              </p:nextCondLst>
            </p:seq>
            <p:video>
              <p:cMediaNode vol="80000">
                <p:cTn id="25" fill="hold" display="0">
                  <p:stCondLst>
                    <p:cond delay="indefinite"/>
                  </p:stCondLst>
                </p:cTn>
                <p:tgtEl>
                  <p:spTgt spid="4"/>
                </p:tgtEl>
              </p:cMediaNode>
            </p:video>
            <p:seq concurrent="1" nextAc="seek">
              <p:cTn id="26" restart="whenNotActive" fill="hold" evtFilter="cancelBubble" nodeType="interactiveSeq">
                <p:stCondLst>
                  <p:cond evt="onClick" delay="0">
                    <p:tgtEl>
                      <p:spTgt spid="4"/>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4"/>
                                        </p:tgtEl>
                                      </p:cBhvr>
                                    </p:cmd>
                                  </p:childTnLst>
                                </p:cTn>
                              </p:par>
                            </p:childTnLst>
                          </p:cTn>
                        </p:par>
                      </p:childTnLst>
                    </p:cTn>
                  </p:par>
                </p:childTnLst>
              </p:cTn>
              <p:nextCondLst>
                <p:cond evt="onClick" delay="0">
                  <p:tgtEl>
                    <p:spTgt spid="4"/>
                  </p:tgtEl>
                </p:cond>
              </p:nextCondLst>
            </p:seq>
            <p:video>
              <p:cMediaNode vol="80000">
                <p:cTn id="31" fill="hold" display="0">
                  <p:stCondLst>
                    <p:cond delay="indefinite"/>
                  </p:stCondLst>
                </p:cTn>
                <p:tgtEl>
                  <p:spTgt spid="5"/>
                </p:tgtEl>
              </p:cMediaNode>
            </p:video>
            <p:seq concurrent="1" nextAc="seek">
              <p:cTn id="32" restart="whenNotActive" fill="hold" evtFilter="cancelBubble" nodeType="interactiveSeq">
                <p:stCondLst>
                  <p:cond evt="onClick" delay="0">
                    <p:tgtEl>
                      <p:spTgt spid="5"/>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5"/>
                                        </p:tgtEl>
                                      </p:cBhvr>
                                    </p:cmd>
                                  </p:childTnLst>
                                </p:cTn>
                              </p:par>
                            </p:childTnLst>
                          </p:cTn>
                        </p:par>
                      </p:childTnLst>
                    </p:cTn>
                  </p:par>
                </p:childTnLst>
              </p:cTn>
              <p:nextCondLst>
                <p:cond evt="onClick" delay="0">
                  <p:tgtEl>
                    <p:spTgt spid="5"/>
                  </p:tgtEl>
                </p:cond>
              </p:nextCondLst>
            </p:seq>
            <p:video>
              <p:cMediaNode vol="80000">
                <p:cTn id="37" fill="hold" display="0">
                  <p:stCondLst>
                    <p:cond delay="indefinite"/>
                  </p:stCondLst>
                </p:cTn>
                <p:tgtEl>
                  <p:spTgt spid="6"/>
                </p:tgtEl>
              </p:cMediaNode>
            </p:video>
            <p:seq concurrent="1" nextAc="seek">
              <p:cTn id="38" restart="whenNotActive" fill="hold" evtFilter="cancelBubble" nodeType="interactiveSeq">
                <p:stCondLst>
                  <p:cond evt="onClick" delay="0">
                    <p:tgtEl>
                      <p:spTgt spid="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618987"/>
            <a:ext cx="9683058" cy="1004057"/>
          </a:xfrm>
        </p:spPr>
        <p:txBody>
          <a:bodyPr rtlCol="0">
            <a:normAutofit/>
          </a:bodyPr>
          <a:lstStyle/>
          <a:p>
            <a:pPr rtl="0"/>
            <a:r>
              <a:rPr lang="es-ES" sz="4400" dirty="0"/>
              <a:t>Motores de Corriente Continua</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Tinkercad</a:t>
            </a:r>
          </a:p>
        </p:txBody>
      </p:sp>
      <p:pic>
        <p:nvPicPr>
          <p:cNvPr id="7" name="Imagen 6">
            <a:hlinkClick r:id="rId2"/>
            <a:extLst>
              <a:ext uri="{FF2B5EF4-FFF2-40B4-BE49-F238E27FC236}">
                <a16:creationId xmlns:a16="http://schemas.microsoft.com/office/drawing/2014/main" id="{ECE0366C-DDD0-E67B-AA81-E19EA0905EC2}"/>
              </a:ext>
            </a:extLst>
          </p:cNvPr>
          <p:cNvPicPr>
            <a:picLocks noChangeAspect="1"/>
          </p:cNvPicPr>
          <p:nvPr/>
        </p:nvPicPr>
        <p:blipFill rotWithShape="1">
          <a:blip r:embed="rId3"/>
          <a:srcRect l="15336" t="31633" r="32500" b="6434"/>
          <a:stretch/>
        </p:blipFill>
        <p:spPr>
          <a:xfrm>
            <a:off x="2579425" y="1827942"/>
            <a:ext cx="6359857" cy="4245320"/>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2EA239F1-6C90-4DB1-6632-75221836CDCE}"/>
              </a:ext>
            </a:extLst>
          </p:cNvPr>
          <p:cNvPicPr>
            <a:picLocks noChangeAspect="1"/>
          </p:cNvPicPr>
          <p:nvPr/>
        </p:nvPicPr>
        <p:blipFill rotWithShape="1">
          <a:blip r:embed="rId4">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180727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6" y="2282537"/>
            <a:ext cx="10369550" cy="2462213"/>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Un diodo Zener es un tipo especial de diodo que está diseñado para operar en su región de ruptura inversa de manera controlada y predecible. A diferencia de los diodos rectificadores regulares que se utilizan para permitir que la corriente fluya en una sola dirección, los diodos Zener están diseñados para operar en la región de ruptura inversa, lo que significa que permiten que la corriente fluya en la dirección opuesta a la corriente convencional.</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874BABE-FDCD-4066-8516-86485998FC0B}"/>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61667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La característica distintiva de un diodo Zener es su comportamiento en la región de ruptura inversa. Cuando se aplica una cierta tensión inversa a través de un diodo Zener, este comienza a conducir corriente en la dirección opuesta, manteniendo una tensión constante a través de sus terminales. Esta tensión constante es conocida como "tensión Zener" o "tensión de ruptura inversa". Los diodos Zener se utilizan principalmente como reguladores de voltaje en circuitos electrónicos para mantener una tensión constante en una parte del circuito, independientemente de las variaciones en la tensión de entrada.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D0561981-E785-5A3D-8C67-6F01B5EAA6E9}"/>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718683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6" y="2282537"/>
            <a:ext cx="10369550" cy="3477875"/>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Los diodos Zener tienen una característica de ruptura inversa muy pronunciada y bien definida, lo que los hace útiles para aplicaciones donde es necesario mantener un voltaje constante en ciertas condiciones. Se utilizan en una variedad de dispositivos electrónicos, como fuentes de alimentación reguladas, sistemas de protección contra sobretensiones, circuitos de referencia de voltaje y más.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En resumen, un diodo Zener es un componente electrónico que se utiliza para mantener una tensión constante en un circuito al operar en su región de ruptura inversa controlada.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F9AB89F0-D072-55AE-5B1F-55657B48121D}"/>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372586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6" y="2282537"/>
            <a:ext cx="10369550" cy="2800767"/>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Diodo Zener de propósito general: Estos son los diodos Zener estándar que se utilizan para aplicaciones generales de regulación de voltaje. Vienen en una variedad de valores de tensión Zener y potencias para adaptarse a diferentes requisitos.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Diodo Zener de baja potencia: Estos diodos Zener están diseñados para aplicaciones de baja potencia donde se requiere una regulación precisa y estable en un rango relativamente pequeño de corriente y tensión.</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897FB2BC-1CB1-560F-E959-1FCCF7BFFEF6}"/>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387894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Diodo Zener de alta potencia: Estos diodos Zener están diseñados para manejar mayores niveles de corriente y potencia. Son útiles en aplicaciones donde se necesita una regulación de voltaje en sistemas de mayor consumo, como fuentes de alimentación de mayor potencia.</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Diodo Zener de referencia de voltaje: Estos diodos Zener están fabricados con tolerancias muy ajustadas para garantizar una precisión extremadamente alta en la tensión de ruptura inversa. Se utilizan en circuitos donde se requiere una referencia de voltaje precisa.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0B6BBF1F-32A8-98DB-413D-85BE22AD086F}"/>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461791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6" y="2282537"/>
            <a:ext cx="10369550" cy="3816429"/>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Diodo Zener de montaje en superficie (SMD): Estos diodos Zener están diseñados para ser montados en la superficie de una placa de circuito impreso (PCB) en lugar de tener alambres de plomo. Son adecuados para aplicaciones donde se requiere un diseño compacto y una fácil automatización de montaje.</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Diodo Zener de avalancha: Aunque similares a los diodos Zener convencionales, los diodos de avalancha son diseñados para operar en la región de avalancha en lugar de la región de ruptura. Esto les permite tener características más suaves y predecibles en términos de regulación de voltaje.</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6A953657-CB4D-FE8E-3DFF-11FE1F8B0DD5}"/>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977765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5" y="2282537"/>
            <a:ext cx="10369550" cy="178510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Diodo Zener de temperatura compensada: Estos diodos Zener están diseñados para tener una respuesta a la temperatura que minimiza las variaciones en la tensión Zener debido a cambios de temperatura. Son útiles en aplicaciones donde la estabilidad de la tensión es crítica a través de diferentes rangos de temperatura.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E5FBFD58-1E5F-2911-395E-673BA263B611}"/>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800927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5"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Tensión Zener: Esta es la tensión de ruptura inversa específica a la cual el diodo Zener comienza a conducir corriente en la región de ruptura. Es una propiedad importante y se expresa en voltios (V).</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Rango de corriente de Zener: Indica el rango de corriente en el cual el diodo Zener puede operar de manera confiable en la región de ruptura sin dañarse. Operar fuera de este rango puede afectar la estabilidad de la tensión Zener.</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Potencia nominal: La potencia nominal es la máxima potencia que el diodo Zener puede disipar sin sobrecalentarse. Exceder esta potencia puede dañar el diodo.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ACB256A0-627F-99F1-31C7-616F7661B756}"/>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828112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5" y="2282537"/>
            <a:ext cx="10369550" cy="2800767"/>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Coeficiente de temperatura: El coeficiente de temperatura indica cómo cambia la tensión Zener con respecto a los cambios de temperatura. Un coeficiente de temperatura bajo es deseable para mantener la estabilidad de la tensión a lo largo de diferentes condiciones térmicas.</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Tolerancia: La tolerancia especifica cuán cerca del valor nominal de tensión Zener está el diodo Zener real. Una baja tolerancia es deseable para aplicaciones que requieren una tensión de referencia precisa.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5C4DB557-FD23-C36A-306B-FF08855101A9}"/>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75513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5" y="2282537"/>
            <a:ext cx="10369550" cy="3816429"/>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Impedancia dinámica: La impedancia dinámica es una medida de cuán sensible es la tensión Zener a pequeñas variaciones en la corriente a través del diodo. Una baja impedancia dinámica es deseable para minimizar las fluctuaciones en la tensión de salida en circuitos de regulación.</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Curva de característica I-V: La curva corriente-tensión (I-V) de un diodo Zener muestra cómo la corriente a través del diodo cambia en función de la tensión inversa aplicada. En la región de ruptura, esta curva se vuelve muy empinada y representa el comportamiento de regulación de voltaje del diodo.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E69C9611-EB42-9667-8775-8715A008FCF3}"/>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928342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Aplicaciones</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5" y="2282537"/>
            <a:ext cx="10369550" cy="178510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Los diodos Zener se utilizan comúnmente en circuitos de regulación de voltaje, fuentes de alimentación, circuitos de referencia de voltaje, sistemas de protección contra sobretensiones y muchas otras aplicaciones en las que se requiere mantener una tensión constante en un rango determinado.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F5B7288F-3990-F7D3-8159-BE9B453712B6}"/>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37181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Vídeos</a:t>
            </a:r>
          </a:p>
        </p:txBody>
      </p:sp>
      <p:pic>
        <p:nvPicPr>
          <p:cNvPr id="3" name="Elementos multimedia en línea 2" title="El diodo ZENER (1/4)">
            <a:hlinkClick r:id="" action="ppaction://media"/>
            <a:extLst>
              <a:ext uri="{FF2B5EF4-FFF2-40B4-BE49-F238E27FC236}">
                <a16:creationId xmlns:a16="http://schemas.microsoft.com/office/drawing/2014/main" id="{D323C028-4E12-F738-4071-D66407733E9D}"/>
              </a:ext>
            </a:extLst>
          </p:cNvPr>
          <p:cNvPicPr>
            <a:picLocks noRot="1" noChangeAspect="1"/>
          </p:cNvPicPr>
          <p:nvPr>
            <a:videoFile r:link="rId1"/>
          </p:nvPr>
        </p:nvPicPr>
        <p:blipFill>
          <a:blip r:embed="rId6"/>
          <a:stretch>
            <a:fillRect/>
          </a:stretch>
        </p:blipFill>
        <p:spPr>
          <a:xfrm>
            <a:off x="2478585" y="2707821"/>
            <a:ext cx="2540000" cy="1435100"/>
          </a:xfrm>
          <a:prstGeom prst="rect">
            <a:avLst/>
          </a:prstGeom>
        </p:spPr>
      </p:pic>
      <p:pic>
        <p:nvPicPr>
          <p:cNvPr id="4" name="Elementos multimedia en línea 3" title="El Diodo Zener || ¿Que Es Un Diodo Zener? ||Para Que Sirve y Como Funciona?|| TU ESPACIO ELECTRÓNICO">
            <a:hlinkClick r:id="" action="ppaction://media"/>
            <a:extLst>
              <a:ext uri="{FF2B5EF4-FFF2-40B4-BE49-F238E27FC236}">
                <a16:creationId xmlns:a16="http://schemas.microsoft.com/office/drawing/2014/main" id="{90FF9642-222D-5F85-C2E5-89CD569ADBF4}"/>
              </a:ext>
            </a:extLst>
          </p:cNvPr>
          <p:cNvPicPr>
            <a:picLocks noRot="1" noChangeAspect="1"/>
          </p:cNvPicPr>
          <p:nvPr>
            <a:videoFile r:link="rId2"/>
          </p:nvPr>
        </p:nvPicPr>
        <p:blipFill>
          <a:blip r:embed="rId7"/>
          <a:stretch>
            <a:fillRect/>
          </a:stretch>
        </p:blipFill>
        <p:spPr>
          <a:xfrm>
            <a:off x="2478585" y="4500335"/>
            <a:ext cx="2540000" cy="1435100"/>
          </a:xfrm>
          <a:prstGeom prst="rect">
            <a:avLst/>
          </a:prstGeom>
        </p:spPr>
      </p:pic>
      <p:pic>
        <p:nvPicPr>
          <p:cNvPr id="5" name="Elementos multimedia en línea 4" title="El diodo Zener y su utilidad como regulador de tensión | Parte 1/5">
            <a:hlinkClick r:id="" action="ppaction://media"/>
            <a:extLst>
              <a:ext uri="{FF2B5EF4-FFF2-40B4-BE49-F238E27FC236}">
                <a16:creationId xmlns:a16="http://schemas.microsoft.com/office/drawing/2014/main" id="{7FF51888-D76D-E7A5-2FA3-8930BC229A3A}"/>
              </a:ext>
            </a:extLst>
          </p:cNvPr>
          <p:cNvPicPr>
            <a:picLocks noRot="1" noChangeAspect="1"/>
          </p:cNvPicPr>
          <p:nvPr>
            <a:videoFile r:link="rId3"/>
          </p:nvPr>
        </p:nvPicPr>
        <p:blipFill>
          <a:blip r:embed="rId8"/>
          <a:stretch>
            <a:fillRect/>
          </a:stretch>
        </p:blipFill>
        <p:spPr>
          <a:xfrm>
            <a:off x="7155543" y="2674938"/>
            <a:ext cx="2540000" cy="1435100"/>
          </a:xfrm>
          <a:prstGeom prst="rect">
            <a:avLst/>
          </a:prstGeom>
        </p:spPr>
      </p:pic>
      <p:pic>
        <p:nvPicPr>
          <p:cNvPr id="6" name="Elementos multimedia en línea 5" title="El DIODO ZENER || Básico regulador de tensión">
            <a:hlinkClick r:id="" action="ppaction://media"/>
            <a:extLst>
              <a:ext uri="{FF2B5EF4-FFF2-40B4-BE49-F238E27FC236}">
                <a16:creationId xmlns:a16="http://schemas.microsoft.com/office/drawing/2014/main" id="{EE522BA8-2197-2F38-81AF-1A06FEDC374F}"/>
              </a:ext>
            </a:extLst>
          </p:cNvPr>
          <p:cNvPicPr>
            <a:picLocks noRot="1" noChangeAspect="1"/>
          </p:cNvPicPr>
          <p:nvPr>
            <a:videoFile r:link="rId4"/>
          </p:nvPr>
        </p:nvPicPr>
        <p:blipFill>
          <a:blip r:embed="rId9"/>
          <a:stretch>
            <a:fillRect/>
          </a:stretch>
        </p:blipFill>
        <p:spPr>
          <a:xfrm>
            <a:off x="7155543" y="4458865"/>
            <a:ext cx="2540000" cy="1435100"/>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7B5785DF-43B4-2C7D-B81F-B119275666A9}"/>
              </a:ext>
            </a:extLst>
          </p:cNvPr>
          <p:cNvPicPr>
            <a:picLocks noChangeAspect="1"/>
          </p:cNvPicPr>
          <p:nvPr/>
        </p:nvPicPr>
        <p:blipFill rotWithShape="1">
          <a:blip r:embed="rId10">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5083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5"/>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3"/>
                </p:tgtEl>
              </p:cMediaNode>
            </p:video>
            <p:seq concurrent="1" nextAc="seek">
              <p:cTn id="20" restart="whenNotActive" fill="hold" evtFilter="cancelBubble" nodeType="interactiveSeq">
                <p:stCondLst>
                  <p:cond evt="onClick" delay="0">
                    <p:tgtEl>
                      <p:spTgt spid="3"/>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
                                        </p:tgtEl>
                                      </p:cBhvr>
                                    </p:cmd>
                                  </p:childTnLst>
                                </p:cTn>
                              </p:par>
                            </p:childTnLst>
                          </p:cTn>
                        </p:par>
                      </p:childTnLst>
                    </p:cTn>
                  </p:par>
                </p:childTnLst>
              </p:cTn>
              <p:nextCondLst>
                <p:cond evt="onClick" delay="0">
                  <p:tgtEl>
                    <p:spTgt spid="3"/>
                  </p:tgtEl>
                </p:cond>
              </p:nextCondLst>
            </p:seq>
            <p:video>
              <p:cMediaNode vol="80000">
                <p:cTn id="25" fill="hold" display="0">
                  <p:stCondLst>
                    <p:cond delay="indefinite"/>
                  </p:stCondLst>
                </p:cTn>
                <p:tgtEl>
                  <p:spTgt spid="4"/>
                </p:tgtEl>
              </p:cMediaNode>
            </p:video>
            <p:seq concurrent="1" nextAc="seek">
              <p:cTn id="26" restart="whenNotActive" fill="hold" evtFilter="cancelBubble" nodeType="interactiveSeq">
                <p:stCondLst>
                  <p:cond evt="onClick" delay="0">
                    <p:tgtEl>
                      <p:spTgt spid="4"/>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4"/>
                                        </p:tgtEl>
                                      </p:cBhvr>
                                    </p:cmd>
                                  </p:childTnLst>
                                </p:cTn>
                              </p:par>
                            </p:childTnLst>
                          </p:cTn>
                        </p:par>
                      </p:childTnLst>
                    </p:cTn>
                  </p:par>
                </p:childTnLst>
              </p:cTn>
              <p:nextCondLst>
                <p:cond evt="onClick" delay="0">
                  <p:tgtEl>
                    <p:spTgt spid="4"/>
                  </p:tgtEl>
                </p:cond>
              </p:nextCondLst>
            </p:seq>
            <p:video>
              <p:cMediaNode vol="80000">
                <p:cTn id="31" fill="hold" display="0">
                  <p:stCondLst>
                    <p:cond delay="indefinite"/>
                  </p:stCondLst>
                </p:cTn>
                <p:tgtEl>
                  <p:spTgt spid="5"/>
                </p:tgtEl>
              </p:cMediaNode>
            </p:video>
            <p:seq concurrent="1" nextAc="seek">
              <p:cTn id="32" restart="whenNotActive" fill="hold" evtFilter="cancelBubble" nodeType="interactiveSeq">
                <p:stCondLst>
                  <p:cond evt="onClick" delay="0">
                    <p:tgtEl>
                      <p:spTgt spid="5"/>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5"/>
                                        </p:tgtEl>
                                      </p:cBhvr>
                                    </p:cmd>
                                  </p:childTnLst>
                                </p:cTn>
                              </p:par>
                            </p:childTnLst>
                          </p:cTn>
                        </p:par>
                      </p:childTnLst>
                    </p:cTn>
                  </p:par>
                </p:childTnLst>
              </p:cTn>
              <p:nextCondLst>
                <p:cond evt="onClick" delay="0">
                  <p:tgtEl>
                    <p:spTgt spid="5"/>
                  </p:tgtEl>
                </p:cond>
              </p:nextCondLst>
            </p:seq>
            <p:video>
              <p:cMediaNode vol="80000">
                <p:cTn id="37" fill="hold" display="0">
                  <p:stCondLst>
                    <p:cond delay="indefinite"/>
                  </p:stCondLst>
                </p:cTn>
                <p:tgtEl>
                  <p:spTgt spid="6"/>
                </p:tgtEl>
              </p:cMediaNode>
            </p:video>
            <p:seq concurrent="1" nextAc="seek">
              <p:cTn id="38" restart="whenNotActive" fill="hold" evtFilter="cancelBubble" nodeType="interactiveSeq">
                <p:stCondLst>
                  <p:cond evt="onClick" delay="0">
                    <p:tgtEl>
                      <p:spTgt spid="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Diodo Zener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Tinkercad</a:t>
            </a:r>
          </a:p>
        </p:txBody>
      </p:sp>
      <p:pic>
        <p:nvPicPr>
          <p:cNvPr id="7" name="Imagen 6">
            <a:hlinkClick r:id="rId2"/>
            <a:extLst>
              <a:ext uri="{FF2B5EF4-FFF2-40B4-BE49-F238E27FC236}">
                <a16:creationId xmlns:a16="http://schemas.microsoft.com/office/drawing/2014/main" id="{5CE76B3B-0BFD-A07A-BF37-EF7F71809F42}"/>
              </a:ext>
            </a:extLst>
          </p:cNvPr>
          <p:cNvPicPr>
            <a:picLocks noChangeAspect="1"/>
          </p:cNvPicPr>
          <p:nvPr/>
        </p:nvPicPr>
        <p:blipFill rotWithShape="1">
          <a:blip r:embed="rId3"/>
          <a:srcRect l="12202" t="50001" r="36306" b="17858"/>
          <a:stretch/>
        </p:blipFill>
        <p:spPr>
          <a:xfrm>
            <a:off x="2957015" y="2737395"/>
            <a:ext cx="6277970" cy="2203094"/>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C00F7D05-0167-E3BA-1638-4FCA4612BECD}"/>
              </a:ext>
            </a:extLst>
          </p:cNvPr>
          <p:cNvPicPr>
            <a:picLocks noChangeAspect="1"/>
          </p:cNvPicPr>
          <p:nvPr/>
        </p:nvPicPr>
        <p:blipFill rotWithShape="1">
          <a:blip r:embed="rId4">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034574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Transistor Bipolar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6" y="2282537"/>
            <a:ext cx="10369550" cy="2123658"/>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El transistor de unión bipolar (BJT, por su ingles: Bipolar Junction Transistor) es también conocido como transistor de unión y aparte de tener sus tres terminales, cuenta con dos uniones y doble polaridad. Unas de sus ventajas son: Son mas pequeños y ligeros, Consume menos potencia y voltajes de operación mas bajos. </a:t>
            </a:r>
          </a:p>
          <a:p>
            <a:pPr algn="just"/>
            <a:endParaRPr lang="es-ES" sz="2200" dirty="0">
              <a:latin typeface="Verdana" panose="020B0604030504040204" pitchFamily="34" charset="0"/>
              <a:ea typeface="Verdana" panose="020B0604030504040204" pitchFamily="34" charset="0"/>
            </a:endParaRP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798858A2-3621-996D-AD95-F06DF4F60FD0}"/>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364604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Transistor Bipolar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55F37332-70FE-14B5-DB67-FAAC3A6D6356}"/>
              </a:ext>
            </a:extLst>
          </p:cNvPr>
          <p:cNvSpPr txBox="1"/>
          <p:nvPr/>
        </p:nvSpPr>
        <p:spPr>
          <a:xfrm>
            <a:off x="911226" y="2282537"/>
            <a:ext cx="10369550" cy="3477875"/>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El transistor bipolar es un dispositivo de tres terminales gracias al cual es posible controlar una gran potencia a partir de una pequeña.  En la siguiente figura se puede ver un ejemplo cualitativo del funcionamiento del mismo.  Entre los terminales de colector (C) y emisor (E) se aplica la potencia a regular, y en el terminal de base (B) se aplica la señal de control gracias a la que controlamos la potencia.  Con pequeñas variaciones de corriente a través del terminal de base, se consiguen grandes variaciones a través de los terminales de colector y emisor.  Si se coloca una resistencia se puede convertir esta variación de corriente en variaciones de tensión según sea necesario.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90303C07-49FE-4097-E2BB-0997CE353724}"/>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24381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Transistor Bipolar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DC398594-CA12-E1CC-9241-068BF1F674C5}"/>
              </a:ext>
            </a:extLst>
          </p:cNvPr>
          <p:cNvSpPr txBox="1"/>
          <p:nvPr/>
        </p:nvSpPr>
        <p:spPr>
          <a:xfrm>
            <a:off x="911226" y="2282537"/>
            <a:ext cx="10369550" cy="3477875"/>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Como ya hemos dicho la estructura del transistor son tres capas de semiconductor dopado colocadas alternativamente en secuencia n-p-n o p-n-p. El emisor está fuertemente dopado (n+), la base es estrecha y menos dopada (p) y el colector es el de mayor tamaño (para poder disipar el calor que generan los portadores al perder energía por pasar de la base al colector) y dopado "moderadamente" o poco dopado (n o n−). El transistor p-n-p es el complementario del n-p-n, pero dado que el n-p-n tiene una mejor respuesta a alta frecuencia es el preferido y por tanto el más utilizado. En la siguiente figura se muestran ambos transistores y su símbolo electrónico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B7388D3D-C048-C81E-A7A1-4E05FA35DA4C}"/>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584224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Transistor Bipolar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Vídeos</a:t>
            </a:r>
          </a:p>
        </p:txBody>
      </p:sp>
      <p:pic>
        <p:nvPicPr>
          <p:cNvPr id="2" name="Elementos multimedia en línea 1" title="Transistores bipolares. Introducción">
            <a:hlinkClick r:id="" action="ppaction://media"/>
            <a:extLst>
              <a:ext uri="{FF2B5EF4-FFF2-40B4-BE49-F238E27FC236}">
                <a16:creationId xmlns:a16="http://schemas.microsoft.com/office/drawing/2014/main" id="{DDF5A0BB-1B6A-B13B-9558-4A27D57FB49B}"/>
              </a:ext>
            </a:extLst>
          </p:cNvPr>
          <p:cNvPicPr>
            <a:picLocks noRot="1" noChangeAspect="1"/>
          </p:cNvPicPr>
          <p:nvPr>
            <a:videoFile r:link="rId1"/>
          </p:nvPr>
        </p:nvPicPr>
        <p:blipFill>
          <a:blip r:embed="rId6"/>
          <a:stretch>
            <a:fillRect/>
          </a:stretch>
        </p:blipFill>
        <p:spPr>
          <a:xfrm>
            <a:off x="2546823" y="2472871"/>
            <a:ext cx="2540000" cy="1905000"/>
          </a:xfrm>
          <a:prstGeom prst="rect">
            <a:avLst/>
          </a:prstGeom>
        </p:spPr>
      </p:pic>
      <p:pic>
        <p:nvPicPr>
          <p:cNvPr id="4" name="Elementos multimedia en línea 3" title="EL TRANSISTOR PNP Como POLARIZAR y CONECTARLO para CONTROLAR GRANDES CARGAS de CORRIENTES">
            <a:hlinkClick r:id="" action="ppaction://media"/>
            <a:extLst>
              <a:ext uri="{FF2B5EF4-FFF2-40B4-BE49-F238E27FC236}">
                <a16:creationId xmlns:a16="http://schemas.microsoft.com/office/drawing/2014/main" id="{C664A256-8338-64C0-0FFA-1DCB2AC1C453}"/>
              </a:ext>
            </a:extLst>
          </p:cNvPr>
          <p:cNvPicPr>
            <a:picLocks noRot="1" noChangeAspect="1"/>
          </p:cNvPicPr>
          <p:nvPr>
            <a:videoFile r:link="rId2"/>
          </p:nvPr>
        </p:nvPicPr>
        <p:blipFill>
          <a:blip r:embed="rId7"/>
          <a:stretch>
            <a:fillRect/>
          </a:stretch>
        </p:blipFill>
        <p:spPr>
          <a:xfrm>
            <a:off x="7169189" y="2707821"/>
            <a:ext cx="2540000" cy="1435100"/>
          </a:xfrm>
          <a:prstGeom prst="rect">
            <a:avLst/>
          </a:prstGeom>
        </p:spPr>
      </p:pic>
      <p:pic>
        <p:nvPicPr>
          <p:cNvPr id="5" name="Elementos multimedia en línea 4" title="Transistor, ¿Cómo funciona?">
            <a:hlinkClick r:id="" action="ppaction://media"/>
            <a:extLst>
              <a:ext uri="{FF2B5EF4-FFF2-40B4-BE49-F238E27FC236}">
                <a16:creationId xmlns:a16="http://schemas.microsoft.com/office/drawing/2014/main" id="{7BAC1C3F-F4F0-0C78-C511-C902D1C8D10E}"/>
              </a:ext>
            </a:extLst>
          </p:cNvPr>
          <p:cNvPicPr>
            <a:picLocks noRot="1" noChangeAspect="1"/>
          </p:cNvPicPr>
          <p:nvPr>
            <a:videoFile r:link="rId3"/>
          </p:nvPr>
        </p:nvPicPr>
        <p:blipFill>
          <a:blip r:embed="rId8"/>
          <a:stretch>
            <a:fillRect/>
          </a:stretch>
        </p:blipFill>
        <p:spPr>
          <a:xfrm>
            <a:off x="2546823" y="4475306"/>
            <a:ext cx="2540000" cy="1435100"/>
          </a:xfrm>
          <a:prstGeom prst="rect">
            <a:avLst/>
          </a:prstGeom>
        </p:spPr>
      </p:pic>
      <p:pic>
        <p:nvPicPr>
          <p:cNvPr id="6" name="Elementos multimedia en línea 5" title="¿Qué son los transistores BJT y cómo funcionan? Tipo NPN y PNP">
            <a:hlinkClick r:id="" action="ppaction://media"/>
            <a:extLst>
              <a:ext uri="{FF2B5EF4-FFF2-40B4-BE49-F238E27FC236}">
                <a16:creationId xmlns:a16="http://schemas.microsoft.com/office/drawing/2014/main" id="{2CD4EF1D-6709-7A64-42F2-D8BD6F3189A2}"/>
              </a:ext>
            </a:extLst>
          </p:cNvPr>
          <p:cNvPicPr>
            <a:picLocks noRot="1" noChangeAspect="1"/>
          </p:cNvPicPr>
          <p:nvPr>
            <a:videoFile r:link="rId4"/>
          </p:nvPr>
        </p:nvPicPr>
        <p:blipFill>
          <a:blip r:embed="rId9"/>
          <a:stretch>
            <a:fillRect/>
          </a:stretch>
        </p:blipFill>
        <p:spPr>
          <a:xfrm>
            <a:off x="7155543" y="4513708"/>
            <a:ext cx="2540000" cy="1435100"/>
          </a:xfrm>
          <a:prstGeom prst="rect">
            <a:avLst/>
          </a:prstGeom>
        </p:spPr>
      </p:pic>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0CDA5D59-A7E3-6E05-2F24-BBA4054FEA8A}"/>
              </a:ext>
            </a:extLst>
          </p:cNvPr>
          <p:cNvPicPr>
            <a:picLocks noChangeAspect="1"/>
          </p:cNvPicPr>
          <p:nvPr/>
        </p:nvPicPr>
        <p:blipFill rotWithShape="1">
          <a:blip r:embed="rId10">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58858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5"/>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2"/>
                </p:tgtEl>
              </p:cMediaNode>
            </p:video>
            <p:seq concurrent="1" nextAc="seek">
              <p:cTn id="20" restart="whenNotActive" fill="hold" evtFilter="cancelBubble" nodeType="interactiveSeq">
                <p:stCondLst>
                  <p:cond evt="onClick" delay="0">
                    <p:tgtEl>
                      <p:spTgt spid="2"/>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2"/>
                                        </p:tgtEl>
                                      </p:cBhvr>
                                    </p:cmd>
                                  </p:childTnLst>
                                </p:cTn>
                              </p:par>
                            </p:childTnLst>
                          </p:cTn>
                        </p:par>
                      </p:childTnLst>
                    </p:cTn>
                  </p:par>
                </p:childTnLst>
              </p:cTn>
              <p:nextCondLst>
                <p:cond evt="onClick" delay="0">
                  <p:tgtEl>
                    <p:spTgt spid="2"/>
                  </p:tgtEl>
                </p:cond>
              </p:nextCondLst>
            </p:seq>
            <p:video>
              <p:cMediaNode vol="80000">
                <p:cTn id="25" fill="hold" display="0">
                  <p:stCondLst>
                    <p:cond delay="indefinite"/>
                  </p:stCondLst>
                </p:cTn>
                <p:tgtEl>
                  <p:spTgt spid="4"/>
                </p:tgtEl>
              </p:cMediaNode>
            </p:video>
            <p:seq concurrent="1" nextAc="seek">
              <p:cTn id="26" restart="whenNotActive" fill="hold" evtFilter="cancelBubble" nodeType="interactiveSeq">
                <p:stCondLst>
                  <p:cond evt="onClick" delay="0">
                    <p:tgtEl>
                      <p:spTgt spid="4"/>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4"/>
                                        </p:tgtEl>
                                      </p:cBhvr>
                                    </p:cmd>
                                  </p:childTnLst>
                                </p:cTn>
                              </p:par>
                            </p:childTnLst>
                          </p:cTn>
                        </p:par>
                      </p:childTnLst>
                    </p:cTn>
                  </p:par>
                </p:childTnLst>
              </p:cTn>
              <p:nextCondLst>
                <p:cond evt="onClick" delay="0">
                  <p:tgtEl>
                    <p:spTgt spid="4"/>
                  </p:tgtEl>
                </p:cond>
              </p:nextCondLst>
            </p:seq>
            <p:video>
              <p:cMediaNode vol="80000">
                <p:cTn id="31" fill="hold" display="0">
                  <p:stCondLst>
                    <p:cond delay="indefinite"/>
                  </p:stCondLst>
                </p:cTn>
                <p:tgtEl>
                  <p:spTgt spid="5"/>
                </p:tgtEl>
              </p:cMediaNode>
            </p:video>
            <p:seq concurrent="1" nextAc="seek">
              <p:cTn id="32" restart="whenNotActive" fill="hold" evtFilter="cancelBubble" nodeType="interactiveSeq">
                <p:stCondLst>
                  <p:cond evt="onClick" delay="0">
                    <p:tgtEl>
                      <p:spTgt spid="5"/>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5"/>
                                        </p:tgtEl>
                                      </p:cBhvr>
                                    </p:cmd>
                                  </p:childTnLst>
                                </p:cTn>
                              </p:par>
                            </p:childTnLst>
                          </p:cTn>
                        </p:par>
                      </p:childTnLst>
                    </p:cTn>
                  </p:par>
                </p:childTnLst>
              </p:cTn>
              <p:nextCondLst>
                <p:cond evt="onClick" delay="0">
                  <p:tgtEl>
                    <p:spTgt spid="5"/>
                  </p:tgtEl>
                </p:cond>
              </p:nextCondLst>
            </p:seq>
            <p:video>
              <p:cMediaNode vol="80000">
                <p:cTn id="37" fill="hold" display="0">
                  <p:stCondLst>
                    <p:cond delay="indefinite"/>
                  </p:stCondLst>
                </p:cTn>
                <p:tgtEl>
                  <p:spTgt spid="6"/>
                </p:tgtEl>
              </p:cMediaNode>
            </p:video>
            <p:seq concurrent="1" nextAc="seek">
              <p:cTn id="38" restart="whenNotActive" fill="hold" evtFilter="cancelBubble" nodeType="interactiveSeq">
                <p:stCondLst>
                  <p:cond evt="onClick" delay="0">
                    <p:tgtEl>
                      <p:spTgt spid="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a:bodyPr>
          <a:lstStyle/>
          <a:p>
            <a:pPr rtl="0"/>
            <a:r>
              <a:rPr lang="es-ES" dirty="0"/>
              <a:t>Transistor Bipolar</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Tinkercad</a:t>
            </a:r>
          </a:p>
        </p:txBody>
      </p:sp>
      <p:pic>
        <p:nvPicPr>
          <p:cNvPr id="7" name="Imagen 6">
            <a:hlinkClick r:id="rId2"/>
            <a:extLst>
              <a:ext uri="{FF2B5EF4-FFF2-40B4-BE49-F238E27FC236}">
                <a16:creationId xmlns:a16="http://schemas.microsoft.com/office/drawing/2014/main" id="{9B8DC67F-2FC2-0B3C-9B74-B03CD29FDAA7}"/>
              </a:ext>
            </a:extLst>
          </p:cNvPr>
          <p:cNvPicPr>
            <a:picLocks noChangeAspect="1"/>
          </p:cNvPicPr>
          <p:nvPr/>
        </p:nvPicPr>
        <p:blipFill rotWithShape="1">
          <a:blip r:embed="rId3"/>
          <a:srcRect l="11642" t="31434" r="32388" b="8160"/>
          <a:stretch/>
        </p:blipFill>
        <p:spPr>
          <a:xfrm>
            <a:off x="1362173" y="2669085"/>
            <a:ext cx="4250938" cy="2579427"/>
          </a:xfrm>
          <a:prstGeom prst="rect">
            <a:avLst/>
          </a:prstGeom>
        </p:spPr>
      </p:pic>
      <p:pic>
        <p:nvPicPr>
          <p:cNvPr id="9" name="Imagen 8">
            <a:hlinkClick r:id="rId4"/>
            <a:extLst>
              <a:ext uri="{FF2B5EF4-FFF2-40B4-BE49-F238E27FC236}">
                <a16:creationId xmlns:a16="http://schemas.microsoft.com/office/drawing/2014/main" id="{B2515F4C-71CC-24CB-3002-BC3BC2A23888}"/>
              </a:ext>
            </a:extLst>
          </p:cNvPr>
          <p:cNvPicPr>
            <a:picLocks noChangeAspect="1"/>
          </p:cNvPicPr>
          <p:nvPr/>
        </p:nvPicPr>
        <p:blipFill rotWithShape="1">
          <a:blip r:embed="rId5"/>
          <a:srcRect l="30223" t="18890" r="40896" b="50533"/>
          <a:stretch/>
        </p:blipFill>
        <p:spPr>
          <a:xfrm>
            <a:off x="6578891" y="3095777"/>
            <a:ext cx="3813422" cy="2269943"/>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50221AFE-6FDE-3784-950E-E0D4A1C13BF4}"/>
              </a:ext>
            </a:extLst>
          </p:cNvPr>
          <p:cNvPicPr>
            <a:picLocks noChangeAspect="1"/>
          </p:cNvPicPr>
          <p:nvPr/>
        </p:nvPicPr>
        <p:blipFill rotWithShape="1">
          <a:blip r:embed="rId6">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425745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 </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Un transistor de efecto de campo, también conocido como FET por sus siglas en inglés (Field-</a:t>
            </a:r>
            <a:r>
              <a:rPr lang="es-ES" sz="2200" dirty="0" err="1">
                <a:latin typeface="Verdana" panose="020B0604030504040204" pitchFamily="34" charset="0"/>
                <a:ea typeface="Verdana" panose="020B0604030504040204" pitchFamily="34" charset="0"/>
              </a:rPr>
              <a:t>Effect</a:t>
            </a:r>
            <a:r>
              <a:rPr lang="es-ES" sz="2200" dirty="0">
                <a:latin typeface="Verdana" panose="020B0604030504040204" pitchFamily="34" charset="0"/>
                <a:ea typeface="Verdana" panose="020B0604030504040204" pitchFamily="34" charset="0"/>
              </a:rPr>
              <a:t> Transistor), es un tipo de dispositivo semiconductor que controla el flujo de corriente entre dos regiones de un material semiconductor utilizando un campo eléctrico aplicado en su compuerta. El transistor de efecto de campo se diferencia de otro tipo común de transistor, el transistor bipolar, en cómo controla el flujo de corriente. En un FET, el flujo de corriente entre la fuente y el drenaje se controla mediante la aplicación de un voltaje en la compuerta. Hay varios tipos de transistores de efecto de campo, pero los dos tipos más comunes son el JFET (Transistor de Efecto de Campo de Unión) y el MOSFET (Transistor de Efecto de Campo de Metal-Óxido-Semiconductor).</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EF5B76C-0C9A-718A-246C-AD86A094F198}"/>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695638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Concepto</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Un transistor de efecto de campo, también conocido como FET por sus siglas en inglés (Field-</a:t>
            </a:r>
            <a:r>
              <a:rPr lang="es-ES" sz="2200" dirty="0" err="1">
                <a:latin typeface="Verdana" panose="020B0604030504040204" pitchFamily="34" charset="0"/>
                <a:ea typeface="Verdana" panose="020B0604030504040204" pitchFamily="34" charset="0"/>
              </a:rPr>
              <a:t>Effect</a:t>
            </a:r>
            <a:r>
              <a:rPr lang="es-ES" sz="2200" dirty="0">
                <a:latin typeface="Verdana" panose="020B0604030504040204" pitchFamily="34" charset="0"/>
                <a:ea typeface="Verdana" panose="020B0604030504040204" pitchFamily="34" charset="0"/>
              </a:rPr>
              <a:t> Transistor), es un tipo de dispositivo semiconductor que controla el flujo de corriente entre dos regiones de un material semiconductor utilizando un campo eléctrico aplicado en su compuerta. El transistor de efecto de campo se diferencia de otro tipo común de transistor, el transistor bipolar, en cómo controla el flujo de corriente. En un FET, el flujo de corriente entre la fuente y el drenaje se controla mediante la aplicación de un voltaje en la compuerta. Hay varios tipos de transistores de efecto de campo, pero los dos tipos más comunes son el JFET (Transistor de Efecto de Campo de Unión) y el MOSFET (Transistor de Efecto de Campo de Metal-Óxido-Semiconductor).</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B70CF052-246D-D482-86B7-FFEA38B99E7D}"/>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8521973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Transistor de Efecto de Campo de Unión (JFET):</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JFET de Canal N: En este tipo de JFET, se crea una región p de tipo p entre dos regiones de tipo n. La corriente fluye entre las regiones n mientras el campo eléctrico controla la anchura de la región p y, por lo tanto, la corriente que fluye a través del dispositivo.</a:t>
            </a:r>
          </a:p>
          <a:p>
            <a:pPr algn="just"/>
            <a:r>
              <a:rPr lang="es-ES" sz="2200" dirty="0">
                <a:latin typeface="Verdana" panose="020B0604030504040204" pitchFamily="34" charset="0"/>
                <a:ea typeface="Verdana" panose="020B0604030504040204" pitchFamily="34" charset="0"/>
              </a:rPr>
              <a:t>JFET de Canal P: Similar al anterior, pero con regiones de tipo p y una región de tipo n intercalada. La corriente fluye entre las regiones p y el campo eléctrico controla la anchura de la región n.</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BC57009-87A6-D1D2-D2A1-3DBF0F75945F}"/>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768574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Transistor de Efecto de Campo de Metal-Óxido-Semiconductor (MOSFET):</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MOSFET de Canal N: Este tipo de MOSFET tiene una estructura similar a un condensador. La región entre el canal y la compuerta está aislada por un óxido (generalmente dióxido de silicio SiO2). Aplicando una tensión a la compuerta se forma un campo eléctrico que controla el flujo de corriente entre el drenador y la fuente a través del canal semiconductor.</a:t>
            </a:r>
          </a:p>
          <a:p>
            <a:pPr algn="just"/>
            <a:r>
              <a:rPr lang="es-ES" sz="2200" dirty="0">
                <a:latin typeface="Verdana" panose="020B0604030504040204" pitchFamily="34" charset="0"/>
                <a:ea typeface="Verdana" panose="020B0604030504040204" pitchFamily="34" charset="0"/>
              </a:rPr>
              <a:t>MOSFET de Canal P: Similar al anterior, pero con regiones de tipo p para el canal y la fuente/drenador, y una región de tipo n (dopada) para la compuerta.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60BFA7E2-AA9C-7C7A-55AB-ED4B17CE8128}"/>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853031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Tipos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A su vez, los MOSFET se dividen en:</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MOSFET de enriquecimiento (NMOS y PMOS): Requieren un voltaje de compuerta superior (en el caso de NMOS) o inferior (en el caso de PMOS) para permitir el flujo de corriente entre fuente y drenador. Son comúnmente utilizados en lógica digital.</a:t>
            </a:r>
          </a:p>
          <a:p>
            <a:pPr algn="just"/>
            <a:r>
              <a:rPr lang="es-ES" sz="2200" dirty="0">
                <a:latin typeface="Verdana" panose="020B0604030504040204" pitchFamily="34" charset="0"/>
                <a:ea typeface="Verdana" panose="020B0604030504040204" pitchFamily="34" charset="0"/>
              </a:rPr>
              <a:t>MOSFET de empobrecimiento: Conducen corriente en ausencia de voltaje en la compuerta, y aplicar un voltaje en la compuerta disminuye la corriente. Son menos comunes que los de enriquecimiento.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15087098-5791-C2C8-3A32-E2A2FE1CC4D4}"/>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2933818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477875"/>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Transistores de Efecto de Campo de Unión (JFET):</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Canal de Conducción: Los JFET tienen un canal de conducción de semiconductor, generalmente de tipo N (N-</a:t>
            </a:r>
            <a:r>
              <a:rPr lang="es-ES" sz="2200" dirty="0" err="1">
                <a:latin typeface="Verdana" panose="020B0604030504040204" pitchFamily="34" charset="0"/>
                <a:ea typeface="Verdana" panose="020B0604030504040204" pitchFamily="34" charset="0"/>
              </a:rPr>
              <a:t>channel</a:t>
            </a:r>
            <a:r>
              <a:rPr lang="es-ES" sz="2200" dirty="0">
                <a:latin typeface="Verdana" panose="020B0604030504040204" pitchFamily="34" charset="0"/>
                <a:ea typeface="Verdana" panose="020B0604030504040204" pitchFamily="34" charset="0"/>
              </a:rPr>
              <a:t>) o P (P-</a:t>
            </a:r>
            <a:r>
              <a:rPr lang="es-ES" sz="2200" dirty="0" err="1">
                <a:latin typeface="Verdana" panose="020B0604030504040204" pitchFamily="34" charset="0"/>
                <a:ea typeface="Verdana" panose="020B0604030504040204" pitchFamily="34" charset="0"/>
              </a:rPr>
              <a:t>channel</a:t>
            </a:r>
            <a:r>
              <a:rPr lang="es-ES" sz="2200" dirty="0">
                <a:latin typeface="Verdana" panose="020B0604030504040204" pitchFamily="34" charset="0"/>
                <a:ea typeface="Verdana" panose="020B0604030504040204" pitchFamily="34" charset="0"/>
              </a:rPr>
              <a:t>), entre las terminales de fuente y drenaje.</a:t>
            </a:r>
          </a:p>
          <a:p>
            <a:pPr algn="just"/>
            <a:r>
              <a:rPr lang="es-ES" sz="2200" dirty="0">
                <a:latin typeface="Verdana" panose="020B0604030504040204" pitchFamily="34" charset="0"/>
                <a:ea typeface="Verdana" panose="020B0604030504040204" pitchFamily="34" charset="0"/>
              </a:rPr>
              <a:t>Regulación por Tensión: La corriente entre la fuente y el drenaje se controla mediante la tensión aplicada a la terminal de compuerta.</a:t>
            </a:r>
          </a:p>
          <a:p>
            <a:pPr algn="just"/>
            <a:r>
              <a:rPr lang="es-ES" sz="2200" dirty="0">
                <a:latin typeface="Verdana" panose="020B0604030504040204" pitchFamily="34" charset="0"/>
                <a:ea typeface="Verdana" panose="020B0604030504040204" pitchFamily="34" charset="0"/>
              </a:rPr>
              <a:t>Modo de Operación: Los JFET operan principalmente en modo de conducción </a:t>
            </a:r>
            <a:r>
              <a:rPr lang="es-ES" sz="2200" dirty="0" err="1">
                <a:latin typeface="Verdana" panose="020B0604030504040204" pitchFamily="34" charset="0"/>
                <a:ea typeface="Verdana" panose="020B0604030504040204" pitchFamily="34" charset="0"/>
              </a:rPr>
              <a:t>ohmica</a:t>
            </a:r>
            <a:r>
              <a:rPr lang="es-ES" sz="2200" dirty="0">
                <a:latin typeface="Verdana" panose="020B0604030504040204" pitchFamily="34" charset="0"/>
                <a:ea typeface="Verdana" panose="020B0604030504040204" pitchFamily="34" charset="0"/>
              </a:rPr>
              <a:t>, donde la corriente entre la fuente y el drenaje aumenta linealmente con la tensión de compuerta inversa aplicada.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91445190-AE60-9BF8-A6E8-2C635A7AFD61}"/>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354697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2800767"/>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Transistores de Efecto de Campo de Unión (JFET):</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Ausencia de Corriente de Compuerta: En condiciones normales de operación, no fluye corriente a través de la terminal de compuerta, ya que actúa como una unión PN inversamente polarizada.</a:t>
            </a:r>
          </a:p>
          <a:p>
            <a:pPr algn="just"/>
            <a:r>
              <a:rPr lang="es-ES" sz="2200" dirty="0">
                <a:latin typeface="Verdana" panose="020B0604030504040204" pitchFamily="34" charset="0"/>
                <a:ea typeface="Verdana" panose="020B0604030504040204" pitchFamily="34" charset="0"/>
              </a:rPr>
              <a:t>Impedancia de Entrada Alta: Los JFET tienen una alta impedancia de entrada, lo que los hace adecuados para aplicaciones donde se requiere una carga mínima en el circuito de entrada.</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442ABB94-95EC-17EA-1F68-D7C18ADDF627}"/>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6342441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4154984"/>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Transistores de Efecto de Campo de Compuerta Aislada (MOSFET):</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Tipos de MOSFET: Los MOSFET se dividen en dos tipos principales: de canal tipo N (N-</a:t>
            </a:r>
            <a:r>
              <a:rPr lang="es-ES" sz="2200" dirty="0" err="1">
                <a:latin typeface="Verdana" panose="020B0604030504040204" pitchFamily="34" charset="0"/>
                <a:ea typeface="Verdana" panose="020B0604030504040204" pitchFamily="34" charset="0"/>
              </a:rPr>
              <a:t>channel</a:t>
            </a:r>
            <a:r>
              <a:rPr lang="es-ES" sz="2200" dirty="0">
                <a:latin typeface="Verdana" panose="020B0604030504040204" pitchFamily="34" charset="0"/>
                <a:ea typeface="Verdana" panose="020B0604030504040204" pitchFamily="34" charset="0"/>
              </a:rPr>
              <a:t>) y de canal tipo P (P-</a:t>
            </a:r>
            <a:r>
              <a:rPr lang="es-ES" sz="2200" dirty="0" err="1">
                <a:latin typeface="Verdana" panose="020B0604030504040204" pitchFamily="34" charset="0"/>
                <a:ea typeface="Verdana" panose="020B0604030504040204" pitchFamily="34" charset="0"/>
              </a:rPr>
              <a:t>channel</a:t>
            </a:r>
            <a:r>
              <a:rPr lang="es-ES" sz="2200" dirty="0">
                <a:latin typeface="Verdana" panose="020B0604030504040204" pitchFamily="34" charset="0"/>
                <a:ea typeface="Verdana" panose="020B0604030504040204" pitchFamily="34" charset="0"/>
              </a:rPr>
              <a:t>).</a:t>
            </a:r>
          </a:p>
          <a:p>
            <a:pPr algn="just"/>
            <a:r>
              <a:rPr lang="es-ES" sz="2200" dirty="0">
                <a:latin typeface="Verdana" panose="020B0604030504040204" pitchFamily="34" charset="0"/>
                <a:ea typeface="Verdana" panose="020B0604030504040204" pitchFamily="34" charset="0"/>
              </a:rPr>
              <a:t>Compuerta Aislada: Los MOSFET controlan la corriente entre el drenaje y la fuente a través de la tensión aplicada a la compuerta aislada eléctricamente del canal.</a:t>
            </a:r>
          </a:p>
          <a:p>
            <a:pPr algn="just"/>
            <a:r>
              <a:rPr lang="es-ES" sz="2200" dirty="0">
                <a:latin typeface="Verdana" panose="020B0604030504040204" pitchFamily="34" charset="0"/>
                <a:ea typeface="Verdana" panose="020B0604030504040204" pitchFamily="34" charset="0"/>
              </a:rPr>
              <a:t>Modos de Operación: Los MOSFET operan en tres modos: corte (off), saturación (on) y triodo (zona intermedia).</a:t>
            </a:r>
          </a:p>
          <a:p>
            <a:pPr algn="just"/>
            <a:r>
              <a:rPr lang="es-ES" sz="2200" dirty="0">
                <a:latin typeface="Verdana" panose="020B0604030504040204" pitchFamily="34" charset="0"/>
                <a:ea typeface="Verdana" panose="020B0604030504040204" pitchFamily="34" charset="0"/>
              </a:rPr>
              <a:t>Baja Corriente de Compuerta: La corriente en la compuerta es extremadamente baja, prácticamente cero, lo que permite un control de corriente eficiente y un consumo de energía bajo.</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985495A5-84EE-3920-22F9-2FB768CC5D07}"/>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743734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Transistores de Efecto de Campo de Compuerta Aislada (MOSFET):</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Impedancia de Entrada Alta: Al igual que los JFET, los MOSFET tienen una alta impedancia de entrada, lo que es beneficioso para aplicaciones de amplificación y conmutación.</a:t>
            </a:r>
          </a:p>
          <a:p>
            <a:pPr algn="just"/>
            <a:r>
              <a:rPr lang="es-ES" sz="2200" dirty="0">
                <a:latin typeface="Verdana" panose="020B0604030504040204" pitchFamily="34" charset="0"/>
                <a:ea typeface="Verdana" panose="020B0604030504040204" pitchFamily="34" charset="0"/>
              </a:rPr>
              <a:t>Ventajas de Conmutación: Los MOSFET son ampliamente utilizados en circuitos de conmutación debido a su alta velocidad de encendido/apagado y a su capacidad para manejar corrientes y tensiones elevadas.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FAE984CF-E463-AC93-12B6-CBE63E730425}"/>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67908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Características</a:t>
            </a:r>
          </a:p>
        </p:txBody>
      </p:sp>
      <p:sp>
        <p:nvSpPr>
          <p:cNvPr id="2" name="CuadroTexto 1">
            <a:extLst>
              <a:ext uri="{FF2B5EF4-FFF2-40B4-BE49-F238E27FC236}">
                <a16:creationId xmlns:a16="http://schemas.microsoft.com/office/drawing/2014/main" id="{4A233D6A-83EB-2F04-C0AE-8705114B5B00}"/>
              </a:ext>
            </a:extLst>
          </p:cNvPr>
          <p:cNvSpPr txBox="1"/>
          <p:nvPr/>
        </p:nvSpPr>
        <p:spPr>
          <a:xfrm>
            <a:off x="911226" y="2282537"/>
            <a:ext cx="10369550" cy="3139321"/>
          </a:xfrm>
          <a:prstGeom prst="rect">
            <a:avLst/>
          </a:prstGeom>
          <a:noFill/>
        </p:spPr>
        <p:txBody>
          <a:bodyPr wrap="square" rtlCol="0">
            <a:spAutoFit/>
          </a:bodyPr>
          <a:lstStyle/>
          <a:p>
            <a:pPr algn="just"/>
            <a:r>
              <a:rPr lang="es-ES" sz="2200" dirty="0">
                <a:latin typeface="Verdana" panose="020B0604030504040204" pitchFamily="34" charset="0"/>
                <a:ea typeface="Verdana" panose="020B0604030504040204" pitchFamily="34" charset="0"/>
              </a:rPr>
              <a:t>Transistores de Efecto de Campo de Compuerta Aislada (MOSFET):</a:t>
            </a:r>
          </a:p>
          <a:p>
            <a:pPr algn="just"/>
            <a:endParaRPr lang="es-ES" sz="2200" dirty="0">
              <a:latin typeface="Verdana" panose="020B0604030504040204" pitchFamily="34" charset="0"/>
              <a:ea typeface="Verdana" panose="020B0604030504040204" pitchFamily="34" charset="0"/>
            </a:endParaRPr>
          </a:p>
          <a:p>
            <a:pPr algn="just"/>
            <a:r>
              <a:rPr lang="es-ES" sz="2200" dirty="0">
                <a:latin typeface="Verdana" panose="020B0604030504040204" pitchFamily="34" charset="0"/>
                <a:ea typeface="Verdana" panose="020B0604030504040204" pitchFamily="34" charset="0"/>
              </a:rPr>
              <a:t>Impedancia de Entrada Alta: Al igual que los JFET, los MOSFET tienen una alta impedancia de entrada, lo que es beneficioso para aplicaciones de amplificación y conmutación.</a:t>
            </a:r>
          </a:p>
          <a:p>
            <a:pPr algn="just"/>
            <a:r>
              <a:rPr lang="es-ES" sz="2200" dirty="0">
                <a:latin typeface="Verdana" panose="020B0604030504040204" pitchFamily="34" charset="0"/>
                <a:ea typeface="Verdana" panose="020B0604030504040204" pitchFamily="34" charset="0"/>
              </a:rPr>
              <a:t>Ventajas de Conmutación: Los MOSFET son ampliamente utilizados en circuitos de conmutación debido a su alta velocidad de encendido/apagado y a su capacidad para manejar corrientes y tensiones elevadas.</a:t>
            </a:r>
          </a:p>
        </p:txBody>
      </p:sp>
      <p:pic>
        <p:nvPicPr>
          <p:cNvPr id="3" name="Imagen 2" descr="Logotipo&#10;&#10;Descripción generada automáticamente con confianza media">
            <a:hlinkClick r:id="" action="ppaction://hlinkshowjump?jump=firstslide"/>
            <a:extLst>
              <a:ext uri="{FF2B5EF4-FFF2-40B4-BE49-F238E27FC236}">
                <a16:creationId xmlns:a16="http://schemas.microsoft.com/office/drawing/2014/main" id="{86916D5A-E4B1-7B12-BE40-282A402C0F68}"/>
              </a:ext>
            </a:extLst>
          </p:cNvPr>
          <p:cNvPicPr>
            <a:picLocks noChangeAspect="1"/>
          </p:cNvPicPr>
          <p:nvPr/>
        </p:nvPicPr>
        <p:blipFill rotWithShape="1">
          <a:blip r:embed="rId2">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4556683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Vídeos</a:t>
            </a:r>
          </a:p>
        </p:txBody>
      </p:sp>
      <p:pic>
        <p:nvPicPr>
          <p:cNvPr id="2" name="Elementos multimedia en línea 1" title="Transistores Efecto de Campo #1: Introducción">
            <a:hlinkClick r:id="" action="ppaction://media"/>
            <a:extLst>
              <a:ext uri="{FF2B5EF4-FFF2-40B4-BE49-F238E27FC236}">
                <a16:creationId xmlns:a16="http://schemas.microsoft.com/office/drawing/2014/main" id="{1B43B207-DFEC-8A40-8716-E485988895EA}"/>
              </a:ext>
            </a:extLst>
          </p:cNvPr>
          <p:cNvPicPr>
            <a:picLocks noRot="1" noChangeAspect="1"/>
          </p:cNvPicPr>
          <p:nvPr>
            <a:videoFile r:link="rId1"/>
          </p:nvPr>
        </p:nvPicPr>
        <p:blipFill>
          <a:blip r:embed="rId6"/>
          <a:stretch>
            <a:fillRect/>
          </a:stretch>
        </p:blipFill>
        <p:spPr>
          <a:xfrm>
            <a:off x="2533176" y="2707821"/>
            <a:ext cx="2540000" cy="1435100"/>
          </a:xfrm>
          <a:prstGeom prst="rect">
            <a:avLst/>
          </a:prstGeom>
        </p:spPr>
      </p:pic>
      <p:pic>
        <p:nvPicPr>
          <p:cNvPr id="3" name="Elementos multimedia en línea 2" title="Transistores de Efecto de Campo">
            <a:hlinkClick r:id="" action="ppaction://media"/>
            <a:extLst>
              <a:ext uri="{FF2B5EF4-FFF2-40B4-BE49-F238E27FC236}">
                <a16:creationId xmlns:a16="http://schemas.microsoft.com/office/drawing/2014/main" id="{6021C147-3FA9-CD47-BB93-27D0CFAA2493}"/>
              </a:ext>
            </a:extLst>
          </p:cNvPr>
          <p:cNvPicPr>
            <a:picLocks noRot="1" noChangeAspect="1"/>
          </p:cNvPicPr>
          <p:nvPr>
            <a:videoFile r:link="rId2"/>
          </p:nvPr>
        </p:nvPicPr>
        <p:blipFill>
          <a:blip r:embed="rId7"/>
          <a:stretch>
            <a:fillRect/>
          </a:stretch>
        </p:blipFill>
        <p:spPr>
          <a:xfrm>
            <a:off x="7141895" y="2707821"/>
            <a:ext cx="2540000" cy="1435100"/>
          </a:xfrm>
          <a:prstGeom prst="rect">
            <a:avLst/>
          </a:prstGeom>
        </p:spPr>
      </p:pic>
      <p:pic>
        <p:nvPicPr>
          <p:cNvPr id="4" name="Elementos multimedia en línea 3" title="Transistores JFET">
            <a:hlinkClick r:id="" action="ppaction://media"/>
            <a:extLst>
              <a:ext uri="{FF2B5EF4-FFF2-40B4-BE49-F238E27FC236}">
                <a16:creationId xmlns:a16="http://schemas.microsoft.com/office/drawing/2014/main" id="{DA555588-6842-A5C1-FAAD-44B0BF5924EB}"/>
              </a:ext>
            </a:extLst>
          </p:cNvPr>
          <p:cNvPicPr>
            <a:picLocks noRot="1" noChangeAspect="1"/>
          </p:cNvPicPr>
          <p:nvPr>
            <a:videoFile r:link="rId3"/>
          </p:nvPr>
        </p:nvPicPr>
        <p:blipFill>
          <a:blip r:embed="rId8"/>
          <a:stretch>
            <a:fillRect/>
          </a:stretch>
        </p:blipFill>
        <p:spPr>
          <a:xfrm>
            <a:off x="2533176" y="4475306"/>
            <a:ext cx="2540000" cy="1435100"/>
          </a:xfrm>
          <a:prstGeom prst="rect">
            <a:avLst/>
          </a:prstGeom>
        </p:spPr>
      </p:pic>
      <p:pic>
        <p:nvPicPr>
          <p:cNvPr id="5" name="Elementos multimedia en línea 4" title="TRANSISTORES DE EFECTO DE CAMPO (FET´s) Y SUS APLICACIONES: JFET/MOSFET y su funcionamiento básico.">
            <a:hlinkClick r:id="" action="ppaction://media"/>
            <a:extLst>
              <a:ext uri="{FF2B5EF4-FFF2-40B4-BE49-F238E27FC236}">
                <a16:creationId xmlns:a16="http://schemas.microsoft.com/office/drawing/2014/main" id="{1AA4DC35-0864-549E-CB84-A36682DA9FFE}"/>
              </a:ext>
            </a:extLst>
          </p:cNvPr>
          <p:cNvPicPr>
            <a:picLocks noRot="1" noChangeAspect="1"/>
          </p:cNvPicPr>
          <p:nvPr>
            <a:videoFile r:link="rId4"/>
          </p:nvPr>
        </p:nvPicPr>
        <p:blipFill>
          <a:blip r:embed="rId9"/>
          <a:stretch>
            <a:fillRect/>
          </a:stretch>
        </p:blipFill>
        <p:spPr>
          <a:xfrm>
            <a:off x="7141895" y="4478338"/>
            <a:ext cx="2540000" cy="1435100"/>
          </a:xfrm>
          <a:prstGeom prst="rect">
            <a:avLst/>
          </a:prstGeom>
        </p:spPr>
      </p:pic>
      <p:pic>
        <p:nvPicPr>
          <p:cNvPr id="6" name="Imagen 5" descr="Logotipo&#10;&#10;Descripción generada automáticamente con confianza media">
            <a:hlinkClick r:id="" action="ppaction://hlinkshowjump?jump=firstslide"/>
            <a:extLst>
              <a:ext uri="{FF2B5EF4-FFF2-40B4-BE49-F238E27FC236}">
                <a16:creationId xmlns:a16="http://schemas.microsoft.com/office/drawing/2014/main" id="{BBFC88E0-2DDB-9DC0-3F2C-F40620C1EC15}"/>
              </a:ext>
            </a:extLst>
          </p:cNvPr>
          <p:cNvPicPr>
            <a:picLocks noChangeAspect="1"/>
          </p:cNvPicPr>
          <p:nvPr/>
        </p:nvPicPr>
        <p:blipFill rotWithShape="1">
          <a:blip r:embed="rId10">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16309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3"/>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4"/>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2"/>
                </p:tgtEl>
              </p:cMediaNode>
            </p:video>
            <p:seq concurrent="1" nextAc="seek">
              <p:cTn id="20" restart="whenNotActive" fill="hold" evtFilter="cancelBubble" nodeType="interactiveSeq">
                <p:stCondLst>
                  <p:cond evt="onClick" delay="0">
                    <p:tgtEl>
                      <p:spTgt spid="2"/>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2"/>
                                        </p:tgtEl>
                                      </p:cBhvr>
                                    </p:cmd>
                                  </p:childTnLst>
                                </p:cTn>
                              </p:par>
                            </p:childTnLst>
                          </p:cTn>
                        </p:par>
                      </p:childTnLst>
                    </p:cTn>
                  </p:par>
                </p:childTnLst>
              </p:cTn>
              <p:nextCondLst>
                <p:cond evt="onClick" delay="0">
                  <p:tgtEl>
                    <p:spTgt spid="2"/>
                  </p:tgtEl>
                </p:cond>
              </p:nextCondLst>
            </p:seq>
            <p:video>
              <p:cMediaNode vol="80000">
                <p:cTn id="25" fill="hold" display="0">
                  <p:stCondLst>
                    <p:cond delay="indefinite"/>
                  </p:stCondLst>
                </p:cTn>
                <p:tgtEl>
                  <p:spTgt spid="3"/>
                </p:tgtEl>
              </p:cMediaNode>
            </p:video>
            <p:seq concurrent="1" nextAc="seek">
              <p:cTn id="26" restart="whenNotActive" fill="hold" evtFilter="cancelBubble" nodeType="interactiveSeq">
                <p:stCondLst>
                  <p:cond evt="onClick" delay="0">
                    <p:tgtEl>
                      <p:spTgt spid="3"/>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3"/>
                                        </p:tgtEl>
                                      </p:cBhvr>
                                    </p:cmd>
                                  </p:childTnLst>
                                </p:cTn>
                              </p:par>
                            </p:childTnLst>
                          </p:cTn>
                        </p:par>
                      </p:childTnLst>
                    </p:cTn>
                  </p:par>
                </p:childTnLst>
              </p:cTn>
              <p:nextCondLst>
                <p:cond evt="onClick" delay="0">
                  <p:tgtEl>
                    <p:spTgt spid="3"/>
                  </p:tgtEl>
                </p:cond>
              </p:nextCondLst>
            </p:seq>
            <p:video>
              <p:cMediaNode vol="80000">
                <p:cTn id="31" fill="hold" display="0">
                  <p:stCondLst>
                    <p:cond delay="indefinite"/>
                  </p:stCondLst>
                </p:cTn>
                <p:tgtEl>
                  <p:spTgt spid="4"/>
                </p:tgtEl>
              </p:cMediaNode>
            </p:video>
            <p:seq concurrent="1" nextAc="seek">
              <p:cTn id="32" restart="whenNotActive" fill="hold" evtFilter="cancelBubble" nodeType="interactiveSeq">
                <p:stCondLst>
                  <p:cond evt="onClick" delay="0">
                    <p:tgtEl>
                      <p:spTgt spid="4"/>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4"/>
                                        </p:tgtEl>
                                      </p:cBhvr>
                                    </p:cmd>
                                  </p:childTnLst>
                                </p:cTn>
                              </p:par>
                            </p:childTnLst>
                          </p:cTn>
                        </p:par>
                      </p:childTnLst>
                    </p:cTn>
                  </p:par>
                </p:childTnLst>
              </p:cTn>
              <p:nextCondLst>
                <p:cond evt="onClick" delay="0">
                  <p:tgtEl>
                    <p:spTgt spid="4"/>
                  </p:tgtEl>
                </p:cond>
              </p:nextCondLst>
            </p:seq>
            <p:video>
              <p:cMediaNode vol="80000">
                <p:cTn id="37" fill="hold" display="0">
                  <p:stCondLst>
                    <p:cond delay="indefinite"/>
                  </p:stCondLst>
                </p:cTn>
                <p:tgtEl>
                  <p:spTgt spid="5"/>
                </p:tgtEl>
              </p:cMediaNode>
            </p:video>
            <p:seq concurrent="1" nextAc="seek">
              <p:cTn id="38" restart="whenNotActive" fill="hold" evtFilter="cancelBubble" nodeType="interactiveSeq">
                <p:stCondLst>
                  <p:cond evt="onClick" delay="0">
                    <p:tgtEl>
                      <p:spTgt spid="5"/>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showMasterSp="0">
  <p:cSld>
    <p:bg>
      <p:bgPr>
        <a:solidFill>
          <a:schemeClr val="accent4"/>
        </a:solidFill>
        <a:effectLst/>
      </p:bgPr>
    </p:bg>
    <p:spTree>
      <p:nvGrpSpPr>
        <p:cNvPr id="1" name=""/>
        <p:cNvGrpSpPr/>
        <p:nvPr/>
      </p:nvGrpSpPr>
      <p:grpSpPr>
        <a:xfrm>
          <a:off x="0" y="0"/>
          <a:ext cx="0" cy="0"/>
          <a:chOff x="0" y="0"/>
          <a:chExt cx="0" cy="0"/>
        </a:xfrm>
      </p:grpSpPr>
      <p:sp>
        <p:nvSpPr>
          <p:cNvPr id="43" name="Rectángulo 42">
            <a:extLst>
              <a:ext uri="{FF2B5EF4-FFF2-40B4-BE49-F238E27FC236}">
                <a16:creationId xmlns:a16="http://schemas.microsoft.com/office/drawing/2014/main" id="{2003E298-7731-4A6D-39A7-D930C9E028E8}"/>
              </a:ext>
            </a:extLst>
          </p:cNvPr>
          <p:cNvSpPr/>
          <p:nvPr/>
        </p:nvSpPr>
        <p:spPr>
          <a:xfrm>
            <a:off x="464457" y="435429"/>
            <a:ext cx="11248572" cy="5979885"/>
          </a:xfrm>
          <a:prstGeom prst="rect">
            <a:avLst/>
          </a:prstGeom>
          <a:noFill/>
          <a:ln w="72390">
            <a:gradFill>
              <a:gsLst>
                <a:gs pos="0">
                  <a:srgbClr val="6DC4EB"/>
                </a:gs>
                <a:gs pos="100000">
                  <a:srgbClr val="B093C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45" name="Conector recto 44">
            <a:extLst>
              <a:ext uri="{FF2B5EF4-FFF2-40B4-BE49-F238E27FC236}">
                <a16:creationId xmlns:a16="http://schemas.microsoft.com/office/drawing/2014/main" id="{E36EE230-505B-FCBF-D666-D7D281B93122}"/>
              </a:ext>
            </a:extLst>
          </p:cNvPr>
          <p:cNvCxnSpPr/>
          <p:nvPr/>
        </p:nvCxnSpPr>
        <p:spPr>
          <a:xfrm>
            <a:off x="911225" y="1640115"/>
            <a:ext cx="8784318" cy="0"/>
          </a:xfrm>
          <a:prstGeom prst="line">
            <a:avLst/>
          </a:prstGeom>
          <a:ln w="76200">
            <a:gradFill>
              <a:gsLst>
                <a:gs pos="0">
                  <a:srgbClr val="6DC4EB"/>
                </a:gs>
                <a:gs pos="100000">
                  <a:srgbClr val="7F6CA1"/>
                </a:gs>
              </a:gsLst>
              <a:lin ang="0" scaled="0"/>
            </a:gradFill>
          </a:ln>
        </p:spPr>
        <p:style>
          <a:lnRef idx="1">
            <a:schemeClr val="accent1"/>
          </a:lnRef>
          <a:fillRef idx="0">
            <a:schemeClr val="accent1"/>
          </a:fillRef>
          <a:effectRef idx="0">
            <a:schemeClr val="accent1"/>
          </a:effectRef>
          <a:fontRef idx="minor">
            <a:schemeClr val="tx1"/>
          </a:fontRef>
        </p:style>
      </p:cxnSp>
      <p:sp>
        <p:nvSpPr>
          <p:cNvPr id="47" name="Título 1">
            <a:extLst>
              <a:ext uri="{FF2B5EF4-FFF2-40B4-BE49-F238E27FC236}">
                <a16:creationId xmlns:a16="http://schemas.microsoft.com/office/drawing/2014/main" id="{EEA84440-EDBF-D2AE-AF4B-DEAE759E62AB}"/>
              </a:ext>
            </a:extLst>
          </p:cNvPr>
          <p:cNvSpPr>
            <a:spLocks noGrp="1"/>
          </p:cNvSpPr>
          <p:nvPr>
            <p:ph type="ctrTitle"/>
          </p:nvPr>
        </p:nvSpPr>
        <p:spPr>
          <a:xfrm>
            <a:off x="771582" y="560991"/>
            <a:ext cx="9683058" cy="1004057"/>
          </a:xfrm>
        </p:spPr>
        <p:txBody>
          <a:bodyPr rtlCol="0">
            <a:normAutofit fontScale="90000"/>
          </a:bodyPr>
          <a:lstStyle/>
          <a:p>
            <a:pPr rtl="0"/>
            <a:r>
              <a:rPr lang="es-ES" dirty="0"/>
              <a:t>Transistores de efecto de campo</a:t>
            </a:r>
          </a:p>
        </p:txBody>
      </p:sp>
      <p:sp>
        <p:nvSpPr>
          <p:cNvPr id="48" name="Subtítulo 2">
            <a:extLst>
              <a:ext uri="{FF2B5EF4-FFF2-40B4-BE49-F238E27FC236}">
                <a16:creationId xmlns:a16="http://schemas.microsoft.com/office/drawing/2014/main" id="{65CD3FC8-EA0A-EC24-1E3F-D28C34E7BB3E}"/>
              </a:ext>
            </a:extLst>
          </p:cNvPr>
          <p:cNvSpPr>
            <a:spLocks noGrp="1"/>
          </p:cNvSpPr>
          <p:nvPr>
            <p:ph type="subTitle" idx="1"/>
          </p:nvPr>
        </p:nvSpPr>
        <p:spPr>
          <a:xfrm>
            <a:off x="771582" y="1810870"/>
            <a:ext cx="10631706" cy="471667"/>
          </a:xfrm>
        </p:spPr>
        <p:txBody>
          <a:bodyPr rtlCol="0">
            <a:normAutofit lnSpcReduction="10000"/>
          </a:bodyPr>
          <a:lstStyle/>
          <a:p>
            <a:pPr rtl="0"/>
            <a:r>
              <a:rPr lang="es-ES" sz="2800" b="1" dirty="0"/>
              <a:t>Tinkercad</a:t>
            </a:r>
          </a:p>
        </p:txBody>
      </p:sp>
      <p:pic>
        <p:nvPicPr>
          <p:cNvPr id="7" name="Imagen 6">
            <a:hlinkClick r:id="rId2"/>
            <a:extLst>
              <a:ext uri="{FF2B5EF4-FFF2-40B4-BE49-F238E27FC236}">
                <a16:creationId xmlns:a16="http://schemas.microsoft.com/office/drawing/2014/main" id="{B0033EC9-A369-EA62-8244-7D03DE06851A}"/>
              </a:ext>
            </a:extLst>
          </p:cNvPr>
          <p:cNvPicPr>
            <a:picLocks noChangeAspect="1"/>
          </p:cNvPicPr>
          <p:nvPr/>
        </p:nvPicPr>
        <p:blipFill rotWithShape="1">
          <a:blip r:embed="rId3">
            <a:clrChange>
              <a:clrFrom>
                <a:srgbClr val="FFFFFF"/>
              </a:clrFrom>
              <a:clrTo>
                <a:srgbClr val="FFFFFF">
                  <a:alpha val="0"/>
                </a:srgbClr>
              </a:clrTo>
            </a:clrChange>
          </a:blip>
          <a:srcRect l="13881" t="31434" r="32164" b="5339"/>
          <a:stretch/>
        </p:blipFill>
        <p:spPr>
          <a:xfrm>
            <a:off x="2806889" y="1810870"/>
            <a:ext cx="6578221" cy="4334035"/>
          </a:xfrm>
          <a:prstGeom prst="rect">
            <a:avLst/>
          </a:prstGeom>
        </p:spPr>
      </p:pic>
      <p:pic>
        <p:nvPicPr>
          <p:cNvPr id="2" name="Imagen 1" descr="Logotipo&#10;&#10;Descripción generada automáticamente con confianza media">
            <a:hlinkClick r:id="" action="ppaction://hlinkshowjump?jump=firstslide"/>
            <a:extLst>
              <a:ext uri="{FF2B5EF4-FFF2-40B4-BE49-F238E27FC236}">
                <a16:creationId xmlns:a16="http://schemas.microsoft.com/office/drawing/2014/main" id="{5A6F32CC-60E7-2D77-109D-A1F52A0333F8}"/>
              </a:ext>
            </a:extLst>
          </p:cNvPr>
          <p:cNvPicPr>
            <a:picLocks noChangeAspect="1"/>
          </p:cNvPicPr>
          <p:nvPr/>
        </p:nvPicPr>
        <p:blipFill rotWithShape="1">
          <a:blip r:embed="rId4">
            <a:clrChange>
              <a:clrFrom>
                <a:srgbClr val="FFFFFF"/>
              </a:clrFrom>
              <a:clrTo>
                <a:srgbClr val="FFFFFF">
                  <a:alpha val="0"/>
                </a:srgbClr>
              </a:clrTo>
            </a:clrChange>
          </a:blip>
          <a:srcRect l="7633" t="10271" r="50000" b="14727"/>
          <a:stretch/>
        </p:blipFill>
        <p:spPr>
          <a:xfrm>
            <a:off x="9999454" y="690490"/>
            <a:ext cx="1616977" cy="932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64603036"/>
      </p:ext>
    </p:extLst>
  </p:cSld>
  <p:clrMapOvr>
    <a:masterClrMapping/>
  </p:clrMapOvr>
</p:sld>
</file>

<file path=ppt/theme/theme1.xml><?xml version="1.0" encoding="utf-8"?>
<a:theme xmlns:a="http://schemas.openxmlformats.org/drawingml/2006/main" name="Tema de Office">
  <a:themeElements>
    <a:clrScheme name="Custom 3">
      <a:dk1>
        <a:srgbClr val="313650"/>
      </a:dk1>
      <a:lt1>
        <a:srgbClr val="29ABE2"/>
      </a:lt1>
      <a:dk2>
        <a:srgbClr val="4C1959"/>
      </a:dk2>
      <a:lt2>
        <a:srgbClr val="1B1464"/>
      </a:lt2>
      <a:accent1>
        <a:srgbClr val="8E64AE"/>
      </a:accent1>
      <a:accent2>
        <a:srgbClr val="000000"/>
      </a:accent2>
      <a:accent3>
        <a:srgbClr val="9E005D"/>
      </a:accent3>
      <a:accent4>
        <a:srgbClr val="FFFFFF"/>
      </a:accent4>
      <a:accent5>
        <a:srgbClr val="6DC4EB"/>
      </a:accent5>
      <a:accent6>
        <a:srgbClr val="662D91"/>
      </a:accent6>
      <a:hlink>
        <a:srgbClr val="4C1959"/>
      </a:hlink>
      <a:folHlink>
        <a:srgbClr val="4C1959"/>
      </a:folHlink>
    </a:clrScheme>
    <a:fontScheme name="Custom 7">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F6CA1"/>
        </a:solidFill>
        <a:ln w="72390">
          <a:solidFill>
            <a:schemeClr val="accent4"/>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20092758_TF16411243.potx" id="{E3059DD7-2470-4AF7-8EC2-CE4A330B2882}" vid="{52891842-D57D-448E-9E36-E63854B3CD1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9" ma:contentTypeDescription="Create a new document." ma:contentTypeScope="" ma:versionID="76e25e1730b4532ab1d5e5b131a96a5a">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d1e9281a84c4949647088091c718de3"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04C9FF3F-85B1-494A-B3F3-CC47272B0A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402908-31E8-4427-8D58-9F6650465DE0}">
  <ds:schemaRefs>
    <ds:schemaRef ds:uri="http://schemas.microsoft.com/sharepoint/v3/contenttype/forms"/>
  </ds:schemaRefs>
</ds:datastoreItem>
</file>

<file path=customXml/itemProps3.xml><?xml version="1.0" encoding="utf-8"?>
<ds:datastoreItem xmlns:ds="http://schemas.openxmlformats.org/officeDocument/2006/customXml" ds:itemID="{2F054295-23B6-4ABA-AD8F-FA83B00E1325}">
  <ds:schemaRefs>
    <ds:schemaRef ds:uri="http://schemas.openxmlformats.org/package/2006/metadata/core-properties"/>
    <ds:schemaRef ds:uri="fb0879af-3eba-417a-a55a-ffe6dcd6ca77"/>
    <ds:schemaRef ds:uri="http://purl.org/dc/terms/"/>
    <ds:schemaRef ds:uri="http://schemas.microsoft.com/office/2006/metadata/properties"/>
    <ds:schemaRef ds:uri="http://purl.org/dc/elements/1.1/"/>
    <ds:schemaRef ds:uri="http://purl.org/dc/dcmitype/"/>
    <ds:schemaRef ds:uri="http://schemas.microsoft.com/office/infopath/2007/PartnerControls"/>
    <ds:schemaRef ds:uri="http://schemas.microsoft.com/office/2006/documentManagement/types"/>
    <ds:schemaRef ds:uri="6dc4bcd6-49db-4c07-9060-8acfc67cef9f"/>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{ADBE5F11-4A72-43BE-B7DC-8D697BDC19E8}tf16411243_win32</Template>
  <TotalTime>1114</TotalTime>
  <Words>6889</Words>
  <Application>Microsoft Office PowerPoint</Application>
  <PresentationFormat>Panorámica</PresentationFormat>
  <Paragraphs>453</Paragraphs>
  <Slides>97</Slides>
  <Notes>1</Notes>
  <HiddenSlides>0</HiddenSlides>
  <MMClips>40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97</vt:i4>
      </vt:variant>
    </vt:vector>
  </HeadingPairs>
  <TitlesOfParts>
    <vt:vector size="102" baseType="lpstr">
      <vt:lpstr>Arial</vt:lpstr>
      <vt:lpstr>Calibri</vt:lpstr>
      <vt:lpstr>Century Gothic</vt:lpstr>
      <vt:lpstr>Verdana</vt:lpstr>
      <vt:lpstr>Tema de Office</vt:lpstr>
      <vt:lpstr>Unidad III: </vt:lpstr>
      <vt:lpstr>Fuentes de poder</vt:lpstr>
      <vt:lpstr>Fuentes de poder</vt:lpstr>
      <vt:lpstr>Fuentes de poder</vt:lpstr>
      <vt:lpstr>Fuentes de poder</vt:lpstr>
      <vt:lpstr>Fuentes de poder</vt:lpstr>
      <vt:lpstr>Fuentes de poder</vt:lpstr>
      <vt:lpstr>Fuentes de poder</vt:lpstr>
      <vt:lpstr>Fuentes de poder</vt:lpstr>
      <vt:lpstr>Fuentes de poder</vt:lpstr>
      <vt:lpstr>Fuentes de poder</vt:lpstr>
      <vt:lpstr>Resistencias</vt:lpstr>
      <vt:lpstr>Resistencias</vt:lpstr>
      <vt:lpstr>Resistencias</vt:lpstr>
      <vt:lpstr>Resistencias</vt:lpstr>
      <vt:lpstr>Resistencias</vt:lpstr>
      <vt:lpstr>Capacitores</vt:lpstr>
      <vt:lpstr>Capacitores</vt:lpstr>
      <vt:lpstr>Capacitores</vt:lpstr>
      <vt:lpstr>Capacitores</vt:lpstr>
      <vt:lpstr>Capacitores</vt:lpstr>
      <vt:lpstr>Capacitores</vt:lpstr>
      <vt:lpstr>Capacitores</vt:lpstr>
      <vt:lpstr>Capacitores</vt:lpstr>
      <vt:lpstr>Potenciómetros</vt:lpstr>
      <vt:lpstr>Potenciómetros</vt:lpstr>
      <vt:lpstr>Potenciómetros</vt:lpstr>
      <vt:lpstr>Potenciómetros</vt:lpstr>
      <vt:lpstr>Potenciómetros</vt:lpstr>
      <vt:lpstr>Potenciómetros</vt:lpstr>
      <vt:lpstr>Potenciómetros</vt:lpstr>
      <vt:lpstr>Potenciómetros</vt:lpstr>
      <vt:lpstr>Potenciómetros</vt:lpstr>
      <vt:lpstr>Potenciómetros</vt:lpstr>
      <vt:lpstr>Potenciómetros</vt:lpstr>
      <vt:lpstr>Potenciómetros</vt:lpstr>
      <vt:lpstr>Potenciómetros</vt:lpstr>
      <vt:lpstr>Potenciómetros</vt:lpstr>
      <vt:lpstr>Potenciómetros</vt:lpstr>
      <vt:lpstr>Leds</vt:lpstr>
      <vt:lpstr>Leds</vt:lpstr>
      <vt:lpstr>Leds</vt:lpstr>
      <vt:lpstr>Leds</vt:lpstr>
      <vt:lpstr>Leds</vt:lpstr>
      <vt:lpstr>Leds</vt:lpstr>
      <vt:lpstr>Leds</vt:lpstr>
      <vt:lpstr>Leds</vt:lpstr>
      <vt:lpstr>Switch</vt:lpstr>
      <vt:lpstr>Switch</vt:lpstr>
      <vt:lpstr>Switch</vt:lpstr>
      <vt:lpstr>Switch</vt:lpstr>
      <vt:lpstr>Switch</vt:lpstr>
      <vt:lpstr>Switch</vt:lpstr>
      <vt:lpstr>Switch</vt:lpstr>
      <vt:lpstr>Switch</vt:lpstr>
      <vt:lpstr>Switch</vt:lpstr>
      <vt:lpstr>Switch</vt:lpstr>
      <vt:lpstr>Switch</vt:lpstr>
      <vt:lpstr>Motores de Corriente Continua</vt:lpstr>
      <vt:lpstr>Motores de Corriente Continua</vt:lpstr>
      <vt:lpstr>Motores de Corriente Continua</vt:lpstr>
      <vt:lpstr>Motores de Corriente Continua</vt:lpstr>
      <vt:lpstr>Motores de Corriente Continua</vt:lpstr>
      <vt:lpstr>Motores de Corriente Continua</vt:lpstr>
      <vt:lpstr>Motores de Corriente Continua</vt:lpstr>
      <vt:lpstr>Motores de Corriente Continua</vt:lpstr>
      <vt:lpstr>Motores de Corriente Continua</vt:lpstr>
      <vt:lpstr>Diodo Zener</vt:lpstr>
      <vt:lpstr>Diodo Zener</vt:lpstr>
      <vt:lpstr>Diodo Zener</vt:lpstr>
      <vt:lpstr>Diodo Zener</vt:lpstr>
      <vt:lpstr>Diodo Zener</vt:lpstr>
      <vt:lpstr>Diodo Zener</vt:lpstr>
      <vt:lpstr>Diodo Zener</vt:lpstr>
      <vt:lpstr>Diodo Zener</vt:lpstr>
      <vt:lpstr>Diodo Zener</vt:lpstr>
      <vt:lpstr>Diodo Zener</vt:lpstr>
      <vt:lpstr>Diodo Zener</vt:lpstr>
      <vt:lpstr>Diodo Zener</vt:lpstr>
      <vt:lpstr>Diodo Zener</vt:lpstr>
      <vt:lpstr>Transistor Bipolar</vt:lpstr>
      <vt:lpstr>Transistor Bipolar</vt:lpstr>
      <vt:lpstr>Transistor Bipolar</vt:lpstr>
      <vt:lpstr>Transistor Bipolar</vt:lpstr>
      <vt:lpstr>Transistor Bipolar</vt:lpstr>
      <vt:lpstr>Transistores de efecto de campo</vt:lpstr>
      <vt:lpstr>Transistores de efecto de campo</vt:lpstr>
      <vt:lpstr>Transistores de efecto de campo</vt:lpstr>
      <vt:lpstr>Transistores de efecto de campo</vt:lpstr>
      <vt:lpstr>Transistores de efecto de campo</vt:lpstr>
      <vt:lpstr>Transistores de efecto de campo</vt:lpstr>
      <vt:lpstr>Transistores de efecto de campo</vt:lpstr>
      <vt:lpstr>Transistores de efecto de campo</vt:lpstr>
      <vt:lpstr>Transistores de efecto de campo</vt:lpstr>
      <vt:lpstr>Transistores de efecto de campo</vt:lpstr>
      <vt:lpstr>Transistores de efecto de campo</vt:lpstr>
      <vt:lpstr>Transistores de efecto de campo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II: </dc:title>
  <dc:creator>Guillermo AntonioAguirre</dc:creator>
  <cp:lastModifiedBy>Guillermo AntonioAguirre</cp:lastModifiedBy>
  <cp:revision>3</cp:revision>
  <dcterms:created xsi:type="dcterms:W3CDTF">2022-09-24T02:30:37Z</dcterms:created>
  <dcterms:modified xsi:type="dcterms:W3CDTF">2024-11-08T19:38:15Z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