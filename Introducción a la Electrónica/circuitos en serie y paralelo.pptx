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1" r:id="rId6"/>
    <p:sldId id="263" r:id="rId7"/>
    <p:sldId id="256" r:id="rId8"/>
    <p:sldId id="264" r:id="rId9"/>
    <p:sldId id="257" r:id="rId10"/>
    <p:sldId id="265" r:id="rId11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216" y="-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24575,'6'0'0,"9"0"0,15 0 0,8 0 0,17 0 0,6 7 0,-1 1 0,-4 0 0,1-1 0,-3-3 0,3 6 0,4 0 0,-2-1 0,-4 4 0,1 0 0,-2-2 0,-4-4 0,-11-2-8191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24575,'13'7'0,"10"1"0,15 0 0,19-1 0,21-3 0,9-1 0,2-1 0,-7-2 0,-11 0 0,-11 0 0,-9 0 0,-8-1 0,-10 1-8191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24575,'4'-4'0,"0"1"0,1-1 0,0 1 0,0 1 0,-1-1 0,2 1 0,-1 0 0,0 0 0,0 0 0,1 1 0,10-2 0,67-2 0,-60 4 0,336 17 0,-123 0 0,621-10-67,-565-7-1231,-239 1-5528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24575,'0'6'0,"0"22"0,0 19 0,0 14 0,0 10 0,0 5 0,0 3 0,0 1 0,0 6 0,0 2 0,0-2 0,0-2 0,0-9 0,0-12 0,0-8 0,0-9 0,0-11-8191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4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398 124 24575,'-1'-2'0,"1"-1"0,-1 0 0,0 0 0,0 0 0,0 1 0,0-1 0,-1 1 0,1-1 0,-1 1 0,1-1 0,-1 1 0,0 0 0,0 0 0,0 0 0,0 0 0,0 0 0,-1 0 0,1 0 0,0 1 0,-4-2 0,-60-31 0,45 24 0,16 8 0,-6-3 0,1 0 0,-1 0 0,1 1 0,-16-3 0,24 6 0,0 1 0,0-1 0,0 1 0,-1 0 0,1 0 0,0 0 0,0 0 0,0 0 0,0 0 0,-1 0 0,1 1 0,0-1 0,0 1 0,0 0 0,0 0 0,0-1 0,0 1 0,0 1 0,0-1 0,0 0 0,1 0 0,-1 1 0,0-1 0,1 1 0,-1-1 0,1 1 0,-1 0 0,1-1 0,-2 4 0,-1 4 0,1 0 0,0 0 0,0 0 0,0 1 0,1-1 0,1 1 0,0 0 0,0 10 0,5 87 0,-1-55 0,-2-39 0,-1 8 0,1 1 0,1-1 0,1 1 0,9 32 0,-10-48 0,0 0 0,1 0 0,0 0 0,0 0 0,0-1 0,1 1 0,0-1 0,0 0 0,0 0 0,1 0 0,-1 0 0,1-1 0,0 0 0,0 0 0,1 0 0,-1-1 0,1 0 0,0 0 0,10 4 0,1-2 0,0-1 0,0-1 0,29 3 0,-29-5 0,0 2 0,0 0 0,29 9 0,4 5 0,-26-10 0,-1 0 0,-1 2 0,0 1 0,0 1 0,22 15 0,-39-22 0,1 0 0,-2 0 0,1 1 0,0-1 0,-1 1 0,0 0 0,0 1 0,0-1 0,-1 1 0,1-1 0,-2 1 0,1 0 0,0 0 0,-1 0 0,0 1 0,-1-1 0,0 0 0,1 1 0,-2-1 0,1 1 0,-1 0 0,0-1 0,-2 13 0,0-11 0,1 0 0,-2 0 0,1 0 0,-1 0 0,0-1 0,-1 0 0,1 1 0,-2-1 0,1 0 0,-1-1 0,0 1 0,0-1 0,-1 0 0,1 0 0,-1-1 0,-1 1 0,1-2 0,-1 1 0,0-1 0,-13 7 0,-12 4 0,-1-1 0,-1-2 0,-49 11 0,66-18 0,-25 4 0,-1-2 0,0-2 0,0-2 0,0-1 0,-85-9 0,97 1-1365,6-2-5461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24575,'23'465'0,"-16"-399"0,25 167 0,-26-199-195,0 0 0,2-1 0,2-1 0,1 1 0,2-1 0,29 53 0,-28-61-6631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27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24575,'0'-1'0,"1"0"0,-1 0 0,0 0 0,0 0 0,1 0 0,-1 0 0,0 0 0,1 0 0,-1 0 0,1 0 0,0 0 0,-1 0 0,1 0 0,-1 0 0,1 1 0,0-1 0,0 0 0,0 1 0,-1-1 0,1 0 0,0 1 0,0-1 0,0 1 0,0-1 0,0 1 0,0 0 0,0-1 0,0 1 0,0 0 0,0 0 0,0-1 0,0 1 0,0 0 0,0 0 0,1 1 0,42 1 0,-39-1 0,153 13-76,235-8 0,-235-7-1137,-118 1-5613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3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24575,'0'6'0,"0"9"0,0 15 0,0 8 0,6 11 0,3 4 0,-1-1 0,-2-4 0,-1-2 0,-2 10 0,-2 2 0,0-3 0,-1-4 0,0-4 0,-1-4 0,1-3 0,0-7-8191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3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24575,'0'-1'0,"1"-1"0,-1 1 0,1-1 0,0 1 0,-1-1 0,1 1 0,0 0 0,0-1 0,0 1 0,0 0 0,0 0 0,0 0 0,0 0 0,0 0 0,1 0 0,-1 0 0,0 0 0,1 0 0,-1 0 0,1 0 0,-1 1 0,0-1 0,1 1 0,0-1 0,-1 1 0,1 0 0,-1 0 0,4-1 0,54-5 0,-48 6 0,673-7 0,-373 10 0,-196-3-1365,-82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3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24575,'104'-1'0,"125"3"0,-208 1 0,0 0 0,-1 2 0,1 0 0,-1 2 0,0 0 0,0 1 0,-1 0 0,0 2 0,-1 1 0,0 0 0,0 1 0,-2 1 0,1 0 0,16 19 0,-27-25 0,0 1 0,0 1 0,-1-1 0,0 1 0,0 0 0,-1 0 0,0 0 0,-1 0 0,0 1 0,0 0 0,-1-1 0,-1 1 0,2 12 0,-2-3 0,0 0 0,-1 0 0,-1 0 0,-1-1 0,0 1 0,-6 19 0,6-33 0,0 1 0,0-1 0,-1 0 0,1 1 0,-1-1 0,0 0 0,-1-1 0,1 1 0,-1-1 0,0 1 0,0-1 0,0 0 0,-1-1 0,1 1 0,-1-1 0,0 0 0,-7 4 0,-9 3 0,-1-1 0,-1-1 0,-24 5 0,23-7 0,-41 18 0,57-20 0,0 1 0,0 0 0,0 0 0,1 0 0,0 1 0,-8 8 0,14-13 0,0 0 0,0 0 0,1 0 0,-1 0 0,0 0 0,1 0 0,-1 0 0,0 0 0,1 0 0,0 0 0,-1 0 0,1 0 0,0 1 0,-1-1 0,1 0 0,0 0 0,0 0 0,0 1 0,0-1 0,0 0 0,0 2 0,1-1 0,0-1 0,1 1 0,-1-1 0,0 0 0,0 1 0,1-1 0,-1 0 0,0 0 0,1 0 0,-1 0 0,1 0 0,0 0 0,-1-1 0,1 1 0,0 0 0,-1-1 0,1 0 0,0 1 0,-1-1 0,3 0 0,33 6-7,1-3 0,-1-1 0,74-6 0,-30 0-1330,-42 4-5489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37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8 145 24575,'0'458'0,"0"-448"0,0 0 0,1-1 0,0 1 0,1-1 0,0 0 0,1 1 0,0-1 0,0 0 0,1-1 0,0 1 0,0 0 0,1-1 0,0 0 0,1 0 0,0-1 0,0 1 0,0-1 0,1-1 0,0 1 0,1-1 0,-1 0 0,1-1 0,0 0 0,1 0 0,-1-1 0,1 0 0,0 0 0,0-1 0,0 0 0,0-1 0,0 0 0,1 0 0,17 0 0,-22-2 0,-1 0 0,1 0 0,0 0 0,0-1 0,0 0 0,0 0 0,-1 0 0,1-1 0,0 0 0,-1 0 0,1 0 0,-1 0 0,0-1 0,0 1 0,0-1 0,7-6 0,-7 4 0,1-1 0,-1 1 0,0-1 0,0 0 0,-1 0 0,0-1 0,0 1 0,0-1 0,-1 0 0,2-9 0,1-13 0,-1 0 0,-2 0 0,-1-1 0,-3-41 0,1 64 0,0-98 0,2 62 0,-2 0 0,-11-71 0,9 100 0,-2 0 0,1 1 0,-2 0 0,0 0 0,0 0 0,-2 1 0,1 0 0,-1 0 0,-1 1 0,0 0 0,-1 1 0,-13-12 0,17 16 0,-1 1 0,0 0 0,0 0 0,-1 1 0,1 0 0,-1 0 0,0 1 0,0 0 0,-13-3 0,15 5 0,0 0 0,1 1 0,-1-1 0,0 1 0,1 1 0,-1-1 0,0 1 0,0 0 0,1 0 0,-1 1 0,1-1 0,-1 1 0,1 1 0,0-1 0,-7 5 0,7-3-68,1 0 0,0 0-1,-1 1 1,1-1 0,1 1 0,-1 0-1,1 1 1,0-1 0,0 0 0,0 1-1,1 0 1,0-1 0,0 1 0,0 0-1,1 0 1,0 0 0,0 0 0,1 1-1,0 9 1,-2 17-6758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24575,'4'84'0,"4"-1"0,19 84 0,-11-79 0,7 141 0,-22-207-227,1 0-1,1-1 1,1 1-1,0-1 1,10 25-1,1-6-6598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3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24575,'6'0'0,"9"0"0,8 0 0,7 0 0,4 0 0,4 0 0,1 0 0,7 0 0,8 0 0,15 0 0,8-7 0,-2-1 0,-1-7 0,-7 0 0,-8 2 0,-8 3 0,-13 4-8191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0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24575,'7'0'0,"1"13"0,0 10 0,-2 9 0,-1 10 0,-2 13 0,-2 2 0,0 4 0,5 12 0,9 6 0,2-4 0,-3-2 0,-3-6 0,-3-3 0,-4-11-8191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24575,'47'-20'0,"1"1"0,0 3 0,53-11 0,23-8 0,-85 24 0,1 2 0,1 2 0,77-5 0,129 13 0,-97 3 0,139-5-1365,-256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24575,'0'7'0,"0"7"0,0 9 0,7 20 0,1 8 0,0 10 0,-1 6 0,-3-1 0,-1 0 0,-1-4 0,-2-6 0,7 7 0,8-2 0,1-3 0,-2-7 0,4-10 0,-3-14-8191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386 149 24575,'-1'-7'0,"0"1"0,0 0 0,-1 0 0,0 0 0,0 0 0,0 0 0,-1 1 0,0-1 0,0 1 0,0-1 0,-1 1 0,1 0 0,-1 0 0,-1 1 0,1-1 0,0 1 0,-1 0 0,0 0 0,0 1 0,0-1 0,-1 1 0,-9-4 0,6 2 0,0 0 0,0 2 0,-1-1 0,1 1 0,-1 0 0,0 1 0,1 0 0,-1 1 0,0 0 0,0 0 0,-1 1 0,1 0 0,-14 3 0,16 0 0,1 0 0,-1 0 0,1 1 0,0 0 0,0 0 0,1 1 0,-1 0 0,1 0 0,0 0 0,1 1 0,-1 0 0,1 0 0,0 0 0,0 1 0,1 0 0,0-1 0,0 2 0,1-1 0,-5 13 0,2-3 0,0 1 0,1 0 0,1 0 0,1 1 0,0-1 0,1 0 0,2 30 0,0-42 0,1 0 0,0 0 0,0 0 0,1 0 0,0 0 0,0 0 0,0 0 0,1 0 0,0-1 0,0 1 0,0-1 0,1 0 0,-1 0 0,1 0 0,1-1 0,-1 1 0,1-1 0,-1 0 0,1 0 0,9 5 0,8 3 0,1-1 0,0 0 0,45 12 0,-20-7 0,21 6 0,-45-15 0,-1 0 0,0 1 0,0 2 0,22 12 0,-39-18 0,0 0 0,0 0 0,-1 0 0,0 0 0,0 1 0,0 0 0,-1 0 0,1 1 0,-1-1 0,0 1 0,-1 0 0,1 0 0,-1 0 0,-1 0 0,1 1 0,-1-1 0,0 1 0,0-1 0,0 8 0,0-3 0,-1-1 0,0 0 0,-1 1 0,0-1 0,0 1 0,-3 12 0,2-19 0,0-1 0,0 0 0,0 1 0,0-1 0,-1 0 0,1 0 0,-1 0 0,0 0 0,0 0 0,0 0 0,0-1 0,0 1 0,-1-1 0,1 1 0,-1-1 0,1 0 0,-1 0 0,0 0 0,0 0 0,0-1 0,0 1 0,-6 1 0,-19 3-18,-1 0 0,0-2 0,-1-2 0,1 0 0,0-2 0,-52-6-1,7 1-1219,38 4-5588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24575,'6'0'0,"9"0"0,9 0 0,5 0 0,12 0 0,5 0 0,2 0 0,-2 0 0,-8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7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24575,'0'-2'0,"1"1"0,-1 0 0,1-1 0,-1 1 0,1 0 0,-1 0 0,1-1 0,0 1 0,-1 0 0,1 0 0,0 0 0,0 0 0,0 0 0,0 0 0,0 0 0,0 0 0,0 0 0,0 1 0,1-1 0,-1 0 0,0 1 0,0-1 0,1 1 0,-1-1 0,0 1 0,0 0 0,2-1 0,42-7 0,-41 8 0,389-7 0,-225 10 0,-13-3-1365,-116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24575,'19'0'0,"20"0"0,22 0 0,14 0 0,13 0 0,5 0 0,-1 0 0,-3 0 0,-3 0 0,-11 0 0,-11 0 0,-10 0 0,-14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7:4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24575,'0'-1'0,"0"0"0,1 0 0,-1 0 0,0 0 0,1 0 0,-1 0 0,1 0 0,-1 0 0,1 0 0,-1 0 0,1 0 0,0 0 0,0 0 0,-1 0 0,1 1 0,0-1 0,0 0 0,0 0 0,0 1 0,0-1 0,0 1 0,0-1 0,0 1 0,0-1 0,0 1 0,0 0 0,2-1 0,36-6 0,-32 6 0,137-10 0,181 10 0,-158 3 0,4023 0-1365,-4148-2-5461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0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1069 0 24575,'-16'0'0,"-245"7"0,210-3 0,1 3 0,-1 1 0,-54 18 0,58-9 0,0 1 0,0 2 0,2 3 0,1 1 0,1 3 0,1 1 0,1 2 0,-46 44 0,78-65 0,1 1 0,0 0 0,0 0 0,1 1 0,0 0 0,1 0 0,0 1 0,1 0 0,1 0 0,0 0 0,0 0 0,1 1 0,0-1 0,0 14 0,-2 26 0,3-1 0,5 61 0,-1-47 0,-2-62 0,-1 39 0,2 0 0,2 0 0,2 0 0,2-1 0,20 71 0,-20-91 0,1 0 0,1 0 0,0-1 0,2 0 0,23 33 0,-29-47 0,1 1 0,0-1 0,1 0 0,-1-1 0,1 1 0,0-1 0,0 0 0,1-1 0,-1 0 0,1 0 0,0-1 0,0 0 0,0 0 0,1-1 0,-1 0 0,1 0 0,-1-1 0,11 1 0,400-8 0,-400 5 0,-1-1 0,0 0 0,0-1 0,0-1 0,26-10 0,-36 10 0,1 1 0,-1-2 0,0 0 0,0 0 0,0 0 0,-1-1 0,1 0 0,-2 0 0,1-1 0,-1 0 0,0 0 0,8-11 0,4-11 0,-1 0 0,18-46 0,-30 64 0,-1 0 0,-1 0 0,1-1 0,-2 1 0,0-1 0,0 0 0,-1 0 0,0 0 0,-1 1 0,-2-18 0,1 25 0,1 1 0,-1-1 0,0 0 0,0 1 0,-1-1 0,1 1 0,-1 0 0,0 0 0,0-1 0,0 1 0,0 0 0,0 0 0,-1 1 0,1-1 0,-1 1 0,0-1 0,0 1 0,-4-3 0,2 2 0,0 1 0,-1 0 0,1 0 0,-1 0 0,1 1 0,-1 0 0,0 0 0,0 0 0,1 1 0,-12 0 0,3 1 0,0 1 0,0 0 0,-1 1 0,2 1 0,-1 0 0,0 1 0,1 0 0,-22 13 0,22-10-62,1 1 0,1 0 0,-1 0 0,2 1 0,-1 1 0,1 0 0,1 1 0,0-1 0,1 2 0,0-1 0,1 1 0,0 0-1,1 1 1,1-1 0,0 1 0,0 1 0,2-1 0,0 0 0,0 1 0,2 0 0,-1 20 0,1 6-6764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0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116 195 24575,'3'66'0,"2"0"0,3-1 0,17 69 0,70 186 0,-89-302 0,1-1 0,1 0 0,1 0 0,0-1 0,1 0 0,0 0 0,20 20 0,-23-28 0,0-2 0,0 1 0,1-1 0,0 0 0,0 0 0,1-1 0,-1 0 0,1-1 0,0 0 0,0 0 0,1-1 0,-1 0 0,1-1 0,-1 0 0,18 2 0,-3-4 0,0-1 0,0 0 0,-1-2 0,1-1 0,-1-1 0,25-8 0,-31 8 0,0-2 0,0 0 0,0-1 0,-1 0 0,0-2 0,-1 1 0,0-2 0,20-17 0,-26 18 0,-1-1 0,1 0 0,-1 0 0,-1 0 0,0-1 0,8-20 0,26-81 0,-29 75 0,5-17 0,-3 0 0,-1-1 0,-4 0 0,-1-1 0,-4 0 0,-1 0 0,-10-103 0,6 153 0,0 0 0,0 1 0,-1-1 0,0 1 0,0-1 0,-1 1 0,0 0 0,0 0 0,0 0 0,0 1 0,-1-1 0,0 1 0,0 0 0,-1 0 0,0 0 0,1 0 0,-2 1 0,1 0 0,0 0 0,-1 0 0,0 1 0,1 0 0,-2 0 0,1 0 0,0 1 0,0 0 0,-1 0 0,-7-1 0,-18-3 0,-1 2 0,-1 1 0,1 1 0,-48 5 0,42-2 0,18-1 0,-39 1 0,-103 15 0,127-10 0,2 2 0,-67 22 0,91-25 0,0-1 0,0 1 0,1 1 0,-1-1 0,1 2 0,1-1 0,-1 1 0,1 1 0,0-1 0,1 2 0,-1-1 0,2 1 0,-12 18 0,-1 8-273,2 1 0,1 1 0,2 0 0,-14 59 0,22-59-6553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1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24575,'3'0'0,"0"0"0,0 1 0,0 0 0,0-1 0,0 1 0,0 0 0,0 1 0,0-1 0,0 0 0,-1 1 0,1-1 0,0 1 0,-1 0 0,0 0 0,1 0 0,-1 0 0,0 1 0,0-1 0,0 0 0,0 1 0,0 0 0,-1-1 0,1 1 0,-1 0 0,0 0 0,0 0 0,0 0 0,0 0 0,0 0 0,0 3 0,3 14 0,-1-1 0,-1 1 0,0 31 0,-2-37 0,0 317 116,-2-127-1597,2-172-5345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1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24575,'4'-3'0,"1"-1"0,0 1 0,-1 0 0,1 0 0,0 1 0,0-1 0,0 1 0,1 0 0,-1 0 0,0 1 0,1-1 0,-1 1 0,1 1 0,0-1 0,-1 1 0,1 0 0,0 0 0,-1 0 0,1 1 0,-1 0 0,1 0 0,9 4 0,-2-1 0,0 0 0,0 2 0,-1-1 0,0 2 0,0 0 0,0 0 0,-1 1 0,12 10 0,-13-9 0,-1 0 0,-1 0 0,0 0 0,0 1 0,0 0 0,-2 1 0,1-1 0,-1 1 0,8 23 0,-11-25 0,-1 0 0,0 0 0,0 1 0,-1-1 0,-1 0 0,1 1 0,-2-1 0,1 1 0,-1-1 0,0 1 0,-1-1 0,0 0 0,-7 16 0,-35 73 0,29-70 0,2 2 0,-13 40 0,17-41 0,4-15 0,1 1 0,0-1 0,1 1 0,-2 22 0,5-33 0,0 1 0,1-1 0,-1 0 0,1 1 0,0-1 0,0 0 0,0 0 0,0 0 0,1 0 0,0 0 0,0 0 0,0 0 0,0 0 0,0 0 0,1-1 0,0 1 0,-1-1 0,1 0 0,7 6 0,9 3-136,-1-1-1,2 0 1,0-2-1,0 0 1,1-1-1,0-1 1,0-1-1,0 0 0,36 3 1,-16-4-6690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1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24575,'0'7'0,"0"8"0,6 14 0,9 16 0,2 7 0,4 13 0,-1 2 0,-5 9 0,3-8 0,-2-9 0,-5-9 0,-3-5 0,-3-5 0,4-9 0,0-3 0,-1-7-8191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16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24575,'6'0'0,"9"0"0,8 0 0,7 0 0,4 0 0,3 0 0,2 0 0,1 0 0,-1 0 0,1 0 0,-1 0 0,-1 0 0,1 0 0,-1 0 0,-7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24575,'0'-1'0,"0"0"0,1-1 0,-1 1 0,0 0 0,1 0 0,-1 0 0,1 0 0,-1 0 0,1 0 0,0 0 0,-1 0 0,1 0 0,0 0 0,0 0 0,-1 1 0,1-1 0,0 0 0,0 1 0,0-1 0,0 0 0,0 1 0,0-1 0,0 1 0,0-1 0,0 1 0,1 0 0,-1-1 0,0 1 0,0 0 0,0 0 0,0 0 0,0 0 0,1 0 0,0 0 0,50 3 0,-42-2 0,29 3 0,1 1 0,-1 2 0,-1 2 0,1 1 0,-1 2 0,41 20 0,-65-25 0,0 0 0,-1 1 0,-1 0 0,1 1 0,-1 0 0,-1 1 0,0 1 0,0-1 0,-1 2 0,0 0 0,-1 0 0,-1 0 0,0 1 0,0 0 0,-2 1 0,1 0 0,-2 0 0,0 0 0,5 21 0,-7-19 0,0 1 0,0 0 0,-2 0 0,0 18 0,0-31 0,-1 0 0,-1-1 0,1 1 0,0-1 0,-1 1 0,0-1 0,0 1 0,0-1 0,0 1 0,-1-1 0,1 0 0,-1 1 0,0-1 0,0 0 0,0 0 0,0 0 0,0-1 0,-1 1 0,1-1 0,-1 1 0,0-1 0,0 0 0,0 0 0,0 0 0,-6 3 0,-41 8 0,42-11 0,0-1 0,1 1 0,-1 0 0,0 0 0,1 1 0,0 0 0,-1 1 0,1-1 0,0 1 0,-8 7 0,14-10 0,1-1 0,0 0 0,0 1 0,-1-1 0,1 0 0,0 1 0,-1-1 0,1 0 0,0 1 0,0-1 0,0 0 0,-1 1 0,1-1 0,0 1 0,0-1 0,0 1 0,0-1 0,0 0 0,0 1 0,0-1 0,0 1 0,0-1 0,0 1 0,0-1 0,0 1 0,0-1 0,0 0 0,0 1 0,0-1 0,1 1 0,-1-1 0,0 0 0,0 1 0,0-1 0,1 1 0,-1-1 0,19 14 0,28 4 0,-45-18 0,57 17 0,-38-12 0,0 0 0,-1 2 0,0 0 0,25 14 0,-38-17 0,-1 0 0,0 1 0,0 0 0,0 0 0,-1 0 0,0 0 0,0 1 0,0 0 0,-1 0 0,1 0 0,-2 0 0,1 1 0,-1 0 0,0 0 0,0 0 0,3 11 0,-4-11 0,0 0 0,-1 0 0,1 1 0,-1-1 0,-1 1 0,0-1 0,0 1 0,0-1 0,-1 1 0,0-1 0,0 1 0,-1-1 0,-4 13 0,3-14 0,0-1 0,0-1 0,0 1 0,-1 0 0,1-1 0,-1 1 0,0-1 0,-1 0 0,1-1 0,-1 1 0,0-1 0,1 0 0,-1 0 0,-1 0 0,1-1 0,0 0 0,-1 0 0,-7 2 0,-20 3 0,0-2 0,-1-2 0,1-1 0,-1-1 0,-61-7 0,-6 1 0,-11 4-1365,79 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24575,'0'7'0,"0"14"0,0 11 0,0 12 0,0 12 0,0 3 0,0 10 0,6 1 0,3-6 0,-1-1 0,5-4 0,1-6 0,-3-6 0,3-4 0,0-3 0,-3-2 0,-4-7-8191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24575,'13'0'0,"17"0"0,16 0 0,14 0 0,9 0 0,-1 0 0,-5 0 0,-7 0 0,-7 0 0,-11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24575,'0'9'0,"-1"76"0,4 1 0,18 115 0,-16-176 0,-3-6 0,2 0 0,0 0 0,2 0 0,9 23 0,-12-37 0,0 1 0,0-1 0,0 0 0,1 0 0,0 0 0,0 0 0,0-1 0,1 0 0,-1 0 0,1 0 0,0 0 0,0-1 0,1 1 0,-1-1 0,1-1 0,-1 1 0,11 2 0,-1 0 20,0-2 0,1 0 0,-1-1 0,1 0 0,24-1 0,-33-1-126,1-1 0,-1 0 0,0 0 0,1 0 0,-1-1 0,0 0-1,0 0 1,0 0 0,0-1 0,0-1 0,0 1 0,-1-1 0,9-6 0,9-16-6720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6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24575,'6'7'0,"0"0"0,-1 0 0,0 1 0,0 0 0,-1 0 0,0 0 0,0 1 0,3 12 0,14 73 0,23 292 0,-40-156-365,-5-186-635,1-12-5826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24575,'7'0'0,"20"0"0,20 0 0,15 6 0,2 2 0,10 7 0,-1 6 0,-12 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2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24575,'13'0'0,"10"0"0,15 0 0,7 0 0,3 0 0,-2 0 0,-7 0-8191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3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24575,'0'7'0,"0"14"0,0 11 0,0 12 0,0 5 0,0 8 0,0 7 0,0-2 0,0-4 0,0 1 0,0-4 0,0-4 0,0-5 0,0-3 0,0-10-8191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36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194 126 24575,'0'-11'0,"-1"1"0,0-1 0,-1 1 0,0-1 0,0 1 0,-1 0 0,-6-15 0,8 24 0,0-1 0,0 0 0,0 0 0,0 0 0,0 1 0,-1-1 0,1 0 0,0 1 0,-1 0 0,1-1 0,-1 1 0,0 0 0,1-1 0,-1 1 0,0 0 0,0 0 0,0 1 0,-2-2 0,1 2 0,1 0 0,-1 0 0,1 0 0,0 0 0,-1 1 0,1-1 0,0 1 0,-1 0 0,1-1 0,0 1 0,0 0 0,-1 0 0,1 1 0,0-1 0,0 0 0,0 1 0,1-1 0,-1 1 0,0 0 0,-1 1 0,-7 7 0,2 1 0,-1-1 0,1 1 0,1 1 0,0-1 0,1 1 0,0 1 0,1-1 0,-7 22 0,7-15 0,0 0 0,2 1 0,0-1 0,1 1 0,1-1 0,2 23 0,-2-39 0,1 0 0,1 0 0,-1 0 0,0 0 0,1 0 0,-1 0 0,1-1 0,0 1 0,0 0 0,0 0 0,0-1 0,1 1 0,-1-1 0,1 1 0,-1-1 0,1 1 0,0-1 0,0 0 0,0 0 0,4 3 0,-4-4 0,1 0 0,0 0 0,-1 0 0,1-1 0,0 1 0,-1-1 0,1 1 0,0-1 0,-1 0 0,1 0 0,0-1 0,0 1 0,-1 0 0,1-1 0,0 0 0,-1 1 0,5-3 0,4-2 0,0 0 0,-1-1 0,1 0 0,-1-1 0,-1 0 0,1 0 0,-1-1 0,14-16 0,-8 3 0,-1-1 0,0 0 0,-2-1 0,17-41 0,-29 64 0,0 0 0,0 0 0,0 0 0,0 0 0,0 0 0,0 1 0,0-1 0,0 0 0,0 0 0,0 0 0,1 0 0,-1 0 0,0 0 0,0 0 0,0 0 0,0 1 0,0-1 0,0 0 0,0 0 0,0 0 0,1 0 0,-1 0 0,0 0 0,0 0 0,0 0 0,0 0 0,0 0 0,0 0 0,0 0 0,1 0 0,-1 0 0,0 0 0,0 0 0,0 0 0,0 0 0,0 0 0,0 0 0,1 0 0,-1 0 0,0 0 0,0 0 0,0 0 0,0 0 0,0 0 0,0 0 0,1 0 0,-1 0 0,0 0 0,0-1 0,2 27 0,-2 35 0,-4 281-1365,4-304-5461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3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24575,'20'0'0,"25"0"0,24 0 0,21 0 0,13 0 0,9 0 0,5 0 0,-5 0 0,-8 0 0,-9 0 0,-21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3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1 24575,'-14'-1'0,"1"1"0,-1 1 0,0 0 0,0 0 0,1 1 0,-1 1 0,1 1 0,0-1 0,0 2 0,0 0 0,0 1 0,1 0 0,0 1 0,0 0 0,1 0 0,0 2 0,-16 14 0,8-4 0,2 0 0,0 1 0,1 1 0,1 1 0,1 0 0,1 1 0,1 0 0,1 1 0,1 0 0,2 1 0,-9 33 0,14-41 0,0 0 0,1 1 0,1-1 0,0 0 0,2 0 0,-1 0 0,2 1 0,4 16 0,-3-22 0,0-1 0,1 1 0,1 0 0,0-1 0,0 0 0,1 0 0,1-1 0,0 0 0,0 0 0,1 0 0,17 17 0,-12-17 0,1-1 0,-1 1 0,1-2 0,1 0 0,0-1 0,0 0 0,0-2 0,1 1 0,-1-2 0,1 0 0,21 2 0,2-1 0,0-2 0,0-2 0,62-5 0,-93 3 0,0 0 0,0 0 0,0 0 0,0-1 0,0 0 0,0-1 0,0 0 0,0 0 0,-1-1 0,0 1 0,0-2 0,11-7 0,-14 8 0,0 0 0,-1 0 0,1-1 0,-1 0 0,0 1 0,0-1 0,-1 0 0,1-1 0,-1 1 0,0 0 0,-1-1 0,1 1 0,-1-1 0,0 1 0,0-1 0,-1 0 0,0 1 0,0-1 0,-1-7 0,-1-10 0,-1 0 0,-1 1 0,-12-42 0,13 54 0,0 1 0,-1-1 0,0 1 0,0 0 0,-1 0 0,0 0 0,-1 1 0,0 0 0,0 0 0,-1 0 0,-9-7 0,15 13 0,-1 1 0,0-1 0,0 1 0,0 0 0,0-1 0,0 1 0,0 0 0,0 0 0,0 0 0,0 1 0,0-1 0,-1 0 0,1 1 0,0 0 0,-1-1 0,1 1 0,0 0 0,-1 0 0,1 0 0,0 1 0,0-1 0,-5 2 0,5-1 0,-1 1 0,1-1 0,-1 1 0,1 0 0,0 0 0,0 0 0,0 0 0,0 1 0,0-1 0,0 0 0,1 1 0,-1 0 0,1-1 0,0 1 0,-2 3 0,-2 9 0,1 0 0,1 0 0,0 0 0,0 1 0,1 19 0,6 258-1365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4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24575,'0'1'0,"0"-1"0,1 0 0,-1 0 0,0 1 0,0-1 0,1 0 0,-1 0 0,0 0 0,0 0 0,1 1 0,-1-1 0,0 0 0,1 0 0,-1 0 0,0 0 0,1 0 0,-1 0 0,0 0 0,1 0 0,-1 0 0,0 0 0,1 0 0,-1 0 0,0 0 0,1 0 0,-1 0 0,0 0 0,1 0 0,-1 0 0,0 0 0,1 0 0,-1-1 0,0 1 0,0 0 0,1 0 0,-1 0 0,0-1 0,0 1 0,1 0 0,-1 0 0,0-1 0,0 1 0,0 0 0,1 0 0,-1-1 0,0 1 0,0 0 0,0-1 0,0 1 0,0 0 0,1-1 0,-1 1 0,0 0 0,0-1 0,0 1 0,0 0 0,0-1 0,0 1 0,0 0 0,0-1 0,0 1 0,0 0 0,-1-1 0,1 1 0,0-1 0,17 24 0,-7 1 0,-2 0 0,0 1 0,-2 0 0,-1 0 0,0 0 0,-2 1 0,0 32 0,12 77 0,-10-107 0,-3-13 0,0-1 0,2 0 0,-1 1 0,11 21 0,-13-32 0,1-1 0,0 0 0,0 1 0,0-1 0,1 0 0,-1 0 0,1-1 0,0 1 0,-1 0 0,1-1 0,0 0 0,1 1 0,-1-1 0,0-1 0,1 1 0,-1 0 0,1-1 0,-1 1 0,1-1 0,0 0 0,-1-1 0,8 2 0,-1-1 0,-1 0 0,1-1 0,-1 0 0,1-1 0,0 0 0,-1-1 0,1 1 0,-1-2 0,0 1 0,14-7 0,-18 6 0,0 1 0,-1-1 0,0 0 0,1 0 0,-1-1 0,-1 1 0,1-1 0,0 0 0,-1 0 0,0 0 0,0-1 0,0 1 0,0-1 0,-1 1 0,0-1 0,0 0 0,0 0 0,0 0 0,-1 0 0,1-10 0,1-7 10,-2-1 0,-1 0 0,-1 1 0,-1-1 0,-1 1 0,-1-1 0,-1 1 0,-1 0 0,0 0 0,-2 1 0,-16-33 0,0 9-307,-1 0 0,-3 2 0,-1 1 0,-36-40 0,31 44-6529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5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24575,'1'-3'0,"1"0"0,-1 0 0,1-1 0,0 1 0,0 0 0,0 0 0,0 1 0,1-1 0,-1 0 0,1 1 0,0 0 0,-1-1 0,1 1 0,0 0 0,0 0 0,1 1 0,2-2 0,1-1 0,32-18 0,2 1 0,1 3 0,1 1 0,0 2 0,1 2 0,0 2 0,57-6 0,-8 9 0,162 8 0,-103 3 0,-40-3-1365,-79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8:59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24575,'48'3'0,"0"2"0,0 2 0,62 18 0,24 4 0,20 10 0,-116-27 0,0-2 0,1-1 0,0-2 0,44 2 0,-73-9 0,1 0 0,-1 0 0,1 2 0,-1-1 0,0 1 0,14 5 0,-21-6 0,0 1 0,0 0 0,0 0 0,0 0 0,0 0 0,0 0 0,-1 0 0,1 1 0,-1-1 0,1 1 0,-1 0 0,0 0 0,0-1 0,-1 2 0,1-1 0,0 0 0,-1 0 0,0 0 0,0 1 0,0-1 0,0 0 0,1 7 0,-1-1 0,0 1 0,0-1 0,-1 0 0,0 0 0,-1 0 0,0 1 0,0-1 0,-1 0 0,0 0 0,0 0 0,-1-1 0,-1 1 0,-6 12 0,3-9 0,-1 0 0,-1 0 0,0-1 0,0 0 0,-1-1 0,0 0 0,-23 16 0,-9 1 0,-2-2 0,0-2 0,-89 33 0,132-55 0,-237 82-1365,190-68-5461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0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24575,'0'873'0,"2"-843"42,1 0-1,12 49 0,0 11-1530,-11-58-5337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0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24575,'109'5'0,"144"25"0,-13-1 0,652-14 0,-546-18 0,-295 1 67,84-15 0,6-2-1566,-109 18-5327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1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0 374 24575,'2'56'0,"3"0"0,2 0 0,3 0 0,1-1 0,4-1 0,1 0 0,43 92 0,-44-107 0,-2 2 0,-1-1 0,-2 1 0,-3 1 0,0 0 0,0 49 0,-4-65 0,2 0 0,1 0 0,16 39 0,0 6 0,-16-53 0,-1-19 0,-3-30 0,-10-47 0,-22-103 0,-1 1 0,-8-34 0,22 129 0,-13-144 0,30-43 0,2 133 0,-2 138 0,-1-5 0,1 0 0,1 0 0,-1-1 0,1 1 0,0 0 0,3-7 0,-4 13 0,0-1 0,1 0 0,-1 0 0,0 0 0,1 1 0,-1-1 0,1 0 0,0 0 0,-1 1 0,1-1 0,-1 1 0,1-1 0,0 0 0,0 1 0,-1-1 0,1 1 0,0 0 0,0-1 0,-1 1 0,3-1 0,-2 1 0,1 0 0,0 0 0,-1 0 0,1 0 0,-1 1 0,1-1 0,0 0 0,-1 1 0,1-1 0,-1 1 0,1-1 0,-1 1 0,1 0 0,-1 0 0,3 1 0,11 9 0,0 1 0,0 0 0,-2 1 0,1 1 0,-1 0 0,19 29 0,-16-19 0,0 2 0,-2 0 0,20 48 0,-29-60 0,0 0 0,0 1 0,-2 0 0,1 0 0,-2 0 0,0 0 0,-1 0 0,-1 0 0,0 1 0,-1-1 0,-1 0 0,0 0 0,-1 0 0,0 0 0,-1 0 0,-1-1 0,-1 1 0,0-1 0,0-1 0,-2 1 0,0-1 0,0-1 0,-1 1 0,0-1 0,-19 17 0,24-24 0,-8 6 0,0 1 0,1 1 0,1 0 0,0 0 0,-13 24 0,21-34 0,1 0 0,0 1 0,-1-1 0,1 1 0,0-1 0,1 1 0,-1-1 0,1 1 0,0 0 0,0-1 0,0 1 0,0 0 0,0-1 0,1 1 0,-1-1 0,1 1 0,0-1 0,1 1 0,-1-1 0,0 1 0,1-1 0,0 0 0,0 0 0,0 0 0,0 0 0,0 0 0,0 0 0,1-1 0,0 1 0,-1-1 0,6 4 0,19 12 0,1-1 0,1-1 0,0-1 0,1-2 0,60 19 0,1 1 0,65 35 0,-63-26 0,106 32 0,-120-43-1365,-49-15-5461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11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24575,'6'6'0,"9"9"0,2 9 0,4-1 0,-1 9 0,3-1 0,-4 1 0,3 8 0,-3 3 0,-5 2 0,2-2 0,-2-1 0,-4-1 0,4-1 0,-1-7-8191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1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24575,'0'7'0,"0"8"0,0 15 0,0 8 0,-6 11 0,-10 10 0,0 8 0,-12-8 0,0 0 0,-9-11 0,2-7 0,7-10-8191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1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24575,'44'-1'0,"-28"0"0,1 0 0,-1 1 0,0 1 0,1 0 0,17 5 0,-30-5 0,-1 0 0,1 0 0,0 1 0,-1-1 0,1 1 0,-1 0 0,1 0 0,-1 0 0,0 1 0,0-1 0,0 1 0,0-1 0,0 1 0,-1 0 0,1 0 0,-1 1 0,0-1 0,0 0 0,0 1 0,0-1 0,-1 1 0,0 0 0,1-1 0,-1 1 0,0 0 0,0 4 0,2 8 0,-1-1 0,0 1 0,-2 0 0,1 0 0,-2 0 0,0 0 0,-1 0 0,-1-1 0,0 1 0,-1-1 0,-1 0 0,0 0 0,-1 0 0,0-1 0,-9 15 0,3-11 0,2 0 0,0 1 0,1 0 0,1 1 0,1 0 0,-5 25 0,10-40 0,2-1 0,-1 1 0,0-1 0,1 1 0,0-1 0,0 1 0,0-1 0,0 1 0,1 0 0,0-1 0,0 0 0,0 1 0,0-1 0,1 1 0,0-1 0,0 0 0,0 0 0,0 0 0,0 0 0,1-1 0,0 1 0,0 0 0,0-1 0,0 0 0,1 0 0,-1 0 0,1 0 0,-1-1 0,1 1 0,0-1 0,0 0 0,1 0 0,-1 0 0,8 2 0,9 1-273,-1-1 0,1 0 0,0-2 0,30 1 0,-11-3-6553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1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24575,'0'7'0,"0"8"0,0 8 0,0 7 0,0 4 0,0 4 0,0 0 0,0 2 0,0 0 0,-6-1 0,-9-6 0,-1-10-8191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1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24575,'24'0'0,"0"0"0,0 2 0,0 1 0,0 0 0,33 11 0,-47-10 0,0 0 0,0 0 0,-1 1 0,0 0 0,0 1 0,0 0 0,-1 0 0,1 1 0,-2 0 0,1 0 0,-1 1 0,0 0 0,-1 0 0,11 17 0,-11-12 0,0 0 0,-1 0 0,-1 0 0,0 0 0,0 1 0,-1-1 0,-1 1 0,-1 0 0,1 23 0,2 18 0,-2-43 0,1 0 0,0-1 0,0 1 0,1-1 0,0 0 0,1 0 0,1 0 0,-1 0 0,2-1 0,0 0 0,0-1 0,10 12 0,-3-7 0,-1-1 0,2-1 0,0 0 0,0-1 0,1 0 0,0-1 0,19 8 0,-32-17 0,0 0 0,1 1 0,-1 0 0,0 0 0,0 0 0,0 0 0,0 0 0,-1 0 0,1 1 0,-1-1 0,1 1 0,-1 0 0,0 0 0,0 0 0,0 0 0,0 0 0,1 5 0,-2-5 0,-1-1 0,0 0 0,0 0 0,-1 0 0,1 0 0,0 0 0,-1 1 0,1-1 0,-1 0 0,0 0 0,1 0 0,-1 0 0,0 0 0,0 0 0,0-1 0,-1 1 0,1 0 0,0 0 0,-1-1 0,1 1 0,-1-1 0,0 1 0,1-1 0,-1 0 0,0 0 0,0 0 0,0 1 0,0-2 0,0 1 0,-3 1 0,-12 4-127,0 0-1,-1-2 1,0 0-1,0-1 1,1 0-1,-2-2 1,1 0-1,-28-3 1,41 2-91,-30-1-6608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2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2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 24575,'-9'0'0,"0"0"0,0 1 0,0 0 0,0 1 0,0 0 0,0 0 0,0 1 0,1 0 0,-1 0 0,-13 8 0,11-3 0,0 0 0,1 0 0,0 1 0,1 0 0,0 0 0,-15 21 0,23-29 0,-47 64 0,-42 71 0,69-99 0,-16 40 0,31-62 0,1 1 0,0 0 0,1 0 0,1 0 0,-2 30 0,2 23 0,10 111 0,-5-168 0,0 0 0,1 0 0,1-1 0,0 1 0,1-1 0,0 0 0,1 0 0,7 11 0,7 8 0,35 39 0,-50-63 0,1 0 0,0-1 0,1 1 0,-1-1 0,1 0 0,0 0 0,0-1 0,1 0 0,-1-1 0,1 1 0,8 1 0,-13-4 0,0 0 0,0 0 0,0-1 0,0 1 0,-1-1 0,1 0 0,0 0 0,0 0 0,0 0 0,0-1 0,0 1 0,0-1 0,0 0 0,0 1 0,-1-1 0,1 0 0,0-1 0,-1 1 0,1 0 0,-1-1 0,1 0 0,-1 1 0,0-1 0,1 0 0,-1 0 0,0-1 0,0 1 0,-1 0 0,1-1 0,0 1 0,-1-1 0,1 1 0,-1-1 0,2-4 0,1-7 0,0-1 0,0 0 0,-1 0 0,-1-1 0,-1 1 0,0-28 0,-12-92 0,11 132 0,0-1 0,0 1 0,-1 0 0,0 0 0,1 0 0,-1 0 0,0 0 0,-1 0 0,1 1 0,0-1 0,-1 0 0,0 0 0,1 1 0,-1-1 0,0 1 0,0 0 0,-1-1 0,1 1 0,0 0 0,-1 0 0,1 1 0,-1-1 0,0 0 0,1 1 0,-1-1 0,0 1 0,0 0 0,-3-1 0,1 2 0,1 0 0,0-1 0,0 1 0,-1 1 0,1-1 0,0 1 0,0 0 0,-1 0 0,1 0 0,0 0 0,0 1 0,0-1 0,0 1 0,1 0 0,-1 1 0,0-1 0,1 0 0,0 1 0,-1 0 0,-2 3 0,-3 3 12,1 1 0,0-1 0,0 1 0,1 1 0,0 0 0,1 0 0,0 0 0,1 1 0,-6 16 0,6-8-260,1-1 1,0 1-1,2 0 1,0-1-1,1 26 1,2-13-6579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2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2 111 24575,'-1'180'0,"3"197"0,32-97 0,-33-274 0,-1-1 0,2 1 0,-1-1 0,1 0 0,-1 1 0,1-1 0,1 0 0,-1 0 0,1-1 0,0 1 0,0 0 0,0-1 0,1 0 0,0 0 0,-1 0 0,1 0 0,1 0 0,-1-1 0,6 4 0,-3-4 0,0 0 0,0 0 0,1-1 0,-1 0 0,1 0 0,-1-1 0,1 0 0,0 0 0,0-1 0,-1 0 0,1 0 0,0-1 0,8-1 0,-9 1 0,-1 0 0,1 0 0,0-1 0,-1 0 0,1 0 0,-1-1 0,1 0 0,-1 0 0,0 0 0,0-1 0,-1 0 0,1 0 0,-1 0 0,7-8 0,-5 4 0,0-1 0,-1 0 0,-1-1 0,1 1 0,-2-1 0,1 0 0,-1 0 0,3-16 0,13-57 0,-4-1 0,-4 0 0,-4-1 0,-4-159 0,-4 232 0,-1 1 0,0-1 0,-1 1 0,0-1 0,0 1 0,-2 0 0,1 0 0,-1 0 0,-1 1 0,0-1 0,0 1 0,-1 0 0,-1 0 0,1 1 0,-2 0 0,1 0 0,-1 1 0,0 0 0,-1 0 0,-9-6 0,-5-4-273,-1 0 0,0 2 0,-1 0 0,-33-14 0,24 18-6553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2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24575,'0'-1'0,"0"0"0,0 0 0,0 1 0,1-1 0,-1 0 0,1 0 0,-1 1 0,0-1 0,1 0 0,-1 0 0,1 1 0,-1-1 0,1 1 0,0-1 0,-1 0 0,1 1 0,0-1 0,-1 1 0,1 0 0,0-1 0,0 1 0,-1-1 0,1 1 0,0 0 0,1-1 0,26-5 0,-25 5 0,90-10 0,-1 5 0,124 5 0,-98 3 0,458 0-1365,-545-2-5461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23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24575,'0'6'0,"0"9"0,7 22 0,8 16 0,1 13 0,5 14 0,-1 0 0,-4 0 0,-5-2 0,-4 0 0,-4-2 0,-2-6 0,-1-3 0,0-18 0,-1-38 0,0-21-8191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2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62 24575,'0'-3'0,"0"1"0,0 0 0,0-1 0,-1 1 0,1-1 0,0 1 0,-1 0 0,0-1 0,1 1 0,-1 0 0,0-1 0,0 1 0,0 0 0,0 0 0,-1 0 0,1 0 0,-1 0 0,1 0 0,-1 1 0,0-1 0,1 0 0,-1 1 0,0-1 0,0 1 0,0 0 0,0-1 0,0 1 0,-1 0 0,1 0 0,0 1 0,0-1 0,-1 0 0,1 1 0,0-1 0,-1 1 0,1 0 0,-1 0 0,1 0 0,-1 0 0,1 0 0,0 1 0,-3 0 0,-3 0 0,0 0 0,0 1 0,1 0 0,-1 0 0,1 1 0,0 0 0,-1 0 0,1 1 0,1 0 0,-1 0 0,1 0 0,-7 6 0,-2 7 0,0 1 0,2 0 0,0 1 0,1 1 0,1 0 0,0 0 0,2 1 0,0 0 0,2 1 0,0 0 0,2 0 0,0 0 0,1 1 0,2 0 0,0-1 0,3 46 0,-1-65 0,0 0 0,0 0 0,1 0 0,-1 0 0,1 1 0,0-1 0,0 0 0,0 0 0,1-1 0,-1 1 0,1 0 0,-1 0 0,1-1 0,0 1 0,3 3 0,-3-5 0,-1 0 0,1 0 0,0 0 0,0 0 0,-1 0 0,1 0 0,0 0 0,0-1 0,0 1 0,0-1 0,0 1 0,0-1 0,0 0 0,0 0 0,0 0 0,0 0 0,0 0 0,3-1 0,2 0 0,-1-1 0,0-1 0,1 1 0,-1-1 0,0 0 0,0 0 0,-1-1 0,1 0 0,-1 0 0,1 0 0,-1-1 0,-1 1 0,5-7 0,10-15 0,-2-1 0,-1-1 0,-1-1 0,-2-1 0,-1 1 0,-1-2 0,7-35 0,-12 58 0,-2 19 0,2 37 0,-4-24 0,12 44 0,22 66 0,-16-68 0,14 91 0,-20-72-48,-4-25-611,4 86 1,-14-114-6168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5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24575,'7'0'0,"8"0"0,8 0 0,7 0 0,5 0 0,2 0 0,2 0 0,1 0 0,0 0 0,-1 0 0,-7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5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24575,'6'0'0,"16"0"0,16 0 0,9 0 0,2 0 0,0 0 0,4 0 0,-1 0 0,-2 0 0,-10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39:59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24575,'0'-1'0,"0"0"0,1 0 0,-1 0 0,0 0 0,1 0 0,-1 0 0,1 0 0,-1 0 0,1 0 0,-1 0 0,1 0 0,0 0 0,-1 1 0,1-1 0,0 0 0,0 0 0,0 1 0,-1-1 0,1 0 0,0 1 0,0-1 0,0 1 0,0 0 0,0-1 0,0 1 0,0-1 0,1 1 0,34-7 0,-30 6 0,31-1 0,0 2 0,0 1 0,-1 2 0,66 13 0,-92-14 0,14 3 0,0 1 0,-1 1 0,0 0 0,0 2 0,-1 1 0,0 1 0,-1 1 0,0 0 0,-1 2 0,0 0 0,26 26 0,-42-37 0,0 1 0,-1 0 0,0 1 0,0-1 0,0 0 0,0 1 0,-1 0 0,0 0 0,0 0 0,0 0 0,0 0 0,-1 0 0,0 0 0,0 0 0,0 0 0,0 1 0,-1-1 0,0 0 0,0 1 0,-1-1 0,0 0 0,0 1 0,0-1 0,0 0 0,-1 0 0,1 0 0,-2 0 0,1 0 0,0-1 0,-1 1 0,0-1 0,0 1 0,0-1 0,0 0 0,-1 0 0,0 0 0,0-1 0,0 1 0,0-1 0,0 0 0,-1 0 0,1 0 0,-1-1 0,-8 3 0,-11 5 0,0-2 0,0-1 0,-1-1 0,-26 3 0,30-6 0,0 1 0,1 0 0,-1 2 0,1 0 0,0 1 0,-22 12 0,41-18 0,0-1 0,-1 1 0,1 0 0,0-1 0,0 1 0,0 0 0,0 0 0,0 0 0,0 0 0,0 0 0,0 0 0,0 0 0,1 0 0,-1 0 0,0 1 0,1-1 0,-1 0 0,1 0 0,-1 2 0,1-2 0,0 0 0,0 0 0,0 0 0,0 0 0,1 0 0,-1 0 0,0-1 0,1 1 0,-1 0 0,0 0 0,1 0 0,-1 0 0,1-1 0,-1 1 0,1 0 0,0 0 0,-1-1 0,1 1 0,0-1 0,1 2 0,5 2 0,0 1 0,1-1 0,-1-1 0,15 6 0,-17-8 0,47 18 0,0 2 0,-2 2 0,0 2 0,-2 3 0,77 57 0,-122-83 0,0 1 0,0 0 0,0-1 0,0 2 0,0-1 0,0 0 0,-1 0 0,0 1 0,0 0 0,0-1 0,0 1 0,0 0 0,-1 0 0,1 0 0,-1 0 0,1 7 0,-2-8 0,0 1 0,-1-1 0,1 1 0,-1-1 0,1 1 0,-1-1 0,0 0 0,-1 0 0,1 1 0,-1-1 0,1 0 0,-1 0 0,0 0 0,0 0 0,0-1 0,-3 4 0,-4 3 0,-1-1 0,0 0 0,0-1 0,-1 0 0,0 0 0,0-1 0,0 0 0,-1-1 0,-18 5 0,2-3-273,-1 0 0,0-3 0,1 0 0,-47-1 0,39-3-6553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0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0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24575,'0'1124'0,"0"-1144"-1365,0-5-5461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0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24575,'-6'7'0,"1"1"0,0 0 0,0 0 0,1 1 0,0-1 0,1 1 0,0 0 0,0-1 0,-1 13 0,-5 10 0,-7 17 0,2 1 0,2 0 0,3 1 0,2 0 0,-2 78 0,8-17 0,6 155 0,-4-254 0,1-1 0,0 1 0,0-1 0,1 0 0,1 1 0,0-2 0,0 1 0,1 0 0,0-1 0,1 0 0,0 0 0,1-1 0,15 17 0,-16-20 0,0 0 0,1-1 0,0 1 0,0-1 0,0-1 0,1 0 0,-1 0 0,1 0 0,0-1 0,0 0 0,1 0 0,-1-1 0,0 0 0,1-1 0,-1 0 0,1 0 0,0-1 0,-1 0 0,11-2 0,0-1 0,-1-1 0,0-1 0,0-1 0,0 0 0,-1-1 0,0-1 0,0-1 0,-1-1 0,0 0 0,-1-1 0,0 0 0,-1-1 0,18-19 0,-29 28 0,-1-1 0,1 1 0,0-1 0,-1 1 0,0-1 0,0 0 0,0 0 0,0 0 0,0 0 0,-1 0 0,0 0 0,0 0 0,0-1 0,0 1 0,-1 0 0,1-1 0,-1 1 0,0 0 0,-1-1 0,-1-7 0,0 5 0,0-1 0,-1 1 0,0 0 0,0 0 0,-1 0 0,0 0 0,0 0 0,0 1 0,-1 0 0,0 0 0,-7-7 0,3 5 0,0 0 0,0 1 0,0 0 0,-1 1 0,0 0 0,0 0 0,-17-6 0,21 10 0,0-1 0,0 2 0,-1-1 0,1 1 0,0-1 0,-1 2 0,1-1 0,0 1 0,-1 0 0,1 0 0,-1 1 0,1 0 0,-8 2 0,10-2 4,1 1 0,0 0 0,0 0 0,0 0 0,0 0 1,0 0-1,0 0 0,0 1 0,1 0 0,-1-1 0,1 1 0,0 0 0,0 0 0,0 0 0,0 1 0,0-1 0,1 0 0,-1 1 0,1-1 0,0 1 0,0-1 0,1 1 0,-2 4 0,0 11-227,1-1-1,0 1 1,2 24-1,0-30-344,0 22-6258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06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24575,'0'13'0,"0"11"0,6 7 0,2 5 0,7-3 0,7-8 0,6-14 0,-2-16 0,-5-13 0,-6-10 0,-12 0 0,-14 4 0,-4 0 0,-6-2 0,0 10 0,4 13 0,5 8-8191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1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1298 24575,'18'-1'0,"-1"-1"0,1 0 0,21-6 0,14-3 0,34-1 0,-1-4 0,-1-3 0,85-32 0,-162 48 0,-1 0 0,0 0 0,0 0 0,-1-1 0,1 0 0,-1-1 0,1 1 0,-1-1 0,-1 0 0,1-1 0,-1 1 0,0-1 0,0 0 0,4-7 0,-5 4 0,0-1 0,0 0 0,-1 0 0,0 0 0,-1 0 0,0-1 0,-1 1 0,0-1 0,0-20 0,-2-1 0,-2 0 0,-1 0 0,-1 1 0,-1-1 0,-2 1 0,-19-49 0,0 18 0,-3 2 0,-42-65 0,41 77 0,7 12 0,-24-50 0,43 75 0,0-1 0,0 0 0,1 0 0,1 0 0,0-1 0,1 1 0,0-1 0,0-23 0,3 31 0,0-1 0,0 1 0,0 0 0,1-1 0,0 1 0,0 0 0,0 0 0,1 0 0,0 0 0,-1 1 0,2-1 0,-1 1 0,1 0 0,-1-1 0,1 2 0,0-1 0,0 0 0,1 1 0,-1 0 0,1 0 0,8-4 0,3-1 0,0 0 0,0 2 0,0 0 0,1 0 0,26-4 0,19 3 0,0 3 0,0 2 0,66 6 0,13 1 0,-97-4 0,0 2 0,0 2 0,-1 2 0,0 1 0,0 3 0,60 23 0,-92-29 0,-1 0 0,1 1 0,-1 0 0,0 1 0,-1 0 0,0 0 0,0 1 0,0 0 0,-1 1 0,0 0 0,-1 0 0,0 1 0,0 0 0,-1 0 0,0 0 0,4 14 0,-4-9 0,-2 0 0,1 0 0,-2 1 0,0-1 0,-1 1 0,-1-1 0,0 1 0,-1 0 0,-1-1 0,0 1 0,-7 29 0,1-19 0,-1-1 0,-1 0 0,-1 0 0,-1-1 0,-1 0 0,-16 23 0,-99 121 0,75-105 0,42-51 0,1 0 0,1 0 0,0 1 0,1 0 0,0 0 0,1 1 0,0-1 0,1 1 0,1 1 0,0-1 0,1 1 0,0 0 0,1-1 0,1 1 0,1 20 0,1-31 0,-1-1 0,1 1 0,0 0 0,0-1 0,1 1 0,-1-1 0,1 0 0,0 1 0,0-1 0,0 0 0,0 0 0,0 0 0,1 0 0,-1 0 0,1-1 0,0 1 0,0-1 0,0 0 0,0 0 0,0 0 0,1 0 0,-1 0 0,0-1 0,1 0 0,-1 1 0,1-1 0,0 0 0,6 0 0,12 3 0,0-1 0,0-2 0,38-1 0,-38 0 0,317-7-1365,-298 6-5461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2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2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0 688 24575,'13597'0'-3586,"-7082"0"4312,-6073-5-446,-2-19-1,553-102 1,-231-34-280,68-12 0,9 62 0,-63 85 195,6 33 147,-152 0-207,2816-8-871,-2415-45 1543,-221 8 366,-7 39-1270,-375 1 176,-197-2-1321,-164-1-5584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3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24575,'0'760'-1365,"0"-728"-5461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34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24575,'31'0'0,"95"1"0,184-24 0,44-51 0,-216 42 0,-77 21 0,1 2 0,0 4 0,106 3 0,-103 1 0,95-15 0,27-2 0,-140 17-1365,-7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36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24575,'1'9'0,"1"0"0,0 0 0,0 0 0,1-1 0,0 1 0,0-1 0,1 1 0,5 7 0,14 38 0,-14-13 0,8 77 0,5 21 0,-1-33 0,12 147 0,-29-231 0,1 0 0,1 0 0,1-1 0,1 0 0,13 26 0,-10-34 0,-7-26 0,-5-34 0,-118-615 0,110 617 0,3 18 0,1 1 0,1 0 0,2-1 0,0-38 0,2 62 0,1 0 0,-1 0 0,1 1 0,0-1 0,-1 1 0,1-1 0,0 0 0,1 1 0,-1-1 0,0 1 0,1 0 0,-1 0 0,1-1 0,0 1 0,0 0 0,0 0 0,3-3 0,0 2 0,0 1 0,-1-1 0,1 0 0,0 1 0,0 0 0,1 0 0,-1 1 0,9-2 0,9 0 0,0 1 0,1 1 0,31 3 0,-33 0 0,36-3 0,-25 0 0,60 7 0,-86-6 0,0 1 0,-1 1 0,1-1 0,0 1 0,-1 1 0,1-1 0,-1 1 0,0 0 0,1 0 0,-2 1 0,1 0 0,0 0 0,-1 0 0,8 7 0,-9-5 0,0-1 0,0 1 0,-1 0 0,1 0 0,-1 0 0,-1 0 0,1 1 0,-1-1 0,0 1 0,-1 0 0,1-1 0,-1 1 0,0 0 0,-1 0 0,0 0 0,0 0 0,-1 0 0,1-1 0,-1 1 0,-1 0 0,1 0 0,-1-1 0,-1 1 0,1-1 0,-1 0 0,0 1 0,0-1 0,-1-1 0,0 1 0,0 0 0,0-1 0,-1 0 0,1 0 0,-1 0 0,-1-1 0,1 1 0,-1-1 0,1-1 0,-1 1 0,0-1 0,0 0 0,-1 0 0,1 0 0,-12 2 0,-291 64 0,286-64 0,-45 15 0,63-18 0,0 0 0,0 0 0,0 0 0,0 0 0,1 1 0,-1 0 0,1 0 0,0 1 0,0-1 0,0 1 0,0-1 0,1 1 0,-1 1 0,1-1 0,-4 6 0,7-8 0,-1 0 0,1 0 0,0 1 0,0-1 0,-1 0 0,1 1 0,1-1 0,-1 0 0,0 1 0,0-1 0,1 0 0,0 0 0,-1 0 0,1 1 0,0-1 0,0 0 0,0 0 0,0 0 0,0 0 0,1 0 0,-1-1 0,1 1 0,-1 0 0,1-1 0,0 1 0,-1 0 0,1-1 0,3 2 0,8 7 0,0-1 0,26 13 0,-33-19 0,102 49 0,-59-30 0,70 42 0,-113-59 0,0 0 0,-1-1 0,0 2 0,1-1 0,-2 1 0,1-1 0,-1 1 0,0 1 0,5 8 0,25 66 0,-21-49 0,-8-14 0,1 0 0,-2 0 0,3 27 0,-4-26 0,0 0 0,1 0 0,7 18 0,-8-31-114,0 0 1,0 0-1,1 0 0,0 0 0,0-1 1,0 0-1,0 0 0,1 0 0,0 0 1,0-1-1,8 6 0,26 14-6712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3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24575,'1'3'0,"-1"0"0,1 1 0,0-1 0,0 1 0,1-1 0,-1 0 0,1 0 0,0 0 0,-1 0 0,1 0 0,0 0 0,1 0 0,-1-1 0,3 3 0,43 38 0,-36-33 0,44 33 0,2-3 0,76 41 0,-31-21 0,-95-55 0,0 1 0,-1-1 0,1 1 0,-1 0 0,11 13 0,-16-17 0,-1-1 0,0 0 0,0 1 0,0 0 0,0-1 0,0 1 0,0-1 0,0 1 0,-1 0 0,1 0 0,0-1 0,-1 1 0,1 0 0,-1 0 0,0 0 0,0 0 0,0-1 0,0 1 0,0 0 0,0 0 0,0 0 0,-1 0 0,1 0 0,0-1 0,-1 1 0,0 0 0,1 0 0,-1-1 0,0 1 0,0 0 0,0-1 0,0 1 0,0-1 0,0 1 0,-3 1 0,-7 7 10,0-1 0,-1 0 0,0-1 0,0-1 0,-1 1 0,0-2 0,0 0 0,-1-1 0,0 0 0,0-1 0,-18 4 0,-7-2-505,0-2 0,-77 0 0,76-5-6331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3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24575,'7'0'0,"14"0"0,10 0 0,7 0 0,10 0 0,2 0 0,0 0 0,-2 0 0,-10-6 0,-10-3-8191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24575,'0'7'0,"0"8"0,-6 15 0,-2 8 0,-7 11 0,0 4 0,2-8-8191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2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24575,'0'70'0,"-4"1"0,-15 89 0,11-114 0,2 0 0,3 1 0,4 90 0,-1-133 0,0 1 0,1-1 0,0 1 0,0 0 0,0-1 0,0 0 0,1 1 0,-1-1 0,1 0 0,0 1 0,0-1 0,1 0 0,-1-1 0,1 1 0,0 0 0,0-1 0,0 1 0,1-1 0,-1 0 0,1 0 0,0-1 0,-1 1 0,1-1 0,6 3 0,2-1 0,0 0 0,1-1 0,-1-1 0,1 0 0,-1-1 0,1 0 0,23-1 0,7 0 0,65-4 0,-101 3 0,0 0 0,0 0 0,0-1 0,0 0 0,0 0 0,0 0 0,-1-1 0,1 0 0,-1-1 0,1 1 0,8-8 0,-11 6 0,0 1 0,0-1 0,-1 0 0,0-1 0,0 1 0,0 0 0,-1-1 0,0 0 0,0 1 0,0-1 0,-1 0 0,0 0 0,0 0 0,0-10 0,0-6 0,-1-1 0,-4-34 0,3 50 0,0 0 0,0 0 0,0 0 0,-1 0 0,0 1 0,-1-1 0,1 1 0,-1-1 0,0 1 0,-1 0 0,0 0 0,0 1 0,0-1 0,0 1 0,-1-1 0,0 2 0,0-1 0,0 0 0,-1 1 0,0 0 0,0 0 0,-6-3 0,4 4 0,-1 0 0,1 0 0,-1 1 0,0 0 0,1 1 0,-1 0 0,0 0 0,0 1 0,0 0 0,0 0 0,0 1 0,0 1 0,1-1 0,-1 1 0,0 1 0,-14 5 0,17-5-52,0-1-1,0 1 1,0-1-1,1 2 1,-1-1-1,1 0 1,0 1-1,0 0 1,1 1-1,-1-1 1,1 1-1,0-1 1,0 1-1,0 1 1,1-1-1,-1 0 1,1 1-1,1 0 1,-1-1-1,1 1 1,0 0-1,0 1 0,1-1 1,0 0-1,-1 7 1,0 18-6774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24575,'0'7'0,"0"8"0,0 14 0,0 10 0,0 3 0,0 8 0,-6 3 0,-2-3 0,0-2 0,1-4 0,3-2 0,1-8-8191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24575,'1'-1'0,"-1"0"0,0 0 0,1 0 0,-1-1 0,0 1 0,1 0 0,0 0 0,-1 0 0,1 0 0,-1 1 0,1-1 0,0 0 0,0 0 0,-1 0 0,1 0 0,0 1 0,0-1 0,0 0 0,0 1 0,0-1 0,0 1 0,0-1 0,0 1 0,0-1 0,0 1 0,0 0 0,2-1 0,36-5 0,-31 5 0,79-7 0,0 3 0,129 10 0,-211-5 0,1 1 0,-1 0 0,1 0 0,-1 1 0,1-1 0,-1 1 0,0 0 0,0 1 0,0-1 0,0 1 0,0 0 0,0 0 0,-1 1 0,0-1 0,7 8 0,-5-4 0,0 0 0,-1 1 0,0 0 0,0 1 0,-1-1 0,0 1 0,0 0 0,3 14 0,0 10 0,-1 1 0,-2 1 0,0 67 0,-7-36 0,-3 0 0,-26 118 0,13-123-1365,10-38-5461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24575,'7'0'0,"14"0"0,18 0 0,13 0 0,6 0 0,-1 0 0,3 0 0,-3 0 0,-4-7 0,-12-2-8191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24575,'6'0'0,"9"0"0,8 0 0,14 0 0,6 7 0,15 8 0,5 1 0,10-1 0,13-4 0,11-3 0,8-3 0,-1-3 0,-12-2 0,-8 0 0,-12 6 0,-6 8 0,-13 2-8191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24575,'0'6'0,"13"3"0,17 0 0,16-3 0,14-1 0,9-2 0,6-1 0,3-2 0,7 0 0,3 0 0,-8 0 0,-4 6 0,-9 2 0,-15 0-8191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4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24575,'3'5'0,"1"-1"0,-1 1 0,0 0 0,0 0 0,0 1 0,-1-1 0,1 1 0,-1-1 0,-1 1 0,1 0 0,-1 0 0,1 6 0,3 77 0,-4-68 0,0 486 90,-3-235-1545,2-232-5371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0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24575,'0'-2'0,"0"1"0,1-1 0,-1 1 0,1-1 0,-1 1 0,1 0 0,-1-1 0,1 1 0,0 0 0,0-1 0,0 1 0,0 0 0,0 0 0,0 0 0,0 0 0,0 0 0,0 0 0,0 0 0,1 0 0,-1 0 0,0 1 0,2-2 0,36-13 0,-30 12 0,51-16 0,1 3 0,0 3 0,1 2 0,90-3 0,260 14 0,-203 4 0,-174-2-455,1 1 0,66 15 0,-71-11-6371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0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24575,'0'874'-1365,"0"-842"-5461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0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24575,'0'724'0,"-1"-710"0,2 0 0,0 0 0,0 0 0,1 0 0,1 0 0,7 24 0,-8-34 0,0 1 0,1-1 0,-1 0 0,1 0 0,0 0 0,0 0 0,0 0 0,0 0 0,1-1 0,-1 0 0,1 1 0,0-1 0,0-1 0,0 1 0,1-1 0,-1 1 0,0-1 0,1-1 0,0 1 0,-1 0 0,1-1 0,9 1 0,-7 0 0,1-1 0,0 0 0,0-1 0,-1 0 0,1 0 0,0 0 0,0-1 0,0 0 0,-1-1 0,1 0 0,-1 0 0,1 0 0,-1-1 0,0 0 0,0-1 0,13-8 0,-12 5 0,-1 0 0,1 0 0,-1-1 0,-1 0 0,1 0 0,-1-1 0,-1 0 0,0 0 0,0 0 0,-1-1 0,0 0 0,4-13 0,8-39 0,-3 0 0,-2-1 0,2-68 0,3 18 0,-9 71 0,4-63 0,-9 68 0,-1 19 0,0 0 0,-1 0 0,-1 1 0,-4-30 0,4 44 0,0-1 0,0 0 0,0 1 0,-1-1 0,1 0 0,-1 1 0,0 0 0,1-1 0,-2 1 0,1 0 0,0 0 0,-1 0 0,1 0 0,-1 1 0,0-1 0,0 1 0,0-1 0,0 1 0,0 0 0,-1 0 0,1 1 0,-1-1 0,1 1 0,-1-1 0,0 1 0,-6-1 0,-10-1 0,-1 0 0,-1 1 0,1 1 0,0 1 0,0 1 0,0 1 0,0 1 0,-32 9 0,47-9 8,0 0 0,0 0 0,1 0 0,0 1 0,-1 0 0,1 0 0,1 1 0,-1-1 0,1 1 0,-1 0 0,1 0 0,1 0 0,-1 1 0,-4 10 0,0 1-379,0 1-1,2 1 1,-8 30 0,7-15-6455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24575,'4'0'0,"-1"1"0,1 0 0,0 0 0,-1 0 0,1 0 0,-1 0 0,1 1 0,-1-1 0,0 1 0,0 0 0,0 0 0,0 0 0,0 1 0,0-1 0,0 1 0,-1-1 0,1 1 0,-1 0 0,0 0 0,0 0 0,0 0 0,2 4 0,5 11 0,0 1 0,11 36 0,-12-34 0,5 25 0,-2 0 0,-1 1 0,4 68 0,-2-11 0,1-20-116,4 18-508,5 181-1,-22-251-6201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2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24575,'1'-1'0,"-1"-1"0,0 1 0,1 0 0,-1 0 0,1-1 0,0 1 0,-1 0 0,1 0 0,0 0 0,0-1 0,0 1 0,0 0 0,0 0 0,0 0 0,0 1 0,0-1 0,0 0 0,0 0 0,1 1 0,-1-1 0,0 0 0,0 1 0,1-1 0,1 0 0,44-11 0,-29 8 0,52-17 0,171-43 0,-192 55 0,-1 1 0,2 2 0,53 1 0,-30 7-1365,-41-1-5461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24575,'0'6'0,"0"9"0,0 15 0,0 8 0,0 5 0,0 7 0,0 2 0,0-1 0,0 3 0,0-1 0,0-3 0,0-3 0,0-4 0,0-2 0,0-2 0,0-2 0,0 1 0,0-8-8191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24575,'965'0'-1365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24575,'0'6'0,"0"9"0,0 15 0,7 15 0,1 6 0,1 8 0,-3 6 0,-1-1 0,-2 7 0,-1-1 0,-2-6 0,0-8 0,0-7 0,0-5 0,-1-4 0,1-9-8191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24575,'7'0'0,"8"0"0,8 0 0,20 0 0,9 0 0,2 0 0,-2 0 0,-3 0 0,-4 0 0,-9 0-8191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24575,'0'6'0,"0"9"0,6 8 0,9 7 0,2 5 0,-2 2 0,-4 2 0,-3 1 0,-4-1 0,-2 0 0,-1 0 0,-1 0 0,-1-1 0,0 0 0,1 6 0,-1 3 0,7-7 0,2-11-8191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0:5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24575,'-1'0'0,"0"1"0,1-1 0,-1 1 0,1-1 0,-1 1 0,1 0 0,-1-1 0,1 1 0,-1 0 0,1-1 0,0 1 0,-1 0 0,1 0 0,0-1 0,0 1 0,0 0 0,-1 0 0,1 0 0,0-1 0,0 1 0,0 0 0,0 0 0,0 0 0,1-1 0,-1 1 0,0 0 0,0 0 0,0-1 0,1 1 0,-1 1 0,22 19 0,38 6 0,-58-26 0,30 10 0,1-2 0,1-1 0,-1-2 0,61 4 0,141-10 0,-132-2 0,394 1-1365,-465 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1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24575,'0'7'0,"0"14"0,-6 18 0,-2 7 0,0 4 0,1-2 0,3-1 0,-6-3 0,0-3 0,7-8 0,12-9 0,10-9 0,8-8 0,6-4 0,4-3 0,3-1 0,0-1 0,-7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12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24575,'2'80'0,"0"-43"0,-1 0 0,-3 1 0,0-1 0,-13 62 0,5-52-99,3 0 0,2 1-1,2 0 1,4 69 0,-1-69-770,1-15-5957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1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 24575,'0'0'0,"0"0"0,0 0 0,0 0 0,0 0 0,0 0 0,0 0 0,0 0 0,0 0 0,0 0 0,0 0 0,-1 0 0,1 0 0,0 0 0,0 0 0,0 0 0,0 0 0,0 0 0,0 0 0,0 0 0,0 0 0,0 0 0,0 0 0,0 0 0,-1 0 0,1 0 0,0 0 0,0 0 0,0 0 0,0 0 0,0 0 0,0 0 0,0 0 0,0 0 0,0 0 0,0 0 0,0 0 0,0 0 0,0 0 0,-1-1 0,1 1 0,0 0 0,0 0 0,0 0 0,0 0 0,0 0 0,0 0 0,0 0 0,0 0 0,0 0 0,0 0 0,0 0 0,0-1 0,0 1 0,0 0 0,0 0 0,0 0 0,-7 12 0,-5 19 0,3 21 0,2 0 0,3 1 0,2-1 0,6 76 0,-1-10 0,-4-59 0,3 69 0,-2-124 0,1 0 0,0-1 0,-1 1 0,1-1 0,0 1 0,1-1 0,-1 1 0,0-1 0,1 0 0,0 0 0,0 0 0,0 0 0,0 0 0,0 0 0,1 0 0,-1-1 0,1 1 0,0-1 0,0 0 0,0 0 0,0 0 0,0 0 0,0 0 0,0-1 0,1 1 0,-1-1 0,1 0 0,-1 0 0,6 1 0,10 1 0,-1-1 0,1-1 0,0-1 0,29-3 0,-19 2 0,-21 1 0,-1-1 0,1 0 0,0 0 0,-1-1 0,1 1 0,-1-2 0,1 1 0,-1-1 0,0 0 0,0 0 0,0-1 0,0 0 0,-1-1 0,11-8 0,-10 6 0,-1 0 0,0-1 0,0 1 0,-1-1 0,0-1 0,0 1 0,-1-1 0,0 0 0,-1 0 0,4-13 0,1-16 0,-3 0 0,0 0 0,-3 0 0,-4-68 0,1 89 0,1 1 0,0 1 0,-1 0 0,-1 0 0,-1 0 0,0 0 0,0 1 0,-2-1 0,0 1 0,-13-27 0,8 22 0,2 3 0,-1 0 0,0 0 0,-2 1 0,-16-20 0,24 31 0,-1 1 0,0 0 0,0-1 0,1 1 0,-2 1 0,1-1 0,0 1 0,0-1 0,-1 1 0,0 0 0,1 1 0,-1-1 0,0 1 0,0 0 0,0 0 0,1 0 0,-1 1 0,0 0 0,0 0 0,0 0 0,-8 2 0,8-1 8,0 0-1,-1 1 0,1 0 1,0 0-1,1 0 0,-1 1 1,0-1-1,0 1 1,1 0-1,0 1 0,0-1 1,0 1-1,0 0 0,0 0 1,-3 6-1,-5 6-480,2 0 0,-16 33-1,26-48 411,-17 33-6763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2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24575,'6'0'0,"9"0"0,9 0 0,6 0 0,4 0 0,4 0 0,1 0 0,0 0 0,1 0 0,-1 0 0,0 0 0,-1 0 0,1 0 0,5 0 0,3 0 0,-8 0-8191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17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24575,'6'0'0,"0"-1"0,0 2 0,0-1 0,0 1 0,0 0 0,0 0 0,0 1 0,0 0 0,0 0 0,5 3 0,-8-3 0,0 0 0,0 1 0,0-1 0,0 1 0,-1 0 0,1 0 0,-1 0 0,0 0 0,0 0 0,0 0 0,0 0 0,0 1 0,-1-1 0,0 1 0,0 0 0,0-1 0,1 7 0,2 16 0,-1 0 0,-1 0 0,-1 0 0,-2 0 0,-1 0 0,0 0 0,-12 43 0,14-65 0,-1-1 0,0 1 0,1-1 0,0 1 0,-1-1 0,2 1 0,-1-1 0,0 1 0,1-1 0,-1 1 0,1-1 0,0 1 0,0-1 0,0 0 0,1 1 0,-1-1 0,1 0 0,0 0 0,0 0 0,0 0 0,0 0 0,0-1 0,1 1 0,4 3 0,5 3 0,0-2 0,0 1 0,1-2 0,-1 0 0,16 5 0,-17-7 0,0 0 0,0 1 0,-1 0 0,0 1 0,0 0 0,0 0 0,10 10 0,-16-12 0,-1-1 0,0 1 0,0-1 0,0 1 0,-1 0 0,1 0 0,-1 0 0,0 1 0,0-1 0,-1 1 0,1-1 0,-1 1 0,0-1 0,0 1 0,0 0 0,-1-1 0,0 1 0,0 0 0,0 0 0,0-1 0,-1 1 0,0 0 0,0-1 0,0 1 0,-3 6 0,1-5 0,0 0 0,0 0 0,-1-1 0,0 1 0,0-1 0,0 0 0,-1 0 0,0-1 0,0 1 0,0-1 0,0 0 0,-1 0 0,1-1 0,-1 0 0,0 0 0,0 0 0,-11 3 0,-55 17-119,-8 4-297,-1-4 1,-154 24 0,199-44-6411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1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79 24575,'-3'0'0,"1"0"0,0 1 0,-1-1 0,1 1 0,0-1 0,0 1 0,-1 0 0,1 0 0,0 0 0,0 0 0,0 0 0,0 1 0,0-1 0,1 1 0,-1-1 0,0 1 0,0 0 0,1-1 0,-1 1 0,1 0 0,-2 3 0,-22 51 0,14-29 0,-5 4 0,7-16 0,1 0 0,1 1 0,0 0 0,1 1 0,1-1 0,0 1 0,1 0 0,-2 24 0,2 12 0,2 2 0,3-1 0,12 90 0,-9-133 0,-1 1 0,2-1 0,0 0 0,0 0 0,1 0 0,0-1 0,0 0 0,2 0 0,-1-1 0,1 0 0,0 0 0,1-1 0,9 8 0,-13-13 0,-1 0 0,0 0 0,1 0 0,0 0 0,-1-1 0,1 0 0,0 0 0,0 0 0,1-1 0,-1 0 0,0 0 0,0 0 0,10 0 0,-11-2 0,0 1 0,0-1 0,1 0 0,-1-1 0,0 1 0,0-1 0,0 1 0,0-1 0,0 0 0,-1-1 0,1 1 0,-1-1 0,1 1 0,-1-1 0,0 0 0,0 0 0,0-1 0,0 1 0,2-5 0,6-9 0,0 0 0,-2-1 0,0 0 0,0-1 0,-2 0 0,-1 0 0,0-1 0,-1 0 0,3-36 0,-2-14 0,-7-106 0,-1 85 0,2 79-50,-1 0-1,-1 0 1,0 0-1,0 0 0,-1 1 1,-1-1-1,0 1 1,0 0-1,-1 0 1,-1 0-1,0 1 0,0 0 1,-1 0-1,0 0 1,-1 1-1,0 0 1,0 1-1,-1-1 0,0 2 1,0-1-1,-1 1 1,0 1-1,-1 0 1,1 0-1,-1 1 1,-14-5-1,-7 2-6775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2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24575,'0'6'0,"6"3"0,9 0 0,8-3 0,7-1 0,4-2 0,4-1 0,1-2 0,0 0 0,1 0 0,-1 0 0,0-1 0,-7 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1:2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24575,'0'-1'0,"1"0"0,-1 0 0,0 0 0,0 1 0,0-1 0,1 0 0,-1 0 0,0 1 0,1-1 0,-1 0 0,1 0 0,-1 1 0,1-1 0,-1 1 0,1-1 0,-1 0 0,1 1 0,0-1 0,-1 1 0,1-1 0,0 1 0,0 0 0,-1-1 0,1 1 0,0 0 0,0-1 0,-1 1 0,1 0 0,0 0 0,0 0 0,0 0 0,-1 0 0,1 0 0,1 0 0,36 1 0,-27 0 0,1278 16 0,-841-19 0,1167 2 0,-1587 2 0,0 1 0,0 1 0,0 2 0,51 17 0,-48-13 0,1-1 0,1-2 0,38 5 0,99 5 0,128 4 0,-223-22-1365,-42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2:5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24575,'4'0'0,"0"1"0,0 0 0,0 0 0,-1 0 0,1 0 0,0 0 0,-1 1 0,1 0 0,-1 0 0,0 0 0,0 0 0,0 0 0,0 1 0,0-1 0,0 1 0,0 0 0,-1 0 0,1 0 0,-1 0 0,0 1 0,0-1 0,0 0 0,-1 1 0,2 3 0,6 14 0,-1 0 0,9 42 0,-13-47 0,53 289 0,-23-99 0,52 207 0,-78-375-1365,-3-6-5461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2:59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24575,'1'-1'0,"-1"1"0,1-1 0,-1 0 0,1 1 0,-1-1 0,1 1 0,-1-1 0,1 1 0,-1-1 0,1 1 0,0-1 0,-1 1 0,1 0 0,0-1 0,-1 1 0,1 0 0,0 0 0,-1-1 0,1 1 0,0 0 0,0 0 0,-1 0 0,1 0 0,0 0 0,0 0 0,-1 0 0,1 0 0,0 0 0,0 0 0,-1 0 0,1 1 0,0-1 0,-1 0 0,1 0 0,0 1 0,-1-1 0,2 1 0,39 12 0,-32-9 0,10 2 0,0 1 0,0 0 0,-1 2 0,0 0 0,0 2 0,22 16 0,-33-21 0,0 0 0,-1 0 0,1 0 0,-1 1 0,0 0 0,-1 1 0,0-1 0,0 1 0,-1 0 0,0 0 0,0 1 0,-1-1 0,0 1 0,0-1 0,-1 1 0,2 15 0,0 62 0,-11 128 0,2-176 0,-2 0 0,-1 0 0,-2 0 0,-18 44 0,-15 58 0,41-136 0,1 1 0,0 0 0,0-1 0,1 1 0,-1 0 0,1-1 0,0 1 0,1 0 0,-1-1 0,1 1 0,0 0 0,0-1 0,0 1 0,0-1 0,1 0 0,0 1 0,2 4 0,-1-5 0,0-1 0,1 0 0,-1 0 0,1 0 0,-1 0 0,1 0 0,0-1 0,0 0 0,0 1 0,0-1 0,0-1 0,0 1 0,1-1 0,-1 0 0,1 0 0,-1 0 0,10 1 0,35 1 30,1-3 0,58-5 1,2-1-1487,-77 6-5370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01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24575,'0'619'0,"0"-603"0,1 0 0,0 0 0,1 0 0,1 0 0,0 0 0,1-1 0,1 1 0,1-1 0,0 0 0,0-1 0,10 15 0,-11-21 0,1 0 0,0-1 0,0 0 0,0 0 0,1-1 0,0 0 0,0 0 0,1 0 0,0-1 0,0 0 0,0-1 0,0 0 0,1 0 0,0 0 0,-1-1 0,1-1 0,1 0 0,-1 0 0,0 0 0,11-1 0,8 1 0,1-1 0,-1-1 0,0-2 0,52-10 0,-72 11 0,0-1 0,0 0 0,-1-1 0,1 1 0,-1-2 0,0 1 0,0-1 0,0 0 0,0 0 0,0-1 0,-1 0 0,0 0 0,0-1 0,-1 1 0,1-1 0,-1 0 0,0-1 0,-1 1 0,0-1 0,0 0 0,5-13 0,-3 1 0,-1 0 0,-1-1 0,-1 1 0,-1-1 0,0-22 0,-8-103 0,1 50 0,4 79 0,1-8 0,-1 1 0,-6-30 0,5 45 0,0 0 0,-1 0 0,1 0 0,-2 1 0,1-1 0,-1 1 0,0 0 0,0 0 0,-1 0 0,-6-7 0,2 5 0,0-1 0,-1 2 0,1-1 0,-2 1 0,1 1 0,-1 0 0,0 0 0,-1 1 0,1 1 0,-1 0 0,0 0 0,-1 1 0,1 1 0,-1 0 0,1 1 0,-26-2 0,4-1 0,-58-19 0,62 15 0,-2 1 0,-43-5 0,65 12 0,0 1 0,0 0 0,0 0 0,0 1 0,0 0 0,0 1 0,0 0 0,1 1 0,-1 0 0,1 0 0,-17 9 0,6 0-124,1 2 0,1 0 0,0 1 0,1 0 0,0 2 0,2 0-1,0 1 1,1 0 0,0 1 0,-12 25 0,13-16-6702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1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24575,'6'3'0,"0"1"0,0 0 0,0 0 0,-1 1 0,0 0 0,0 0 0,0 0 0,-1 0 0,0 1 0,0-1 0,7 13 0,2 8 0,15 46 0,-1-5 0,-23-58 0,11 21 0,-1 0 0,-1 0 0,-2 1 0,15 61 0,39 239 0,-46-213 130,-9-38-1625,-1-34-5331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1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24575,'1'-7'0,"1"0"0,1 1 0,0-1 0,0 1 0,0 0 0,0-1 0,1 2 0,0-1 0,8-9 0,9-15 0,-7 5 0,-2 2 0,1 1 0,0 0 0,23-25 0,-30 41 0,0-1 0,0 1 0,1 1 0,-1 0 0,1 0 0,1 0 0,-1 1 0,1-1 0,0 2 0,0-1 0,0 1 0,0 1 0,16-4 0,-15 4 0,0 1 0,0 0 0,0 0 0,1 1 0,-1 0 0,0 1 0,0 0 0,0 0 0,0 1 0,0 0 0,-1 1 0,10 3 0,-14-3 0,1 0 0,0 0 0,-1 0 0,0 0 0,1 1 0,-1-1 0,-1 1 0,1 0 0,0 1 0,-1-1 0,0 1 0,0-1 0,0 1 0,-1 0 0,0 0 0,0 0 0,0 0 0,0 0 0,-1 1 0,0-1 0,1 6 0,2 20 0,-1 1 0,-2 0 0,-1-1 0,-1 1 0,-2 0 0,-1-1 0,-1 0 0,-2 0 0,-1 0 0,-2-1 0,-1 0 0,-18 36 0,14-35 0,1 0 0,2 1 0,1 0 0,1 1 0,-8 54 0,18-84-4,-1 1-1,1 0 0,-1 0 0,1 0 1,1 0-1,-1 0 0,0 0 1,1-1-1,0 1 0,0 0 0,0 0 1,0-1-1,0 1 0,1 0 1,0-1-1,0 0 0,0 1 0,5 5 1,-3-5 20,0 0 0,1 0 0,0-1 1,0 1-1,0-1 0,0 0 0,0-1 0,1 1 1,-1-1-1,1 0 0,8 1 0,13 2-228,1-1-1,1-2 1,-1-1 0,35-3-1,-47 2-195,27-2-6418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1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24575,'-1'1'0,"-1"-1"0,1 0 0,0 1 0,-1 0 0,1-1 0,0 1 0,0 0 0,-1 0 0,1-1 0,0 1 0,0 0 0,0 0 0,0 0 0,0 1 0,0-1 0,0 0 0,0 0 0,1 0 0,-1 1 0,0-1 0,1 0 0,-1 1 0,1-1 0,-1 0 0,1 1 0,0-1 0,-1 3 0,-6 48 0,7-44 0,-6 309 0,8-190 0,3-64 0,2-1 0,3 0 0,33 110 0,-38-153 0,-3-9-88,-1-7-28,-1 0 0,1-1 0,0 1 0,-1-1 0,1 1 0,1-1-1,-1 1 1,0-1 0,0 0 0,3 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1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24575,'6'-6'0,"16"-3"0,10 1 0,6 2 0,3 1 0,1-4 0,0-1 0,-1 1 0,-1 2 0,0 2 0,-8 3-8191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2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24575,'0'2'0,"1"-1"0,-1 1 0,1-1 0,-1 1 0,1-1 0,0 0 0,-1 1 0,1-1 0,0 0 0,0 1 0,0-1 0,0 0 0,0 0 0,0 0 0,0 0 0,1 0 0,-1 0 0,0 0 0,1 0 0,-1 0 0,2 0 0,33 15 0,-32-15 0,62 20 0,-43-15 0,-1 1 0,0 1 0,0 0 0,21 13 0,-39-18 0,0 0 0,0 1 0,0-1 0,-1 1 0,0-1 0,0 1 0,0 0 0,0 0 0,0 1 0,-1-1 0,1 1 0,-1-1 0,-1 1 0,1-1 0,0 1 0,-1 0 0,0 0 0,0 7 0,1 10 0,-1-1 0,-4 44 0,1-34 0,2-20 0,-1 0 0,0 0 0,-1-1 0,0 1 0,0 0 0,-1-1 0,-1 1 0,0-1 0,0 0 0,-1 0 0,-1-1 0,-7 13 0,10-20 0,1 1 0,0 0 0,0-1 0,1 1 0,-1 0 0,0 1 0,1-1 0,0 0 0,-1 4 0,2-6 0,0 0 0,0 0 0,0 0 0,1-1 0,-1 1 0,0 0 0,1 0 0,-1 0 0,1-1 0,-1 1 0,1 0 0,-1 0 0,1-1 0,0 1 0,-1 0 0,1-1 0,0 1 0,-1-1 0,1 1 0,0-1 0,0 1 0,0-1 0,-1 0 0,1 1 0,0-1 0,0 0 0,0 0 0,0 1 0,0-1 0,0 0 0,-1 0 0,1 0 0,0 0 0,0 0 0,0 0 0,0-1 0,1 1 0,30 2 0,0 1 0,0 1 0,-1 2 0,45 14 0,-68-17 0,0 0 0,0 1 0,0 0 0,-1 0 0,1 1 0,-1-1 0,0 2 0,0-1 0,-1 1 0,0 0 0,0 0 0,0 1 0,-1 0 0,0 0 0,0 0 0,0 1 0,-1-1 0,0 1 0,-1 0 0,0 0 0,3 14 0,-3-14 0,-2 0 0,1 1 0,-1 0 0,0-1 0,-1 1 0,0-1 0,0 1 0,-1 0 0,0-1 0,-5 16 0,5-20 0,-1 1 0,0-1 0,0 0 0,-1 1 0,0-1 0,1 0 0,-1 0 0,-1 0 0,1-1 0,0 1 0,-1-1 0,0 0 0,0 0 0,0 0 0,0 0 0,0-1 0,0 0 0,-1 0 0,1 0 0,-7 2 0,-11 2 4,0-1 0,0-1-1,0-1 1,-38 1-1,-97-9-56,46 0-1277,79 5-5496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2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24575,'0'991'-1365,"0"-959"-5461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24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24575,'6'0'0,"9"0"0,8 0 0,13 0 0,7 0 0,3 0 0,-1 0 0,-1 0 0,-1 0 0,-2 0 0,-2 0 0,0 0 0,-1 0 0,0 0 0,-1 0 0,-6 6 0,-8 3-8191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27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24575,'3'15'0,"0"0"0,0 0 0,2 0 0,0 0 0,8 16 0,-3-7 0,-1 0 0,12 49 0,-19-47 0,-1 48 0,-1-55 0,-1 1 0,2-1 0,1 0 0,7 33 0,-7-47 0,0-1 0,0 1 0,0-1 0,1 1 0,0-1 0,0 0 0,0 0 0,0-1 0,1 1 0,-1-1 0,1 1 0,0-1 0,0 0 0,0-1 0,1 1 0,-1-1 0,1 0 0,-1 0 0,1 0 0,0 0 0,0-1 0,-1 0 0,9 1 0,14 2 0,-1-1 0,1-1 0,32-3 0,-32 0 0,96-1-1365,-75 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2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24575,'0'6'0,"0"16"0,0 16 0,0 15 0,0 11 0,0 8 0,0 4 0,0 3 0,0-7 0,0-8 0,0-9 0,0-1 0,0-3 0,0-4 0,0-3 0,0-3 0,0-8-8191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29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24575,'7'0'0,"8"0"0,14 0 0,9 0 0,5 0 0,7 0 0,2 0 0,-1 0 0,-3 0 0,-3 0 0,-4 0 0,-1 0 0,-8 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24575,'6'0'0,"9"0"0,8 0 0,7 0 0,4 0 0,4 0 0,1 0 0,0 0 0,1 0 0,-1 0 0,0 0 0,-7 0-8191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24575,'1'1'0,"1"-1"0,-1 1 0,1 0 0,-1 0 0,0 1 0,1-1 0,-1 0 0,0 0 0,0 1 0,0-1 0,0 1 0,0-1 0,0 1 0,0-1 0,0 1 0,-1-1 0,1 1 0,-1 0 0,1-1 0,-1 1 0,1 0 0,-1 0 0,0 2 0,2 4 0,15 56 0,-4 0 0,-2 1 0,3 81 0,-3-61-293,5-1 0,35 115 0,-44-174-193,4 16-6340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3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3 24575,'-42'-1'0,"19"0"0,-1 1 0,1 1 0,-1 0 0,-36 9 0,54-9 0,0 1 0,0 0 0,1 0 0,-1 1 0,1 0 0,0 0 0,-1 0 0,1 0 0,0 1 0,1 0 0,-1 0 0,1 0 0,0 0 0,0 1 0,0 0 0,0 0 0,1 0 0,0 0 0,0 0 0,0 1 0,1-1 0,-4 11 0,2 1 0,0 1 0,1-1 0,1 1 0,0-1 0,1 1 0,1 0 0,1 0 0,1-1 0,5 28 0,-5-35 0,1 0 0,0 0 0,0-1 0,1 1 0,0-1 0,0 0 0,1 0 0,1 0 0,-1-1 0,1 0 0,1 0 0,-1 0 0,1-1 0,1 0 0,-1 0 0,1-1 0,17 10 0,-22-14 0,0 0 0,1 0 0,-1-1 0,1 1 0,0-1 0,-1 0 0,1 0 0,0 0 0,0-1 0,0 1 0,-1-1 0,1 0 0,0 0 0,0-1 0,0 1 0,0-1 0,0 1 0,-1-1 0,1 0 0,6-3 0,-5 0 0,0 1 0,0-1 0,0 0 0,0 0 0,-1 0 0,1 0 0,-1-1 0,0 0 0,-1 0 0,1 0 0,4-10 0,2-7 0,-1-1 0,-1 0 0,-1 0 0,0 0 0,3-36 0,-7 30 0,-2 18 0,1 30 0,33 194 0,-21-146 0,9 108 0,-21-52-1365,-3-90-5461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24575,'4'-1'0,"1"1"0,-1-1 0,1-1 0,-1 1 0,0-1 0,0 1 0,1-1 0,-1-1 0,-1 1 0,6-4 0,23-11 0,7 5 0,2 2 0,80-9 0,5-2 0,-22 2 26,205-12-1,106 29-315,-211 4-836,-159-2-5700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24575,'9'11'0,"-1"0"0,0 1 0,-1-1 0,0 2 0,-1-1 0,0 1 0,5 19 0,2 1 0,23 52 0,-11-30 0,-2 2 0,-3 0 0,17 76 0,-21-28 0,-9-53 0,25 95 0,-23-109 0,-7-30 0,-1 0 0,1 0 0,1 0 0,0 0 0,0-1 0,5 10 0,-8-17-35,0 1 0,0-1 0,0 0 0,0 0 0,1 0 0,-1 1 0,0-1 0,0 0 0,0 0 0,1 0 0,-1 0 0,0 0 0,0 1 0,0-1 0,1 0 0,-1 0 0,0 0 0,0 0 0,1 0 0,-1 0 0,0 0 0,1 0 0,-1 0 0,0 0 0,0 0 0,1 0 0,-1 0 0,0 0 0,0 0 0,1 0 0,-1 0 0,0 0 0,0 0 0,1 0 0,-1 0 0,0-1 0,0 1 0,1 0 0,9-11-6791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24575,'0'-3'0,"0"0"0,1 0 0,-1 0 0,0 0 0,1 1 0,0-1 0,-1 0 0,1 1 0,0-1 0,0 0 0,1 1 0,-1-1 0,0 1 0,1 0 0,0-1 0,-1 1 0,1 0 0,0 0 0,0 0 0,3-2 0,0 1 0,-1 0 0,0 1 0,1 0 0,0 0 0,0 0 0,0 1 0,-1-1 0,1 1 0,0 0 0,9 0 0,-3 0 0,0 1 0,0 1 0,0 0 0,0 0 0,0 1 0,0 0 0,-1 1 0,1 0 0,-1 1 0,13 6 0,-15-5 0,-1 1 0,-1 0 0,1 0 0,-1 1 0,0 0 0,0 0 0,-1 0 0,0 1 0,-1-1 0,1 1 0,-1 0 0,-1 1 0,1-1 0,-2 1 0,1-1 0,-1 1 0,0 0 0,-1 0 0,1 10 0,0 18 0,0 0 0,-3 0 0,-6 47 0,4-54 0,-2 0 0,0 0 0,-2-1 0,-2 0 0,-1 0 0,0-1 0,-3 0 0,-19 34 0,25-53 0,4-4 0,0 0 0,0 0 0,0 0 0,0 0 0,1 1 0,-3 7 0,5-12 0,0 0 0,0 0 0,0 0 0,0 0 0,0 0 0,0 0 0,0 0 0,0 0 0,1 0 0,-1 0 0,0 0 0,1 0 0,-1 0 0,1 0 0,-1 0 0,1 0 0,-1 0 0,1 0 0,0 0 0,-1 0 0,1-1 0,0 1 0,0 0 0,-1 0 0,1-1 0,0 1 0,0-1 0,0 1 0,0-1 0,0 1 0,0-1 0,0 1 0,0-1 0,0 0 0,0 0 0,0 1 0,0-1 0,0 0 0,0 0 0,2 0 0,31 1 0,0 0 0,0-3 0,0 0 0,-1-2 0,49-13 0,-45 10 0,-28 5-170,1 0-1,0 0 0,-1-1 1,0-1-1,1 1 0,-1-2 1,9-5-1,6-9-6655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109 198 24575,'-2'100'0,"-1"-29"0,4 0 0,11 77 0,-10-128 0,2-1 0,0 1 0,1-1 0,2 0 0,-1-1 0,2 1 0,1-1 0,0-1 0,1 1 0,1-2 0,0 0 0,17 18 0,-15-21 0,1-1 0,0 0 0,1 0 0,0-2 0,1 0 0,0-1 0,20 9 0,-26-14 0,0 0 0,0 0 0,1-1 0,-1-1 0,1 0 0,0 0 0,0-1 0,0 0 0,-1-1 0,1 0 0,0-1 0,0 0 0,14-3 0,-21 2 0,1 0 0,-1 0 0,0 0 0,0 0 0,0 0 0,0-1 0,0 0 0,-1 0 0,1 0 0,-1 0 0,0-1 0,0 1 0,0-1 0,0 0 0,0 0 0,-1 0 0,0 0 0,0 0 0,0 0 0,0-1 0,-1 1 0,0 0 0,1-1 0,-1-7 0,2-12 0,-1 0 0,-1 1 0,-3-40 0,0 31 0,1 8 0,-1-53 0,-3 0 0,-19-96 0,20 150 0,-2 1 0,-1-1 0,-1 1 0,-1 1 0,0-1 0,-2 1 0,0 1 0,-2 0 0,0 1 0,-1 0 0,-32-32 0,37 44 0,0 0 0,0 1 0,-1 0 0,0 1 0,0 0 0,0 0 0,-1 1 0,1 1 0,-1 0 0,0 0 0,0 1 0,0 0 0,-13 0 0,5 1 0,0 1 0,-1 1 0,1 0 0,0 1 0,0 1 0,-36 11 0,49-12 9,0 1 1,0 0-1,0 0 0,0 0 0,0 1 1,1 0-1,-1 0 0,1 1 0,0-1 0,1 1 1,-1 0-1,-7 12 0,9-13-87,1 0 0,-1 0 0,1 0-1,0 1 1,0-1 0,1 1 0,-1 0 0,1-1 0,0 1-1,0 0 1,1 0 0,0 0 0,-1 0 0,2 0 0,-1-1-1,0 1 1,1 0 0,2 7 0,10 17-6748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3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24575,'7'0'0,"8"0"0,8 0 0,7 0 0,11 0 0,17 0 0,7 0 0,3 0 0,5 0 0,1 0 0,-4 0 0,-8 0 0,-2 0 0,-4 0 0,-6 0 0,-5 0 0,-9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4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24575,'54'4'0,"1"2"0,-2 3 0,60 17 0,-65-15 0,78 14 0,143 10 0,-203-26 0,0 2 0,67 22 0,-128-31 0,0-1 0,0 1 0,0 0 0,0 0 0,0 0 0,-1 1 0,1 0 0,-1 0 0,0 0 0,7 6 0,-11-9 0,1 1 0,0 0 0,-1-1 0,0 1 0,1 0 0,-1 0 0,1-1 0,-1 1 0,0 0 0,0 0 0,1 0 0,-1 0 0,0-1 0,0 1 0,0 0 0,0 0 0,0 0 0,0 0 0,0 0 0,0-1 0,0 1 0,0 0 0,-1 0 0,1 0 0,-1 1 0,0 0 0,0 0 0,-1 0 0,0-1 0,0 1 0,1 0 0,-1-1 0,0 1 0,0-1 0,0 1 0,0-1 0,-1 0 0,1 0 0,-3 1 0,-209 74 0,12-5 0,-167 75 0,180-74-1365,152-56-5461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43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24575,'0'42'0,"3"1"0,1-1 0,3 0 0,16 61 0,63 327 0,-72-345 0,-8-44-105,-5-28-9,0-1-1,1 0 1,0 1-1,1-1 0,1 0 1,-1-1-1,2 1 1,0 0-1,0-1 1,11 17-1,-1-13-6711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4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24575,'5'-8'0,"0"-1"0,1 1 0,0 0 0,1 0 0,0 1 0,0 0 0,0 0 0,1 1 0,0 0 0,0 0 0,11-5 0,-1 1 0,1 1 0,0 0 0,0 2 0,27-7 0,-31 10 0,1 0 0,-1 1 0,1 1 0,0 1 0,0 0 0,0 1 0,0 1 0,28 4 0,-38-3 0,0-1 0,-1 1 0,1 0 0,-1 0 0,0 1 0,0 0 0,1 0 0,-2 0 0,1 0 0,0 1 0,-1 0 0,0 0 0,1 0 0,-2 0 0,1 1 0,0 0 0,-1-1 0,0 1 0,0 0 0,0 1 0,-1-1 0,0 0 0,0 1 0,0 0 0,-1-1 0,0 1 0,1 6 0,3 19 0,-2 0 0,-2 0 0,0 0 0,-2 1 0,-1-1 0,-2 0 0,-1-1 0,-1 1 0,-2-1 0,-1 0 0,-1-1 0,-2 0 0,0 0 0,-22 32 0,8-20 0,-33 38 0,20-29 0,38-50 0,0 1 0,0 0 0,1 0 0,-1 0 0,0 0 0,0 0 0,0 0 0,1 0 0,-1 0 0,1 0 0,-1 0 0,0 0 0,1 0 0,0 0 0,-1 1 0,1-1 0,0 0 0,0 0 0,-1 1 0,1-1 0,0 0 0,0 0 0,0 1 0,1-1 0,-1 0 0,0 0 0,0 0 0,1 1 0,-1-1 0,1 0 0,-1 0 0,1 0 0,-1 0 0,1 0 0,0 0 0,-1 0 0,1 0 0,0 0 0,0 0 0,0 0 0,0 0 0,0 0 0,0-1 0,0 1 0,0 0 0,0-1 0,0 1 0,0-1 0,0 1 0,0-1 0,2 1 0,8 2 0,0-1 0,0 0 0,0 0 0,18 0 0,-22-2 0,211 0-588,-189-1-189,21-1-6049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4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41 115 24575,'-2'33'0,"-1"0"0,-9 41 0,-5 37 0,11 2 0,9 149 0,-1-248 0,-1 0 0,2-1 0,0 1 0,0-1 0,1 0 0,1 0 0,0 0 0,11 19 0,-13-27 0,1 0 0,-1 1 0,1-2 0,0 1 0,0 0 0,1-1 0,-1 0 0,1 0 0,0 0 0,0-1 0,0 0 0,1 0 0,-1 0 0,1 0 0,0-1 0,-1 0 0,1 0 0,0-1 0,0 1 0,0-1 0,8 0 0,0-1 0,-1-1 0,1-1 0,-1 0 0,0-1 0,1 0 0,-1-1 0,0 0 0,-1-1 0,1 0 0,-1-1 0,0-1 0,-1 0 0,0-1 0,0 0 0,0 0 0,-1-1 0,0-1 0,-1 1 0,15-21 0,-4 3 0,-1 0 0,-2-2 0,-1 0 0,-1-1 0,-1 0 0,-2-1 0,9-34 0,-11 17 0,-2-1 0,-3 0 0,-1 0 0,-6-82 0,2 101 0,0 23 0,0-1 0,-1 1 0,0 0 0,0-1 0,-1 1 0,0 0 0,0 0 0,0 0 0,-1 0 0,0 1 0,-1-1 0,1 1 0,-1 0 0,-9-10 0,6 9 0,0 0 0,-1 0 0,0 1 0,0 0 0,-1 1 0,0 0 0,0 0 0,0 1 0,0 0 0,-14-3 0,6 1-97,0 2-1,0 0 1,-1 2-1,1 0 1,-1 0-1,1 2 1,-1 0-1,1 1 1,-1 1-1,1 0 1,-1 1-1,1 1 0,-30 12 1,12 0-6729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4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24575,'86'0'0,"94"1"0,191-25 0,655-172 0,-963 181 0,-1 2 0,1 3 0,1 3 0,118 2 0,-77 8-1365,-74-2-5461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4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24575,'10'14'0,"0"1"0,-1 0 0,-1 1 0,0 0 0,-1 0 0,-1 1 0,0 0 0,4 25 0,-7-31 0,8 34 0,-2 1 0,-2 0 0,2 56 0,-10 142 0,3 43 0,-2-283-136,0 1-1,1-1 1,-1 1-1,1-1 1,0 1-1,1-1 1,-1 1-1,1-1 0,3 8 1,3-5-6690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5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274 138 24575,'-1'-6'0,"0"0"0,0 0 0,0 1 0,-1-1 0,0 1 0,0-1 0,0 1 0,-1 0 0,1 0 0,-1 0 0,-1 0 0,1 0 0,-1 1 0,1-1 0,-1 1 0,0 0 0,-9-6 0,8 5 0,-1 1 0,1 0 0,-2 0 0,1 0 0,0 1 0,0 0 0,-1 0 0,0 1 0,0 0 0,0 0 0,1 0 0,-2 1 0,-11-1 0,15 2 0,-1 1 0,1-1 0,0 1 0,0 0 0,-1 0 0,1 0 0,0 0 0,0 1 0,0 0 0,1-1 0,-1 2 0,0-1 0,1 0 0,-1 1 0,1-1 0,-5 6 0,4-3 0,-1 1 0,2-1 0,-1 1 0,1 0 0,0 0 0,0 0 0,0 0 0,1 1 0,-3 10 0,1 10 0,0 1 0,2 0 0,1-1 0,3 31 0,-2-43 0,1 25 0,-2-19 0,2 0 0,0 0 0,1 0 0,1-1 0,7 24 0,-9-39 0,1 0 0,0 0 0,1 0 0,-1 0 0,1-1 0,0 1 0,0-1 0,0 0 0,0 0 0,1 0 0,0 0 0,0 0 0,0-1 0,0 0 0,1 0 0,-1 0 0,1 0 0,-1-1 0,1 0 0,0 0 0,0 0 0,0 0 0,1-1 0,-1 0 0,6 1 0,-3-1 0,0 0 0,0 0 0,0-1 0,-1 0 0,1 0 0,0-1 0,0 0 0,0-1 0,-1 0 0,1 0 0,0 0 0,-1-1 0,0 0 0,0 0 0,0-1 0,0 0 0,0 0 0,7-7 0,-6 4 0,-1-1 0,0 0 0,-1 0 0,0-1 0,0 1 0,0-1 0,-1-1 0,-1 1 0,1-1 0,-2 0 0,1 0 0,-1 0 0,2-14 0,1-28 0,-2 1 0,-2-1 0,-8-79 0,1 39 0,6 130 0,12 203 0,49 76 0,-45-234-17,-11-45-433,3 0 1,19 55 0,-9-51-6377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52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24575,'6'0'0,"16"0"0,10 0 0,12 0 0,19 0 0,10 0 0,1 0 0,0 0 0,0 0 0,-6 0 0,-2 0 0,-11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3:5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24575,'6'0'0,"9"0"0,15 0 0,14 0 0,14 0 0,10 0 0,-1 0 0,1 0 0,-4 0 0,-7 0 0,-7 0 0,-5 0 0,-4 0 0,5 6 0,6 2 0,1 0 0,-8-1-8191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1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689 1 24575,'-16'1'0,"1"0"0,-1 2 0,1 0 0,-1 0 0,1 1 0,0 1 0,1 1 0,-1 0 0,-20 12 0,-12 11 0,-58 46 0,65-45 0,36-27 0,-47 34 0,2 1 0,-43 47 0,79-72 0,1 0 0,0 1 0,1 1 0,1 0 0,0 0 0,1 1 0,1 0 0,1 1 0,0 0 0,1 0 0,-6 28 0,7-15 0,1 0 0,1-1 0,3 58 0,2-72 0,-1-1 0,2 0 0,0 0 0,0 0 0,2 0 0,-1-1 0,2 0 0,0 0 0,0 0 0,11 14 0,-5-11 0,1 0 0,1-1 0,1-1 0,0 0 0,0-1 0,1 0 0,1-1 0,0-1 0,1-1 0,0-1 0,1 0 0,24 8 0,-15-8 0,0-2 0,1 0 0,-1-2 0,1-1 0,0-2 0,0 0 0,0-2 0,32-4 0,-53 3 0,-1 0 0,1-1 0,-1 0 0,0 0 0,0-1 0,0 0 0,0 0 0,-1-1 0,1 0 0,-1 0 0,0 0 0,0-1 0,0 0 0,0 0 0,-1 0 0,0-1 0,0 0 0,-1 0 0,1 0 0,-2 0 0,1-1 0,0 1 0,3-13 0,-3 10 0,-2 0 0,1-1 0,-1 1 0,0-1 0,-1 1 0,0-1 0,-1 0 0,0 1 0,0-1 0,-1 0 0,0 0 0,-1 1 0,0-1 0,0 1 0,-1 0 0,-1 0 0,1 0 0,-7-10 0,5 12 0,0 0 0,0 1 0,-1-1 0,0 1 0,-1 1 0,0-1 0,1 1 0,-2 0 0,1 1 0,0-1 0,-1 2 0,0-1 0,0 1 0,0 0 0,0 0 0,0 1 0,-1 1 0,1-1 0,-1 1 0,-9 0 0,11 1 0,1-1 0,0 1 0,0 0 0,0 1 0,0-1 0,0 1 0,0 1 0,0-1 0,0 1 0,0 0 0,0 0 0,1 1 0,-1 0 0,1 0 0,-1 0 0,1 0 0,0 1 0,1 0 0,-1 0 0,1 0 0,-1 1 0,1-1 0,0 1 0,1 0 0,-1 0 0,1 1 0,0-1 0,-3 8 0,0 11 0,1-1 0,1 1 0,1-1 0,2 1 0,0 0 0,1 0 0,4 31 0,-4-52-52,1 1-1,-1-1 1,1 1-1,0-1 1,-1 0-1,1 1 1,1-1-1,-1 0 1,0 0-1,1 1 1,0-1-1,0 0 1,0-1-1,0 1 1,0 0-1,0-1 1,1 1-1,-1-1 1,1 1-1,0-1 0,0 0 1,0 0-1,0-1 1,0 1-1,6 2 1,24 5-6774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1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9 24575,'-2'0'0,"-1"0"0,1 0 0,-1 0 0,1 1 0,0-1 0,-1 1 0,1 0 0,0-1 0,0 1 0,-1 0 0,1 1 0,0-1 0,0 0 0,0 0 0,0 1 0,0-1 0,1 1 0,-1 0 0,-2 2 0,1 0 0,1 0 0,-1 1 0,1-1 0,0 1 0,0-1 0,0 1 0,0 0 0,1 0 0,-1 5 0,0 1 0,1 1 0,0 0 0,1 0 0,0 0 0,1-1 0,0 1 0,4 16 0,-2-19 0,0-1 0,0 1 0,0-1 0,1 0 0,0 0 0,1 0 0,0-1 0,7 9 0,-11-14 0,1-1 0,-1 0 0,0 0 0,0 0 0,0 0 0,1 0 0,-1 0 0,1 0 0,-1-1 0,0 1 0,1 0 0,-1-1 0,1 1 0,0-1 0,-1 1 0,1-1 0,-1 0 0,1 0 0,0 0 0,1 0 0,-1-1 0,0 1 0,0-1 0,0 0 0,0 0 0,0-1 0,0 1 0,0 0 0,0-1 0,0 1 0,-1-1 0,1 1 0,0-1 0,-1 0 0,0 0 0,1 0 0,-1 0 0,0 0 0,1-3 0,4-6 0,-1-1 0,0 0 0,-1 0 0,0 0 0,-1 0 0,-1 0 0,0-1 0,0 1 0,-1-1 0,-1 1 0,0-1 0,-1 1 0,0-1 0,-3-12 0,2 21-72,0 0 1,0 1-1,0-1 0,0 1 0,-1 0 0,1 0 0,-1 0 0,0 0 1,0 0-1,0 0 0,0 1 0,0 0 0,-1-1 0,1 1 0,-1 1 1,1-1-1,-1 0 0,-8-1 0,0-2-6754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1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24575,'47'-1'0,"0"3"0,0 1 0,0 2 0,-1 3 0,60 17 0,-84-17 0,0 2 0,0 0 0,-1 2 0,31 22 0,-39-26 0,-1 2 0,0 0 0,-1 0 0,0 1 0,-1 0 0,0 1 0,-1 0 0,10 17 0,-14-18 0,0 1 0,-1-1 0,0 1 0,-1 0 0,-1 0 0,0 0 0,1 17 0,-5 90 0,-1-68 0,2-37 0,-1 1 0,-1 0 0,-1-1 0,0 0 0,0 1 0,-2-1 0,1-1 0,-2 1 0,0-1 0,-1 0 0,0-1 0,-1 0 0,-14 16 0,22-27 0,0 0 0,0 0 0,0 1 0,0-1 0,0 1 0,0-1 0,0 1 0,0-1 0,0 1 0,1-1 0,-1 1 0,1 0 0,-1-1 0,1 1 0,0 0 0,-1 0 0,1-1 0,0 3 0,1-3 0,-1 0 0,1 0 0,-1 0 0,1 0 0,-1 0 0,1 0 0,0-1 0,-1 1 0,1 0 0,0 0 0,0-1 0,-1 1 0,1 0 0,0-1 0,0 1 0,0-1 0,0 1 0,0-1 0,0 0 0,0 1 0,0-1 0,1 0 0,9 2 0,0 0 0,1-1 0,-1-1 0,17-1 0,-13 1 0,63-4 0,-40 1 0,1 2 0,44 4 0,-73-3 0,0 2 0,0 0 0,0 0 0,-1 0 0,1 1 0,-1 1 0,1 0 0,-1 0 0,0 1 0,0 0 0,-1 0 0,0 1 0,9 7 0,-13-8 0,0 0 0,0 0 0,0 0 0,0 0 0,-1 1 0,0 0 0,0-1 0,-1 1 0,0 0 0,0 0 0,0 1 0,0-1 0,-1 0 0,0 0 0,-1 1 0,1-1 0,-1 1 0,0-1 0,-1 1 0,0-1 0,0 0 0,0 1 0,-1-1 0,-3 11 0,0-6 0,1 0 0,-1 0 0,-1 0 0,0-1 0,0 1 0,-1-1 0,0-1 0,-1 1 0,0-1 0,-1-1 0,0 0 0,-12 10 0,-16 3 0,-1-1 0,-1-1 0,-75 23 0,-2 2 0,-20 8 0,120-47 0,1-1 0,-1-1 0,0 0 0,-1-1 0,1-1 0,-28-1 0,30-5 0,23-2 0,30-6 0,22 0-1365,7-1-5461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1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24575,'39'0'0,"1"-1"0,1 2 0,78 12 0,-106-10 0,1 0 0,-1 1 0,0 1 0,0 0 0,-1 1 0,1 0 0,-1 1 0,-1 1 0,1-1 0,-1 2 0,-1 0 0,16 16 0,-16-13 0,-1 0 0,0 0 0,-1 1 0,0 0 0,-1 0 0,-1 1 0,0 0 0,-1 0 0,0 0 0,-1 1 0,-1-1 0,2 22 0,-1 7 0,-3-1 0,-1 0 0,-8 50 0,7-81 0,-1-1 0,0 0 0,-1 0 0,0 0 0,0 0 0,-1 0 0,-1 0 0,1-1 0,-1 0 0,-1 0 0,-11 14 0,-5 0 0,0 0 0,-40 30 0,60-52 0,-4 5 0,-1 1 0,1 0 0,0 0 0,0 0 0,0 1 0,1 0 0,1 0 0,-1 0 0,1 0 0,1 1 0,0 0 0,-3 11 0,4-16 0,1 0 0,1 0 0,-1 0 0,0 0 0,1 0 0,0 0 0,0 0 0,0 0 0,1 1 0,-1-1 0,1 0 0,0 0 0,0 0 0,0 0 0,1-1 0,-1 1 0,1 0 0,0 0 0,0-1 0,0 0 0,1 1 0,-1-1 0,1 0 0,0 0 0,0 0 0,0 0 0,0-1 0,0 1 0,6 2 0,15 6 0,0-2 0,1-1 0,0-1 0,0-1 0,1-1 0,48 2 0,5 3 0,70 8-1365,-112-15-5461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2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1180 24575,'-3'-4'0,"-1"0"0,2 0 0,-1 0 0,0-1 0,1 1 0,0-1 0,0 1 0,0-1 0,1 0 0,0 0 0,-2-7 0,-3-61 0,5 51 0,-6-78 0,-5 1 0,-3 0 0,-5 1 0,-4 1 0,-5 1 0,-42-96 0,63 174 0,2 6 0,1 0 0,0 0 0,1-1 0,-3-14 0,6 24 0,1 0 0,-1-1 0,1 1 0,0-1 0,0 1 0,0 0 0,1-1 0,-1 1 0,1 0 0,0-1 0,0 1 0,0 0 0,0 0 0,1-1 0,-1 1 0,1 0 0,-1 0 0,1 1 0,0-1 0,5-5 0,2 1 0,1 0 0,-1 0 0,1 1 0,0 0 0,1 1 0,0 0 0,-1 1 0,1 0 0,1 1 0,-1 0 0,18-2 0,21-2 0,64 0 0,-103 7 0,331 1 0,-163 2 0,-163-2 0,0 0 0,0 2 0,-1 0 0,1 1 0,-1 0 0,1 1 0,-1 1 0,-1 0 0,1 1 0,26 18 0,-22-12 0,-1 1 0,0 0 0,0 2 0,-2 0 0,0 1 0,-1 1 0,13 20 0,-22-28 0,-1 0 0,0 0 0,-1 0 0,0 1 0,0 0 0,-1-1 0,-1 1 0,0 1 0,1 17 0,-2 15 0,-4 50 0,0-30 0,0-30 0,-1 1 0,-2-1 0,-1 0 0,-20 55 0,14-46 0,10-35 0,1 1 0,0 0 0,0 1 0,1-1 0,0 0 0,0 0 0,1 0 0,1 1 0,0-1 0,0 0 0,0 0 0,4 12 0,-3-16 0,1 0 0,-1 0 0,1 0 0,0 0 0,0-1 0,0 1 0,0-1 0,1 1 0,0-1 0,0-1 0,0 1 0,1 0 0,-1-1 0,1 0 0,0 0 0,-1 0 0,1-1 0,1 0 0,-1 0 0,0 0 0,8 2 0,22 2 0,0-2 0,0-1 0,1-1 0,-1-3 0,36-3 0,30-1 0,-13 5-1365,-47 0-5461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2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24575,'532'0'0,"-521"0"-76,-1 0 1,0 1-1,1 0 0,-1 0 0,0 2 0,0-1 0,0 1 0,0 0 1,-1 1-1,1 0 0,-1 1 0,0 0 0,0 0 0,0 1 1,-1 0-1,0 1 0,11 11 0,5 10-6750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4:2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24575,'17321'1'429,"-12909"-1"-2781,-1-1-3296,-3337-41 5556,-614-12 5513,-259 12-3595,-131 25-1618,134-15 0,425 26-208,-347 10 0,2234-4 0,-1805 20 125,-35-1-1615,-615-19-5336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02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24575,'115'-2'0,"-46"0"0,-1 2 0,84 11 0,-136-8 0,0 1 0,-1 0 0,0 1 0,0 0 0,-1 1 0,1 1 0,-1 1 0,-1 0 0,1 0 0,-1 1 0,-1 1 0,0 0 0,11 12 0,-16-14 0,0 0 0,0 1 0,-1-1 0,-1 1 0,1 0 0,-1 1 0,-1-1 0,0 1 0,0 0 0,-1 0 0,0 0 0,0 0 0,-1 1 0,-1-1 0,0 1 0,0-1 0,-1 1 0,-1-1 0,0 1 0,-3 15 0,2-20 0,0 1 0,-1-1 0,0 0 0,0 0 0,0 0 0,-1-1 0,0 1 0,0-1 0,-1 0 0,1 0 0,-1 0 0,0-1 0,-1 1 0,1-1 0,-9 5 0,13-8 0,0-1 0,0 0 0,0 1 0,1-1 0,-1 1 0,1-1 0,-1 1 0,0 0 0,1-1 0,-1 1 0,1 0 0,-1-1 0,1 1 0,0 0 0,-1 0 0,1-1 0,0 1 0,0 0 0,-1 0 0,1 0 0,0-1 0,0 1 0,0 0 0,0 0 0,0 0 0,0-1 0,0 1 0,0 1 0,16 20 0,40 16 0,-44-31 0,537 371 0,-541-372 0,0 0 0,-1 1 0,0 0 0,0 0 0,0 1 0,-1 0 0,0 0 0,0 1 0,-1-1 0,7 18 0,-11-22 0,0 0 0,1 0 0,-2 0 0,1 1 0,0-1 0,-1 0 0,0 1 0,0-1 0,0 0 0,-1 1 0,1-1 0,-1 0 0,0 0 0,0 1 0,-1-1 0,1 0 0,-1 0 0,0 0 0,0-1 0,0 1 0,-1 0 0,1-1 0,-1 1 0,0-1 0,0 0 0,-6 5 0,1-1 0,-2 0 0,1 0 0,-1-1 0,0-1 0,0 1 0,0-2 0,-1 1 0,0-1 0,-16 3 0,-14 1 0,-54 4 0,30-5 0,-24 4 0,-1-5 0,-159-9 0,236 2-273,1-1 0,-1 0 0,1-1 0,-18-7 0,-4-5-6553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19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1 24575,'-2'49'0,"-1"0"0,-3-1 0,-2 1 0,-18 57 0,-73 182 0,-13 51 0,66-94 0,41-220 0,-2 1 0,-12 33 0,11-38 0,0 1 0,2 0 0,-5 32 0,9-13 0,3 50 0,0-63 0,0-1 0,-2 0 0,-1 0 0,-1 0 0,-7 30 0,-9 14 0,-23 70 0,31-108-1365,2-4-5461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3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24575,'-12'0'0,"-18"0"0,0 1 0,-45 7 0,64-6 0,0 1 0,0 1 0,0-1 0,0 2 0,1 0 0,-1 0 0,1 1 0,1 0 0,-17 13 0,14-9 0,1 1 0,0 0 0,0 0 0,1 1 0,1 0 0,0 1 0,0 0 0,2 0 0,-1 1 0,-9 27 0,11-18 0,0 0 0,1 1 0,1 0 0,2 0 0,0 0 0,2 32 0,1 128 0,5 100 0,-5-272 0,1 0 0,0 0 0,1-1 0,0 1 0,1 0 0,0-1 0,1 0 0,0 0 0,1 0 0,8 11 0,-10-16 0,0 0 0,1 0 0,0-1 0,0 0 0,0 0 0,1 0 0,-1 0 0,1-1 0,0 0 0,1-1 0,-1 1 0,1-1 0,-1 0 0,1-1 0,0 1 0,0-1 0,13 1 0,-2-1 0,-1-1 0,1-1 0,-1 0 0,1-2 0,-1 0 0,0-1 0,0 0 0,0-1 0,0-2 0,24-9 0,-33 11 0,0-1 0,0 1 0,0-1 0,0-1 0,-1 0 0,0 0 0,0 0 0,-1-1 0,1 1 0,-2-2 0,1 1 0,-1-1 0,0 0 0,0 0 0,-1 0 0,0 0 0,-1-1 0,0 0 0,0 0 0,-1 0 0,2-13 0,-2 8 0,-1-1 0,0 1 0,-1-1 0,-1 0 0,0 1 0,-1-1 0,-1 1 0,-5-19 0,6 26 0,-1 1 0,1-1 0,-1 1 0,0 0 0,-1 0 0,0 0 0,0 0 0,0 0 0,0 1 0,-1 0 0,0 0 0,0 0 0,0 1 0,-1-1 0,1 1 0,-1 0 0,0 1 0,0 0 0,-10-4 0,13 6 0,0 0 0,-1 1 0,1 0 0,0 0 0,0 0 0,-1 0 0,1 0 0,0 1 0,0-1 0,0 1 0,0 0 0,-1 0 0,1 0 0,0 0 0,1 1 0,-1-1 0,0 1 0,0 0 0,1 0 0,-1 0 0,1 0 0,-1 0 0,1 0 0,0 1 0,0-1 0,-3 5 0,-5 6 0,1 0 0,1 0 0,0 1 0,-7 16 0,6-4-151,2 0-1,0 1 0,1-1 0,2 1 1,1 0-1,1 0 0,1 1 1,4 38-1,-2-30-6674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4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24575,'-1'0'0,"0"1"0,0-1 0,0 0 0,0 0 0,1 1 0,-1-1 0,0 1 0,0-1 0,0 0 0,0 1 0,1 0 0,-1-1 0,0 1 0,1-1 0,-1 1 0,0 0 0,1-1 0,-1 1 0,1 0 0,-1 0 0,1 0 0,-1-1 0,1 1 0,0 0 0,-1 0 0,1 0 0,0 0 0,0 0 0,-1 0 0,1 0 0,0 1 0,-1 33 0,1-32 0,5 44 0,2 0 0,24 88 0,-16-80 0,11 85 0,-12-44 0,34 118 0,-36-167 0,10 30-682,48 114-1,-54-156-6143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5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24575,'9'-8'0,"1"-1"0,0 2 0,0 0 0,1 0 0,-1 0 0,2 2 0,-1-1 0,13-3 0,101-27 0,-115 34 0,154-33 0,1 7 0,2 8 0,324 3 0,-354 19-1365,-103-2-5461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51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0 274 24575,'0'-5'0,"6"-3"0,19-5 0,22-6 0,31 0 0,15 3 0,19-1 0,13-3 0,15-5 0,-1-3 0,-12-2 0,-22 3 0,-23 7 0,-19 6 0,-16 6 0,-9 5 0,-7 2 0,-7 1-8191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5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24575,'0'604'0,"0"-588"0,1 0 0,1-1 0,0 1 0,1-1 0,1 0 0,1 0 0,0 0 0,1-1 0,0 1 0,1-1 0,0-1 0,2 1 0,-1-1 0,17 18 0,-20-27 0,0-1 0,0 1 0,0-1 0,0 0 0,1 0 0,-1 0 0,1-1 0,-1 0 0,1 0 0,0 0 0,0-1 0,0 0 0,8 1 0,10-1 0,0-1 0,25-3 0,-22 2 0,-26 1-4,0 0 0,0 0 1,1 0-1,-1 0 0,0 0 0,0 0 0,1-1 0,-1 1 0,0 0 0,0-1 0,0 1 0,0 0 1,1-1-1,-1 0 0,0 1 0,0-1 0,0 0 0,0 1 0,0-1 0,0 0 0,0 0 1,0-1-1,-1 1 12,1 0 0,-1 0 0,0 0 0,0 0 1,0 0-1,0 0 0,0 0 0,0 0 0,0 0 0,-1-1 1,1 1-1,0 0 0,-1 0 0,1 0 0,0 0 0,-1 1 1,1-1-1,-1 0 0,0 0 0,0-1 0,-7-8-194,0 1 0,0 0 0,-15-11 0,15 12-517,-26-22-6123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5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24575,'12'0'0,"14"0"0,15 0 0,17 0 0,10 0 0,5 0 0,-4 0 0,-3 0 0,-6 0 0,-9 0 0,-6 0 0,-12 0-8191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5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24575,'11'0'0,"21"0"0,17 0 0,11 0 0,1 0 0,1 0 0,-3 0 0,-7 0 0,-12 0-8191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5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24575,'5'0'0,"20"0"0,11 0 0,4 0 0,8 0 0,6 0 0,0 0 0,-3 0 0,-5 0 0,-5 0 0,-9 0-8191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05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62 24575,'0'0'0,"0"-1"0,0 1 0,0-1 0,0 1 0,0-1 0,0 1 0,0-1 0,0 1 0,0-1 0,0 1 0,0-1 0,0 1 0,0-1 0,0 1 0,0-1 0,-1 1 0,1-1 0,0 1 0,0-1 0,-1 1 0,1-1 0,0 1 0,-1 0 0,1-1 0,0 1 0,-1 0 0,1-1 0,-1 1 0,1 0 0,0-1 0,-1 1 0,0 0 0,-15 7 0,-14 24 0,17-9 0,1 0 0,1 0 0,1 2 0,1-1 0,1 1 0,1 0 0,-6 36 0,-14 180 0,27-236 0,-6 68 0,8 141 0,-1-208 0,0 1 0,0 0 0,0 0 0,1-1 0,0 1 0,0-1 0,0 1 0,1-1 0,0 0 0,0 0 0,0 0 0,1 0 0,-1-1 0,1 1 0,0-1 0,0 0 0,1 0 0,-1-1 0,1 1 0,6 3 0,8 3 0,1-1 0,0-1 0,0-1 0,28 6 0,-25-7 0,1 1 0,25 12 0,-38-13 0,1 0 0,0-1 0,0-1 0,0 0 0,1 0 0,14 1 0,-22-4 0,1-1 0,-1 0 0,0-1 0,1 1 0,-1-1 0,0 0 0,1 0 0,-1-1 0,0 1 0,0-1 0,0-1 0,0 1 0,0-1 0,-1 1 0,1-1 0,-1-1 0,5-3 0,2-3 0,-1 0 0,1-1 0,-2-1 0,0 0 0,0 0 0,-1-1 0,0 0 0,-1 0 0,-1 0 0,0-1 0,-1 0 0,-1-1 0,0 1 0,4-27 0,-2-13 0,-3-1 0,-6-96 0,-1 63 0,3 68 0,-1-1 0,-1 1 0,0-1 0,-2 1 0,0 1 0,-2-1 0,0 1 0,-1 0 0,-1 0 0,0 1 0,-14-18 0,13 22 0,0 0 0,-1 0 0,-1 1 0,0 0 0,-1 1 0,-1 1 0,0 0 0,0 1 0,-1 0 0,0 1 0,0 1 0,-1 0 0,-18-6 0,-3 1-116,15 5 198,-1 1 0,-23-5 0,39 11-197,1 0 0,-1 0 0,1 1 0,-1 0 0,1 0 0,-1 0 0,1 1 0,-1 0 0,1 1 0,0-1 0,0 1 0,-7 3 0,-14 8-6711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07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24575,'2'18'0,"0"-1"0,1 0 0,1 0 0,1 0 0,10 26 0,6 20 0,29 113 0,-19-76 0,33 205 0,-62-286 0,-2-12 0,1-1 0,-1 1 0,1-1 0,0 1 0,1-1 0,0 0 0,0 0 0,0 0 0,4 8 0,-6-14 0,0 0 0,1 0 0,-1 0 0,0 0 0,0 1 0,0-1 0,0 0 0,1 0 0,-1 0 0,0 0 0,0 0 0,0 0 0,1 0 0,-1 0 0,0 0 0,0 0 0,1 0 0,-1 0 0,0 0 0,0 0 0,0 0 0,1 0 0,-1 0 0,0 0 0,0 0 0,0 0 0,1 0 0,-1 0 0,0 0 0,0 0 0,0-1 0,1 1 0,-1 0 0,0 0 0,0 0 0,0 0 0,0 0 0,0-1 0,1 1 0,-1 0 0,0 0 0,0 0 0,0 0 0,0-1 0,0 1 0,0 0 0,0 0 0,0 0 0,0-1 0,0 1 0,1 0 0,-1 0 0,0 0 0,0-1 0,0 1 0,0 0 0,-1 0 0,1-1 0,0 1 0,0 0 0,4-17 0,10-88 0,42-252 0,-41 274-682,7-129-1,-20 157-6143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23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24575,'-5'94'0,"-33"185"0,22-184 0,-19 53 50,24-110-404,1 0 1,2 1-1,-5 67 0,13-75-6472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25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0 24575,'-2'37'0,"-12"69"0,-2 14 0,15-96 0,-1-5 0,1 1 0,1 0 0,1 0 0,4 23 0,-4-37 0,1 0 0,0 0 0,0 0 0,0-1 0,1 1 0,-1-1 0,1 0 0,1 1 0,-1-1 0,1-1 0,-1 1 0,2-1 0,-1 1 0,0-1 0,1 0 0,0 0 0,0-1 0,6 4 0,47 22 0,107 38 0,2 0 0,-162-65 0,0 0 0,0 1 0,0 0 0,-1 0 0,1 0 0,-1 0 0,0 1 0,0 0 0,0 0 0,-1 0 0,1 0 0,-1 1 0,0-1 0,0 1 0,4 9 0,-4-5 0,-1 0 0,0-1 0,0 1 0,-1 0 0,-1 0 0,1 0 0,-1 0 0,-1 0 0,-1 10 0,2-15 0,-1 1 0,0 0 0,0 0 0,0-1 0,0 1 0,-1 0 0,0-1 0,0 0 0,0 1 0,-1-1 0,1 0 0,-1 0 0,0 0 0,0 0 0,-1-1 0,1 1 0,-1-1 0,1 0 0,-1 0 0,0 0 0,0-1 0,0 1 0,-1-1 0,1 0 0,-1 0 0,1-1 0,-1 1 0,-7 1 0,-11 0 0,-1 0 0,1-1 0,-1-1 0,-41-5 0,23 2 0,-56 1-116,20 0 239,-78-10 0,131 7-310,1 0 0,0-1 0,0-2 1,1-1-1,0 0 0,0-2 0,-31-18 0,26 10-6639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2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24575,'6'0'0,"13"0"0,14 0 0,20 0 0,11 0 0,6 0 0,3 0 0,-5 0 0,-9 0 0,-8 0 0,-14 0-8191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0:28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1 980 24575,'4'-3'0,"0"0"0,1 0 0,-1 0 0,1 1 0,0-1 0,0 1 0,0 0 0,0 1 0,0-1 0,0 1 0,1 0 0,5 0 0,18-5 0,165-53 0,-190 58 0,1 0 0,-1-1 0,0 1 0,0-1 0,0 0 0,0 0 0,0 0 0,0-1 0,-1 1 0,1-1 0,-1 0 0,1 0 0,-1 0 0,0 0 0,-1-1 0,1 1 0,0-1 0,-1 0 0,4-6 0,-3 0 0,-1 0 0,0 0 0,0 0 0,0-1 0,-2 1 0,1-1 0,-2-14 0,1-20 0,-2 0 0,-2 1 0,-2-1 0,-2 1 0,-2 0 0,-16-45 0,-6 13 0,23 59 0,0-1 0,1-1 0,2 1 0,0-1 0,0 0 0,2 0 0,1-1 0,0 0 0,0-36 0,4 53 0,-1-1 0,1 1 0,0 0 0,0-1 0,0 1 0,1 0 0,-1 0 0,1 0 0,0 0 0,0 0 0,0 0 0,0 0 0,0 0 0,1 1 0,-1 0 0,1-1 0,0 1 0,-1 0 0,1 0 0,0 0 0,0 0 0,1 1 0,-1 0 0,0-1 0,0 1 0,1 0 0,-1 0 0,1 1 0,6-2 0,13 0 0,-1 0 0,1 1 0,36 3 0,-27-1 0,-8 0 0,18-2 0,0 3 0,0 1 0,0 2 0,77 19 0,-110-21 0,0 0 0,0 1 0,0-1 0,-1 1 0,0 1 0,1 0 0,-1 0 0,-1 1 0,1 0 0,-1 0 0,0 0 0,-1 1 0,1 0 0,-1 1 0,-1-1 0,1 1 0,-1 0 0,-1 1 0,0-1 0,0 1 0,0 0 0,-1 0 0,0 0 0,-1 0 0,0 0 0,-1 1 0,1 14 0,0-3 0,-2 1 0,0 0 0,-1-1 0,-9 41 0,7-50 0,0-1 0,-1 0 0,0 0 0,-1-1 0,0 1 0,-1-1 0,0 0 0,-1-1 0,0 1 0,-14 13 0,-45 33 0,46-42 0,1 2 0,-28 29 0,43-40 0,0 0 0,0 0 0,0 1 0,0-1 0,1 1 0,0 0 0,0 0 0,1 0 0,-1 1 0,1-1 0,1 1 0,-1-1 0,1 1 0,0 8 0,1-11 0,1 0 0,0 0 0,0 0 0,0 0 0,1 0 0,-1 0 0,1 0 0,0 0 0,0-1 0,0 1 0,1-1 0,-1 1 0,1-1 0,0 0 0,0 0 0,0 0 0,0 0 0,0-1 0,1 1 0,5 3 0,9 5 0,1-1 0,33 13 0,-16-7-227,1-2-1,1-2 1,0-1-1,1-2 1,70 7-1,-80-15-6598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24575,'5'0'0,"9"0"0,6 0 0,12 0 0,12 0 0,9 0 0,2 0 0,-3 0 0,-5 0 0,-4 0 0,-4 0 0,-3 0 0,-2 0 0,-7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24575,'0'-2'0,"1"1"0,-1 0 0,0 0 0,1-1 0,-1 1 0,1 0 0,0 0 0,-1 0 0,1 0 0,0 0 0,0 0 0,0 0 0,0 0 0,0 0 0,0 0 0,0 0 0,0 1 0,0-1 0,0 0 0,0 1 0,0-1 0,0 1 0,1-1 0,-1 1 0,0 0 0,0-1 0,1 1 0,0 0 0,44-7 0,-39 7 0,108-5 0,-77 5 0,-1-1 0,0-3 0,0 0 0,43-12 0,-43 5-273,1 1 0,0 2 0,1 2 0,69-2 0,-73 8-6553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3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24575,'162'66'0,"-106"-46"0,50 12 0,-71-23 0,-1 1 0,37 17 0,-66-25 0,-1 1 0,1-1 0,-1 1 0,0 0 0,0 0 0,0 0 0,0 1 0,0-1 0,-1 1 0,0 0 0,0 0 0,0 0 0,0 1 0,0-1 0,3 9 0,-3-5 0,-1 0 0,-1-1 0,1 1 0,-1 0 0,0 0 0,-1 0 0,0 0 0,0 0 0,-2 10 0,-3 8 0,-1-1 0,-1-1 0,-1 1 0,-1-1 0,-16 29 0,9-23 0,-2-2 0,-2 0 0,0-2 0,-41 42 0,-15 19 0,73-84 0,1 0 0,0 0 0,-1 0 0,1 0 0,0 0 0,1 0 0,-1 1 0,1-1 0,-1 0 0,1 1 0,0 0 0,0-1 0,0 1 0,1-1 0,-1 1 0,1 0 0,0 0 0,0-1 0,0 1 0,1 0 0,-1-1 0,3 8 0,-1-7 0,0-1 0,1 1 0,-1-1 0,1 0 0,-1 0 0,1 0 0,0 0 0,0 0 0,1-1 0,-1 1 0,0-1 0,1 0 0,0 0 0,-1 0 0,1 0 0,0-1 0,0 1 0,0-1 0,0 0 0,4 0 0,42 6 0,1-1-1,0-4 1,-1-1-1,53-6 1,18 0-1363,-94 5-5463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24575,'-2'1'0,"0"0"0,0 0 0,0 1 0,1-1 0,-1 0 0,0 0 0,1 1 0,-1-1 0,1 1 0,0 0 0,-1-1 0,1 1 0,0 0 0,0 0 0,0 0 0,0-1 0,1 1 0,-1 0 0,0 0 0,1 0 0,-1 4 0,-5 8 0,5-12 0,-9 16 0,1-1 0,0 1 0,1 1 0,1-1 0,1 1 0,1 0 0,0 1 0,1 0 0,-1 26 0,4-23 0,0-11 0,0 1 0,2 0 0,-1-1 0,4 21 0,-3-30 0,0 0 0,0 0 0,0 0 0,0 0 0,0 0 0,1-1 0,-1 1 0,1 0 0,-1-1 0,1 0 0,0 1 0,0-1 0,0 0 0,1 0 0,-1 0 0,0 0 0,1 0 0,-1-1 0,1 1 0,0-1 0,-1 1 0,1-1 0,0 0 0,4 1 0,38 5 0,-1-1 0,1-3 0,0-2 0,79-7 0,-13 1 0,-75 5-68,-21 1-191,0-1-1,0-1 1,0 0-1,23-5 1,-18-1-6567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24575,'0'1337'-1365,"0"-1299"-5461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171 133 24575,'-5'96'0,"-5"-1"0,-4 0 0,-34 119 0,3-10 0,26-97 0,4 0 0,5 1 0,5 162 0,10-538 0,13-214 0,-6 370 0,4 0 0,39-136 0,6 60 0,-61 188 0,0-1 0,0 0 0,0 0 0,0 1 0,1-1 0,-1 0 0,0 0 0,0 1 0,0-1 0,1 0 0,-1 1 0,0-1 0,1 0 0,-1 1 0,1-1 0,-1 0 0,1 1 0,-1-1 0,1 1 0,-1-1 0,1 1 0,-1-1 0,1 1 0,0-1 0,-1 1 0,1 0 0,0-1 0,-1 1 0,1 0 0,0-1 0,0 1 0,-1 0 0,1 0 0,0 0 0,0 0 0,-1 0 0,1 0 0,0 0 0,0 0 0,-1 0 0,1 0 0,0 0 0,1 1 0,1 1 0,0 1 0,-1-1 0,1 1 0,-1 0 0,1-1 0,-1 1 0,0 0 0,3 7 0,29 52 0,-4 2 0,-2 2 0,21 77 0,45 218 0,-72-265 0,101 420-1365,-113-472-5461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1:5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24575,'0'-5'0,"5"-3"0,14 1 0,20 2 0,21 1 0,17 1 0,7 2 0,-5 0 0,-11 1 0,-16 0-8191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05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37 705 24575,'16'232'0,"-1"-51"0,-9 740 0,-9-504 0,3-351 0,2 23 0,-4 0 0,-4 0 0,-20 104 0,11-117 0,4 0 0,-1 90 0,12 158 0,3-132 0,-4-162 0,0-21 0,1 1 0,0 0 0,0 0 0,1 0 0,0 0 0,4 12 0,-4-19 0,1 0 0,-1 0 0,0 0 0,1-1 0,0 1 0,0 0 0,0-1 0,0 1 0,0-1 0,1 0 0,-1 1 0,1-1 0,-1-1 0,1 1 0,0 0 0,-1 0 0,1-1 0,0 0 0,0 0 0,0 1 0,1-2 0,-1 1 0,6 1 0,61 6 0,1-2 0,129-7 0,-88-2 0,958-42 0,234-18 0,2409 68 4,-2020-7-131,5033 2-368,-6706-1 587,0 0 0,0-2 0,1 0 0,-2-1 0,1-1 0,31-13 0,103-57-113,-107 49 19,80-32-1,125-17 3,-64 21 0,-176 51 0,0-1 0,0-1 0,0 0 0,-1-1 0,16-10 0,-22 12 0,0 0 0,-1 0 0,0 0 0,0 0 0,0-1 0,-1 0 0,1 0 0,-1 0 0,0 0 0,0 0 0,-1-1 0,0 1 0,3-12 0,2-11 0,-2-1 0,-2 1 0,0-1 0,-2 0 0,-4-54 0,-32-147 0,25 174 0,-33-187 0,-49-258 0,-40 9 0,31 208 0,-74-232 0,131 360 0,-138-408 0,132 417-1365,42 121-5461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14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24575,'0'6'0,"0"13"0,0 15 0,0 12 0,0 5 0,0 11 0,0 5 0,0 10 0,-6 2 0,-7-7 0,-2-9 0,2-5 0,3-6 0,3-6 0,3 0 0,3-1 0,-6-4 0,0-8-8191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15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24575,'31'-2'0,"0"0"0,32-8 0,15-2 0,-21 4 0,77-21 0,-91 17 0,0 3 0,1 1 0,73-3 0,382 14-1365,-471-3-5461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1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24575,'1'-1'0,"-1"-1"0,1 1 0,-1 0 0,1 0 0,0 0 0,-1 0 0,1 0 0,0 0 0,0 0 0,0 0 0,0 0 0,0 0 0,0 1 0,0-1 0,0 0 0,0 0 0,0 1 0,0-1 0,0 1 0,1-1 0,-1 1 0,0 0 0,0-1 0,1 1 0,-1 0 0,0 0 0,2 0 0,45-5 0,-39 4 0,687-9 0,-399 13 0,-267-3-1365,-3 0-5461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1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24575,'6'0'0,"1"6"0,6 13 0,0 8 0,-1 7 0,2-4 0,-1 0 0,-3-1 0,-3 2 0,-3 0 0,-1 1 0,-2 1 0,-2 0 0,1 1 0,5-1 0,2 1 0,6-1 0,0-5-8191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24575,'5'0'0,"3"6"0,-1 7 0,-2 7 0,0 7 0,-3 9 0,-1 4 0,-6 2 0,-8 4 0,-7 1 0,-7-3 0,2-2 0,5-9-8191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24575,'38'-1'0,"-23"0"0,0 0 0,0 1 0,0 1 0,25 4 0,-36-4 0,-1 0 0,0 0 0,0 0 0,1 0 0,-1 1 0,0-1 0,0 1 0,0 0 0,0 0 0,-1 0 0,1 0 0,0 0 0,-1 1 0,0-1 0,1 1 0,-1 0 0,0-1 0,0 1 0,-1 0 0,1 0 0,0 0 0,-1 1 0,0-1 0,0 0 0,1 5 0,0 3 0,-2-1 0,1 1 0,-1 0 0,-1-1 0,0 1 0,0 0 0,-1-1 0,-4 16 0,3-17 0,0 1 0,1 0 0,1 0 0,0 0 0,0-1 0,1 1 0,0 0 0,0 0 0,3 13 0,-1-19 0,0 0 0,0 0 0,0 0 0,0-1 0,0 1 0,1 0 0,0-1 0,0 0 0,0 1 0,0-1 0,0 0 0,1-1 0,-1 1 0,1-1 0,0 1 0,0-1 0,0 0 0,0-1 0,0 1 0,8 2 0,6 1 0,0-1 0,0-1 0,29 3 0,61-5-1365,-78-2-5461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24575,'-6'0'0,"-2"6"0,-5 7 0,-6 2 0,-5 3 0,-5 6 0,-3 3 0,-7 3 0,-3 2 0,6-4-8191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24575,'33'0'0,"-1"2"0,1 1 0,-1 2 0,1 1 0,-1 1 0,35 14 0,-63-20 0,0 1 0,0-1 0,0 1 0,0 0 0,-1 0 0,1 0 0,-1 0 0,0 1 0,1-1 0,-1 1 0,0 0 0,-1 0 0,1 0 0,0 0 0,-1 1 0,0-1 0,0 1 0,0-1 0,0 1 0,0 0 0,-1 0 0,0 0 0,1 0 0,-2 0 0,1 0 0,0 0 0,-1 0 0,0 0 0,0 0 0,0 0 0,0 0 0,0 1 0,-1-1 0,-1 4 0,-1 3 0,-1 0 0,0-1 0,0 1 0,-1-1 0,0 0 0,-1 0 0,0-1 0,-1 1 0,0-1 0,0-1 0,-13 12 0,-6 1 0,20-17 0,0 0 0,1 1 0,-1 0 0,1 0 0,0 0 0,0 0 0,1 1 0,-1 0 0,-4 9 0,9-14 0,0 1 0,0-1 0,0 0 0,0 0 0,0 1 0,0-1 0,1 0 0,-1 1 0,1-1 0,-1 0 0,1 0 0,-1 0 0,1 1 0,-1-1 0,1 0 0,0 0 0,0 0 0,0 0 0,0 0 0,0 0 0,0 0 0,0-1 0,0 1 0,0 0 0,0-1 0,0 1 0,0 0 0,0-1 0,1 1 0,-1-1 0,2 1 0,49 17 0,-46-16 0,122 30 0,-79-22 0,-1 3 0,82 32 0,-107-36 0,-1 2 0,1 1 0,-2 0 0,1 2 0,-2 0 0,0 1 0,-1 1 0,18 19 0,-35-33 0,-1 0 0,1 0 0,0 0 0,-1 0 0,1 0 0,-1 0 0,1 0 0,-1 0 0,0 1 0,0-1 0,0 1 0,-1-1 0,1 1 0,0-1 0,-1 1 0,1-1 0,-1 1 0,0-1 0,0 1 0,0-1 0,0 1 0,-1-1 0,1 1 0,-1-1 0,1 1 0,-1-1 0,0 1 0,0-1 0,0 1 0,0-1 0,-1 0 0,1 0 0,0 0 0,-1 0 0,0 0 0,1 0 0,-1 0 0,0 0 0,0-1 0,0 1 0,0-1 0,0 1 0,-3 0 0,-10 7 0,-1-1 0,0-1 0,-1 0 0,-34 8 0,44-13 0,-39 9-273,-2-3 0,1-1 0,-1-2 0,-74-3 0,90-2-6553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24575,'12'0'0,"14"0"0,21 0 0,18 0 0,17 0 0,10 0 0,1 0 0,-4 0 0,-5 0 0,-6 0 0,-11 0 0,-10 0 0,-16 0-8191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24575,'6'0'0,"18"6"0,18 7 0,12 2 0,14-2 0,12-3 0,11-3 0,5-3 0,5-2 0,2-2 0,-12 0 0,-14-1 0,-16 1 0,-12-1 0,-14 1-8191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24575,'2'115'0,"4"0"0,5-1 0,6 0 0,48 177 0,-28-124 0,-5-16 0,-20-105-1365,-2-6-5461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2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24575,'33'-1'0,"0"-2"0,-1-1 0,1-1 0,-1-2 0,35-12 0,148-66 0,-140 52 0,111-33 0,-156 60-55,1 1-1,0 2 0,1 1 1,60 4-1,-43 0-1031,-21-1-5739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24575,'124'-4'0,"0"-5"0,180-38 0,-169 27-455,1 6 0,251 6 0,-356 9-6371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2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24575,'0'650'0,"0"-641"0,0 0 0,0 0 0,1 0 0,0 0 0,1 0 0,0-1 0,0 1 0,1-1 0,0 1 0,1-1 0,5 9 0,-5-11 0,0-1 0,0 0 0,1 0 0,0 0 0,0-1 0,0 0 0,1 0 0,-1 0 0,1 0 0,0-1 0,0 0 0,0 0 0,0-1 0,1 0 0,8 2 0,25 3-227,-1-1-1,1-3 1,0-1-1,0-2 1,45-6-1,-72 5-6598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24575,'0'-5'0,"6"-3"0,13 1 0,14 2 0,14 0 0,10 3 0,6 1 0,4 0 0,3 1 0,-6 0 0,-8 1 0,-8-1 0,-6 0 0,-5 0 0,-8 0-8191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24575,'6'0'0,"7"0"0,8 0 0,5 0 0,4 0 0,9 0 0,3 0 0,0 0 0,-1 0 0,-8 0-8191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24575,'11'0'0,"16"0"0,14 0 0,11 0 0,4 0 0,2 0 0,9 0 0,4 0 0,-4 0 0,-7 0 0,-9 0 0,-8 0 0,-4 0 0,-10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6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24575,'10'37'0,"9"54"0,1 4 0,34 144 0,-35-140 0,47 144 0,-39-160 6,-16-45-691,33 73-1,-33-90-6140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24575,'6'0'0,"18"0"0,23 0 0,20 0 0,22 0 0,18 0 0,8 0 0,1 0 0,-7 0 0,-17 0 0,-18 0 0,-16 0 0,-12 0 0,-9 0 0,-4 0 0,-2 0 0,-7 0-8191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3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24575,'6'0'0,"18"0"0,23 0 0,20 0 0,22-5 0,18-3 0,8-5 0,-10 0 0,-5-4 0,-10-5 0,-13 2 0,-14 4 0,-18 4-8191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1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24575,'2'32'0,"2"-1"0,1 1 0,17 56 0,-9-41 0,-9-31 0,0 0 0,2 0 0,-1-1 0,2 0 0,0 0 0,1-1 0,11 17 0,-14-25 0,0-1 0,0 1 0,0-1 0,0 0 0,1 0 0,0 0 0,0-1 0,0 0 0,1 0 0,-1-1 0,1 0 0,0 0 0,0 0 0,0-1 0,0 0 0,1 0 0,-1-1 0,8 1 0,57 0 0,126-10 0,-165 3-1365,-4-2-5461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2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24575,'-26'551'0,"13"-460"-682,-28 107-1,32-168-6143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3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24575,'5'0'0,"9"0"0,6 0 0,12 0 0,11 0 0,5 0 0,5 0 0,5 0 0,4 0 0,-3 0 0,1 0 0,-6 0 0,-5 0 0,-11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4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24575,'5'0'0,"8"0"0,13 0 0,13 0 0,12 0 0,8 0 0,6 0 0,-3 0 0,-6 0 0,-7 0 0,-12 0-8191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24575,'-5'0'0,"-3"6"0,1 13 0,1 15 0,1 13 0,3 9 0,0 7 0,2 5 0,0 1 0,0 0 0,0 1 0,1 10 0,-1-2 0,0-3 0,0-4 0,-5-1 0,-8-2 0,-2-13-8191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5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24575,'24'-1'0,"-1"-1"0,1-1 0,-1-1 0,1-1 0,23-9 0,112-48 0,-109 40 0,0 2 0,65-16 0,50-1-1365,-137 27-5461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24575,'6'0'0,"7"0"0,13 0 0,14 0 0,16 0 0,11 0 0,5 0 0,-4 0 0,-8 0 0,-3 0 0,-5 0 0,-6 0 0,-5 0 0,-4 0 0,-2 0 0,-8 0-8191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4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13 24575,'0'0'0,"0"0"0,0-1 0,0 1 0,0 0 0,1-1 0,-1 1 0,0 0 0,0-1 0,0 1 0,0 0 0,0-1 0,0 1 0,0 0 0,0-1 0,0 1 0,0-1 0,0 1 0,0 0 0,0-1 0,-1 1 0,1 0 0,0-1 0,0 1 0,0 0 0,0-1 0,-1 1 0,1 0 0,0 0 0,0-1 0,-1 1 0,1 0 0,0 0 0,0-1 0,-1 1 0,1 0 0,0 0 0,-1 0 0,1-1 0,0 1 0,-1 0 0,1 0 0,0 0 0,-1 0 0,1 0 0,0 0 0,-1 0 0,1 0 0,0 0 0,-1 0 0,1 0 0,0 0 0,-1 0 0,1 0 0,-1 0 0,1 0 0,0 0 0,-1 0 0,1 0 0,0 1 0,-1-1 0,0 1 0,0 0 0,0 0 0,0-1 0,0 1 0,0 0 0,0 0 0,0 1 0,1-1 0,-1 0 0,0 0 0,1 0 0,-1 0 0,1 1 0,-1-1 0,1 0 0,-1 2 0,1 2 0,0 0 0,0 0 0,1 0 0,-1 0 0,1 0 0,0 0 0,0-1 0,1 1 0,0 0 0,0-1 0,0 1 0,0-1 0,0 0 0,1 1 0,0-1 0,0 0 0,0-1 0,0 1 0,8 5 0,6 6 0,0-1 0,2-1 0,20 11 0,-18-12 0,109 61 0,31 20 0,-155-89 0,-1 1 0,1-1 0,-1 1 0,-1-1 0,1 1 0,-1 1 0,0-1 0,0 1 0,4 7 0,-7-11 0,0-1 0,-1 1 0,1-1 0,-1 1 0,1 0 0,-1-1 0,0 1 0,1 0 0,-1-1 0,0 1 0,0 0 0,0-1 0,0 1 0,-1 0 0,1-1 0,0 1 0,-1-1 0,1 1 0,-1 0 0,0-1 0,1 1 0,-1-1 0,0 1 0,0-1 0,0 0 0,0 1 0,0-1 0,0 0 0,0 0 0,-1 0 0,1 1 0,0-1 0,-1-1 0,1 1 0,0 0 0,-1 0 0,1 0 0,-1-1 0,0 1 0,1-1 0,-1 1 0,1-1 0,-3 1 0,-41 10 0,-1-1 0,-84 7 0,17-3 0,59-5-1365,10-3-5461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5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24575,'0'-5'0,"11"-8"0,16-2 0,14-4 0,11 2 0,3 3 0,-8 4-8191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5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24575,'-6'6'0,"-7"13"0,-8 9 0,-5 5 0,-4 3 0,-3 1 0,4 0 0,-4-6 0,-2-3 0,5-7-8191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5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24575,'-9'11'0,"1"1"0,0 1 0,1-1 0,1 1 0,0 1 0,0-1 0,-4 23 0,-3 1 0,-14 32 0,-30 85 0,53-140 0,1 0 0,0 0 0,1 0 0,1 0 0,0 1 0,1-1 0,0 0 0,1 1 0,1-1 0,5 23 0,-5-31 0,0 0 0,0 0 0,0-1 0,1 1 0,0 0 0,0-1 0,0 0 0,1 1 0,0-2 0,0 1 0,0 0 0,1-1 0,-1 1 0,1-1 0,0-1 0,0 1 0,1-1 0,-1 1 0,1-2 0,-1 1 0,1-1 0,0 1 0,0-1 0,0-1 0,0 0 0,8 1 0,2 1 0,0-2 0,1 0 0,-1-1 0,1-1 0,-1 0 0,0-1 0,1-1 0,18-6 0,-31 8 0,0 0 0,1-1 0,-1 0 0,-1 0 0,1 0 0,0 0 0,0-1 0,-1 1 0,1-1 0,-1 0 0,0 0 0,0 0 0,0-1 0,0 1 0,-1 0 0,0-1 0,1 0 0,-1 0 0,0 0 0,-1 0 0,1 0 0,-1 0 0,1 0 0,-1 0 0,-1-1 0,1 1 0,0 0 0,-1-1 0,0 1 0,0 0 0,-1-1 0,1 1 0,-1 0 0,0-1 0,-1-5 0,0 3 0,0 1 0,0-1 0,-1 1 0,1 0 0,-1 0 0,-1 0 0,1 0 0,-1 0 0,0 1 0,0-1 0,-1 1 0,0 0 0,0 1 0,0-1 0,0 1 0,-1 0 0,1 0 0,-9-4 0,11 7 0,-1-1 0,1 1 0,-1 0 0,0 0 0,0 0 0,0 0 0,1 1 0,-1-1 0,0 1 0,0 0 0,0 0 0,0 0 0,0 1 0,0 0 0,1-1 0,-1 1 0,0 1 0,0-1 0,1 0 0,-1 1 0,1 0 0,-1 0 0,1 0 0,0 0 0,0 1 0,0-1 0,0 1 0,0-1 0,0 1 0,1 0 0,-1 0 0,-2 5 0,-12 22-1365,5 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54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 24575,'-6'5'0,"-7"3"0,-7 5 0,-12 6 0,-6 5 0,-2 5 0,5 3 0,4 1 0,1 2 0,0-7 0,5-1 0,7-5-8191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5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24575,'3'-3'0,"0"1"0,0 0 0,0 0 0,1 0 0,-1 0 0,1 0 0,-1 1 0,1-1 0,-1 1 0,1 0 0,0 0 0,-1 1 0,1-1 0,6 0 0,59 4 0,-47-1 0,253 16 0,-270-18 0,-1 1 0,1 0 0,0 0 0,0 0 0,-1 0 0,1 0 0,-1 1 0,1 0 0,-1 0 0,0 0 0,0 1 0,0 0 0,0-1 0,0 1 0,0 1 0,4 4 0,-4-3 0,0 1 0,-1-1 0,0 1 0,0 0 0,0 1 0,-1-1 0,1 0 0,-1 1 0,-1-1 0,0 1 0,1 9 0,0 5 10,-1 1-1,-2-1 1,0 1-1,-1-1 1,-2 1-1,0-1 1,-1 0 0,-1 0-1,-16 37 1,-9 8-441,-63 97 0,70-123-168,5-10-6227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2:5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24575,'17'0'0,"17"0"0,14 0 0,10 0 0,2 0 0,-5 0 0,-5 0 0,-6 0 0,-5 0 0,-3 0 0,-2 0 0,-7 0-8191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3:1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24575,'2'33'0,"1"0"0,2 0 0,11 42 0,5 26 0,61 379 0,-63-362 0,6 199 0,-27 124 0,-2-157 0,4 515 0,17-605 0,0-2 0,-17-48-1365,-1-115-5461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3:2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3:2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24575,'0'3192'0,"-4"-3140"0,-1-1 0,-3 1 0,-29 98 0,2-7 0,-3 49 0,-37 170 0,46-223 0,-11 45 0,7-13 0,-1 1 0,23-126 0,2 0 0,3 1 0,-2 55 0,9 143 0,2-90 0,-5 58 0,5 231 0,4-382 0,3 0 0,3 0 0,34 98 0,-44-149 0,4 16 0,-1 1 0,-1 0 0,3 57 0,-11 90 0,-1-58 0,4 1468 0,2-1538 0,17 88 0,-6-53 0,25 115 0,-10-59 0,10 28-1365,-28-137-5461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45 158 24575,'-1'123'0,"-1"41"0,7-1 0,29 190 0,8-5 0,-62-478 0,3 25 0,-15-106 0,12 88 0,-9-214 0,28 262 0,-2 42 0,3 0 0,1 0 0,1 0 0,9-46 0,-10 75 0,1 0 0,-1-1 0,1 1 0,0 0 0,0 0 0,1 0 0,-1 1 0,1-1 0,0 0 0,-1 1 0,2 0 0,-1-1 0,0 1 0,1 1 0,-1-1 0,1 0 0,0 1 0,0 0 0,0 0 0,0 0 0,7-2 0,7-1 0,0 1 0,0 1 0,1 0 0,20 1 0,10-3 0,136-14 0,-152 17 0,-1 2 0,1 1 0,54 9 0,-77-6 0,1-1 0,-1 2 0,0-1 0,0 1 0,-1 1 0,1 0 0,-1 0 0,0 1 0,-1 0 0,0 0 0,0 1 0,0 0 0,-1 1 0,-1-1 0,1 1 0,-1 1 0,-1-1 0,0 1 0,0 0 0,6 20 0,-7-20 0,0 0 0,-1 0 0,-1 0 0,1 1 0,-2-1 0,1 1 0,-2-1 0,1 1 0,-1-1 0,-1 1 0,0-1 0,0 0 0,-1 1 0,-1-1 0,0 0 0,0 0 0,-1 0 0,0 0 0,0-1 0,-1 1 0,-1-1 0,-8 11 0,-2-4 0,0-1 0,-2 0 0,0-2 0,0 0 0,-1-1 0,-41 19 0,16-12 0,-2-1 0,-57 13 0,-149 20 0,245-49 0,0 0 0,1 0 0,-1 1 0,1 0 0,-1 0 0,1 0 0,0 1 0,0 0 0,1 0 0,-10 9 0,13-11 0,1 0 0,0 0 0,-1 0 0,1 0 0,0 0 0,0 0 0,0 0 0,0 0 0,1 1 0,-1-1 0,0 0 0,1 1 0,0-1 0,-1 0 0,1 0 0,0 1 0,0-1 0,1 1 0,-1-1 0,0 0 0,1 0 0,-1 1 0,1-1 0,0 0 0,0 0 0,0 0 0,0 1 0,0-1 0,0 0 0,0-1 0,1 1 0,-1 0 0,1 0 0,0 0 0,-1-1 0,4 3 0,9 9 0,2-1 0,-1 0 0,2-1 0,-1-1 0,23 11 0,-26-15 0,1 0 0,-1 2 0,0 0 0,0 0 0,-1 1 0,0 1 0,-1 0 0,0 0 0,0 1 0,14 21 0,-12-8 0,0 1 0,-2 1 0,-1 0 0,8 32 0,19 112 0,-25-109 0,-11-56 0,0 1 0,0 0 0,1 0 0,0-1 0,0 1 0,0-1 0,1 0 0,0 0 0,0 1 0,0-2 0,0 1 0,1 0 0,0-1 0,0 1 0,6 4 0,-6-7 0,1 1 0,-1-1 0,1 0 0,0 0 0,0-1 0,-1 1 0,1-1 0,0 0 0,0-1 0,1 1 0,-1-1 0,0 0 0,0 0 0,0 0 0,0-1 0,0 0 0,0 0 0,6-2 0,31-10-682,52-23-1,-26 7-6143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24575,'0'575'0,"0"-556"0,2-1 0,0 1 0,1-1 0,1 0 0,1 0 0,0 0 0,1 0 0,1-1 0,1 0 0,0 0 0,2-1 0,13 19 0,6 2 0,1-2 0,1 0 0,63 50 0,-86-79 0,-1 0 0,2-1 0,-1 0 0,0 0 0,1-1 0,0 0 0,0-1 0,0 0 0,1 0 0,-1-1 0,10 1 0,5 0 0,0-2 0,0-1 0,31-3 0,-50 3-27,1-1 1,-1 0-1,1 0 0,-1 0 0,0 0 1,0-1-1,0 0 0,0 0 0,0 0 1,0-1-1,0 0 0,-1 0 0,1 0 0,-1 0 1,0-1-1,0 0 0,0 0 0,0 0 1,-1 0-1,0 0 0,1-1 0,-2 0 1,1 1-1,0-1 0,-1 0 0,0 0 0,0 0 1,-1-1-1,1 1 0,-1 0 0,0-1 1,-1 1-1,1-1 0,-1 1 0,0 0 1,-1-1-1,1 1 0,-1-1 0,0 1 0,0 0 1,-1-1-1,1 1 0,-1 0 0,0 0 1,-1 0-1,1 0 0,-1 0 0,0 1 0,0-1 1,-7-5-1,-28-32-6799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24575,'7'0'0,"8"0"0,8 0 0,13 0 0,7 0 0,9 0 0,2 0 0,-2 0 0,-3 0 0,-3 0 0,-4 0 0,-2-7 0,-7-2-8191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24575,'7'0'0,"8"0"0,15 0 0,8 0 0,5 0 0,1 0 0,0 0 0,-2 0 0,5 0 0,2 0 0,5 0 0,-1 0 0,-9 0-8191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4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24575,'7'0'0,"8"0"0,15 0 0,8 0 0,5 0 0,1 0 0,6 0 0,1 0 0,-2 0 0,-3 0 0,-2 0 0,-3 0 0,-1 0 0,-2 0 0,0 0 0,-7 0-8191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24575,'0'-1'0,"1"-1"0,-1 1 0,1 0 0,-1-1 0,1 1 0,0 0 0,-1 0 0,1-1 0,0 1 0,0 0 0,0 0 0,0 0 0,0 0 0,0 0 0,0 0 0,0 0 0,1 0 0,-1 1 0,0-1 0,0 0 0,1 1 0,-1-1 0,1 1 0,-1-1 0,0 1 0,1 0 0,2-1 0,47-6 0,-43 7 0,72-6 0,139 8 0,-213-2 0,1 1 0,-1-1 0,0 1 0,0 0 0,1 0 0,-1 1 0,0 0 0,0 0 0,0 0 0,-1 1 0,1 0 0,0 0 0,-1 1 0,0-1 0,0 1 0,0 0 0,0 0 0,-1 1 0,0 0 0,1-1 0,-2 1 0,1 1 0,0-1 0,-1 0 0,0 1 0,-1 0 0,1 0 0,-1 0 0,0 0 0,0 0 0,-1 0 0,0 0 0,0 0 0,0 11 0,0-3 0,0-1 0,-1 0 0,-1 0 0,0 0 0,0 0 0,-2 0 0,1 0 0,-9 22 0,8-28 0,0-1 0,-1 1 0,0-1 0,0 0 0,0 0 0,-1-1 0,0 1 0,0-1 0,0 0 0,-1 0 0,0-1 0,1 1 0,-2-1 0,1-1 0,0 1 0,-14 5 0,17-9 0,0 1 0,1 0 0,-1 0 0,1 0 0,-1 1 0,1-1 0,-1 0 0,1 1 0,0 0 0,0 0 0,0-1 0,0 1 0,0 0 0,0 1 0,0-1 0,1 0 0,-1 0 0,1 1 0,0-1 0,0 1 0,-1-1 0,0 6 0,2-3 0,0-1 0,0 1 0,1 0 0,-1-1 0,1 1 0,0-1 0,1 1 0,-1-1 0,1 1 0,0-1 0,0 0 0,0 0 0,5 6 0,3 5 0,1 0 0,1-1 0,0-1 0,18 16 0,-21-22 0,0 1 0,-1 0 0,1 1 0,-1 0 0,-1 0 0,0 1 0,0 0 0,-1 0 0,0 0 0,-1 1 0,0 0 0,6 20 0,-9-19 0,0 0 0,0-1 0,-1 1 0,-1 0 0,0 0 0,-1 0 0,0-1 0,0 1 0,-1 0 0,-1-1 0,0 1 0,-1-1 0,0 0 0,0 0 0,-1-1 0,-1 1 0,0-1 0,0 0 0,-1 0 0,0-1 0,-1 0 0,0 0 0,0-1 0,-1 0 0,0 0 0,0-1 0,-1 0 0,0-1 0,0 0 0,-1-1 0,1 0 0,-1 0 0,0-1 0,-13 2 0,0 0-273,0-1 0,-1-2 0,0 0 0,-42-1 0,49-3-6553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1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15 24575,'-8'8'0,"1"1"0,1-1 0,-1 1 0,1 0 0,1 1 0,0 0 0,0-1 0,1 2 0,-4 13 0,7-22 0,0 0 0,0 1 0,1 0 0,-1-1 0,1 1 0,-1-1 0,1 1 0,0 0 0,0-1 0,0 1 0,1-1 0,-1 1 0,1 0 0,-1-1 0,1 1 0,0-1 0,0 0 0,0 1 0,0-1 0,0 0 0,1 1 0,-1-1 0,1 0 0,-1 0 0,1 0 0,0 0 0,0 0 0,0-1 0,0 1 0,0 0 0,0-1 0,0 0 0,1 1 0,-1-1 0,1 0 0,-1 0 0,0-1 0,1 1 0,0 0 0,-1-1 0,1 1 0,-1-1 0,5 0 0,-2 0 0,0 0 0,1-1 0,-1 1 0,1-1 0,-1 0 0,0-1 0,0 1 0,0-1 0,0 0 0,0-1 0,0 1 0,0-1 0,-1 0 0,1 0 0,-1 0 0,0 0 0,0-1 0,0 0 0,-1 0 0,1 0 0,3-6 0,-2 4 0,-1 0 0,0 0 0,0-1 0,0 1 0,-1-1 0,0 1 0,0-1 0,-1 0 0,0 0 0,0-1 0,-1 1 0,0 0 0,0-1 0,0 1 0,-2-10 0,1 16-40,0 0 0,0 0 0,0-1 0,0 1-1,0 0 1,0 0 0,0 0 0,-1 0 0,1 0 0,-1 0 0,1 0-1,0 0 1,-1-1 0,0 2 0,1-1 0,-1 0 0,0 0-1,1 0 1,-1 0 0,0 0 0,0 0 0,0 1 0,0-1 0,0 0-1,0 1 1,0-1 0,0 1 0,0-1 0,0 1 0,0 0-1,0-1 1,0 1 0,-2-1 0,-12 7-6786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2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24575,'0'664'0,"3"-620"0,14 82 0,-9-78 0,3 59 0,-11-88-273,1 0 0,2-1 0,-1 1 0,7 19 0,-1-14-6553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2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24575,'-1'6'0,"0"-1"0,0 0 0,0 1 0,0-1 0,-1 0 0,-3 7 0,-6 21 0,-65 279 0,54-199 0,-10 149 0,29-195 0,7 90 0,-3-152 0,0 1 0,1 0 0,-1-1 0,1 0 0,0 1 0,0-1 0,1 0 0,-1 0 0,1 0 0,0-1 0,1 1 0,-1-1 0,1 0 0,0 0 0,0 0 0,0 0 0,1 0 0,-1-1 0,1 0 0,0 0 0,-1 0 0,2-1 0,-1 1 0,0-1 0,0-1 0,1 1 0,8 1 0,5 1 0,0-1 0,0-1 0,0-1 0,0 0 0,0-2 0,37-5 0,-47 5 0,0-2 0,-1 1 0,1-1 0,-1-1 0,0 0 0,0 0 0,0 0 0,-1-1 0,1 0 0,-1 0 0,0-1 0,-1 0 0,1 0 0,-1-1 0,0 0 0,-1 0 0,0 0 0,0-1 0,6-13 0,-4 7 0,-1 0 0,-1 0 0,0 0 0,-1-1 0,0 1 0,-1-1 0,-1 0 0,0 0 0,-2 0 0,-1-30 0,1 42 0,0-1 0,-1 1 0,1-1 0,-1 1 0,0-1 0,0 1 0,0 0 0,0 0 0,-1-1 0,1 1 0,-1 0 0,0 0 0,0 0 0,0 1 0,0-1 0,0 0 0,-1 1 0,1-1 0,-1 1 0,0 0 0,1 0 0,-1 0 0,0 0 0,0 1 0,0-1 0,-1 1 0,1 0 0,0-1 0,-1 2 0,1-1 0,0 0 0,-1 1 0,1-1 0,-1 1 0,-4 0 0,3 1 0,-1-1 0,1 1 0,0 0 0,0 0 0,1 1 0,-1-1 0,0 1 0,0 0 0,1 0 0,-1 1 0,1 0 0,0-1 0,0 1 0,0 1 0,0-1 0,0 0 0,1 1 0,-1 0 0,1 0 0,0 0 0,0 0 0,1 1 0,-5 8 0,-12 34-227,3 1-1,1 1 1,3 0-1,2 1 1,-4 52-1,12-66-6598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2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24575,'0'13'0,"0"17"0,0 16 0,0 14 0,6 15 0,9 8 0,2-3 0,4 4 0,-1-7 0,-4 4 0,2-6 0,-3-9 0,-3-9 0,-4-8 0,-4-13-8191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2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24575,'7'0'0,"20"0"0,13 0 0,13 0 0,10 0 0,7 0 0,4 0 0,-3 0 0,-8 0 0,-8 0 0,-7 0 0,-5 0 0,-4 0 0,-1 0 0,-2-7 0,-6-1-8191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5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24575,'4'40'0,"1"0"0,1 1 0,21 65 0,-20-80 0,13 54 0,13 134 0,-1-43 0,-20-117 0,10 98 0,-21 40-189,-2-142-987,1-18-5650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0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53 24575,'-1'-3'0,"0"1"0,1 0 0,-1 0 0,0 0 0,0 0 0,-1 0 0,1 0 0,0 0 0,-1 0 0,1 0 0,-1 0 0,1 1 0,-1-1 0,0 1 0,0-1 0,0 1 0,0 0 0,0-1 0,0 1 0,0 0 0,-4-1 0,2 0 0,-1 0 0,0 0 0,0 0 0,0 1 0,0 0 0,0 0 0,-1 0 0,-7 0 0,10 2 0,1 0 0,-1 0 0,1 0 0,-1 0 0,1 0 0,-1 1 0,1-1 0,0 1 0,0 0 0,-1 0 0,1 0 0,1 0 0,-1 0 0,0 0 0,0 0 0,1 1 0,-1-1 0,1 0 0,0 1 0,0 0 0,0-1 0,0 1 0,0-1 0,0 1 0,1 0 0,0 0 0,-1-1 0,1 6 0,-2 9 0,1 0 0,1 1 0,2 19 0,0-19 0,0 0 0,1 0 0,1 0 0,1-1 0,1 0 0,0 0 0,1 0 0,1 0 0,0-1 0,2-1 0,0 1 0,0-1 0,17 17 0,-9-14 0,1 0 0,0-1 0,2-1 0,0-1 0,0-1 0,2-1 0,-1-1 0,44 17 0,-58-26 0,0 0 0,-1 0 0,1 1 0,-1 0 0,0 0 0,0 1 0,-1-1 0,12 12 0,-14-11 0,-1 0 0,0-1 0,0 1 0,0 0 0,-1 0 0,1 1 0,-1-1 0,-1 0 0,1 1 0,-1-1 0,0 1 0,0 0 0,0 10 0,1 15 0,-1-1 0,-2 1 0,-2-1 0,-11 59 0,12-77 0,-2-1 0,1 0 0,-1 0 0,-1 0 0,0-1 0,0 1 0,-1-1 0,-1 0 0,1-1 0,-2 0 0,1 0 0,-1 0 0,0-1 0,-1 0 0,0-1 0,-11 8 0,1-6-170,1-1-1,-1-1 0,0-1 1,0 0-1,0-1 0,-1-1 1,-31 2-1,12-3-6655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02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1078 24575,'17'1'0,"0"-2"0,0 0 0,0-1 0,0-1 0,0-1 0,-1 0 0,1-1 0,-1 0 0,-1-2 0,1 0 0,-1 0 0,0-2 0,-1 0 0,0 0 0,0-2 0,-1 1 0,0-2 0,-1 0 0,0 0 0,-1-1 0,-1 0 0,0-1 0,0 0 0,-2-1 0,0 0 0,0 0 0,-2-1 0,0 0 0,0 0 0,5-31 0,-5-9 0,-3 1 0,-6-101 0,0 41 0,0 87 0,0 1 0,-2-1 0,-1 1 0,-1 0 0,-1 0 0,-22-46 0,19 44 0,9 26 0,1 0 0,-1 0 0,1-1 0,0 1 0,0-1 0,0 1 0,1-1 0,-1 1 0,1-1 0,0 0 0,0 1 0,0-1 0,1 1 0,-1-1 0,1 0 0,0 1 0,1-6 0,0 6 0,0 1 0,1-1 0,-1 1 0,0-1 0,1 1 0,-1 0 0,1 0 0,0 0 0,0 1 0,0-1 0,0 0 0,0 1 0,0 0 0,0 0 0,0 0 0,0 0 0,1 0 0,-1 1 0,6-1 0,28-3 0,0 2 0,0 2 0,69 8 0,-92-4 0,1 0 0,-1 1 0,0 1 0,-1 0 0,0 1 0,0 0 0,0 1 0,-1 1 0,0 0 0,18 17 0,-23-17 0,1 0 0,-2 0 0,1 0 0,-1 1 0,0 0 0,-1 0 0,-1 1 0,1-1 0,-2 1 0,1 0 0,-2 0 0,1 0 0,0 13 0,1 21 0,-2 0 0,-3 44 0,0-44 0,0 22 0,-3 0 0,-14 69 0,17-131 0,1 0 0,-1 0 0,1 0 0,-1 0 0,2 0 0,-1 0 0,0 0 0,1 0 0,0 0 0,0-1 0,0 1 0,1 0 0,0-1 0,0 1 0,0-1 0,0 1 0,1-1 0,-1 0 0,1 0 0,0 0 0,1 0 0,-1-1 0,1 1 0,-1-1 0,1 0 0,0 0 0,0 0 0,0 0 0,1-1 0,-1 0 0,7 3 0,9 2 0,-1 0 0,1-1 0,0-1 0,1-1 0,-1-1 0,1 0 0,28-1 0,-19-1 0,0 2 0,39 8 0,-55-8-34,-11-3-68,-1 0 0,0 0-1,0 1 1,0-1-1,0 1 1,0-1-1,0 1 1,0 0 0,0 0-1,-1 0 1,1 0-1,3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9:0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24575,'5'0'0,"9"0"0,6 0 0,12-6 0,12-1 0,15-6 0,3-1 0,-3 3 0,-6 2 0,-6 4 0,-5-4 0,-5 0 0,-2 2 0,-2 1 0,-7 3-8191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4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24575,'0'799'0,"0"-787"0,1 1 0,0-1 0,1 0 0,0 1 0,1-1 0,0 0 0,1 0 0,0 0 0,1-1 0,0 0 0,1 1 0,0-2 0,13 17 0,-13-19 0,1-1 0,0 0 0,0-1 0,1 0 0,-1 0 0,1 0 0,1-1 0,-1 0 0,1-1 0,0 0 0,0 0 0,0-1 0,0 0 0,1 0 0,-1-1 0,1-1 0,19 2 0,-24-3 0,0 0 0,1-1 0,-1 1 0,1-1 0,-1 0 0,0 0 0,0 0 0,0-1 0,0 0 0,0 0 0,0 0 0,0-1 0,0 0 0,-1 0 0,8-6 0,-6 3 0,1-1 0,-2 1 0,1-2 0,-1 1 0,0 0 0,0-1 0,-1 0 0,6-14 0,0-10 0,-1 0 0,-1 0 0,-2 0 0,2-35 0,-6 50 0,0 6 0,0 0 0,-1-1 0,0 0 0,-1 1 0,0-1 0,-1 1 0,0-1 0,-1 1 0,-4-14 0,6 24 0,0 0 0,-1 0 0,1 0 0,0 0 0,-1 0 0,1 0 0,-1 0 0,0 0 0,1 0 0,-1 0 0,0 0 0,1 1 0,-1-1 0,0 0 0,0 0 0,0 1 0,1-1 0,-1 0 0,0 1 0,0-1 0,0 1 0,0 0 0,0-1 0,0 1 0,0 0 0,-2-1 0,1 1 0,1 1 0,0-1 0,-1 1 0,1 0 0,0 0 0,-1-1 0,1 1 0,0 0 0,0 0 0,0 0 0,0 0 0,0 0 0,0 0 0,0 0 0,0 1 0,1-1 0,-2 1 0,-2 6 0,0 0 0,0 0 0,1 1 0,0-1 0,-2 12 0,-17 180 0,15-161-1365,1-5-5461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4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5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95 24575,'-1'45'0,"0"-26"0,0 1 0,5 38 0,-3-51 0,1-1 0,-1-1 0,1 1 0,0 0 0,0 0 0,1-1 0,0 1 0,0-1 0,0 0 0,0 0 0,1 0 0,0 0 0,8 7 0,-6-6 0,1-1 0,-1 1 0,1-2 0,0 1 0,0-1 0,1 0 0,-1-1 0,1 1 0,0-1 0,13 3 0,-18-6 0,0 0 0,0 0 0,0 0 0,0 0 0,0 0 0,0 0 0,0-1 0,0 0 0,0 1 0,0-1 0,0 0 0,0 0 0,0-1 0,-1 1 0,1-1 0,0 1 0,-1-1 0,1 0 0,-1 0 0,0 0 0,0 0 0,0 0 0,0-1 0,0 1 0,0-1 0,0 1 0,-1-1 0,1 1 0,-1-1 0,0 0 0,0 0 0,1-4 0,2-7 0,0 1 0,-1-1 0,-1 0 0,0 0 0,-1 0 0,0 0 0,-2 0 0,1 0 0,-6-26 0,5 31 0,-1-1 0,0 1 0,-1 0 0,0 0 0,-1 0 0,1 0 0,-2 1 0,1 0 0,-1-1 0,0 2 0,-1-1 0,0 0 0,0 1 0,-1 0 0,-8-6 0,14 11-3,-1 1 0,1 0 0,-1 0 0,1 0-1,-1 0 1,1 0 0,-1 0 0,0 1 0,1-1-1,-1 0 1,0 1 0,1-1 0,-1 1 0,0 0-1,0-1 1,1 1 0,-1 0 0,0 0 0,0 0 0,0 1-1,1-1 1,-1 0 0,0 1 0,0-1 0,1 1-1,-3 0 1,1 1 16,1 0 1,0 0-1,0 1 0,0-1 0,1 0 0,-1 1 0,1-1 1,-1 1-1,1-1 0,0 1 0,0 0 0,0 0 0,0-1 1,-1 6-1,-1 12-319,0 0 0,1 0 0,2 31 0,0-47 53,1 32-6573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5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24575,'23'0'0,"28"0"0,71 8 0,-108-6 0,0 0 0,0 1 0,-1 0 0,1 1 0,-1 0 0,0 2 0,0-1 0,0 2 0,-1-1 0,20 16 0,-26-17 0,-1 1 0,0 0 0,0 0 0,-1 0 0,1 1 0,-1 0 0,-1 0 0,1 0 0,-1 0 0,-1 0 0,1 0 0,-1 1 0,-1 0 0,1-1 0,-1 1 0,0 0 0,-1 0 0,0-1 0,0 1 0,-1 0 0,0 0 0,0-1 0,-3 11 0,1-5 0,-1-1 0,0 1 0,-1-1 0,0 0 0,-1 0 0,0-1 0,-1 1 0,-1-2 0,1 1 0,-2-1 0,1 0 0,-1 0 0,-12 9 0,16-15 0,-18 17 0,25-13 0,18-3 0,66-2 0,-56-4 0,1 2 0,-1 2 0,1 0 0,37 10 0,-60-10 0,0-1 0,0 1 0,0 1 0,0 0 0,0 0 0,-1 0 0,1 1 0,-1 0 0,-1 0 0,1 1 0,-1 0 0,0 0 0,0 1 0,0-1 0,-1 1 0,0 0 0,-1 1 0,1-1 0,5 15 0,-6-8 0,1-1 0,-2 1 0,0 0 0,0 0 0,-1 0 0,-1 0 0,0 1 0,-1-1 0,-1 0 0,0 0 0,-1 0 0,-1 0 0,0 0 0,0 0 0,-2 0 0,0-1 0,-7 15 0,7-18 0,-1 1 0,0-1 0,-1 0 0,0 0 0,0-1 0,-1 0 0,-1 0 0,1-1 0,-1 0 0,-1 0 0,0-1 0,0 0 0,0-1 0,0 0 0,-1-1 0,0 0 0,0-1 0,-1 0 0,1-1 0,-18 4 0,-46-1-133,1-3 0,-94-8 0,112 2-833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53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24575,'0'-1'0,"0"0"0,1 0 0,-1 0 0,0-1 0,1 1 0,-1 0 0,1 0 0,0 0 0,-1 0 0,1 0 0,0 0 0,-1 0 0,1 0 0,0 0 0,0 0 0,0 1 0,0-1 0,0 0 0,0 1 0,0-1 0,0 0 0,0 1 0,0-1 0,0 1 0,0 0 0,2-1 0,38-8 0,-28 7 0,215-36 0,-183 33 0,1 2 0,0 2 0,48 6 0,-90-4 0,0-1 0,0 1 0,0 1 0,-1-1 0,1 0 0,0 1 0,-1 0 0,1 0 0,-1 0 0,0 0 0,0 0 0,1 1 0,-1 0 0,-1-1 0,1 1 0,0 0 0,-1 0 0,0 1 0,1-1 0,-1 0 0,0 1 0,-1-1 0,1 1 0,-1 0 0,0 0 0,1-1 0,-2 1 0,1 0 0,0 0 0,-1 6 0,3 13 0,-2 1 0,-1-1 0,-6 45 0,5-54 0,-3 16 0,-1 0 0,-1 0 0,-2-1 0,-1 0 0,-1 0 0,-2-1 0,0 0 0,-2-1 0,-20 30 0,17-31 0,2 0 0,-15 33 0,27-52 0,0 0 0,0 0 0,1 0 0,0 1 0,1-1 0,-1 0 0,1 1 0,1-1 0,-1 1 0,1-1 0,1 1 0,-1 0 0,1-1 0,3 11 0,-3-15 0,1 0 0,0 0 0,0 0 0,0 0 0,0-1 0,0 1 0,0 0 0,1-1 0,-1 0 0,1 1 0,0-1 0,-1 0 0,1-1 0,0 1 0,0 0 0,0-1 0,1 0 0,-1 1 0,0-1 0,0 0 0,1-1 0,3 1 0,10 2 0,1-1 0,-1-1 0,20-2 0,-20 1 0,184-5-1365,-163 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5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24575,'0'1064'-1365,"0"-1032"-5461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5:5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24575,'286'-20'0,"6"-1"0,-236 20 0,-34-1 0,0 2 0,0 0 0,0 1 0,0 2 0,32 6 0,-50-7-114,1-1 1,-1 1-1,1 1 0,-1-1 0,0 1 1,0-1-1,0 1 0,0 0 0,0 1 1,-1-1-1,5 6 0,9 14-6712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1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76 24575,'-1'-2'0,"1"1"0,-1-1 0,0 0 0,0 1 0,0-1 0,0 1 0,0-1 0,0 1 0,0-1 0,0 1 0,-1-1 0,1 1 0,0 0 0,-1 0 0,1 0 0,-1 0 0,0 0 0,1 0 0,-1 0 0,0 1 0,1-1 0,-4 0 0,-42-15 0,43 16 0,-31-9 0,-1 1 0,-1 2 0,1 2 0,-1 1 0,-60 3 0,95 0 0,0 1 0,-1-1 0,1 1 0,0-1 0,-1 1 0,1 0 0,0 0 0,0 0 0,0 0 0,-1 0 0,1 1 0,0-1 0,1 1 0,-1-1 0,0 1 0,0 0 0,1-1 0,-1 1 0,-2 4 0,1-1 0,1 0 0,0 1 0,-1-1 0,2 1 0,-1 0 0,1-1 0,-1 1 0,1 6 0,0 8 0,0 0 0,2-1 0,5 38 0,-6-52 0,1-1 0,0 0 0,1 1 0,-1-1 0,1 0 0,0 0 0,0 0 0,0 0 0,0 0 0,1-1 0,0 1 0,0-1 0,0 1 0,0-1 0,0 0 0,0 0 0,1 0 0,5 3 0,6 2 0,0-1 0,0 0 0,30 8 0,-33-12 0,0 0 0,-1 1 0,1 1 0,-1 0 0,0 1 0,-1 0 0,1 0 0,9 9 0,-5 1 0,-1 1 0,0 0 0,-2 1 0,0 0 0,-1 1 0,9 22 0,-2 0 0,-2 0 0,11 44 0,-24-75 0,-1 0 0,0 1 0,0-1 0,-1 0 0,0 1 0,-2 20 0,1-27 0,-1-1 0,0 1 0,0-1 0,0 0 0,0 1 0,0-1 0,-1 0 0,1 0 0,-1 0 0,0 0 0,0 0 0,0 0 0,0-1 0,-1 1 0,1 0 0,-1-1 0,1 0 0,-1 0 0,0 0 0,0 0 0,0 0 0,0 0 0,0-1 0,-4 2 0,-17 4 0,0 0 0,-1-2 0,-30 3 0,-24 5 0,60-9 0,-3 0 0,0 1 0,0 2 0,1 0 0,-37 17 0,49-16-1365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16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1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7 24575,'0'0'0,"0"0"0,0-1 0,0 1 0,0 0 0,0 0 0,0 0 0,0-1 0,0 1 0,0 0 0,0 0 0,0-1 0,0 1 0,0 0 0,0 0 0,0 0 0,0-1 0,0 1 0,0 0 0,0 0 0,-1 0 0,1-1 0,0 1 0,0 0 0,0 0 0,0 0 0,0 0 0,-1-1 0,1 1 0,0 0 0,0 0 0,0 0 0,-1 0 0,1 0 0,0 0 0,0 0 0,0 0 0,-1 0 0,1 0 0,0 0 0,0-1 0,-1 1 0,1 0 0,0 0 0,0 0 0,0 1 0,-1-1 0,-13 7 0,-9 13 0,18-14 0,0 0 0,1 0 0,-1 1 0,1-1 0,1 1 0,-1 0 0,1 0 0,0 1 0,1-1 0,-1 0 0,1 1 0,1 0 0,0-1 0,0 1 0,0 0 0,1 0 0,0 0 0,1-1 0,0 1 0,0 0 0,0-1 0,1 1 0,0 0 0,1-1 0,0 0 0,0 0 0,0 0 0,1 0 0,0 0 0,0-1 0,1 1 0,0-1 0,0 0 0,1-1 0,-1 1 0,1-1 0,0 0 0,12 7 0,175 80 0,-184-88 0,-1 1 0,0 1 0,0-1 0,0 1 0,0 1 0,-1-1 0,0 1 0,-1 1 0,1-1 0,-2 1 0,1 0 0,-1 0 0,0 1 0,0 0 0,-1 0 0,0 0 0,-1 0 0,0 0 0,-1 1 0,0-1 0,0 1 0,0 17 0,-2-23 0,0 0 0,0 0 0,0 1 0,-1-1 0,0 0 0,0 0 0,0 0 0,0 0 0,-1-1 0,1 1 0,-1 0 0,0-1 0,0 1 0,0-1 0,-5 6 0,3-6 0,0 1 0,-1-1 0,1 0 0,-1 0 0,0-1 0,0 1 0,0-1 0,0 0 0,0 0 0,0-1 0,-9 2 0,-180 29 0,156-27-1365,22-5-5461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1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24575,'6'0'0,"8"0"0,5 0 0,5 0 0,2 0 0,0 0 0,-2 0 0,-2 0 0,-3 0 0,-4 0-8191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2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24575,'3'0'0,"5"0"0,7 0 0,8 0 0,6 0 0,5 0 0,2 0 0,0 0 0,-3 0 0,-6 0 0,-4 0 0,-3 0 0,-3 0 0,-5 0-8191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48:2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24575,'2'2'0,"7"2"0,8 1 0,10 1 0,7-1 0,6-1 0,4-1 0,-1-2 0,-5 0 0,-6-1 0,-4 0 0,-6-1-8191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3:47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16341 6 24575,'4'-6'0,"4"13"0,6 13 0,-1 9 0,-1 1 0,-1 0 0,12 57 0,9 100 0,-27-153 0,6 79 0,-8 221 0,-6-159 0,2-69 0,-25 188 0,1-150 0,6-49 0,5 1 0,-3 138 0,20-124 0,-5 145 0,1-251 0,1-1 0,-1 1 0,0-1 0,0 1 0,0-1 0,0 0 0,-1 0 0,0 1 0,1-1 0,-1 0 0,0-1 0,0 1 0,-1 0 0,1 0 0,-1-1 0,1 0 0,-1 1 0,0-1 0,0 0 0,0 0 0,0 0 0,0-1 0,0 1 0,0-1 0,-1 0 0,1 0 0,0 0 0,-1 0 0,1 0 0,-7 0 0,-11 1 0,0-1 0,-1-1 0,-41-5 0,49 4 0,-315-48 0,205 26 0,-199-11 0,-630 32 0,445 6 0,462-4 0,0 2 0,0 2 0,1 2 0,-1 2 0,-47 15 0,-211 46 0,130-35 0,-19 10 0,-445 89 0,297-62 0,174-33 0,-475 86 0,219-40 0,288-50 0,-96 19 0,-198 28 0,214-38 0,187-37 0,-293 50 0,224-43 0,-131-1 0,-1924-14 0,2083-3 0,1-2 0,0-3 0,-130-38 0,-28-5 0,136 43 0,0 4 0,-150 7 0,82 3 0,-2042-4 0,2123 5 0,0 3 0,1 4 0,-110 31 0,38-8 0,-115 25 0,-142 29 0,276-67 0,-150 7 0,-118-29 0,173-3 0,-709 3 0,914 0 20,-1-2 0,1 0 0,0-2 0,-1 0 0,-27-10 0,37 11-144,0-1 0,1 0 1,-1 0-1,1-1 0,0-1 0,0 0 1,0 0-1,1 0 0,0-1 0,0 0 1,-11-14-1,5-2-6702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2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24575,'1'-1'0,"-1"-1"0,1 1 0,-1-1 0,1 1 0,0 0 0,0 0 0,0 0 0,0-1 0,0 1 0,0 0 0,0 0 0,0 0 0,0 0 0,0 1 0,1-1 0,-1 0 0,0 0 0,1 1 0,-1-1 0,0 1 0,1-1 0,-1 1 0,1 0 0,-1-1 0,0 1 0,4 0 0,48-6 0,-46 5 0,8 0 0,15-2 0,1 1 0,-1 2 0,1 1 0,41 7 0,-65-7 0,-1 0 0,1 0 0,-1 1 0,0 0 0,0 1 0,1-1 0,-1 1 0,-1 0 0,1 1 0,0-1 0,-1 1 0,0 0 0,0 1 0,0-1 0,0 1 0,-1 0 0,0 0 0,0 0 0,0 1 0,-1 0 0,1-1 0,-1 1 0,-1 0 0,1 0 0,-1 1 0,2 7 0,0 6 0,-1 0 0,-1 0 0,-1 0 0,0 0 0,-2 0 0,0 0 0,-2 0 0,0 0 0,-7 23 0,8-34 0,0-1 0,-1 1 0,-1-1 0,1 0 0,-1 0 0,-1 0 0,1-1 0,-1 1 0,-1-1 0,0 0 0,1 0 0,-2-1 0,1 0 0,-1 0 0,0 0 0,0-1 0,-1 0 0,0-1 0,1 0 0,-2 0 0,1 0 0,-14 3 0,-53 5 0,-11 4 0,58-9 0,20-6 0,0 1 0,1-1 0,-1 2 0,1-1 0,0 1 0,-1 0 0,-9 7 0,18-9 0,1 0 0,-1 0 0,1 0 0,-1 0 0,1 0 0,-1 0 0,1-1 0,0 1 0,-1-1 0,1 1 0,0-1 0,0 0 0,-1 1 0,1-1 0,0 0 0,2-1 0,195 1 0,25 1 0,-220 0 0,0-1 0,1 1 0,-1 0 0,0 0 0,0 0 0,0 0 0,0 1 0,0 0 0,0-1 0,0 2 0,0-1 0,-1 0 0,1 1 0,-1 0 0,0-1 0,0 1 0,0 1 0,0-1 0,0 0 0,0 1 0,-1-1 0,0 1 0,0 0 0,0 0 0,0 0 0,0 0 0,-1 0 0,0 0 0,0 0 0,0 0 0,0 1 0,-1-1 0,0 0 0,0 7 0,0-1 0,0 1 0,-1 0 0,0 0 0,-1 0 0,0 0 0,-1-1 0,0 1 0,0-1 0,-2 0 0,1 0 0,-1 0 0,-10 15 0,4-13 0,0 1 0,-1-1 0,0-1 0,-1 0 0,0-1 0,-21 13 0,-97 45 0,49-28 0,-67 31-1365,137-64-5461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3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24575,'0'972'0,"6"-907"-1365,2-36-5461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3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24575,'-2'6'0,"1"0"0,-1 0 0,0 0 0,0-1 0,0 1 0,-6 8 0,-5 14 0,-3 24 0,2 1 0,2 0 0,-8 109 0,13 167 0,8-249 0,-1-65 0,2-1 0,0 1 0,0 0 0,1-1 0,1 0 0,0 0 0,1 0 0,1 0 0,0-1 0,1 0 0,0 0 0,1 0 0,1-1 0,0-1 0,0 1 0,1-1 0,0-1 0,1 0 0,1 0 0,-1-1 0,1-1 0,1 0 0,0 0 0,0-2 0,0 1 0,1-2 0,-1 0 0,1 0 0,1-1 0,-1-1 0,1 0 0,28 1 0,-40-4 0,1-1 0,-1 1 0,1 0 0,-1-1 0,0 0 0,0 0 0,0 0 0,1 0 0,-1 0 0,0-1 0,0 1 0,0-1 0,-1 0 0,1 0 0,0 0 0,-1 0 0,1 0 0,-1-1 0,0 1 0,0-1 0,0 0 0,0 1 0,0-1 0,0 0 0,-1 0 0,1 0 0,-1 0 0,0 0 0,0-1 0,0 1 0,0 0 0,-1 0 0,1-6 0,1-12 0,-1 1 0,-1-1 0,0 1 0,-5-26 0,4 36 0,0-6 0,-2-1 0,0 1 0,0-1 0,-2 1 0,0 1 0,-1-1 0,0 1 0,-1-1 0,-1 2 0,-15-22 0,23 35 0,-1-1 0,0 1 0,0 0 0,0-1 0,0 1 0,-1 0 0,1-1 0,0 1 0,0 0 0,-1 0 0,1 0 0,-1 0 0,1 0 0,-1 0 0,1 1 0,-1-1 0,0 1 0,1-1 0,-1 1 0,0-1 0,1 1 0,-1 0 0,0 0 0,0-1 0,1 1 0,-1 1 0,0-1 0,0 0 0,1 0 0,-1 1 0,0-1 0,1 1 0,-1-1 0,0 1 0,1 0 0,-1 0 0,1-1 0,-1 1 0,1 0 0,0 0 0,-1 1 0,1-1 0,0 0 0,0 0 0,-1 1 0,0 1 0,-6 9 0,1 0 0,0 0 0,0 0 0,-8 25 0,6-15 0,-1-1-151,2 1-1,1-1 0,1 1 0,0 0 1,2 1-1,0 0 0,2-1 1,0 38-1,3-31-6674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3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64 24575,'1'10'0,"-1"0"0,1 0 0,1 0 0,0 0 0,0 0 0,1 0 0,6 14 0,-8-20 0,1-1 0,0 1 0,0-1 0,0 0 0,0 0 0,0 0 0,0 0 0,1 0 0,0 0 0,-1 0 0,1-1 0,0 1 0,0-1 0,1 0 0,-1 0 0,0 0 0,1-1 0,-1 1 0,1-1 0,0 0 0,-1 1 0,7-1 0,-8-1 0,0 0 0,0 0 0,-1 0 0,1 0 0,0-1 0,0 1 0,-1-1 0,1 0 0,0 1 0,-1-1 0,1 0 0,-1 0 0,1 0 0,-1 0 0,1 0 0,-1 0 0,0 0 0,1-1 0,-1 1 0,0 0 0,0-1 0,0 1 0,0-1 0,0 1 0,0-1 0,0 0 0,-1 1 0,1-1 0,-1 0 0,1 1 0,-1-1 0,1-3 0,1-7 0,0 0 0,0 0 0,-1-18 0,-1 26 0,0-2 0,0 1 0,0 0 0,0-1 0,-1 1 0,0-1 0,0 1 0,-1 0 0,1-1 0,-1 1 0,0 0 0,0 0 0,-5-7 0,5 10 0,0-1 0,0 1 0,0 0 0,-1 0 0,1 0 0,-1 0 0,0 0 0,1 0 0,-1 1 0,0-1 0,0 1 0,0 0 0,0 0 0,0 0 0,0 0 0,0 0 0,0 1 0,0-1 0,0 1 0,-1 0 0,1 0 0,0 0 0,-4 1 0,-29 7-1365,4 5-5461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01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24575,'3'46'0,"1"-1"0,19 78 0,2 11 0,-9-18 0,-2-23 0,4 149 0,-17-206 0,2-1 0,9 38 0,-5-34 0,2 51 0,-11-14 0,1-56 0,0 1 0,1 0 0,1-1 0,0 1 0,2-1 0,8 33 0,-5-44 0,-2-10 0,3-21 0,-2-36 0,-5-117 0,-2 72 0,16-139 0,-2 119 0,-3-158 0,-8 253 0,2 0 0,12-54 0,-3 23 0,-8 39-3,2 0-1,0 1 1,11-22 0,-1 3-1349,-6 11-5474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0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24575,'0'5'0,"0"14"0,0 9 0,0 5 0,0 9 0,0 3 0,0-1 0,6-2 0,1-2 0,1-3 0,-2-2 0,3-6 0,1-3 0,-1-6-8191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0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24575,'0'6'0,"0"7"0,0 7 0,0 7 0,0 3 0,0 3 0,0 1 0,0 1 0,0-5-8191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07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24575,'0'-1'0,"0"1"0,-1-1 0,1 1 0,0-1 0,0 1 0,0-1 0,0 1 0,1-1 0,-1 1 0,0-1 0,0 1 0,0-1 0,0 1 0,0-1 0,1 1 0,-1-1 0,0 1 0,0 0 0,1-1 0,-1 1 0,0 0 0,1-1 0,-1 1 0,0-1 0,1 1 0,-1 0 0,1 0 0,-1-1 0,0 1 0,1 0 0,-1 0 0,1 0 0,-1-1 0,1 1 0,-1 0 0,1 0 0,21 6 0,16 22 0,-34-21 0,1 0 0,-1 1 0,0-1 0,-1 1 0,0-1 0,0 1 0,0 0 0,-1 0 0,0 0 0,-1 1 0,1 12 0,-1 16 0,-4 50 0,1-35 0,0-7 0,0-22 0,2 0 0,0 0 0,1-1 0,5 28 0,-5-44 0,1 0 0,0-1 0,0 1 0,0 0 0,0-1 0,1 0 0,0 1 0,0-1 0,0 0 0,1-1 0,0 1 0,0-1 0,0 1 0,0-1 0,1 0 0,-1-1 0,1 1 0,0-1 0,0 0 0,10 5 0,20 3-1365,-3-4-5461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0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24575,'-6'0'0,"-1"11"0,-6 10 0,-6 12 0,-6 7 0,-4 7 0,3 2 0,6-8-8191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0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 24575,'37'-1'0,"-8"0"0,-1 1 0,56 8 0,-78-7 0,0 0 0,1 0 0,-1 1 0,0 0 0,0 0 0,0 1 0,-1 0 0,1 0 0,-1 0 0,1 0 0,-1 1 0,0 0 0,0 0 0,-1 0 0,1 1 0,-1 0 0,0 0 0,6 9 0,-9-13 0,0 0 0,-1 0 0,1 1 0,0-1 0,-1 0 0,1 0 0,-1 1 0,0-1 0,1 0 0,-1 1 0,0-1 0,0 1 0,0-1 0,0 0 0,0 1 0,0-1 0,0 1 0,0-1 0,0 0 0,-1 1 0,1-1 0,-1 0 0,1 1 0,-1-1 0,1 0 0,-1 0 0,0 0 0,0 1 0,1-1 0,-1 0 0,0 0 0,0 0 0,0 0 0,0 0 0,0 0 0,0-1 0,-1 1 0,1 0 0,0 0 0,0-1 0,-1 1 0,1-1 0,0 1 0,0-1 0,-2 1 0,-9 2 0,1 0 0,-1-1 0,1 0 0,-17 0 0,14-1 0,-1 1 0,0 0 0,0 1 0,1 1 0,-16 6 0,24-8 0,1 1 0,-1-1 0,1 1 0,-1 0 0,1 0 0,0 1 0,1-1 0,-1 1 0,0 0 0,1 0 0,0 1 0,-5 7 0,8-10 0,0 0 0,0 0 0,0 0 0,1 0 0,-1 0 0,1 0 0,0 0 0,0 1 0,-1-1 0,1 0 0,0 0 0,1 0 0,-1 0 0,0 1 0,1-1 0,-1 0 0,1 0 0,0 0 0,0 0 0,-1 0 0,1 0 0,1 0 0,-1 0 0,0-1 0,0 1 0,1 0 0,-1-1 0,1 1 0,-1-1 0,1 1 0,0-1 0,-1 0 0,5 3 0,4 2 0,0 1 0,0-1 0,0-1 0,21 8 0,-13-8 0,0-1 0,28 4 0,-26-6 0,-1 1 0,38 12 0,-52-13 0,0-1 0,-1 2 0,1-1 0,-1 0 0,1 1 0,-1 0 0,0 0 0,0 0 0,-1 0 0,1 1 0,0-1 0,-1 1 0,0 0 0,0 0 0,0 0 0,2 6 0,-4-8 0,0 0 0,0 1 0,0-1 0,0 0 0,-1 0 0,1 0 0,-1 0 0,0 1 0,1-1 0,-1 0 0,0 0 0,-1 1 0,1-1 0,0 0 0,0 0 0,-1 1 0,1-1 0,-1 0 0,0 0 0,-1 3 0,-1-1 0,1-1 0,-1 0 0,1 1 0,-1-1 0,0 0 0,0-1 0,0 1 0,-1 0 0,1-1 0,-6 3 0,-4 2 0,-1-1 0,0 0 0,0-2 0,-1 1 0,-18 2 0,-6-2-197,-1-2 0,-76-4 0,91 0-577,-4 0-6052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1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24575,'0'-6'0,"12"-2"0,14 1 0,15 1 0,6 2 0,1 1 0,-3 2 0,-2 0 0,-4 1 0,-2 1 0,-2-1 0,-7 0-8191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1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24575,'6'5'0,"7"3"0,13-1 0,8-2 0,4-1 0,1-1 0,-1-2 0,-1 0 0,-1-1 0,0 0 0,-8-1-8191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17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24575,'11'2'0,"0"0"0,0 1 0,0 0 0,0 0 0,0 1 0,0 1 0,-1 0 0,0 0 0,13 10 0,29 12 0,15 2 0,84 50 0,-142-73 0,0-1 0,-1 1 0,0 1 0,0 0 0,0 0 0,-1 0 0,0 1 0,-1 0 0,0 1 0,0-1 0,7 15 0,-10-16 0,0 1 0,-1 0 0,0 0 0,0 0 0,-1 1 0,0-1 0,0 0 0,-1 1 0,0-1 0,0 0 0,-1 1 0,0-1 0,-1 0 0,-3 13 0,-2-5 0,0 0 0,0-1 0,-2 0 0,0-1 0,0 1 0,-2-2 0,1 0 0,-2 0 0,0-1 0,-17 14 0,21-18 0,1-2 0,-1-1 0,1 0 0,-1 0 0,0-1 0,-1 0 0,1 0 0,-1-1 0,0 0 0,-12 2 0,-39 17 0,49-17 0,1 1 0,0 0 0,0 1 0,1 0 0,0 1 0,0 0 0,0 0 0,-12 17 0,19-22 0,0 0 0,-1 0 0,1 0 0,0 0 0,1 1 0,-1-1 0,1 1 0,0-1 0,-1 1 0,2 0 0,-1-1 0,0 1 0,1 0 0,-1 0 0,1 0 0,0-1 0,1 1 0,-1 0 0,0 0 0,1-1 0,0 1 0,0 0 0,0-1 0,1 1 0,-1 0 0,1-1 0,0 0 0,0 1 0,0-1 0,5 6 0,3 1 0,0 0 0,1-1 0,1 0 0,-1-1 0,1 0 0,1-1 0,-1 0 0,1-1 0,1-1 0,-1 0 0,19 5 0,1-2 0,2-1 0,-1-2 0,55 2 0,-50-7-1365,-7 0-5461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1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24575,'0'344'0,"-1"-336"0,2 1 0,-1-1 0,1 0 0,0 1 0,1-1 0,0 0 0,0 0 0,1 0 0,0 0 0,0-1 0,8 14 0,-7-17 0,-1 1 0,1-1 0,0 0 0,0 0 0,1 0 0,-1-1 0,1 1 0,0-1 0,0 0 0,0-1 0,0 1 0,1-1 0,-1 0 0,1 0 0,-1 0 0,1-1 0,0 0 0,6 0 0,29 2 30,0-2-1,57-6 1,-2 0-1484,-68 5-5372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1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 24575,'0'0'0,"0"0"0,-1-1 0,1 1 0,0 0 0,0-1 0,-1 1 0,1 0 0,-1-1 0,1 1 0,0 0 0,-1 0 0,1 0 0,0-1 0,-1 1 0,1 0 0,-1 0 0,1 0 0,-1 0 0,1 0 0,0 0 0,-1 0 0,1 0 0,-1 0 0,1 0 0,-1 0 0,1 0 0,-1 0 0,1 0 0,0 0 0,-1 0 0,1 0 0,-1 1 0,1-1 0,-1 0 0,-8 18 0,2 28 0,6-44 0,-5 457 0,9-253 0,-3 6-1365,0-184-5461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2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24575,'5'6'0,"14"1"0,4 12 0,9 2 0,-1 9 0,0-1 0,0 1 0,6 1 0,3-6 0,0 5 0,-6 3 0,-4 2 0,-7 0 0,-7 0 0,-7 0 0,-4 0 0,-3-7-8191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2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14 485 24575,'-6'0'0,"-1"-5"0,11-9 0,11-6 0,9-6 0,-1-5 0,9-2 0,3-7 0,2-2 0,0-11 0,-6-3 0,-8 3 0,-8 5 0,-2 10 0,-2 12-8191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2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24575,'671'0'0,"-612"-6"-1365,-38-1-5461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46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24575,'3'1'0,"0"0"0,0-1 0,0 1 0,0 1 0,0-1 0,0 0 0,0 1 0,-1-1 0,1 1 0,0 0 0,-1 0 0,0 0 0,1 0 0,-1 0 0,0 0 0,0 1 0,0-1 0,2 5 0,32 54 0,-32-52 0,99 237 0,-58-128 0,-21-51 0,-3 1 0,-3 1 0,16 128 0,-33-191 0,0-1 0,0 0 0,1 0 0,-1 0 0,1 0 0,0 0 0,0 0 0,1 0 0,0 0 0,4 5 0,-7-9 0,1-1 0,-1 1 0,1 0 0,0-1 0,-1 1 0,1-1 0,0 1 0,0-1 0,-1 1 0,1-1 0,0 1 0,0-1 0,-1 0 0,1 0 0,0 1 0,0-1 0,0 0 0,0 0 0,-1 0 0,1 0 0,0 0 0,0 0 0,0 0 0,0 0 0,1 0 0,-1-1 0,1 0 0,0 0 0,0-1 0,-1 1 0,1 0 0,-1-1 0,1 1 0,-1-1 0,0 1 0,1-1 0,-1 0 0,0 0 0,0 1 0,0-1 0,1-3 0,15-41 0,-2-1 0,-1 0 0,-3 0 0,10-96 0,3-11 0,-13 101 0,3-20 0,36-112 0,-25 115-29,32-80-1307,-42 119-5490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4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24575,'-2'74'0,"5"84"0,-3-155 0,0 1 0,1-1 0,0 1 0,0-1 0,0 0 0,0 0 0,0 1 0,1-1 0,-1 0 0,1 0 0,0 0 0,0-1 0,0 1 0,0 0 0,0-1 0,1 1 0,-1-1 0,1 0 0,0 0 0,0 0 0,0 0 0,0 0 0,0 0 0,0-1 0,0 0 0,0 0 0,0 0 0,1 0 0,-1 0 0,5 0 0,11 2 0,1-2 0,-1 0 0,1-1 0,25-4 0,-8 2 0,-3 0-1365,-5 1-5461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49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24575,'0'772'-1365,"0"-743"-5461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5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24575,'5'0'0,"14"-6"0,9-1 0,6 0 0,2 1 0,1 2 0,0 2 0,-1 0 0,-1 2 0,-6 0-8191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5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24575,'11'0'0,"10"0"0,7 0 0,9 0 0,5 0 0,1 0 0,4 0 0,0 0 0,-2 0 0,-4 0 0,-2 0 0,-3 0 0,-1 0 0,-7 0-8191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5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21 24575,'0'-2'0,"0"1"0,1 0 0,-1 0 0,0 0 0,1 0 0,-1 0 0,1 1 0,-1-1 0,1 0 0,0 0 0,-1 0 0,1 0 0,0 0 0,0 1 0,-1-1 0,1 0 0,0 1 0,0-1 0,0 1 0,0-1 0,0 1 0,0-1 0,0 1 0,0-1 0,0 1 0,0 0 0,0 0 0,0-1 0,0 1 0,0 0 0,0 0 0,0 0 0,0 0 0,2 1 0,40 2 0,-41-3 0,34 5 0,-8-2 0,-1 1 0,1 1 0,-1 2 0,37 13 0,-56-17 0,-1 1 0,0 0 0,0 0 0,0 0 0,-1 1 0,1 0 0,-1 0 0,0 0 0,-1 1 0,1 0 0,-1 0 0,0 1 0,-1-1 0,1 1 0,-1 0 0,-1 0 0,1 0 0,-1 1 0,-1 0 0,3 9 0,0 5 0,-2 0 0,0 0 0,-1 0 0,-1 0 0,-1 0 0,-6 37 0,4-44 0,0-1 0,-2 1 0,0-1 0,0 0 0,-1 0 0,-1 0 0,-1-1 0,0 0 0,0 0 0,-19 23 0,11-22 0,-2 0 0,0-1 0,0-1 0,-1 0 0,0-2 0,-1 0 0,-32 12 0,-31 17 0,61-27 0,-5 1 0,1 1 0,1 2 0,-42 35 0,64-50 0,1 0 0,-1 0 0,1 0 0,0 1 0,0-1 0,-1 0 0,1 1 0,0-1 0,0 1 0,0-1 0,1 1 0,-1 0 0,0-1 0,0 1 0,1 0 0,-1 0 0,1 0 0,0-1 0,0 1 0,-1 0 0,1 3 0,1-3 0,0-1 0,0 0 0,0 1 0,0-1 0,0 0 0,0 0 0,0 0 0,0 0 0,0 0 0,0 0 0,0 0 0,1 0 0,-1 0 0,1-1 0,-1 1 0,0-1 0,1 1 0,-1-1 0,1 1 0,1-1 0,13 4 0,0-2 0,0 0 0,28-2 0,-35 0 0,441-4-1365,-420 4-5461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5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24575,'1'10'0,"0"1"0,1-1 0,0 1 0,7 17 0,6 34 0,-12-13 0,-1-22 0,0 1 0,1-1 0,2 0 0,15 52 0,-17-73 0,-1 0 0,1 0 0,0 0 0,1 0 0,-1 0 0,1-1 0,0 1 0,1-1 0,-1 0 0,1 0 0,0-1 0,0 0 0,0 1 0,1-2 0,0 1 0,-1-1 0,1 1 0,0-2 0,1 1 0,-1-1 0,0 0 0,1 0 0,0-1 0,-1 1 0,12-1 0,158-2-170,-127-1-1025,-15 0-5631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5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24575,'0'27'0,"-2"69"0,5 1 0,3-1 0,26 127 0,-20-164 0,-3 1 0,3 86 0,-14 122 0,-1-97 0,3-105-1365,0-38-5461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5:5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24575,'6'0'0,"7"6"0,7 7 0,6 2 0,5 9 0,2 13 0,7 10 0,2 4 0,0 4 0,-1 4 0,-8 4 0,-4-10 0,-1-7 0,-5-6 0,-7-4 0,-1-3 0,-2-7-8191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00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23 650 24575,'-1'0'0,"0"0"0,0-1 0,-1 1 0,1 0 0,0-1 0,0 1 0,0-1 0,0 0 0,0 1 0,0-1 0,0 0 0,0 0 0,0 1 0,0-1 0,1 0 0,-1 0 0,0 0 0,0 0 0,1 0 0,-1 0 0,1 0 0,-1 0 0,1-1 0,-1 1 0,1 0 0,0 0 0,-1 0 0,1 0 0,0-1 0,0 1 0,0-2 0,0-40 0,10 6 0,1-1 0,2 2 0,2 0 0,1 0 0,31-49 0,-24 44 0,-2 0 0,-1-2 0,17-55 0,-24 52-1365,0 5-5461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0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24575,'840'0'-1365,"-812"0"-5461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19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24575,'-5'0'0,"-9"0"0,0 5 0,1 9 0,3 6 0,-3 7 0,2-3-8191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2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443 169 24575,'-1'-3'0,"0"-1"0,1 1 0,-2-1 0,1 1 0,0 0 0,-1-1 0,1 1 0,-1 0 0,0 0 0,0 0 0,-1 0 0,1 0 0,0 1 0,-1-1 0,0 1 0,1-1 0,-1 1 0,-6-3 0,-59-34 0,65 38 0,-18-10 0,-1 1 0,0 0 0,0 2 0,-1 1 0,0 0 0,-1 2 0,1 1 0,-1 0 0,-29 1 0,50 3 0,0 0 0,0 1 0,1-1 0,-1 1 0,0-1 0,1 1 0,-1 0 0,0 0 0,1 1 0,-1-1 0,1 0 0,0 1 0,-1-1 0,1 1 0,0 0 0,0 0 0,0 0 0,0 0 0,-2 3 0,1 0 0,1 0 0,-1 0 0,1 0 0,0 0 0,0 0 0,0 1 0,1-1 0,0 1 0,-1 6 0,1 6 0,0 1 0,1-1 0,1 1 0,8 35 0,1-5 0,3-1 0,32 79 0,-43-122 0,1 0 0,0 0 0,0-1 0,0 1 0,1-1 0,-1 0 0,1 0 0,0-1 0,0 1 0,1-1 0,-1 1 0,1-1 0,-1-1 0,1 1 0,0-1 0,0 0 0,8 3 0,8 0 0,0 0 0,0-1 0,26 1 0,7 1 0,104 29 0,-155-35 0,0 1 0,0-1 0,0 1 0,0-1 0,0 1 0,-1 0 0,1 1 0,0-1 0,0 0 0,-1 1 0,1-1 0,-1 1 0,1 0 0,-1 0 0,0 0 0,0 0 0,0 0 0,0 1 0,0-1 0,0 1 0,0-1 0,-1 1 0,1-1 0,-1 1 0,0 0 0,0 0 0,0 0 0,0 0 0,-1-1 0,1 1 0,-1 0 0,1 0 0,-1 0 0,0 1 0,0-1 0,-1 0 0,1 0 0,-1 0 0,1-1 0,-1 1 0,0 0 0,0 0 0,0 0 0,0 0 0,-3 3 0,-2 7 0,-1-1 0,-1 0 0,0-1 0,0 0 0,-1 0 0,0 0 0,-1-1 0,-18 14 0,-7-1 0,0-1 0,-42 18 0,-25 15 0,42-24-1365,35-21-5461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2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97 24575,'0'-1'0,"1"1"0,-1-1 0,0 1 0,0-1 0,0 1 0,0-1 0,0 1 0,0-1 0,-1 1 0,1-1 0,0 1 0,0-1 0,0 1 0,0-1 0,-1 1 0,1 0 0,0-1 0,0 1 0,-1-1 0,1 1 0,0 0 0,-1-1 0,1 1 0,0 0 0,-1-1 0,1 1 0,0 0 0,-1 0 0,1-1 0,-1 1 0,1 0 0,-1 0 0,1 0 0,0-1 0,-1 1 0,0 0 0,-21 6 0,-15 22 0,33-22 0,0 0 0,0 1 0,0-1 0,1 1 0,1-1 0,-1 1 0,1 0 0,0 0 0,0 0 0,1 0 0,0 1 0,0 11 0,0-14 0,1 0 0,0-1 0,1 1 0,-1 0 0,1 0 0,0-1 0,0 1 0,0-1 0,1 1 0,-1-1 0,1 0 0,0 1 0,1-1 0,-1 0 0,1 0 0,0-1 0,-1 1 0,2 0 0,-1-1 0,4 4 0,-6-6 0,0 0 0,0-1 0,0 1 0,1 0 0,-1 0 0,0-1 0,0 1 0,1-1 0,-1 1 0,0-1 0,0 1 0,1-1 0,-1 0 0,1 0 0,-1 1 0,0-1 0,1 0 0,-1 0 0,0-1 0,1 1 0,-1 0 0,0 0 0,1-1 0,-1 1 0,2-1 0,-1-1 0,0 1 0,0-1 0,-1 1 0,1-1 0,-1 0 0,1 0 0,-1 0 0,0 0 0,0 0 0,1 0 0,-1 0 0,-1 0 0,2-4 0,2-7 0,-1 0 0,-1 0 0,-1 0 0,1-15 0,-4-148-1365,1 147-5461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2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28 24575,'0'-2'0,"-1"1"0,1-1 0,-1 1 0,0-1 0,1 1 0,-1-1 0,0 1 0,0 0 0,0 0 0,0-1 0,0 1 0,0 0 0,0 0 0,-1 0 0,1 0 0,0 0 0,-1 0 0,1 1 0,0-1 0,-1 0 0,1 1 0,-1-1 0,1 1 0,-1-1 0,0 1 0,1 0 0,-1 0 0,1 0 0,-4 0 0,-48-1 0,48 2 0,0 1 0,-1-1 0,1 1 0,0 0 0,0 0 0,0 0 0,0 1 0,0-1 0,0 1 0,1 1 0,-1-1 0,1 1 0,0-1 0,0 1 0,0 0 0,1 1 0,-1-1 0,1 1 0,0-1 0,1 1 0,-1 0 0,1 0 0,-3 6 0,2 3 0,-1-1 0,1 1 0,1 0 0,1 0 0,0 0 0,1 0 0,0 0 0,3 16 0,-2-21 0,1-1 0,0 1 0,1-1 0,0 1 0,0-1 0,1 0 0,0 0 0,0 0 0,1-1 0,0 1 0,0-1 0,1 0 0,0-1 0,0 1 0,1-1 0,-1 0 0,1-1 0,1 0 0,-1 0 0,1 0 0,9 3 0,20 9 0,0-2 0,1-1 0,57 12 0,-48-14 0,-19-1 0,0 0 0,0 2 0,-1 1 0,0 1 0,32 24 0,-21-14 0,-33-21 0,0 0 0,1 1 0,-1 0 0,-1 0 0,1 0 0,-1 0 0,0 1 0,0-1 0,0 1 0,-1 0 0,0 0 0,0 1 0,-1-1 0,0 1 0,0-1 0,0 1 0,-1 0 0,0-1 0,0 1 0,0 0 0,-1 0 0,0 0 0,-1 0 0,0 0 0,-2 12 0,1-8 0,-1-1 0,0 1 0,-1-1 0,0 1 0,0-1 0,-1-1 0,0 1 0,-1-1 0,0 1 0,0-2 0,-1 1 0,0-1 0,-1 0 0,0 0 0,-14 10 0,9-11 0,0 0 0,0-1 0,0 0 0,-1-1 0,0-1 0,0 0 0,-1-1 0,1-1 0,-26 2 0,-2-3 0,0-2 0,-48-8 0,58 3-1365,3-2-5461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2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24575,'12'0'0,"14"0"0,15 0 0,18 0 0,3 0 0,4 0 0,1 0 0,-5 0 0,-7 0 0,-7 0 0,-7 0 0,-4 0 0,-2 0 0,-3 0 0,1-6 0,-7-2-8191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27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24575,'6'0'0,"7"0"0,13 0 0,8 0 0,9 0 0,15 0 0,9 0 0,9 0 0,10 0 0,1 0 0,-3 0 0,-10 0 0,-11 0 0,-12 0 0,-8 0 0,-6 0 0,-9 0-8191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2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24575,'6'0'0,"7"0"0,19 0 0,21 0 0,12 0 0,13 0 0,10 0 0,1 0 0,-3 0 0,-10 0 0,-7 0 0,-9 0 0,-10 0 0,-7 0 0,-11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5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24575,'5'8'0,"0"0"0,0 0 0,-1 0 0,0 1 0,-1-1 0,0 1 0,0 0 0,-1 0 0,0 0 0,1 10 0,1 1 0,32 122 0,-21-94 0,-3 0 0,-1 1 0,-3 0 0,3 72 0,-14-25 0,0-60 0,1 0 0,2 0 0,2-1 0,1 1 0,2 0 0,9 34 0,23 61-1365,-30-96-5461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5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24575,'0'-1'0,"0"-1"0,1 1 0,-1 0 0,0 0 0,1 0 0,-1 0 0,1 0 0,0-1 0,-1 1 0,1 0 0,0 0 0,0 1 0,0-1 0,0 0 0,0 0 0,0 0 0,0 0 0,0 1 0,0-1 0,0 0 0,0 1 0,0-1 0,0 1 0,0 0 0,1-1 0,-1 1 0,2-1 0,39-5 0,-37 5 0,16-1 0,83-6 0,-93 8 0,1 0 0,0 1 0,0 0 0,0 1 0,0 0 0,14 5 0,-23-6 0,0 1 0,0-1 0,-1 1 0,1 0 0,0-1 0,-1 1 0,1 1 0,-1-1 0,0 0 0,0 0 0,0 1 0,0 0 0,0-1 0,0 1 0,0 0 0,-1 0 0,0 0 0,1 0 0,-1 0 0,0 0 0,-1 0 0,1 0 0,0 0 0,-1 0 0,0 1 0,0-1 0,0 0 0,0 5 0,-1-3 0,1 1 0,-1-1 0,0 0 0,-1 1 0,1-1 0,-1 0 0,0 0 0,0 0 0,-1 0 0,0 0 0,1-1 0,-1 1 0,-1-1 0,1 0 0,-1 0 0,-5 5 0,-9 4 0,0-2 0,-1-1 0,-33 14 0,-26 15 0,76-38 0,0 0 0,0 0 0,0 0 0,0 0 0,0 0 0,1 0 0,-1 1 0,0-1 0,1 1 0,-1-1 0,1 1 0,-1 0 0,1 0 0,0-1 0,0 1 0,0 0 0,0 0 0,-1 4 0,2-5 0,0 0 0,0 0 0,1 0 0,-1 0 0,1 0 0,-1 0 0,1 0 0,0 0 0,-1 0 0,1 0 0,0 0 0,0 0 0,-1-1 0,1 1 0,0 0 0,0 0 0,0-1 0,0 1 0,0-1 0,0 1 0,0-1 0,0 1 0,0-1 0,0 0 0,1 1 0,15 3 0,0 0 0,-1-1 0,26 2 0,-33-4 0,12 1 0,41 4 0,75 17 0,-120-19 0,-1 1 0,0 0 0,0 1 0,0 0 0,-1 1 0,0 1 0,0 1 0,-1 0 0,22 18 0,-32-23 0,0 0 0,0 0 0,-1 0 0,0 0 0,0 1 0,0-1 0,0 1 0,0 0 0,-1 0 0,0 0 0,0 0 0,-1 0 0,1 0 0,-1 1 0,0-1 0,0 0 0,-1 1 0,0-1 0,0 1 0,0-1 0,0 1 0,-1-1 0,-2 8 0,1-5 0,-1-1 0,0 1 0,0-1 0,-1 1 0,0-1 0,0 0 0,-1-1 0,0 1 0,0-1 0,0 0 0,-1 0 0,0-1 0,0 1 0,-13 7 0,0-1 17,0-1 0,-1-2 1,0 0-1,0 0 0,-1-2 0,-33 7 0,19-8-388,1-2-1,-1-2 1,-47-1 0,53-2-6455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6:5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24575,'-1'-5'0,"1"1"0,0-1 0,1 0 0,-1 1 0,1-1 0,0 1 0,0-1 0,0 1 0,1-1 0,-1 1 0,1 0 0,0-1 0,3-4 0,-2 6 0,0 0 0,1 1 0,-1-1 0,0 1 0,1-1 0,0 1 0,-1 0 0,1 0 0,0 1 0,0-1 0,0 1 0,0 0 0,0 0 0,0 0 0,6 0 0,12-3 0,1 2 0,0 0 0,1 1 0,-1 1 0,0 2 0,23 3 0,-39-4 0,0 0 0,-1 1 0,1 0 0,0 0 0,-1 0 0,1 1 0,-1 0 0,0 0 0,0 1 0,0 0 0,0 0 0,-1 0 0,0 0 0,1 1 0,-2 0 0,1 0 0,-1 1 0,1-1 0,-1 1 0,-1 0 0,1 0 0,-1 0 0,0 0 0,2 8 0,0 8 0,-1 0 0,0-1 0,-2 1 0,-1 38 0,-11 90 0,9-133 0,-2 1 0,-1 0 0,-1 0 0,0-1 0,-1 0 0,-1 1 0,-15 26 0,-12 28 0,33-69 0,0 0 0,-1 1 0,1-1 0,0 0 0,1 0 0,-1 1 0,1-1 0,-1 0 0,1 1 0,0-1 0,0 1 0,0-1 0,1 0 0,-1 1 0,1-1 0,0 0 0,0 1 0,0-1 0,0 0 0,4 5 0,-3-4 0,1-1 0,1 1 0,-1-1 0,1 0 0,-1 0 0,1 0 0,0-1 0,0 1 0,0-1 0,0 0 0,0 0 0,1 0 0,5 1 0,11 2 0,0-1 0,1-1 0,-1-1 0,1 0 0,26-3 0,122-4-1365,-141 5-5461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01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24575,'1'15'0,"1"-1"0,0 1 0,1 0 0,1-1 0,0 0 0,7 16 0,8 28 0,15 88 0,41 137 0,-68-268 0,0 0 0,1-1 0,1 0 0,18 24 0,-15-22 0,-1 0 0,15 27 0,-26-42 0,0 0 0,0 0 0,1 0 0,-1 0 0,1 0 0,-1 0 0,1 0 0,-1-1 0,1 1 0,0 0 0,-1 0 0,1 0 0,0-1 0,-1 1 0,1 0 0,0-1 0,0 1 0,0-1 0,0 1 0,-1-1 0,1 0 0,0 1 0,2 0 0,-2-2 0,0 1 0,0 0 0,0 0 0,0-1 0,0 1 0,0-1 0,0 1 0,0-1 0,-1 1 0,1-1 0,0 0 0,0 1 0,-1-1 0,1 0 0,0 0 0,-1 1 0,1-1 0,0-2 0,3-4 0,0 0 0,-1 0 0,0-1 0,4-13 0,73-266 0,-21 37 0,-37 138 0,-6 36-51,28-107-1263,-31 142-5512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3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24575,'5'0'0,"9"0"0,6 0 0,12 0 0,12 0 0,4 0 0,-1 0 0,-2 0 0,-3 0 0,-4 0 0,-2 0 0,-1 0 0,-7 0-8191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4:3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24575,'0'6'0,"5"2"0,14-1 0,15-1 0,13 4 0,4 0 0,-1-2 0,-3-1 0,-10-3-8191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9:5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24575,'0'-1'0,"0"0"0,0 1 0,1-1 0,-1 0 0,0 1 0,0-1 0,1 0 0,-1 1 0,0-1 0,1 0 0,-1 1 0,1-1 0,-1 0 0,1 1 0,-1-1 0,1 1 0,-1-1 0,1 1 0,-1 0 0,1-1 0,0 1 0,-1-1 0,1 1 0,0 0 0,-1-1 0,1 1 0,0 0 0,0 0 0,-1 0 0,1 0 0,0 0 0,-1 0 0,1 0 0,0 0 0,0 0 0,0 0 0,35 3 0,-26-1 0,191 9 0,-195-10 0,0 0 0,0 0 0,-1 1 0,1 0 0,-1 0 0,1 0 0,-1 0 0,1 1 0,-1 0 0,0 0 0,-1 1 0,1-1 0,0 1 0,-1 0 0,0 0 0,0 1 0,0-1 0,0 1 0,-1 0 0,0 0 0,0 0 0,0 0 0,-1 0 0,1 1 0,-1-1 0,-1 1 0,3 9 0,2 15 0,-1-1 0,-1 1 0,-2 1 0,-1 32 0,-1-54 0,1 47 0,1 18 0,-14 122 0,7-173 0,-1 0 0,-1 0 0,-1-1 0,-15 31 0,9-23 0,-13 45 0,-2 6 0,20-60 0,1 0 0,1 1 0,1-1 0,-4 26 0,6-1-682,3 53-1,2-70-6143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9:5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24575,'0'-5'0,"17"-3"0,23-5 0,9 0 0,4 1 0,2-2 0,-1 1 0,-4 3 0,-6 3 0,-9 3-8191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9:59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3 24575,'-45'-1'0,"17"0"0,1 1 0,-1 1 0,1 1 0,-31 7 0,52-8 0,-1 1 0,1 0 0,0 0 0,0 0 0,0 1 0,0 0 0,0 0 0,1 1 0,-1-1 0,1 1 0,0 0 0,0 1 0,0-1 0,1 1 0,0 0 0,0 0 0,0 1 0,0-1 0,1 1 0,0 0 0,0 0 0,-3 9 0,0 6 0,1 1 0,2-1 0,0 1 0,1 0 0,1 0 0,3 37 0,4-6 0,19 82 0,-23-127 0,1 0 0,-1 0 0,2 0 0,-1 0 0,1-1 0,1 0 0,-1 0 0,1 0 0,0 0 0,1-1 0,-1 0 0,1 0 0,1 0 0,-1-1 0,11 8 0,10 3 0,1-1 0,56 22 0,17 9 0,-89-40 0,0 2 0,-1-1 0,1 1 0,-2 1 0,1 0 0,-1 1 0,16 19 0,-22-23 0,-1-1 0,0 0 0,0 1 0,0 0 0,-1 0 0,0 0 0,0 0 0,-1 0 0,1 0 0,-1 0 0,0 1 0,-1-1 0,0 0 0,0 0 0,0 1 0,-1-1 0,0 0 0,0 1 0,-3 8 0,0-1 0,-1-1 0,0 0 0,0 0 0,-2-1 0,0 0 0,0 0 0,-1 0 0,0-1 0,-1 0 0,-10 10 0,12-15 0,-1 1 0,0-1 0,1-1 0,-2 1 0,1-2 0,-1 1 0,1-1 0,-1 0 0,-1-1 0,1 0 0,0 0 0,-1-1 0,1 0 0,-1-1 0,-11 1 0,-246-7-1365,237 4-5461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0:0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23 24575,'-5'0'0,"-9"0"0,-6 0 0,-6 0 0,1 5 0,5 8 0,6 8 0,6 5 0,9-1 0,11-5 0,8-6 0,1-11 0,-3-12 0,-4-10 0,-5-7 0,-4-6 0,-3-2 0,-1 5-8191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0:04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84 24575,'10'0'0,"-1"0"0,1 1 0,0 0 0,-1 0 0,1 1 0,-1 1 0,1-1 0,-1 2 0,0-1 0,0 1 0,-1 0 0,17 11 0,-20-10 0,1 0 0,-1 1 0,1-1 0,-1 1 0,-1 0 0,1 0 0,-1 0 0,0 1 0,-1 0 0,0-1 0,0 1 0,0 0 0,-1 1 0,0-1 0,0 0 0,0 1 0,-1 7 0,2 17 0,-2 1 0,-1-1 0,-1 0 0,-2 1 0,-2-1 0,0 0 0,-3-1 0,0 0 0,-2 0 0,-1 0 0,-2-1 0,-1-1 0,-17 28 0,16-38 0,0-1 0,-2 0 0,0-1 0,-35 26 0,29-24 0,-39 41 0,54-51 0,1-1 0,1 2 0,-1-1 0,2 1 0,-1 0 0,1 0 0,1 0 0,-6 19 0,8-20 0,-1 1 0,1-1 0,1 0 0,0 1 0,0-1 0,1 1 0,0-1 0,1 1 0,0-1 0,0 1 0,4 10 0,-3-15 0,0 0 0,0 0 0,0-1 0,1 1 0,0-1 0,0 1 0,0-1 0,0 0 0,1 0 0,0 0 0,0-1 0,0 1 0,0-1 0,0 0 0,1 0 0,-1-1 0,1 1 0,0-1 0,0 0 0,-1 0 0,8 1 0,11 2 0,0-1 0,0-1 0,1-1 0,-1-1 0,0-1 0,1-1 0,-1-1 0,0-1 0,0-1 0,32-10 0,-48 12 0,0-1 0,-1 1 0,1-2 0,-1 1 0,1 0 0,-1-1 0,0-1 0,0 1 0,-1-1 0,1 1 0,-1-2 0,0 1 0,-1-1 0,1 1 0,-1-1 0,0 0 0,-1-1 0,1 1 0,-1-1 0,2-7 0,-2 4 0,-1-1 0,0 0 0,0 1 0,-2-1 0,1 0 0,-1 0 0,-1 0 0,0 1 0,0-1 0,-1 0 0,-1 1 0,-7-21 0,-5-3 0,-2 0 0,-1 2 0,-40-55 0,36 55 0,5 10 0,-1 1 0,-1 1 0,-1 0 0,-1 2 0,-1 0 0,0 1 0,-29-15 0,-40-33 0,81 58 0,1-2 0,0 1 0,1-1 0,0 0 0,1-1 0,0 0 0,0 0 0,1-1 0,0 0 0,1 0 0,0 0 0,1 0 0,-5-21 0,7 23 0,0-1 0,1 0 0,0 1 0,1-1 0,0 0 0,0 0 0,1 0 0,1 0 0,-1 1 0,1-1 0,1 1 0,0-1 0,0 1 0,1 0 0,0 0 0,1 0 0,7-11 0,4 0-273,0 0 0,2 1 0,0 1 0,40-32 0,-28 29-6553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0:0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24575,'19'217'0,"-10"-146"0,3 6 0,27 90 0,-23-112 0,-3 1 0,-2 0 0,-3 1 0,1 59 0,-12-42 0,1-51 0,0-1 0,1 1 0,2 0 0,0-1 0,1 1 0,2-1 0,8 31 0,-12-54 0,0 1 0,0 0 0,0 0 0,0-1 0,0 1 0,0 0 0,0 0 0,0-1 0,1 1 0,-1 0 0,0 0 0,0 0 0,0-1 0,1 1 0,-1 0 0,0 0 0,0 0 0,0-1 0,1 1 0,-1 0 0,0 0 0,0 0 0,1 0 0,-1 0 0,0 0 0,0 0 0,1 0 0,-1 0 0,0-1 0,0 1 0,1 0 0,-1 0 0,0 0 0,1 0 0,-1 1 0,0-1 0,0 0 0,1 0 0,-1 0 0,0 0 0,0 0 0,1 0 0,-1 0 0,0 0 0,0 1 0,1-1 0,-1 0 0,0 0 0,0 0 0,0 0 0,1 1 0,-1-1 0,0 0 0,0 0 0,0 1 0,0-1 0,0 0 0,1 0 0,-1 1 0,0-1 0,0 0 0,0 0 0,0 1 0,0-1 0,0 0 0,0 1 0,10-29 0,-8 20 0,127-317 0,-5 20 0,-95 209 38,21-55-1441,-36 119-5423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1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24575,'-1'0'0,"1"0"0,0 0 0,0 0 0,0 0 0,0 0 0,0 0 0,0-1 0,0 1 0,0 0 0,0 0 0,0 0 0,0 0 0,0 0 0,0-1 0,0 1 0,0 0 0,0 0 0,0 0 0,0 0 0,0 0 0,0-1 0,0 1 0,0 0 0,0 0 0,0 0 0,0 0 0,0 0 0,0-1 0,1 1 0,-1 0 0,0 0 0,0 0 0,0 0 0,0 0 0,0 0 0,0 0 0,0 0 0,1-1 0,-1 1 0,0 0 0,0 0 0,0 0 0,0 0 0,0 0 0,0 0 0,1 0 0,-1 0 0,0 0 0,0 0 0,0 0 0,0 0 0,1 0 0,-1 0 0,0 0 0,0 0 0,0 0 0,0 0 0,1 0 0,8 10 0,9 20 0,-17-29 0,17 33 0,-2 1 0,-2 0 0,-1 1 0,-1 0 0,-3 1 0,-1 0 0,5 46 0,-6-46 0,2 1 0,2-2 0,1 0 0,24 49 0,1 5 0,-31-74 0,-2 1 0,0 0 0,2 31 0,-5-34 0,1 1 0,1-1 0,0 1 0,0-1 0,2 0 0,5 14 0,10 15 0,-12-25 0,0 0 0,16 25 0,-24-43 0,0 1 0,1-1 0,-1 0 0,0 0 0,0 0 0,0 1 0,0-1 0,0 0 0,0 0 0,0 0 0,0 0 0,0 0 0,1 1 0,-1-1 0,0 0 0,0 0 0,0 0 0,0 0 0,0 0 0,1 0 0,-1 0 0,0 0 0,0 1 0,0-1 0,0 0 0,1 0 0,-1 0 0,0 0 0,0 0 0,0 0 0,0 0 0,1 0 0,-1 0 0,0 0 0,0 0 0,0 0 0,1 0 0,-1 0 0,0 0 0,0 0 0,0-1 0,0 1 0,1 0 0,-1 0 0,0 0 0,0 0 0,0 0 0,0 0 0,0 0 0,1-1 0,-1 1 0,0 0 0,0 0 0,0 0 0,0 0 0,0-1 0,5-16 0,-2-21 0,-3-11 0,7-127 0,-4 150 0,1 1 0,1 0 0,1 0 0,19-47 0,61-114 0,-57 101 34,-16 45-734,27-56 1,-24 67-6127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24575,'-2'-1'0,"0"1"0,0 0 0,0 0 0,0 0 0,0 0 0,0 1 0,0-1 0,0 1 0,0-1 0,0 1 0,0-1 0,0 1 0,0 0 0,1 0 0,-1 0 0,0 0 0,0 0 0,1 1 0,-1-1 0,1 0 0,-1 1 0,1-1 0,0 1 0,0-1 0,-1 1 0,1 0 0,0 0 0,0-1 0,1 1 0,-1 0 0,0 0 0,1 0 0,-1 0 0,1 0 0,-1 0 0,1 0 0,0 0 0,0 0 0,0 0 0,0 0 0,0 0 0,0 0 0,1 3 0,1 1 0,-1 1 0,1-1 0,0 1 0,0-1 0,0 0 0,1 0 0,0 0 0,0 0 0,1 0 0,0-1 0,0 1 0,5 5 0,14 7 0,0 0 0,37 21 0,-44-30 0,1 1 0,-1 0 0,-1 2 0,0 0 0,0 0 0,-2 2 0,1-1 0,12 19 0,-24-30 0,0 0 0,-1 1 0,1-1 0,-1 1 0,0-1 0,0 1 0,0-1 0,0 1 0,0 0 0,-1-1 0,1 1 0,-1 0 0,1 0 0,-1-1 0,0 1 0,0 0 0,0 0 0,-1 0 0,1-1 0,-1 1 0,1 0 0,-1-1 0,0 1 0,0 0 0,0-1 0,0 1 0,-3 2 0,1-1 0,-1 0 0,0-1 0,0 1 0,0-1 0,0 0 0,-1 0 0,1 0 0,-1 0 0,0-1 0,0 0 0,0 0 0,0 0 0,-10 1 0,-15 3-341,0-3 0,-1 0-1,-43-2 1,40-2-6485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1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24575,'6'0'0,"7"0"0,7 0 0,7 0 0,3 0 0,3 0 0,2 0 0,0-6 0,-6-1-8191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24575,'-5'6'0,"-9"7"0,-6 2 0,-6 3 0,-5 6 0,-2 3 0,5 3 0,0 2 0,7 2 0,5-6-8191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24575,'-1'10'0,"0"0"0,-1 0 0,-1 0 0,1-1 0,-1 1 0,-1-1 0,0 0 0,-6 11 0,-16 46 0,-13 140 0,39-196 0,-1 0 0,1 0 0,1-1 0,-1 1 0,2 0 0,-1 0 0,1-1 0,1 1 0,0-1 0,0 0 0,1 0 0,0 0 0,1 0 0,-1-1 0,2 1 0,-1-1 0,1 0 0,0-1 0,1 0 0,0 0 0,9 7 0,-6-6 0,0 0 0,0-1 0,1-1 0,0 0 0,0 0 0,0-1 0,1 0 0,0-1 0,0 0 0,0-1 0,0-1 0,1 0 0,-1 0 0,0-1 0,1-1 0,15-1 0,-25 0 0,1 0 0,0 0 0,0 0 0,-1-1 0,1 1 0,-1-1 0,1 0 0,-1 0 0,0 0 0,0 0 0,0-1 0,0 1 0,0-1 0,0 0 0,-1 1 0,1-1 0,-1-1 0,0 1 0,0 0 0,0 0 0,0-1 0,-1 1 0,1-1 0,-1 0 0,0 1 0,0-1 0,0-7 0,1 3 0,0-1 0,-1 0 0,-1 0 0,0 0 0,0 0 0,0 0 0,-1 0 0,-1 0 0,0 1 0,0-1 0,-4-10 0,5 17 0,0 0 0,0 0 0,0 0 0,0 0 0,0 0 0,-1 0 0,1 1 0,0-1 0,-1 0 0,0 1 0,1-1 0,-1 1 0,0 0 0,0 0 0,0-1 0,0 1 0,0 0 0,0 1 0,0-1 0,-2-1 0,-1 2 0,1-1 0,0 1 0,-1 0 0,1 0 0,0 0 0,0 0 0,-1 1 0,1-1 0,-8 4 0,1-1 0,-1 2 0,2 0 0,-1 0 0,1 1 0,-1 0 0,-16 14 0,14-8-341,0 1 0,1 0-1,-11 17 1,-3 7-6485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24575,'-6'6'0,"-2"7"0,1 8 0,-5 11 0,1 12 0,-5 9 0,1 2 0,3-3 0,4-5 0,3-10-8191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24575,'26'-1'0,"-15"1"0,0-1 0,0 2 0,-1-1 0,1 2 0,15 2 0,-23-2 0,1-1 0,0 1 0,-1 0 0,1 0 0,-1 0 0,1 0 0,-1 0 0,0 1 0,0 0 0,0-1 0,-1 1 0,1 0 0,0 1 0,-1-1 0,0 0 0,0 1 0,0-1 0,2 6 0,5 14 6,-1 0 0,-1 0 0,-2 1-1,0-1 1,-1 1 0,0 29 0,-6 154-209,-2-95-1000,4-84-5623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7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24575,'0'-5'0,"5"-3"0,9 1 0,12 2 0,8 1 0,3 1 0,2 2 0,5 0 0,1 1 0,-2 0 0,-7-5 0,-11-2-8191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8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24575,'0'-5'0,"6"-3"0,7 1 0,8-4 0,5-1 0,4 2 0,3 3 0,2 2 0,0 3 0,-6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2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24575,'6'0'0,"12"0"0,10 0 0,6 0 0,2 0 0,7 0 0,7 0 0,1 0 0,-3 6 0,-9 1-8191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24575,'4'-3'0,"0"-1"0,1 1 0,-1 0 0,1 0 0,0 1 0,0 0 0,0 0 0,0 0 0,0 0 0,0 1 0,0-1 0,10 1 0,71-4 0,-61 5 0,-9 0 0,-1 1 0,0 0 0,0 1 0,0 1 0,0 0 0,0 1 0,0 1 0,-1 0 0,0 1 0,24 13 0,-31-15 0,1 1 0,-1 0 0,-1 0 0,1 1 0,-1-1 0,0 2 0,0-1 0,0 1 0,-1-1 0,0 2 0,-1-1 0,1 0 0,-1 1 0,-1 0 0,1 0 0,-1 0 0,-1 0 0,0 0 0,0 1 0,1 11 0,-2 1 0,-1 0 0,-1-1 0,0 1 0,-2-1 0,0 1 0,-9 27 0,0-14 0,-1-1 0,-32 59 0,5-10 0,31-60 0,-1-1 0,0 0 0,-2-1 0,0 0 0,-2-1 0,-20 23 0,33-41 0,0 0 0,0 0 0,0 0 0,0 0 0,0 0 0,0 0 0,0 0 0,1 0 0,-1 0 0,0 0 0,1 0 0,-1 1 0,1-1 0,-1 0 0,1 0 0,-1 1 0,1-1 0,0 0 0,0 1 0,0-1 0,0 0 0,0 1 0,0-1 0,0 3 0,1-3 0,0 0 0,0 1 0,0-1 0,0 0 0,0 0 0,0 0 0,0 0 0,1 0 0,-1 0 0,0 0 0,1 0 0,-1-1 0,0 1 0,1 0 0,-1-1 0,1 1 0,2 0 0,9 2 0,1-1 0,-1 0 0,22 0 0,-34-2 0,166-1-1365,-134 0-5461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24575,'3'56'0,"18"100"0,-12-100 0,-8-50 5,0 0 1,0 0-1,1 0 0,0-1 0,0 1 0,0-1 1,1 1-1,-1-1 0,1 0 0,0 0 1,1 0-1,-1 0 0,1 0 0,0-1 0,1 0 1,-1 0-1,1 0 0,-1 0 0,1-1 0,0 0 1,0 0-1,9 4 0,2-2-217,0 0 0,0-1 0,0 0-1,1-2 1,0 0 0,29 0 0,-14-2-6614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24575,'0'625'0,"-3"-572"0,-11 68 0,6-65 0,-2 62 0,12 79-1365,-2-168-5461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4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24575,'2'1'0,"0"-1"0,0 1 0,-1-1 0,1 1 0,0 0 0,-1 0 0,1 0 0,-1 0 0,1 0 0,-1 0 0,1 0 0,-1 0 0,1 1 0,-1-1 0,0 0 0,1 3 0,22 29 0,-18-24 0,8 17 0,-2 0 0,0 0 0,-2 1 0,0 1 0,7 42 0,-6-28 0,25 137 133,-7-29-1631,-20-119-5328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5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0 758 24575,'0'-25'0,"1"1"0,1 0 0,0 0 0,2 0 0,1 0 0,1 0 0,1 1 0,1 0 0,1 0 0,1 1 0,1 0 0,0 1 0,2 0 0,28-34 0,-34 46-40,115-149 205,-105 133-463,-1-1 0,-2-1 0,-1 0 0,16-45 0,-18 38-6528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6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24575,'570'0'-1365,"-541"0"-5461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39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5 24575,'0'0'0,"0"0"0,0 0 0,0-1 0,0 1 0,0 0 0,0 0 0,0 0 0,0 0 0,0 0 0,0-1 0,0 1 0,0 0 0,0 0 0,-1 0 0,1 0 0,0 0 0,0-1 0,0 1 0,0 0 0,0 0 0,0 0 0,0 0 0,0 0 0,0 0 0,0 0 0,0-1 0,-1 1 0,1 0 0,0 0 0,0 0 0,0 0 0,0 0 0,0 0 0,0 0 0,-1 0 0,1 0 0,0 0 0,0 0 0,0 0 0,0 0 0,0 0 0,-1 0 0,1 0 0,0 0 0,0 0 0,0 0 0,0 0 0,0 0 0,-1 0 0,1 0 0,0 0 0,0 0 0,0 0 0,0 0 0,0 0 0,-1 0 0,1 0 0,0 1 0,-13 8 0,-12 19 0,23-26 0,-69 74 0,38-43 0,1 3 0,-29 41 0,53-65 0,0 1 0,1 1 0,0-1 0,1 1 0,0 0 0,1 0 0,1 0 0,0 1 0,1 0 0,-2 26 0,7 141 0,1-63 0,-3-107 0,1 0 0,0 1 0,0-1 0,2 0 0,-1 0 0,2 0 0,-1 0 0,1-1 0,1 1 0,0-1 0,1 0 0,0-1 0,15 20 0,-14-22 0,1 0 0,0-1 0,0 0 0,0 0 0,1-1 0,0 0 0,0-1 0,0 1 0,1-2 0,0 1 0,0-2 0,0 1 0,0-1 0,1-1 0,-1 0 0,15 1 0,-1 0 0,0-2 0,0-1 0,-1 0 0,1-2 0,0-1 0,28-7 0,-44 8 0,-1 0 0,1-1 0,-1 0 0,1 0 0,-1-1 0,0 1 0,-1-2 0,1 1 0,-1-1 0,1 0 0,-1 0 0,-1-1 0,1 0 0,-1 0 0,0 0 0,0 0 0,-1-1 0,0 0 0,0 0 0,-1 0 0,0 0 0,4-11 0,-3 4 0,-1-1 0,0 1 0,-1-1 0,-1 0 0,0 0 0,-1 0 0,0 0 0,-1 0 0,-1 1 0,-1-1 0,-4-16 0,7 30 0,-1-1 0,1 1 0,0 0 0,-1 0 0,1 0 0,-1 0 0,1 0 0,-1-1 0,1 1 0,-1 0 0,0 0 0,0 1 0,1-1 0,-1 0 0,0 0 0,0 0 0,0 0 0,0 1 0,0-1 0,0 0 0,0 1 0,0-1 0,-1 1 0,1-1 0,0 1 0,0 0 0,0-1 0,0 1 0,-1 0 0,1 0 0,0 0 0,0 0 0,0 0 0,-1 0 0,1 0 0,0 0 0,0 1 0,0-1 0,-1 0 0,1 1 0,0-1 0,0 1 0,0-1 0,0 1 0,0-1 0,0 1 0,0 0 0,0 0 0,0-1 0,0 1 0,0 0 0,0 0 0,1 0 0,-1 0 0,0 2 0,-4 2 0,0 1 0,1 0 0,-1 0 0,1 1 0,1-1 0,0 1 0,0 0 0,-2 7 0,-1 12 0,-2 47 0,-2 7 0,-1-14-1365,8-39-5461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4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38 24575,'-3'0'0,"0"1"0,0-1 0,0 1 0,0-1 0,0 1 0,1 0 0,-1 0 0,0 0 0,0 1 0,1-1 0,-1 1 0,1-1 0,-1 1 0,1 0 0,0 0 0,0 0 0,0 0 0,0 0 0,0 1 0,0-1 0,0 1 0,1-1 0,-1 1 0,1 0 0,0-1 0,0 1 0,0 0 0,0 0 0,0 0 0,1 0 0,-1 0 0,1 0 0,0 5 0,-1-3 0,1 0 0,-1 0 0,2 0 0,-1 0 0,0 0 0,1 0 0,0 0 0,0-1 0,1 1 0,-1 0 0,1 0 0,0-1 0,0 1 0,0-1 0,1 0 0,0 0 0,0 0 0,0 0 0,0 0 0,6 5 0,0-4 0,0 0 0,0-1 0,0 0 0,1-1 0,0 1 0,0-2 0,0 1 0,0-2 0,0 1 0,1-1 0,-1-1 0,0 0 0,0 0 0,1-1 0,-1 0 0,0-1 0,0 0 0,11-4 0,-16 5 0,0-1 0,0 0 0,0 1 0,0-2 0,-1 1 0,1-1 0,0 1 0,-1-1 0,0 0 0,0-1 0,0 1 0,0-1 0,0 0 0,-1 0 0,1 0 0,-1 0 0,0 0 0,-1-1 0,1 1 0,-1-1 0,0 0 0,0 0 0,0 0 0,-1 0 0,1 0 0,-1 0 0,0-1 0,-1 1 0,0 0 0,1 0 0,-2-1 0,1 1 0,0 0 0,-1 0 0,0-1 0,-2-4 0,2 5 4,-1 1 0,1 0-1,-1 0 1,0 0-1,0 0 1,0 0 0,0 1-1,-1-1 1,1 1 0,-1-1-1,0 1 1,0 0-1,0 0 1,-1 0 0,1 1-1,-1-1 1,1 1 0,-1 0-1,0 0 1,0 0-1,0 0 1,0 0 0,0 1-1,-1 0 1,1 0 0,0 0-1,0 1 1,-1-1-1,1 1 1,-1 0 0,1 0-1,-8 2 1,0-1-139,0 1 0,0 1 0,1 0 0,-1 1 0,1 0 0,0 0 0,0 1 0,0 1 0,1 0 0,-19 13 0,10-2-6691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4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24575,'0'-1'0,"1"0"0,-1 0 0,1 0 0,-1 0 0,1 0 0,-1 0 0,1 0 0,0 0 0,-1 0 0,1 0 0,0 1 0,0-1 0,0 0 0,0 1 0,0-1 0,-1 0 0,1 1 0,0-1 0,1 1 0,-1-1 0,0 1 0,0 0 0,0-1 0,2 1 0,32-8 0,-31 8 0,13-3 0,0 1 0,0 0 0,0 2 0,0 0 0,0 1 0,0 1 0,0 0 0,0 1 0,0 1 0,0 1 0,16 7 0,-25-9 0,0 1 0,-1 0 0,0 0 0,1 1 0,-2 0 0,1 0 0,-1 1 0,1 0 0,-2 0 0,1 0 0,-1 1 0,0 0 0,0 0 0,0 0 0,-1 0 0,-1 1 0,1 0 0,-1-1 0,0 1 0,-1 1 0,0-1 0,0 0 0,-1 0 0,1 13 0,-2-10 0,-1 0 0,0 0 0,0 0 0,-1-1 0,-1 1 0,0-1 0,0 1 0,-1-1 0,0 0 0,-1 0 0,0 0 0,-7 9 0,-21 47 0,32-63 0,0 0 0,0 1 0,0-1 0,0 0 0,1 1 0,-1-1 0,1 0 0,0 1 0,0-1 0,0 1 0,0-1 0,1 0 0,-1 1 0,1-1 0,0 0 0,0 1 0,0-1 0,2 3 0,0 0 0,1-1 0,-1 0 0,1-1 0,0 1 0,0 0 0,1-1 0,-1 0 0,1 0 0,7 4 0,11 5 0,0-1 0,0-1 0,45 14 0,-54-20 0,-5-2 0,13 4 0,0 1 0,0 0 0,-1 2 0,0 1 0,21 15 0,-37-23 0,0 1 0,-1 0 0,0 0 0,1 0 0,-1 1 0,-1-1 0,1 1 0,-1 0 0,0 0 0,0 0 0,0 1 0,-1-1 0,0 0 0,0 1 0,0 0 0,-1 0 0,1-1 0,-1 1 0,-1 0 0,1 0 0,-1 0 0,0 0 0,-1 0 0,1 0 0,-3 9 0,1-7 0,-1-1 0,0 1 0,0-1 0,0 0 0,-1 0 0,0 0 0,-1 0 0,1-1 0,-1 0 0,0 0 0,-1 0 0,1 0 0,-1-1 0,-1 0 0,1 0 0,-1-1 0,1 0 0,-1 0 0,-9 4 0,0-1 0,-1 0 0,1-2 0,-1 1 0,0-2 0,-1 0 0,1-2 0,-30 2 0,12-4-1365,6-1-5461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4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24575,'40'-1'0,"-21"0"0,0 1 0,0 0 0,0 2 0,0 0 0,23 6 0,-37-7 0,0 1 0,0 0 0,-1 0 0,1 0 0,-1 1 0,1-1 0,-1 1 0,0 0 0,0 0 0,0 1 0,-1-1 0,1 1 0,-1 0 0,0 0 0,0 0 0,0 0 0,0 1 0,-1-1 0,0 1 0,0-1 0,0 1 0,0 0 0,-1 0 0,2 8 0,-1 1 0,-1 0 0,1 0 0,-2 0 0,0 0 0,-1 0 0,0 0 0,-1 0 0,-1-1 0,0 1 0,-1 0 0,-7 17 0,-7 9 0,-2-1 0,-33 47 0,34-58 0,1 1 0,2 1 0,1 0 0,1 1 0,-11 36 0,24-63 0,0 0 0,0-1 0,0 1 0,1 0 0,-1 0 0,1-1 0,0 1 0,0 0 0,0 0 0,1 0 0,-1 0 0,1-1 0,0 1 0,0 0 0,1-1 0,1 6 0,0-6 0,-1 0 0,0-1 0,0 0 0,1 1 0,0-1 0,-1 0 0,1 0 0,0 0 0,0-1 0,0 1 0,0-1 0,0 0 0,1 1 0,-1-1 0,0-1 0,0 1 0,1 0 0,5-1 0,41 3 4,0-2 0,1-3 0,97-16 0,-25 3-1385,-87 11-5445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4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24575,'6'0'0,"7"0"0,8 0 0,11 0 0,6 0 0,2 0 0,0 0 0,-1 0 0,-1 0 0,-8 0-8191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7:4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24575,'12'0'0,"14"0"0,9 0 0,5 0 0,6 0 0,1 0 0,-2 0 0,-2 0 0,-9 0-8191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1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24575,'3'49'0,"11"71"0,-6-70 0,1 66 0,-5-74 0,1 0 0,1-1 0,3 0 0,18 52 0,11 52 0,-26-86-96,0-4-538,9 96-1,-20-122-6191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18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28 24575,'-1'-1'0,"0"-1"0,1 1 0,-1-1 0,0 1 0,0-1 0,1 1 0,-1 0 0,0-1 0,-1 1 0,1 0 0,0 0 0,0 0 0,0-1 0,-1 1 0,1 1 0,0-1 0,-1 0 0,1 0 0,-1 0 0,1 1 0,-1-1 0,0 1 0,1-1 0,-1 1 0,1 0 0,-1 0 0,0-1 0,1 1 0,-4 1 0,-3-2 0,1 0 0,-1 1 0,0 0 0,1 1 0,-10 1 0,11 0 0,0 1 0,0-1 0,0 1 0,1 0 0,-1 1 0,1-1 0,-1 1 0,1 1 0,0-1 0,1 0 0,-1 1 0,1 0 0,0 0 0,0 1 0,1-1 0,-1 1 0,1-1 0,0 1 0,1 0 0,0 0 0,-3 9 0,1-2 0,1 0 0,1 0 0,-1 0 0,2 1 0,0-1 0,1 1 0,0-1 0,1 1 0,3 18 0,-2-25 0,0 1 0,1-1 0,0 0 0,0 0 0,1 0 0,0-1 0,0 1 0,1-1 0,-1 0 0,1 0 0,0-1 0,1 1 0,0-1 0,0 0 0,0-1 0,0 1 0,10 4 0,12 6 0,0-2 0,59 19 0,-36-15 0,138 36 0,-184-50 0,0 0 0,0 0 0,-1 0 0,1 0 0,-1 1 0,0 0 0,0 0 0,0 0 0,-1 0 0,1 0 0,-1 1 0,0 0 0,0 0 0,-1 0 0,1 0 0,-1 0 0,0 0 0,0 0 0,-1 1 0,0-1 0,0 1 0,0-1 0,0 7 0,1 12 0,-1 0 0,-1 0 0,-1 0 0,-4 25 0,4-46 0,0 1 0,0 0 0,0-1 0,0 1 0,0-1 0,-1 1 0,0-1 0,1 0 0,-1 0 0,0 1 0,-1-1 0,1-1 0,-1 1 0,1 0 0,-1-1 0,0 1 0,0-1 0,0 0 0,0 0 0,0 0 0,0 0 0,-1 0 0,1-1 0,-1 1 0,1-1 0,-1 0 0,1 0 0,-8 0 0,-10 2 0,-1-2 0,1 0 0,0-1 0,-23-4 0,3 2 0,-177-2-1365,181 3-5461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1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24575,'11'0'0,"10"0"0,12 0 0,13 0 0,3 0 0,-1 0 0,4 0 0,-3 0 0,-3 0 0,-9 0-8191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20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24575,'1'1'0,"0"-1"0,1 0 0,-1 1 0,0-1 0,0 1 0,0 0 0,0-1 0,1 1 0,-1 0 0,0-1 0,0 1 0,0 0 0,-1 0 0,1 0 0,0 0 0,0 0 0,0 0 0,-1 0 0,1 0 0,0 1 0,-1-1 0,1 0 0,-1 0 0,1 0 0,-1 1 0,0-1 0,0 0 0,1 2 0,5 42 0,-6-39 0,2 55 0,-3 0 0,-14 98 0,-3 62 0,20 337-1365,-2-530-5461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2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234 104 24575,'-11'1'0,"0"1"0,0 0 0,0 1 0,1 0 0,-1 0 0,1 2 0,0-1 0,0 1 0,0 1 0,0-1 0,1 2 0,0-1 0,1 1 0,-1 1 0,-12 13 0,15-15 0,1 0 0,-1 1 0,1-1 0,0 1 0,0 0 0,1 0 0,0 1 0,0-1 0,1 1 0,-1 0 0,2 0 0,-1 0 0,1 0 0,1 0 0,0 1 0,0-1 0,0 0 0,1 1 0,0-1 0,1 1 0,1 10 0,0-15 0,0 0 0,0 0 0,0 0 0,0 0 0,0 0 0,1 0 0,-1-1 0,1 1 0,0-1 0,1 0 0,-1 0 0,0 0 0,1 0 0,-1-1 0,1 0 0,0 1 0,0-1 0,0 0 0,0-1 0,0 1 0,1-1 0,-1 0 0,0 0 0,5 1 0,13 0 0,-1 0 0,1 0 0,36-4 0,-37 1 0,-16 1 0,0 0 0,1-1 0,-1 1 0,0-1 0,0 0 0,0 0 0,0-1 0,0 1 0,0-1 0,0 0 0,0-1 0,-1 1 0,9-7 0,-10 6 0,0-1 0,0 1 0,0-1 0,-1 0 0,1 0 0,-1 0 0,0 0 0,-1-1 0,1 1 0,-1 0 0,1-1 0,-1 1 0,-1-1 0,1 1 0,-1-1 0,0-6 0,2-14 0,-1 0 0,-1 0 0,-1 0 0,-2-1 0,-1 1 0,-9-36 0,11 54 0,-1 0 0,0 0 0,0 0 0,-1 0 0,0 0 0,0 1 0,0-1 0,-1 1 0,0 0 0,0 1 0,0-1 0,-1 1 0,0 0 0,0 0 0,0 1 0,-1 0 0,1 0 0,-1 0 0,0 1 0,0 0 0,0 0 0,-1 1 0,1 0 0,-1 0 0,-9 0 0,11 1-97,0 0-1,-1 0 1,1 1-1,0 0 1,0 1-1,-1-1 1,1 1-1,0 0 1,0 1-1,0-1 1,0 1-1,0 1 0,-10 4 1,-6 9-6729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2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24575,'1'-2'0,"-1"1"0,0 0 0,1-1 0,-1 1 0,1 0 0,0 0 0,-1 0 0,1 0 0,0-1 0,0 1 0,-1 0 0,1 0 0,0 0 0,0 1 0,0-1 0,0 0 0,1 0 0,-1 0 0,0 1 0,0-1 0,0 1 0,1-1 0,-1 1 0,0-1 0,0 1 0,1 0 0,-1 0 0,2-1 0,46-5 0,-41 6 0,27-2 0,0 1 0,0 2 0,34 6 0,-52-5 0,0 1 0,-1 1 0,0 1 0,1 0 0,-2 1 0,1 0 0,-1 2 0,20 11 0,-30-15 0,-1 0 0,0 0 0,0 1 0,0-1 0,0 1 0,-1-1 0,1 1 0,-1 0 0,-1 1 0,1-1 0,-1 0 0,0 1 0,0-1 0,0 1 0,-1 0 0,0 0 0,1 8 0,-1 13 0,0-1 0,-5 45 0,1-25 0,-1 109 0,-15 199 0,11-279-682,1 80-1,8-127-6143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2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24575,'33'-10'0,"-5"0"0,165-38 0,-129 30 0,1 2 0,1 3 0,129-9 0,-153 22-114,-1 1-303,1-3 0,53-8 0,-61 4-6409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0:58:2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24575,'-2'158'0,"5"172"0,30-73 0,-19-173 0,6 162 0,-16-205 0,2-29 0,5-29 0,41-166 0,-28 95 0,20-104 0,-27 109 0,36-107 0,-6 36 1,-30 93-1367,-8 33-5460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0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24575,'342'15'0,"-59"0"0,1309-12 0,-978-19 0,152-2 0,3134 16 0,-1877 5 0,-1682-2 0,378-3 0,-378-14 0,68-1 0,2057 15 0,-1186 5 0,-1233-6 0,72-12 0,-70 7 0,57-1 0,382 8 0,-224 3 0,-210-5 0,69-11 0,-68 6 0,64-2 0,-9 11-1365,-79-1-5461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08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24575,'0'831'0,"0"-815"0,1 1 0,1-1 0,1 0 0,0 0 0,1 0 0,1 0 0,13 29 0,4-2 0,38 55 0,-50-82 0,8 17 0,-16-27 0,1 0 0,0 0 0,0 0 0,1 0 0,0 0 0,0-1 0,0 0 0,0 1 0,1-2 0,0 1 0,0 0 0,6 3 0,-10-8 0,-1 0 0,1 1 0,0-1 0,0 0 0,-1 0 0,1 0 0,0 0 0,-1 0 0,1 0 0,0 0 0,0 0 0,-1 0 0,1 0 0,0 0 0,-1 0 0,1-1 0,0 1 0,0 0 0,-1-1 0,1 1 0,-1 0 0,1-1 0,0 1 0,-1-1 0,1 1 0,-1-1 0,1 1 0,-1-1 0,1 1 0,-1-1 0,1 1 0,-1-1 0,0 0 0,1 1 0,-1-1 0,0 0 0,1 1 0,-1-1 0,0-1 0,7-31 0,-7 32 0,6-96 0,-8-134 0,-1 85 0,2-457-1365,1 574-5461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0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15 24575,'0'0'0,"0"-1"0,0 1 0,0-1 0,0 0 0,0 1 0,0-1 0,0 1 0,0-1 0,0 1 0,0-1 0,0 1 0,0-1 0,0 1 0,-1-1 0,1 1 0,0-1 0,0 1 0,-1-1 0,1 1 0,0 0 0,-1-1 0,1 1 0,0-1 0,-1 1 0,1 0 0,-1-1 0,1 1 0,-1 0 0,1 0 0,0-1 0,-1 1 0,1 0 0,-1 0 0,1 0 0,-1 0 0,0-1 0,1 1 0,-1 0 0,1 0 0,-1 0 0,1 0 0,-1 0 0,1 0 0,-1 0 0,1 0 0,-1 1 0,1-1 0,-1 0 0,1 0 0,-1 0 0,1 1 0,-1-1 0,1 0 0,-1 0 0,1 1 0,-1 0 0,-2 0 0,0 1 0,1-1 0,-1 1 0,1 0 0,0 0 0,0 0 0,-1 0 0,1 0 0,-2 3 0,1 0 0,0 0 0,1 0 0,-1-1 0,1 1 0,0 1 0,1-1 0,-1 0 0,1 0 0,0 1 0,0-1 0,1 1 0,-1-1 0,1 1 0,0-1 0,1 1 0,-1-1 0,1 0 0,1 1 0,-1-1 0,0 0 0,1 0 0,0 1 0,1-1 0,-1-1 0,1 1 0,0 0 0,0-1 0,0 1 0,1-1 0,-1 0 0,9 7 0,9 6 0,1-1 0,0 0 0,1-2 0,1-1 0,29 12 0,-29-14 0,5 3 0,-10-6 0,0 1 0,-1 1 0,19 13 0,-33-20 0,-1-1 0,1 1 0,-1 0 0,0 0 0,0 0 0,0 0 0,0 0 0,-1 1 0,1 0 0,-1-1 0,0 1 0,0 0 0,0 0 0,0 0 0,-1 0 0,0 0 0,0 0 0,0 1 0,0-1 0,0 7 0,-2-8 0,0 1 0,0 0 0,0-1 0,0 1 0,-1-1 0,1 0 0,-1 1 0,0-1 0,0 0 0,0 0 0,-1 0 0,1 0 0,-1 0 0,1-1 0,-1 1 0,0-1 0,0 0 0,0 0 0,0 0 0,0 0 0,-1 0 0,1-1 0,-5 2 0,-7 4 0,0-2 0,-1 0 0,-30 6 0,1-6-56,0-1 0,-90-6 0,73 0-1141,32 1-5629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24575,'6'0'0,"7"0"0,8 0 0,5 0 0,5-5 0,2-3 0,1 1 0,1-4 0,0-1 0,0 2 0,-1 3 0,0 2 0,-6 2-8191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24575,'-6'0'0,"-7"0"0,-8 5 0,-5 8 0,-5 2 0,-2 3 0,-1 0 0,-1 1 0,0 5 0,0-4 0,1-3 0,6-6-8191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24575,'0'505'0,"0"-493"0,1-1 0,-1 1 0,2 0 0,0-1 0,0 1 0,1-1 0,0 1 0,1-1 0,7 13 0,-9-19 0,2 0 0,-1 0 0,0 0 0,1-1 0,0 1 0,0-1 0,0 0 0,1 0 0,-1-1 0,1 1 0,0-1 0,0 0 0,0 0 0,1 0 0,-1-1 0,1 0 0,-1 0 0,1 0 0,0-1 0,6 1 0,-2-1 0,1 0 0,-1-1 0,1 0 0,-1 0 0,1-1 0,-1-1 0,1 0 0,-1 0 0,0-1 0,0 0 0,0-1 0,0 0 0,-1 0 0,0-1 0,1-1 0,-2 0 0,1 0 0,-1 0 0,0-1 0,0 0 0,-1-1 0,0 0 0,0 0 0,-1 0 0,0-1 0,0 0 0,-1 0 0,0 0 0,-1-1 0,0 0 0,0 0 0,-1 0 0,-1 0 0,1 0 0,-2-1 0,2-19 0,-2 14 0,0 0 0,-2 0 0,1 0 0,-2 1 0,0-1 0,-5-18 0,5 30 0,1-1 0,-1 1 0,0 0 0,0 0 0,-1 0 0,1 0 0,-1 0 0,0 0 0,0 1 0,0-1 0,0 1 0,-1 0 0,1 0 0,-1 0 0,0 0 0,0 1 0,0 0 0,0 0 0,0 0 0,-1 0 0,1 0 0,0 1 0,-1 0 0,0 0 0,-4-1 0,0 1 7,1 1-1,0 0 0,-1 0 0,1 1 1,0 0-1,0 0 0,-1 1 1,1 0-1,0 0 0,0 1 1,1 0-1,-1 0 0,1 1 0,-1 0 1,1 1-1,0-1 0,1 1 1,-11 10-1,9-7-112,0 0 0,0 0 0,1 1 0,0 0 0,1 1 0,0-1-1,0 1 1,1 0 0,0 1 0,1-1 0,0 1 0,1 0 0,-2 12 0,1 7-6720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24575,'-6'0'0,"-2"5"0,1 9 0,1 6 0,2 6 0,1 5 0,2 2 0,0 1 0,1 1 0,0-1 0,1 1 0,-1-1 0,-5 0 0,-2-6-8191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24575,'47'-2'0,"-26"0"0,0 2 0,-1 0 0,42 6 0,-58-5 0,1 0 0,-1 0 0,1 0 0,-1 1 0,1 0 0,-1 0 0,0 0 0,0 0 0,0 1 0,0-1 0,0 1 0,-1 0 0,1 0 0,-1 1 0,0-1 0,0 1 0,0-1 0,0 1 0,-1 0 0,1 0 0,-1 0 0,3 8 0,0 6 0,0 0 0,-1 1 0,-1 0 0,-1 0 0,0 20 0,-6 102 0,0-51 0,2 77-1365,2-136-5461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24575,'6'0'0,"7"0"0,13 0 0,8 0 0,4 0 0,6 0 0,8 0 0,0 0 0,-3 0 0,-4 0 0,-4 0 0,-3 0 0,-8 0-8191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8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24575,'6'0'0,"13"0"0,9 0 0,5 0 0,4 0 0,0 0 0,-1 0 0,1 0 0,-8 0-8191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19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24575,'5'0'0,"8"0"0,13 0 0,14 0 0,5 0 0,1 0 0,-2 0 0,-2 0 0,-3 0 0,-3 0 0,-7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2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24575,'3'4'0,"-1"0"0,1-1 0,-1 1 0,0 0 0,0 1 0,0-1 0,-1 0 0,0 0 0,2 6 0,3 12 0,32 89 0,-5 1 0,-5 2 0,15 124 0,-15-101 0,-16-91 0,-2 1 0,5 77 0,-12-92 0,1 0 0,2 0 0,1 0 0,20 54 0,-27-85 0,20 83 0,-17-100 0,1 1 0,0 0 0,1 0 0,10-19 0,-4 6 0,56-153 0,149-279 0,-194 420 40,-1-1 0,20-53 0,-34 71-288,0-1 1,-1 1-1,-2-1 1,0-1-1,0-45 1,-5 37-6579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2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24575,'-3'0'0,"-14"-1"0,1 1 0,0 1 0,0 1 0,0 0 0,-18 5 0,29-5 0,1 0 0,0-1 0,-1 1 0,1 1 0,0-1 0,0 1 0,1-1 0,-1 1 0,0 0 0,1 1 0,0-1 0,0 0 0,0 1 0,0 0 0,0 0 0,1 0 0,-1 0 0,1 0 0,0 0 0,1 0 0,-1 1 0,-1 7 0,2-9 0,0 1 0,1-1 0,-1 1 0,1-1 0,-1 1 0,1 0 0,1-1 0,-1 1 0,0 0 0,1-1 0,0 1 0,0-1 0,0 1 0,0-1 0,0 1 0,1-1 0,-1 0 0,3 4 0,0-2 0,0 0 0,0-1 0,1 1 0,-1-1 0,1 0 0,0-1 0,0 1 0,1-1 0,10 6 0,9 0 0,0 0 0,1-1 0,51 8 0,-64-14 0,0 0 0,-1 1 0,0 0 0,0 0 0,0 1 0,11 6 0,-21-9 0,0 0 0,0 0 0,0 0 0,0 0 0,0 0 0,-1 1 0,1-1 0,0 1 0,-1-1 0,0 1 0,1-1 0,-1 1 0,0 0 0,1 0 0,-1-1 0,0 1 0,0 0 0,-1 0 0,1 0 0,0 0 0,-1 1 0,1-1 0,-1 0 0,1 0 0,-1 0 0,0 0 0,0 0 0,0 0 0,0 1 0,-1-1 0,1 0 0,-1 0 0,1 0 0,-1 0 0,1 0 0,-1 0 0,0 0 0,-2 2 0,-1 4 0,-1 0 0,-1-1 0,1 0 0,-1 0 0,0 0 0,-1-1 0,0 0 0,0 0 0,0 0 0,-1-1 0,0-1 0,0 1 0,0-1 0,0 0 0,-16 4 0,4-1 0,-2-2 0,1 0 0,0-1 0,-1-2 0,-33 1 0,-19-5-1365,38 1-5461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26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24575,'6'-5'0,"7"-3"0,8 1 0,5 1 0,5 2 0,2 2 0,7-5 0,2-2 0,0 2 0,-7 1-8191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2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24575,'-6'0'0,"-13"5"0,-4 8 0,-3 2 0,-8 4 0,-5 4 0,-1 4 0,6 3 0,4-3 0,0-1 0,6-5-8191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2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24575,'4'53'0,"1"1"0,3-1 0,20 69 0,-2-9 0,8 98 0,-20-114 0,3-1 0,37 113 0,-53-205 0,1 1 0,0-1 0,0 0 0,0 0 0,0 0 0,1 0 0,0 0 0,5 5 0,-8-8 0,1 0 0,0 0 0,0-1 0,0 1 0,0 0 0,0-1 0,0 1 0,0-1 0,0 1 0,0-1 0,0 1 0,1-1 0,-1 0 0,0 0 0,0 1 0,0-1 0,0 0 0,1 0 0,-1 0 0,0 0 0,0-1 0,0 1 0,0 0 0,1 0 0,-1-1 0,0 1 0,0 0 0,0-1 0,0 1 0,0-1 0,0 0 0,0 1 0,0-1 0,0 0 0,0 0 0,-1 1 0,1-1 0,1-2 0,16-19 0,-1-1 0,-1-1 0,-1 0 0,19-44 0,-14 30 0,-10 17 0,19-31 0,-3-1 0,-2-2 0,-2-1 0,19-79 0,56-329-1365,-90 423-5461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0 24575,'-16'1'0,"1"0"0,0 1 0,0 1 0,0 0 0,1 1 0,-1 1 0,1 0 0,-19 10 0,12-4 0,0 2 0,0 0 0,2 1 0,-27 24 0,35-27 0,0 1 0,2 0 0,-1 0 0,2 1 0,0 0 0,0 1 0,-10 25 0,10-16 0,0 0 0,1 1 0,1 0 0,-2 29 0,7-48 0,0 1 0,1 0 0,0 0 0,0 0 0,1 0 0,-1-1 0,1 1 0,1 0 0,-1-1 0,1 1 0,0 0 0,0-1 0,0 0 0,1 1 0,0-1 0,0 0 0,7 8 0,-1-5 0,0 0 0,0 0 0,0-1 0,1 0 0,0 0 0,1-1 0,19 8 0,-16-8 0,1 0 0,-1-1 0,1-1 0,0 0 0,0-1 0,0-1 0,0 0 0,0-1 0,1 0 0,-1-2 0,0 0 0,0 0 0,26-7 0,-30 5 0,1-1 0,-1 0 0,0-1 0,0 0 0,0-1 0,-1 0 0,0-1 0,0 0 0,-1-1 0,0 1 0,0-2 0,-1 1 0,0-1 0,0-1 0,-1 0 0,0 0 0,9-17 0,-12 18 0,1 0 0,-2-1 0,1 1 0,-1-1 0,-1 0 0,3-15 0,-5 23 0,1-1 0,-1 1 0,0-1 0,0 1 0,0-1 0,0 1 0,-1-1 0,1 1 0,-1-1 0,0 1 0,1 0 0,-1-1 0,0 1 0,0 0 0,-1-1 0,1 1 0,0 0 0,-1 0 0,1 0 0,-1 0 0,0 0 0,1 1 0,-1-1 0,0 0 0,0 1 0,0-1 0,-1 1 0,1 0 0,0 0 0,-5-2 0,-14-2 0,0 1 0,0 1 0,0 0 0,0 2 0,0 1 0,-1 0 0,1 2 0,-36 6 0,51-7 0,1 1 0,0-1 0,0 1 0,-1 0 0,1 1 0,1-1 0,-1 1 0,0 0 0,0 0 0,1 0 0,0 1 0,0-1 0,0 1 0,0 0 0,0 0 0,-5 10 0,5-7 0,0 1 0,1 0 0,0 0 0,0 0 0,1 0 0,0 0 0,0 0 0,1 1 0,0-1 0,0 11 0,1-3 0,1 0 0,1 0 0,0 0 0,1 0 0,1-1 0,0 1 0,1-1 0,1 0 0,0-1 0,1 1 0,12 17 0,-8-17-341,1-1 0,1-1-1,26 23 1,1-5-6485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3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24575,'5'0'0,"9"0"0,12 0 0,13 5 0,12 3 0,3-1 0,-3-2 0,-9-1-8191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24575,'5'0'0,"9"0"0,6 0 0,12 6 0,6 2 0,3-1 0,-7-1-8191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24575,'6'0'0,"7"5"0,8 3 0,5-1 0,4-2 0,3 0 0,1-3 0,1-1 0,0 0 0,-1 5 0,1 1 0,-1-1 0,-6 0-8191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6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24575,'6'0'0,"7"0"0,8 0 0,11 0 0,6 0 0,8 0 0,1 0 0,0 0 0,2 0 0,-2 0 0,-2 0 0,-4 0 0,-3 0 0,-2 6 0,-7 1-8191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24575,'0'52'0,"-1"61"0,4 0 0,31 193 0,-13-201 0,57 166 0,-69-243 0,-2 0 0,-1 1 0,-1 0 0,-2 0 0,1 30 0,-1-17 0,-3-36 0,0-1 0,1 1 0,0-1 0,1 1 0,-1-1 0,4 9 0,-5-14 0,0 0 0,1 0 0,-1 1 0,0-1 0,0 0 0,0 1 0,0-1 0,1 0 0,-1 1 0,0-1 0,0 0 0,1 0 0,-1 0 0,0 1 0,0-1 0,1 0 0,-1 0 0,0 0 0,1 1 0,-1-1 0,0 0 0,1 0 0,-1 0 0,0 0 0,1 0 0,-1 0 0,0 0 0,1 0 0,-1 0 0,0 0 0,1 0 0,-1 0 0,0 0 0,1 0 0,-1 0 0,0 0 0,1 0 0,-1-1 0,15-23 0,12-55 0,-5-1 0,16-102 0,11-45 0,-26 136 0,14-110 0,-23 116 5,-7 41-690,4-67 0,-10 83-6141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3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24575,'71'-2'0,"-36"0"0,1 2 0,49 6 0,-82-6 0,1 1 0,-1-1 0,0 1 0,0 0 0,1 0 0,-1 0 0,0 1 0,0-1 0,0 1 0,0 0 0,-1-1 0,1 1 0,0 1 0,-1-1 0,0 0 0,1 0 0,-1 1 0,0 0 0,0-1 0,0 1 0,0 0 0,-1 0 0,1 0 0,-1 0 0,0 0 0,0 0 0,0 0 0,0 1 0,0-1 0,-1 0 0,0 1 0,1-1 0,-1 0 0,0 1 0,-1-1 0,0 4 0,-1 12 0,-1 0 0,-2 1 0,0-2 0,-13 34 0,16-47 0,-151 362-1365,137-332-5461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0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24575,'0'-5'0,"6"-3"0,7 1 0,13 2 0,14 1 0,16 1 0,11-4 0,5-1 0,2-5 0,-7 0 0,-8 2 0,-3 3 0,-6 2 0,-10 3-8191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24575,'10'27'0,"-1"1"0,-1 0 0,-1 0 0,-1 1 0,2 46 0,-6-56 0,16 240 0,-16 261 0,-5-228 0,5-110 0,-5 200 0,-5-320 0,-2 0 0,-20 66 0,1-4 0,-1 15 0,-28 166 0,27-117 0,16-111 0,-9 143 0,23-181-1365,2-8-5461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24575,'0'1012'0,"6"-902"0,-4-99 0,-1 0 0,2 0 0,-1-1 0,1 1 0,1-1 0,0 0 0,10 18 0,-14-27 0,1 1 0,0-1 0,-1 0 0,1 1 0,0-1 0,0 0 0,0 1 0,0-1 0,0 0 0,0 0 0,0 0 0,0 0 0,1 0 0,-1 0 0,0 0 0,0 0 0,1-1 0,-1 1 0,1 0 0,-1-1 0,1 1 0,-1-1 0,1 0 0,-1 1 0,1-1 0,-1 0 0,1 0 0,-1 0 0,1 0 0,0 0 0,-1-1 0,1 1 0,-1 0 0,1-1 0,-1 1 0,1-1 0,-1 1 0,1-1 0,-1 0 0,0 1 0,1-1 0,-1 0 0,0 0 0,0 0 0,0 0 0,0 0 0,1 0 0,-1-1 0,-1 1 0,1 0 0,0 0 0,1-3 0,7-9 0,-1-1 0,0 0 0,0 0 0,4-17 0,-7 20 0,187-455 0,-130 310 0,-42 98 61,24-115 1,-8 24-1550,-28 121-5338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24575,'-1'0'0,"-1"1"0,1-1 0,0 0 0,0 1 0,0-1 0,0 1 0,0 0 0,-1-1 0,1 1 0,0 0 0,1 0 0,-1-1 0,0 1 0,0 0 0,0 0 0,0 0 0,1 0 0,-1 0 0,0 0 0,1 1 0,-1-1 0,1 0 0,-1 0 0,1 0 0,0 0 0,-1 1 0,1 1 0,-6 39 0,5-37 0,-4 316 15,7-188-1395,-2-141-5446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24575,'0'5'0,"0"9"0,0 6 0,0 6 0,0 4 0,0 3 0,0 2 0,0-1 0,0 1 0,0 0 0,0-1 0,0 0 0,0 0 0,0-6-8191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24575,'8'-7'0,"1"0"0,0 0 0,0 1 0,1 0 0,-1 1 0,1 0 0,1 0 0,-1 1 0,1 1 0,18-4 0,-25 6 0,1 0 0,0 1 0,0-1 0,-1 1 0,1 0 0,0 1 0,0-1 0,0 1 0,-1 0 0,1 0 0,8 4 0,-10-4 0,0 1 0,-1 0 0,1-1 0,0 1 0,-1 1 0,0-1 0,1 0 0,-1 0 0,0 1 0,0-1 0,-1 1 0,1 0 0,0 0 0,-1-1 0,0 1 0,1 0 0,-1 0 0,0 0 0,0 5 0,0 2 0,-1 0 0,-1 0 0,0 0 0,0-1 0,-1 1 0,0 0 0,-1-1 0,0 1 0,0-1 0,-1 0 0,0 0 0,-7 10 0,-4 15 0,-3 7 0,7-18 0,-13 46 0,23-67 0,0 0 0,1 0 0,0 0 0,-1 0 0,1 0 0,0 1 0,0-1 0,0 0 0,0 0 0,1 0 0,-1 0 0,1 1 0,-1-1 0,1 0 0,0 0 0,-1 0 0,1 0 0,0 0 0,0 0 0,3 3 0,-1-3 0,-1 1 0,1-1 0,0 0 0,0 0 0,0 0 0,0 0 0,0 0 0,1-1 0,-1 0 0,0 1 0,7 0 0,7 1 0,0 0 0,1-2 0,0 0 0,18-1 0,-31 0 0,33-2-1365,-5 0-5461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49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24575,'6'0'0,"1"6"0,-5 13 0,-4 9 0,-7 6 0,-7 8 0,-8 3 0,-4-7 0,2-9-8191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24575,'14'0'0,"0"1"0,1 0 0,-1 0 0,0 2 0,0 0 0,-1 0 0,1 2 0,13 5 0,-24-9 0,1 1 0,-1 0 0,0 0 0,0-1 0,0 2 0,-1-1 0,1 0 0,0 1 0,-1-1 0,1 1 0,-1 0 0,0 0 0,0 0 0,0 0 0,0 0 0,-1 0 0,1 0 0,-1 0 0,0 1 0,0-1 0,0 1 0,0-1 0,-1 1 0,1-1 0,-1 1 0,0 0 0,0-1 0,0 1 0,-1-1 0,1 1 0,-1-1 0,0 1 0,0-1 0,0 1 0,0-1 0,-1 0 0,-1 4 0,0-1 0,1 0 0,-1 1 0,1-1 0,1 1 0,-1 0 0,1-1 0,0 14 0,1-17 0,0 0 0,1-1 0,-1 1 0,1-1 0,0 1 0,0 0 0,0-1 0,0 0 0,0 1 0,0-1 0,1 0 0,-1 1 0,1-1 0,0 0 0,0 0 0,0 0 0,0 0 0,0-1 0,0 1 0,0-1 0,0 1 0,0-1 0,4 2 0,26 12 0,-14-7 0,-1 1 0,0 0 0,30 22 0,-44-29 0,0 1 0,0-1 0,0 1 0,-1-1 0,1 1 0,-1 0 0,0 0 0,0 0 0,0 0 0,0 0 0,0 0 0,-1 0 0,1 1 0,-1-1 0,0 1 0,0-1 0,0 1 0,-1-1 0,1 1 0,-1 0 0,0-1 0,0 1 0,0 0 0,0-1 0,-1 1 0,-1 6 0,1-8 4,-1 1 0,1 0 0,-1-1 0,1 1 0,-1-1 0,0 0 0,0 0 0,0 0 0,0 0 0,0 0 0,0 0 0,-1 0 0,1-1 1,-1 1-1,1-1 0,-1 1 0,0-1 0,1 0 0,-1 0 0,0 0 0,0-1 0,-4 1 0,-9 2-274,0-1 0,-29-1 0,32-1-378,-23 0-6178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24575,'5'0'0,"9"0"0,6 0 0,12 0 0,6 0 0,8 0 0,2 0 0,-2 0 0,-3 0 0,-3 0 0,-8 0-8191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24575,'6'0'0,"8"6"0,12 1 0,8 0 0,3-1 0,2-2 0,5-1 0,1-7 0,-7-3-8191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24575,'4'64'0,"2"-1"0,15 65 0,2 17 0,-11 10 0,-9 172 0,-5-169 0,2-149 0,0 0 0,1 0 0,0-1 0,1 1 0,0 0 0,0-1 0,4 10 0,-5-16 0,0-1 0,-1 1 0,1-1 0,0 0 0,0 1 0,0-1 0,0 0 0,0 0 0,0 1 0,0-1 0,0 0 0,1 0 0,-1 0 0,0-1 0,1 1 0,-1 0 0,1 0 0,2 0 0,-2-1 0,0 1 0,0-2 0,0 1 0,0 0 0,0 0 0,0-1 0,0 1 0,0-1 0,0 0 0,0 1 0,0-1 0,0 0 0,0 0 0,0 0 0,-1 0 0,1-1 0,0 1 0,2-3 0,11-11 0,-1 0 0,0 0 0,-1-1 0,-1-1 0,20-34 0,39-101 0,45-156 120,-96 240-615,-3 0 0,15-116 0,-28 140-6331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24575,'0'6'0,"0"7"0,0 8 0,0 5 0,0 4 0,0 3 0,0 7 0,0 8 0,0 7 0,-6 0 0,-2-3 0,1-5 0,1-11-8191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5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24575,'6'-6'0,"7"-1"0,2-6 0,4-1 0,4 3 0,4 2 0,4 4 0,-5 2-8191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24575,'0'12'0,"6"3"0,13-1 0,9-2 0,5-4 0,3-3 0,2-2 0,-1-2 0,-1-1 0,-1 0 0,-6-1-8191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3:5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24575,'6'0'0,"7"0"0,8 0 0,5 0 0,4 0 0,3 0 0,7 0 0,3 0 0,-1 0 0,-2 0 0,-1 0 0,-9 0-8191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4:0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24575,'1'22'0,"1"0"0,1-1 0,1 1 0,1-1 0,10 28 0,47 103 0,-40-102 0,-21-46 0,9 15 0,-2 0 0,0 1 0,-1-1 0,-1 1 0,-1 1 0,-1-1 0,-1 1 0,1 28 0,-5-18 0,2 1 0,1 0 0,1-1 0,2 1 0,1-1 0,1 0 0,2-1 0,22 52 0,-30-80 0,0 0 0,0 0 0,0-1 0,0 1 0,0 0 0,0 0 0,0-1 0,0 1 0,1-1 0,-1 1 0,1-1 0,-1 1 0,1-1 0,0 0 0,-1 0 0,1 0 0,0 0 0,0 0 0,0 0 0,-1 0 0,4 0 0,-3-1 0,0 0 0,0 0 0,0-1 0,0 1 0,0-1 0,0 1 0,0-1 0,0 0 0,0 0 0,0 0 0,0 0 0,-1 0 0,1 0 0,0 0 0,-1 0 0,1-1 0,1-1 0,6-8 0,0 0 0,0-1 0,-1 0 0,11-24 0,15-39 0,35-113 0,14-35 0,-70 193 0,-2 0 0,-1-1 0,-2 0 0,-1-1 0,-1 1 0,-2-1 0,-1 0 0,-2-1 0,-2-40 0,-2-24-1365,3 69-5461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4:0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24575,'1'-2'0,"-1"1"0,1-1 0,-1 0 0,1 1 0,0-1 0,0 1 0,0-1 0,-1 1 0,2-1 0,-1 1 0,0-1 0,0 1 0,0 0 0,1 0 0,-1 0 0,0 0 0,1 0 0,-1 0 0,1 0 0,1-1 0,36-15 0,-8 9 0,0 2 0,1 1 0,0 2 0,0 1 0,59 3 0,-86 0 0,0-1 0,0 1 0,0 0 0,-1 0 0,1 0 0,0 0 0,-1 1 0,1 0 0,-1 0 0,0 0 0,0 1 0,1-1 0,-2 1 0,1 0 0,0 0 0,0 0 0,4 7 0,-6-7 0,0 0 0,0 0 0,0 0 0,0 1 0,-1-1 0,0 1 0,0 0 0,0-1 0,0 1 0,0 0 0,-1-1 0,1 1 0,-1 0 0,0 0 0,0-1 0,-1 1 0,1 0 0,-1 0 0,1-1 0,-1 1 0,-1 0 0,1-1 0,-2 4 0,-1 0 0,0-1 0,0 0 0,0 0 0,-1 0 0,0-1 0,0 1 0,-1-1 0,1-1 0,-1 1 0,0-1 0,0 0 0,-1 0 0,1 0 0,-1-1 0,-14 5 0,11-4 0,0 0 0,0 1 0,1 1 0,-1-1 0,1 2 0,-10 8 0,17-14 0,1 0 0,-1 1 0,1-1 0,0 0 0,-1 1 0,1-1 0,0 1 0,0-1 0,0 1 0,0 0 0,0-1 0,0 1 0,0 0 0,1 0 0,-1 0 0,1-1 0,-1 1 0,1 0 0,0 0 0,0 0 0,0 0 0,0 0 0,0 2 0,1-2 0,0 0 0,0-1 0,0 1 0,0 0 0,1-1 0,-1 1 0,0-1 0,1 0 0,-1 1 0,1-1 0,0 0 0,-1 0 0,1 0 0,0 0 0,0 0 0,0-1 0,-1 1 0,3 0 0,11 3 0,0 0 0,1-2 0,-1 0 0,19 1 0,179-4-147,-152 0-1071,-31 0-5608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4:0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24575,'6'0'0,"7"0"0,13 0 0,8 0 0,9 0 0,3 0 0,0 0 0,-3 0 0,3 0 0,0 0 0,-3 0 0,-3 0 0,-3 0 0,-7 5 0,-3 3 0,-6-1-8191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4:0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24575,'0'6'0,"5"2"0,8-1 0,19-1 0,15-2 0,6-1 0,-2-2 0,3 0 0,-2-1 0,-5 0 0,-4-1 0,-4 1 0,3 0 0,0 0 0,-7-1-8191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4:0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3 202 24575,'-3'206'0,"7"218"0,3-350 0,3 0 0,3-1 0,26 82 0,-37-149 0,-1-1 0,1 1 0,0-1 0,0 0 0,1 0 0,-1 0 0,7 9 0,-8-13 0,0-1 0,-1 1 0,1-1 0,0 1 0,-1-1 0,1 1 0,0-1 0,0 1 0,-1-1 0,1 0 0,0 1 0,0-1 0,0 0 0,-1 0 0,1 1 0,0-1 0,0 0 0,0 0 0,0 0 0,0 0 0,0 0 0,1-1 0,0 1 0,0-1 0,0 0 0,0 0 0,0-1 0,0 1 0,0 0 0,0-1 0,0 1 0,0-1 0,0 0 0,-1 1 0,2-3 0,36-45 0,-2-1 0,-3-2 0,-2-1 0,29-67 0,83-239 0,-111 248 0,31-198 0,-56 267 0,1-29-1365,-7 42-5461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04:0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71 24575,'0'-1'0,"1"0"0,-1 0 0,1 0 0,-1 0 0,0 0 0,1 0 0,0 0 0,-1 0 0,1 0 0,0 0 0,-1 0 0,1 0 0,0 0 0,0 1 0,0-1 0,0 0 0,0 1 0,0-1 0,0 0 0,0 1 0,0-1 0,0 1 0,0 0 0,1-1 0,36-10 0,-22 7 0,12-5 0,1 1 0,47-7 0,-61 13 0,0 1 0,0 0 0,0 1 0,0 1 0,0 0 0,29 6 0,-36-4 0,0 1 0,-1-1 0,1 1 0,-1 1 0,0-1 0,0 1 0,0 0 0,-1 1 0,0-1 0,0 1 0,0 1 0,-1-1 0,0 1 0,8 12 0,-10-13 0,1 0 0,-1 0 0,0 0 0,-1 0 0,1 0 0,-1 1 0,-1-1 0,1 1 0,-1 0 0,0-1 0,0 1 0,-1 0 0,0-1 0,0 1 0,-1 0 0,0 0 0,0-1 0,-3 12 0,2-16 0,1 0 0,0 1 0,0-1 0,-1 0 0,1 1 0,-1-1 0,0 0 0,1 0 0,-1 0 0,0 0 0,0-1 0,0 1 0,-1 0 0,1-1 0,0 0 0,-1 1 0,1-1 0,-5 2 0,-50 4 0,50-7 0,-1 1 0,1-1 0,0 1 0,0 1 0,-12 3 0,18-5 0,0 0 0,1 0 0,-1 0 0,1 1 0,-1-1 0,1 0 0,-1 0 0,1 1 0,-1-1 0,1 0 0,-1 1 0,1-1 0,-1 0 0,1 1 0,-1-1 0,1 1 0,0-1 0,-1 1 0,1-1 0,0 1 0,-1-1 0,1 1 0,0-1 0,0 1 0,-1-1 0,1 1 0,0 0 0,0-1 0,0 1 0,0 0 0,12 13 0,29 3 0,27-6 0,-53-9 0,-1 0 0,0 0 0,0 1 0,20 8 0,-29-9 0,0 1 0,0 0 0,0 0 0,0 0 0,0 1 0,0-1 0,-1 1 0,0 0 0,0 1 0,0-1 0,0 1 0,-1-1 0,0 1 0,5 10 0,-3-6 0,-1 1 0,0 0 0,-1 0 0,0 0 0,-1 1 0,0-1 0,0 0 0,-1 1 0,0 0 0,-1-1 0,0 1 0,-4 17 0,4-23 0,-1 0 0,-1 0 0,1 0 0,-1 0 0,0 0 0,0-1 0,0 1 0,-1-1 0,1 0 0,-1 1 0,0-1 0,-1 0 0,1-1 0,-1 1 0,1-1 0,-1 1 0,0-1 0,0 0 0,-1 0 0,1-1 0,0 0 0,-1 1 0,0-1 0,0-1 0,1 1 0,-1-1 0,-9 2 0,-293 59 0,258-56-119,-45 8-504,-126 2 0,188-16-6203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2:3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24575,'506'0'0,"-501"0"0,1-1 0,-1 2 0,1-1 0,-1 1 0,0 0 0,1 0 0,-1 0 0,0 1 0,1 0 0,-1 0 0,0 0 0,0 1 0,-1-1 0,1 1 0,0 0 0,7 7 0,-8-4 0,0-1 0,0 0 0,-1 1 0,0 0 0,0 0 0,0 0 0,0 0 0,-1 0 0,0 1 0,-1-1 0,1 1 0,-1-1 0,0 12 0,0-12 0,-1 0 0,0 0 0,0 0 0,0 0 0,-1 0 0,0-1 0,0 1 0,-1 0 0,0 0 0,0-1 0,0 0 0,0 1 0,-1-1 0,0 0 0,0 0 0,0 0 0,-1 0 0,1-1 0,-1 1 0,-1-1 0,1 0 0,0 0 0,-1-1 0,0 1 0,0-1 0,0 0 0,0 0 0,0-1 0,-10 4 0,-14 3 0,0 0 0,-1-2 0,0-1 0,-48 2 0,27-2 0,-110 6 0,64-6 0,92-6 0,1 0 0,0 1 0,0-1 0,0 1 0,1 0 0,-1 0 0,0 1 0,0-1 0,-4 3 0,8-4 0,0 0 0,0 1 0,-1-1 0,1 0 0,0 0 0,0 1 0,-1-1 0,1 0 0,0 0 0,0 1 0,0-1 0,-1 0 0,1 1 0,0-1 0,0 0 0,0 1 0,0-1 0,0 0 0,0 1 0,0-1 0,0 0 0,0 1 0,0-1 0,0 0 0,0 1 0,0-1 0,0 0 0,0 1 0,0-1 0,0 0 0,0 1 0,0-1 0,0 0 0,1 1 0,-1-1 0,21 16 0,41 12 0,111 33 0,27 11 0,-119-39 0,54 27 0,-131-57 0,0-1 0,1 1 0,-1 0 0,0 0 0,-1 1 0,1-1 0,0 1 0,-1 0 0,0 0 0,0 0 0,0 0 0,0 0 0,-1 1 0,0-1 0,4 9 0,-6-10 0,0-1 0,1 0 0,-1 1 0,0-1 0,0 0 0,0 1 0,-1-1 0,1 0 0,-1 1 0,1-1 0,-1 0 0,0 0 0,0 1 0,1-1 0,-2 0 0,1 0 0,0 0 0,0 0 0,-1 0 0,1 0 0,-1-1 0,1 1 0,-1 0 0,0-1 0,0 1 0,0-1 0,0 0 0,0 0 0,0 1 0,0-1 0,0-1 0,0 1 0,0 0 0,-1 0 0,1-1 0,-3 1 0,-22 5 0,0-1 0,0-2 0,0 0 0,-1-2 0,1-1 0,-31-4 0,-8 1 0,-426 0 0,482 3-118,7-1 59,-1 1-1,1-1 1,0 1-1,-1 0 1,1 0 0,0 1-1,0-1 1,-1 1 0,1-1-1,0 1 1,0 0-1,0 0 1,0 0 0,0 1-1,0-1 1,0 1 0,0 0-1,0 0 1,1 0-1,-4 2 1,0 11-6767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2:3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61 24575,'-2'38'0,"1"39"0,1-72 0,1-1 0,-1 1 0,1-1 0,0 1 0,0-1 0,1 0 0,-1 1 0,1-1 0,0 0 0,0 0 0,0 0 0,5 6 0,-7-9 0,1 0 0,-1-1 0,1 1 0,-1-1 0,1 1 0,-1 0 0,1-1 0,0 1 0,-1-1 0,1 1 0,0-1 0,-1 0 0,1 1 0,0-1 0,0 0 0,-1 1 0,1-1 0,0 0 0,0 0 0,-1 0 0,1 0 0,0 0 0,0 0 0,0 0 0,-1 0 0,1 0 0,0 0 0,0 0 0,1-1 0,-1 0 0,1 0 0,-1 0 0,0 0 0,0 0 0,0 0 0,0-1 0,0 1 0,0 0 0,0-1 0,0 1 0,-1-1 0,1 1 0,0-3 0,11-51 0,-11 41 0,1-1 0,0-1 0,-1 1 0,-1-1 0,0 1 0,-1-1 0,-1 1 0,-6-26 0,8 41 0,0-1 0,0 1 0,0 0 0,0-1 0,0 1 0,0 0 0,0-1 0,0 1 0,0 0 0,-1-1 0,1 1 0,0 0 0,0 0 0,0-1 0,0 1 0,-1 0 0,1 0 0,0-1 0,0 1 0,-1 0 0,1 0 0,0 0 0,0-1 0,-1 1 0,1 0 0,0 0 0,0 0 0,-1 0 0,1 0 0,0-1 0,-1 1 0,1 0 0,0 0 0,-1 0 0,1 0 0,0 0 0,-1 0 0,1 0 0,0 0 0,-1 0 0,1 1 0,-8 12 0,0 24 0,5-6-1365,2-1-5461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2:3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24575,'142'-3'0,"153"7"0,-292-4 0,0 0 0,1 0 0,-1 1 0,0-1 0,0 1 0,0 0 0,1 0 0,-1 0 0,0 1 0,0-1 0,-1 1 0,1-1 0,0 1 0,0 0 0,-1 0 0,5 5 0,-6-5 0,1 0 0,-1 0 0,0 1 0,0-1 0,0 0 0,0 1 0,0-1 0,-1 1 0,1-1 0,-1 1 0,1-1 0,-1 1 0,0-1 0,0 1 0,0-1 0,0 1 0,-1 3 0,-1 0 0,0 1 0,0-1 0,0 0 0,-1 1 0,0-1 0,0 0 0,-1-1 0,1 1 0,-1-1 0,-1 1 0,1-1 0,-1 0 0,0 0 0,-10 7 0,-1-3 0,0 0 0,-1-1 0,0 0 0,-19 4 0,-31 15 0,65-26 0,1-1 0,-1 1 0,1-1 0,0 1 0,-1 0 0,1-1 0,0 1 0,0 0 0,0 0 0,0 0 0,-1 0 0,1 0 0,0 0 0,1 0 0,-1 0 0,0 1 0,0-1 0,0 0 0,1 1 0,-1-1 0,1 0 0,-1 3 0,1-3 0,0 0 0,0 1 0,1-1 0,-1 0 0,1 0 0,-1 0 0,1 1 0,0-1 0,-1 0 0,1 0 0,0 0 0,0 0 0,0 0 0,0 0 0,0 0 0,0-1 0,0 1 0,0 0 0,2 1 0,7 3 0,1 0 0,-1 0 0,1-1 0,15 4 0,109 18 0,-89-19 0,75 22 0,-112-26 0,0 0 0,-1 1 0,0 0 0,0 0 0,0 1 0,-1 0 0,1 0 0,-1 1 0,0 0 0,-1 0 0,0 0 0,0 1 0,0 0 0,-1 1 0,0-1 0,0 1 0,6 13 0,-9-15 0,1 1 0,-1 0 0,-1 0 0,1 0 0,-1 0 0,0 0 0,-1 1 0,0-1 0,0 0 0,0 0 0,-1 0 0,0 0 0,-1 1 0,1-1 0,-1-1 0,-1 1 0,1 0 0,-1-1 0,0 1 0,-1-1 0,0 0 0,-6 8 0,5-7 0,-2-1 0,1 0 0,-1 0 0,0-1 0,0 0 0,0 0 0,-1 0 0,0-1 0,0 0 0,0-1 0,0 0 0,-15 4 0,1-2 0,-1 0 0,0-2 0,-38 1 0,-152-6-1365,177 2-5461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2:3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24575,'7'1'0,"0"0"0,0 0 0,0 1 0,0-1 0,-1 2 0,12 4 0,8 3 0,46 10 0,-41-12 0,1 1 0,-2 1 0,55 27 0,-80-34 0,-1-1 0,0 1 0,0 0 0,0 0 0,0 0 0,-1 0 0,1 1 0,-1-1 0,0 1 0,0 0 0,0 0 0,-1 0 0,1 1 0,-1-1 0,0 1 0,0-1 0,0 1 0,-1-1 0,0 1 0,0 0 0,0 0 0,0 0 0,-1 0 0,0 8 0,-1-4 0,0-1 0,-1 0 0,0-1 0,0 1 0,-1 0 0,0 0 0,0-1 0,-1 0 0,0 1 0,0-2 0,-1 1 0,0 0 0,0-1 0,-6 6 0,8-9 0,0-1 0,1 1 0,-1 0 0,1 0 0,0 0 0,-1 0 0,2 0 0,-1 0 0,0 0 0,1 1 0,-1-1 0,1 1 0,0-1 0,-1 6 0,2-6 0,1-1 0,-1 1 0,1 0 0,-1-1 0,1 1 0,0-1 0,0 1 0,0-1 0,1 1 0,-1-1 0,0 0 0,1 0 0,0 1 0,-1-1 0,1 0 0,0 0 0,0-1 0,0 1 0,0 0 0,5 2 0,16 11 0,2-1 0,0-1 0,0-1 0,1-1 0,49 13 0,51 22 0,-122-45 0,0 1 0,0 0 0,0 0 0,-1 0 0,1 1 0,-1-1 0,1 1 0,-1 0 0,0 0 0,0 0 0,0 0 0,-1 1 0,1-1 0,-1 1 0,0-1 0,0 1 0,0 0 0,0 0 0,-1 0 0,1 0 0,-1 0 0,0 0 0,0 0 0,-1 1 0,1-1 0,-1 0 0,0 0 0,0 1 0,0-1 0,-2 7 0,0-3 0,0 1 0,-1-1 0,0 0 0,-1-1 0,1 1 0,-1-1 0,-1 1 0,0-1 0,0 0 0,0-1 0,0 1 0,-1-1 0,0 0 0,-11 7 0,2-3 7,0-1 0,-1 0-1,0-1 1,0-1 0,-1-1-1,1 0 1,-2-1 0,1-1-1,0 0 1,-20 0 0,-24 0-272,-97-5 1,87-2-646,40 2-5916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2:41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1114 24575,'55'1'0,"0"-2"0,0-2 0,0-3 0,89-22 0,-132 23 0,-1 0 0,1-1 0,-1 0 0,-1-1 0,1 0 0,-1-1 0,0 0 0,-1 0 0,9-11 0,-11 11 0,2 0 0,-1 0 0,1 0 0,0 1 0,0 0 0,1 1 0,0 0 0,0 1 0,0 0 0,1 0 0,12-3 0,-16 7 0,-1 0 0,1-1 0,0 0 0,-1 0 0,1-1 0,-1 1 0,0-2 0,1 1 0,9-8 0,-13 8 0,0-1 0,0 0 0,0 0 0,-1 0 0,0 0 0,0 0 0,0 0 0,0 0 0,0-1 0,-1 1 0,0 0 0,0-1 0,0 0 0,-1 1 0,1-1 0,-1-5 0,1-33 0,-2 1 0,-2 0 0,-11-59 0,-38-120 0,36 160 0,-7-55 0,21 103 0,1 1 0,1-1 0,0 0 0,1 0 0,0 0 0,5-23 0,-5 32 0,1 0 0,0 0 0,0 0 0,0 0 0,0 1 0,0-1 0,1 1 0,-1-1 0,1 1 0,0 0 0,0 0 0,0 0 0,1 0 0,-1 0 0,1 1 0,-1 0 0,1 0 0,0 0 0,0 0 0,0 0 0,0 1 0,0 0 0,0 0 0,1 0 0,-1 0 0,0 1 0,1-1 0,-1 1 0,6 0 0,15 1 0,0 1 0,0 1 0,47 12 0,-38-7 0,20 2 0,-20-5 0,0 2 0,0 1 0,-1 2 0,34 14 0,-59-20 0,0-1 0,0 2 0,-1-1 0,1 1 0,-1 0 0,0 1 0,-1-1 0,1 2 0,-1-1 0,0 0 0,-1 1 0,0 0 0,0 1 0,0-1 0,-1 1 0,0 0 0,0 0 0,-1 0 0,0 0 0,-1 1 0,2 8 0,0 7 0,-2 0 0,0 0 0,-2 0 0,-1 1 0,0-1 0,-2 0 0,-1-1 0,-13 46 0,-6-4 0,-55 109 0,33-81 0,39-81 0,1 0 0,0 1 0,1 0 0,0 0 0,1 0 0,1 0 0,0 0 0,1 1 0,0 21 0,2-29 0,0 1 0,0-1 0,0 0 0,1 0 0,0 1 0,0-1 0,0-1 0,1 1 0,0 0 0,0-1 0,1 1 0,-1-1 0,1 0 0,0 0 0,1 0 0,-1-1 0,1 0 0,0 1 0,0-2 0,0 1 0,1 0 0,6 2 0,11 4 0,1-2 0,0 0 0,0-2 0,0 0 0,1-2 0,28 2 0,68 13 0,29 12-1365,-111-26-5461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1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24575,'-2'1'0,"0"-1"0,1 0 0,-1 1 0,1-1 0,0 1 0,-1 0 0,1 0 0,-1-1 0,1 1 0,0 0 0,0 0 0,-1 0 0,1 0 0,0 0 0,0 1 0,0-1 0,0 0 0,0 0 0,1 1 0,-1-1 0,0 1 0,0 1 0,-15 38 0,12-31 0,-54 182 0,-4 13 0,57-194 0,2 0 0,-1 0 0,2 1 0,-1-1 0,2 1 0,-1-1 0,2 1 0,-1 0 0,3 17 0,-1-25 0,0 1 0,0 0 0,1 0 0,-1 0 0,1-1 0,0 1 0,0-1 0,1 1 0,0-1 0,-1 0 0,1 0 0,1 0 0,-1-1 0,1 1 0,-1-1 0,1 1 0,0-1 0,0 0 0,0-1 0,0 1 0,1-1 0,-1 0 0,1 0 0,8 3 0,5-1 0,1 0 0,-1-1 0,1 0 0,0-2 0,0 0 0,0-1 0,28-4 0,-16 0 0,0-2 0,-1-1 0,51-18 0,-73 23 0,-1-2 0,1 1 0,-1-1 0,1 0 0,-1 0 0,-1-1 0,1 0 0,0 0 0,-1-1 0,0 0 0,-1 0 0,1 0 0,-1-1 0,0 1 0,5-11 0,-6 7 0,0 0 0,-1 0 0,0 0 0,-1 0 0,0 0 0,0-1 0,-1 1 0,-1-1 0,0 1 0,0-1 0,-4-19 0,3 24 0,0 1 0,-1-1 0,0 1 0,0 0 0,0 0 0,-1 0 0,1 0 0,-1 0 0,0 0 0,-1 1 0,1 0 0,-1-1 0,0 1 0,0 1 0,0-1 0,-1 0 0,1 1 0,-7-4 0,8 6 0,1 0 0,-1-1 0,1 1 0,-1 0 0,0 0 0,1 1 0,-1-1 0,0 0 0,0 1 0,0 0 0,0-1 0,1 1 0,-1 1 0,0-1 0,0 0 0,0 1 0,0-1 0,1 1 0,-1 0 0,0 0 0,0 0 0,1 0 0,-1 0 0,1 1 0,-1-1 0,1 1 0,0-1 0,0 1 0,-1 0 0,1 0 0,0 0 0,1 0 0,-1 1 0,0-1 0,0 0 0,1 1 0,-2 3 0,-4 9-136,1 1-1,0 0 1,1 0-1,1 0 1,0 1-1,2 0 1,0-1-1,0 1 0,2 22 1,4-16-6690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5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24575,'0'-1'0,"1"-1"0,-1 1 0,1-1 0,0 1 0,0-1 0,-1 1 0,1 0 0,0 0 0,0-1 0,0 1 0,1 0 0,-1 0 0,0 0 0,0 0 0,1 0 0,-1 0 0,0 1 0,1-1 0,-1 0 0,1 1 0,-1-1 0,1 1 0,-1-1 0,1 1 0,-1 0 0,1-1 0,2 1 0,52-6 0,-50 6 0,58 0 0,1 3 0,-1 3 0,0 3 0,115 31 0,-174-39 0,1 0 0,-1 1 0,1 0 0,-1 0 0,0 1 0,0-1 0,0 1 0,0 0 0,-1 1 0,1-1 0,-1 1 0,1-1 0,-1 2 0,-1-1 0,1 0 0,0 1 0,-1-1 0,0 1 0,0 0 0,-1 0 0,1 0 0,-1 0 0,0 1 0,2 9 0,0 7 0,-2 0 0,0 0 0,-1 0 0,-2 1 0,-2 22 0,0 9 0,2-40 0,0 0 0,-1 0 0,0 0 0,-1 0 0,-1 0 0,0 0 0,-1-1 0,-1 0 0,0 0 0,0 0 0,-1 0 0,-1-1 0,0-1 0,-1 1 0,0-1 0,0-1 0,-2 0 0,1 0 0,-1-1 0,-13 9 0,4-4 0,10-9 0,1 1 0,0 1 0,1-1 0,-1 2 0,-7 8 0,15-15 0,0 0 0,1 0 0,-1 0 0,0 0 0,1 0 0,-1 0 0,1 0 0,-1 0 0,1 0 0,0 0 0,-1 0 0,1 0 0,0 1 0,0-1 0,0 0 0,0 0 0,0 0 0,0 0 0,0 1 0,0-1 0,1 2 0,0-2 0,0 1 0,0 0 0,0-1 0,0 1 0,1-1 0,-1 1 0,1-1 0,-1 1 0,1-1 0,0 0 0,-1 0 0,1 0 0,0 0 0,0 0 0,0 0 0,3 0 0,15 6 0,0-2 0,0 0 0,0-2 0,37 3 0,89-5 0,-85-2 0,85 0-1365,-89 0-5461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5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77 106 24575,'-1'0'0,"-1"1"0,0-1 0,1 1 0,-1 0 0,0 0 0,1-1 0,-1 1 0,1 0 0,-1 0 0,1 0 0,0 1 0,-1-1 0,1 0 0,0 0 0,0 1 0,0-1 0,0 1 0,0-1 0,0 1 0,0-1 0,1 1 0,-2 2 0,-13 40 0,14-41 0,-8 37 0,1 0 0,3 1 0,1-1 0,2 1 0,2 0 0,1 0 0,10 59 0,-5-74 0,2 0 0,0-1 0,2 0 0,1 0 0,0-1 0,2-1 0,1 0 0,1-1 0,0 0 0,28 29 0,-38-46 0,0 0 0,1 0 0,0-1 0,-1 0 0,1 0 0,0 0 0,1 0 0,-1-1 0,1 0 0,0-1 0,-1 1 0,1-1 0,0-1 0,0 1 0,8 0 0,-10-2 0,0 0 0,1 0 0,-1 0 0,0 0 0,0-1 0,1 0 0,-1 0 0,0 0 0,0-1 0,0 0 0,0 0 0,0 0 0,-1 0 0,1-1 0,-1 0 0,1 0 0,-1 0 0,0 0 0,0-1 0,6-7 0,-1-1 0,-2 0 0,1 0 0,-2-1 0,1 0 0,-2 0 0,0-1 0,0 1 0,-1-1 0,-1 0 0,3-29 0,-3-11 0,-5-88 0,-2 60 0,4 54 0,-3 1 0,0 0 0,-1 0 0,-2 0 0,-12-36 0,12 46 0,-1 1 0,-1-1 0,0 1 0,-1 1 0,0-1 0,-2 2 0,1-1 0,-2 1 0,-17-16 0,23 25 6,1 0 0,-1 1 0,0 0 0,0 0 0,-1 0 0,1 1 0,-1 0 0,0 0 0,0 1 0,0 0 0,0 0 0,0 0 0,-1 1 0,1 0 0,0 1 0,-1-1 0,1 1 0,0 1 0,-8 1 0,2 0-155,0 2 1,1-1-1,-1 2 1,1 0-1,0 0 1,0 1-1,1 1 1,-1 0-1,-16 13 1,7-3-6678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1:0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24575,'45'-2'0,"56"-10"0,10-1 0,234 7 0,-17 1 0,-245 0 0,155-31 0,-185 24-107,48-13-312,2 4-1,202-13 1,-277 35-6407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1:0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24575,'6'0'0,"7"0"0,7 0 0,6 0 0,5 0 0,13 0 0,17 6 0,3 2 0,-3-1 0,-1 5 0,-4-1 0,-7-1 0,-6-3 0,-4-2 0,-4-3 0,-1-1 0,-1 0 0,-7-2-8191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1:0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24575,'536'0'-1365,"-508"0"-5461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24575,'7'11'0,"0"0"0,-1 1 0,0 0 0,-1 0 0,-1 0 0,0 1 0,0-1 0,-1 1 0,1 17 0,-1-17 0,100 479 0,-97-450 0,-2 0 0,-1 0 0,-5 61 0,3 63 0,4-139-1365,2-5-5461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3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24575,'16'0'0,"239"0"0,325-40 0,-384 22-165,284 8 1,-340 11-872,-88-1-5790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24575,'0'-6'0,"6"-2"0,7 1 0,7 1 0,12 8 0,6 8 0,2 4 0,6-2 0,0 4 0,5 4 0,4-1 0,-2 2 0,-3-2 0,-5-5 0,-5-5 0,3 2 0,-6-1-8191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38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24575,'9'209'0,"49"290"0,-56-488 0,-2-11 0,14 92 0,-3 0 0,-3 139 0,-8-454 0,-3 89 0,3-452 0,0 570 0,1 0 0,0 0 0,1 0 0,1 0 0,0 0 0,2 0 0,-1 1 0,11-23 0,-11 31 0,-1 1 0,1-1 0,0 1 0,0 0 0,1 1 0,0-1 0,0 1 0,0 0 0,1 0 0,-1 0 0,1 1 0,0 0 0,1 0 0,-1 1 0,1 0 0,-1 0 0,1 0 0,0 1 0,0 0 0,0 0 0,8-1 0,-8 2 0,0 0 0,0 0 0,0 1 0,0 0 0,0 0 0,0 1 0,0 0 0,0 0 0,-1 0 0,1 1 0,0 0 0,-1 0 0,11 6 0,-12-5 0,-1 0 0,0 1 0,1 0 0,-1 0 0,-1 0 0,1 0 0,-1 0 0,1 1 0,-1 0 0,0 0 0,-1 0 0,1 0 0,-1 0 0,0 0 0,-1 0 0,1 1 0,1 9 0,-1-5 0,-1 1 0,1-1 0,-2 1 0,0 0 0,0-1 0,0 1 0,-2-1 0,1 1 0,-1-1 0,-1 1 0,0-1 0,0 0 0,-1 0 0,0 0 0,-9 14 0,4-11 0,-1 0 0,0-1 0,0 0 0,-1-1 0,-1 0 0,0 0 0,0-2 0,-1 1 0,-26 13 0,17-11 0,6-5 0,1 1 0,0 1 0,0 0 0,1 1 0,0 1 0,0 0 0,-17 20 0,29-28 0,1-1 0,0 1 0,1-1 0,-1 1 0,0-1 0,1 1 0,-1-1 0,1 1 0,0 0 0,-1-1 0,1 1 0,1-1 0,-1 1 0,0 0 0,1-1 0,-1 1 0,1-1 0,0 1 0,0-1 0,0 1 0,0-1 0,0 0 0,0 1 0,1-1 0,-1 0 0,4 3 0,3 5 0,0 0 0,1-1 0,0 0 0,12 9 0,17 8 0,1-1 0,0-2 0,49 20 0,-49-25 0,-1 1 0,0 3 0,56 42 0,-83-55 0,0 1 0,-1 0 0,0 1 0,0 0 0,-1 1 0,-1 0 0,0 0 0,-1 1 0,0 0 0,-1 1 0,0-1 0,-1 1 0,-1 0 0,5 27 0,-5-15-455,-2 1 0,-1 34 0,-2-31-6371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0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24575,'0'-2'0,"1"1"0,-1 0 0,1-1 0,0 1 0,0-1 0,-1 1 0,1 0 0,0-1 0,0 1 0,0 0 0,1 0 0,-1 0 0,0 0 0,0 0 0,1 0 0,-1 0 0,0 0 0,1 1 0,-1-1 0,1 0 0,-1 1 0,1 0 0,-1-1 0,1 1 0,-1 0 0,1-1 0,2 1 0,51-6 0,-49 6 0,19-2 0,50-2 0,-70 4 0,0 1 0,0-1 0,0 1 0,0 0 0,0 0 0,0 0 0,0 0 0,0 1 0,0 0 0,8 5 0,-11-6 0,0 1 0,-1-1 0,1 1 0,-1-1 0,0 1 0,0 0 0,1 0 0,-1-1 0,0 1 0,0 0 0,-1 0 0,1 0 0,0 0 0,-1 0 0,1 0 0,-1 0 0,0 1 0,1-1 0,-1 0 0,0 0 0,-1 3 0,-9 51 0,1-8 0,9-44 0,0 0 0,1 0 0,-1 0 0,1 0 0,0 0 0,0 0 0,0-1 0,0 1 0,1 0 0,0-1 0,0 1 0,0-1 0,0 1 0,0-1 0,0 0 0,1 0 0,0 0 0,3 3 0,3 0 0,0 0 0,1 0 0,0 0 0,20 7 0,-19-9 0,0 1 0,0 1 0,0 0 0,12 9 0,-19-12 0,-1 0 0,0 0 0,0 0 0,0 1 0,0-1 0,-1 1 0,1-1 0,-1 1 0,0 0 0,0 0 0,0 0 0,-1 0 0,1 0 0,-1 1 0,0-1 0,0 6 0,0-5-50,-1 0-1,1-1 1,-1 1-1,0 0 0,-1 0 1,1 0-1,-1 0 1,0 0-1,0-1 1,-1 1-1,0 0 0,1-1 1,-1 1-1,-1-1 1,1 0-1,-1 1 1,0-1-1,1 0 0,-2-1 1,1 1-1,0 0 1,-1-1-1,0 0 1,0 0-1,0 0 1,-4 2-1,-18 7-6775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24575,'0'11'0,"0"10"0,0 6 0,0 5 0,-6 8 0,-7 3 0,-2 0 0,-3 10 0,-5-5 0,1-4 0,5-4 0,5-9-8191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24575,'-2'97'0,"5"108"0,-3-201 0,1-1 0,-1 0 0,1 0 0,0 0 0,0 0 0,0 0 0,0 0 0,1 0 0,-1 0 0,1 0 0,0 0 0,-1-1 0,1 1 0,1-1 0,-1 1 0,0-1 0,1 0 0,-1 0 0,1 0 0,-1 0 0,1 0 0,0 0 0,0-1 0,0 0 0,0 1 0,0-1 0,0 0 0,0-1 0,4 2 0,10 0 0,0 0 0,1 0 0,-1-2 0,25-2 0,-15 1 0,-12 0 24,0 1 0,-1-2 0,1 0 0,19-5 0,-29 5-102,-1 1 0,0-1 0,1 0-1,-1 0 1,0 0 0,0 0 0,-1-1 0,1 0 0,0 1-1,-1-1 1,0-1 0,0 1 0,0 0 0,0-1 0,0 0-1,0 0 1,-1 1 0,3-7 0,4-15-6748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24575,'2'163'0,"-5"180"0,-8-243-682,-32 132-1,36-203-6143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24575,'0'5'0,"0"8"0,-5 8 0,-3 5 0,1 4 0,-4 3 0,-6 8 0,-1 1 0,4 6 0,-2 0 0,-4 3 0,1-1 0,-1-9 0,2-12-8191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24575,'-21'0'0,"1"0"0,0 0 0,-1 1 0,1 1 0,-33 7 0,47-7 0,0 0 0,0 0 0,1 0 0,-1 1 0,1 0 0,0 0 0,0 1 0,0-1 0,0 1 0,0 0 0,1 1 0,0-1 0,0 1 0,0 0 0,0 0 0,1 0 0,0 0 0,0 0 0,-4 11 0,3-8 0,1 0 0,1 0 0,-1 1 0,1-1 0,1 0 0,-1 1 0,1-1 0,1 1 0,0 0 0,0-1 0,1 1 0,0-1 0,0 1 0,3 9 0,-1-11 0,0 0 0,0 0 0,1 0 0,0 0 0,1 0 0,-1-1 0,1 0 0,0 0 0,1 0 0,-1 0 0,1-1 0,0 0 0,1 0 0,-1-1 0,12 6 0,18 8 0,1-2 0,65 19 0,-60-22 0,-1 1 0,41 22 0,-77-33 0,0 0 0,0 1 0,0 0 0,0 0 0,-1 0 0,1 0 0,-1 1 0,0 0 0,-1 0 0,1 0 0,-1 0 0,0 0 0,0 1 0,-1-1 0,1 1 0,-1 0 0,-1 0 0,1 0 0,-1 0 0,0 0 0,0 8 0,0-10 0,-1 1 0,0-1 0,0 1 0,-1 0 0,0-1 0,1 1 0,-1-1 0,-1 1 0,1-1 0,-1 0 0,1 1 0,-1-1 0,-1 0 0,1 0 0,0 0 0,-1 0 0,0-1 0,0 1 0,0-1 0,0 0 0,-1 0 0,1 0 0,-1 0 0,0 0 0,0-1 0,0 1 0,0-1 0,-7 2 0,-25 7-273,-1-2 0,0-2 0,0-1 0,-49 1 0,54-5-6553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24575,'0'-5'0,"6"-3"0,13 1 0,9 1 0,6 2 0,8 2 0,2 0 0,-5 2-8191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49:4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24575,'5'6'0,"8"2"0,13-1 0,8-1 0,10-2 0,2-1 0,-6 4 0,-10 1-8191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03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24575,'0'868'-1365,"0"-837"-5461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04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24575,'1374'0'-1365,"-1343"0"-5461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0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33 24575,'-37'-13'0,"4"0"0,22 11 0,0 0 0,0 1 0,0 0 0,0 1 0,0 0 0,0 0 0,0 2 0,0-1 0,1 1 0,-1 1 0,-18 6 0,22-5 0,0 0 0,0 0 0,0 0 0,0 1 0,1 0 0,0 0 0,0 1 0,0-1 0,1 1 0,0 1 0,0-1 0,0 1 0,1 0 0,0 0 0,1 0 0,-1 0 0,-2 8 0,4-9 0,1-1 0,-1 1 0,1-1 0,0 1 0,0-1 0,0 1 0,1 0 0,0-1 0,0 1 0,0 0 0,1-1 0,0 1 0,0-1 0,0 1 0,1-1 0,0 1 0,0-1 0,0 0 0,1 0 0,-1 0 0,1 0 0,1 0 0,-1-1 0,1 1 0,-1-1 0,1 0 0,0 0 0,8 6 0,12 6 0,0 0 0,0-2 0,1-1 0,45 17 0,-11-3 0,-34-14 0,-1 0 0,0 2 0,-1 1 0,-1 1 0,-1 1 0,35 37 0,-47-45 0,0 1 0,0 0 0,-1 1 0,0-1 0,-1 2 0,-1-1 0,0 1 0,0 0 0,-1 0 0,-1 0 0,0 1 0,-1 0 0,-1 0 0,0 0 0,0 18 0,-2-28 0,0 1 0,-1 0 0,0-1 0,0 1 0,0-1 0,0 1 0,-1-1 0,0 1 0,0-1 0,0 0 0,0 0 0,-1 0 0,1 0 0,-1 0 0,-5 5 0,2-4 0,0 0 0,0 0 0,-1 0 0,0-1 0,0 0 0,0 0 0,0-1 0,-11 4 0,-4-1 0,1 0 0,-1-2 0,0-1 0,0 0 0,-38-1 0,-10-3 0,-120-5 0,158 1-1365,8-2-5461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24575,'0'705'0,"6"-640"-1365,1-37-5461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24575,'82'2'0,"-47"0"0,0-1 0,0-2 0,1-1 0,-1-2 0,55-13 0,-44 4 19,1 2-1,0 2 0,76-4 1,143 10-549,-177 4-379,-56-1-5917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24575,'0'6'0,"0"7"0,0 13 0,5 14 0,9 5 0,0 6 0,0 1 0,-5 2 0,-2-2 0,-3-4 0,-2-4 0,-1 1 0,-2-1 0,1-3 0,-1-2 0,1-2 0,-1-8-8191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24575,'4'3'0,"1"1"0,-1-1 0,1-1 0,0 1 0,0-1 0,0 0 0,0 0 0,0 0 0,0-1 0,0 0 0,10 1 0,67 3 0,-56-5 0,331 2 61,-186-3-1487,-143 1-5400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24575,'6'193'0,"43"264"0,-42-395-682,0 99-1,-8-133-6143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24575,'0'562'0,"0"-551"0,0-1 0,2 1 0,-1 0 0,1-1 0,1 1 0,0-1 0,0 0 0,1 0 0,0 0 0,1 0 0,0 0 0,0-1 0,1 0 0,1-1 0,7 10 0,-9-13 0,-1-1 0,0-1 0,1 1 0,0-1 0,0 1 0,0-1 0,0-1 0,0 1 0,1-1 0,-1 0 0,1 0 0,-1 0 0,1-1 0,0 0 0,0 0 0,-1-1 0,1 1 0,0-1 0,0 0 0,0-1 0,0 0 0,0 0 0,-1 0 0,1 0 0,0-1 0,-1 0 0,1 0 0,-1-1 0,6-3 0,-3 2 0,-1 0 0,0 0 0,-1-1 0,1 0 0,-1 0 0,0-1 0,0 0 0,-1 0 0,1 0 0,-1-1 0,-1 0 0,1 0 0,3-8 0,-3 4 0,-1-1 0,0 0 0,-1 0 0,0 0 0,-1 0 0,0 0 0,0-25 0,-3 8 0,-2 0 0,0 0 0,-2 1 0,-1-1 0,-2 1 0,-19-48 0,12 46-151,-2 0-1,0 2 0,-2 0 0,-1 1 1,-2 1-1,0 1 0,-1 1 1,-35-27-1,39 35-6674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24575,'0'771'-1365,"0"-742"-5461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24575,'0'-5'0,"6"-3"0,7 1 0,19 1 0,15 1 0,11 3 0,7 0 0,9-4 0,4-1 0,-6 0 0,2-4 0,-6-1 0,-9 3 0,-8 2 0,-8 2 0,-11 2-8191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24575,'13'31'0,"-1"0"0,-1 1 0,-2 0 0,-1 1 0,-1 0 0,3 56 0,-9 208 0,-5-136 0,4-128-1365,0-5-5461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19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24575,'1'3'0,"-1"0"0,1-1 0,0 1 0,0 0 0,0-1 0,0 1 0,0-1 0,1 1 0,-1-1 0,1 0 0,0 1 0,0-1 0,0 0 0,0 0 0,0 0 0,0-1 0,0 1 0,0 0 0,1-1 0,-1 1 0,1-1 0,-1 0 0,1 0 0,-1 0 0,1 0 0,0 0 0,5 0 0,8 3 0,0-1 0,1 0 0,18 0 0,49 2 0,1-4 0,-1-4 0,127-21 0,-149 17-253,0 1-1,87 5 0,-124 1-350,4 1-6222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24575,'0'2'0,"1"0"0,-1 0 0,0 0 0,1 0 0,0 0 0,0 0 0,-1 0 0,1 0 0,0 0 0,1-1 0,-1 1 0,0 0 0,0 0 0,1-1 0,-1 1 0,1-1 0,-1 0 0,1 1 0,0-1 0,0 0 0,-1 0 0,1 0 0,3 1 0,52 20 0,-34-15 0,20 7 0,-28-9 0,-1-1 0,0 2 0,0 0 0,-1 0 0,19 13 0,-28-16 0,0 0 0,-1 0 0,1 1 0,-1-1 0,0 1 0,0 0 0,0 0 0,-1 0 0,1 1 0,-1-1 0,0 1 0,0-1 0,0 1 0,-1 0 0,0-1 0,0 1 0,0 0 0,0 0 0,-1 0 0,0 9 0,-1-3 0,0 0 0,-1 0 0,0 0 0,-1 0 0,0-1 0,-1 1 0,0-1 0,0 0 0,-1 0 0,-1-1 0,1 1 0,-2-1 0,1 0 0,-12 11 0,-12 11 0,-1-2 0,-50 36 0,27-22 0,46-37 0,-11 10 0,0 0 0,1 1 0,-16 20 0,31-33 0,-1 1 0,1-1 0,0 1 0,0 0 0,0-1 0,1 1 0,0 0 0,0 1 0,0-1 0,0 0 0,1 1 0,0-1 0,0 0 0,0 1 0,1-1 0,0 1 0,0 0 0,0-1 0,2 9 0,-1-11 0,0-1 0,1 1 0,-1-1 0,1 1 0,-1-1 0,1 1 0,0-1 0,0 0 0,0 0 0,0 0 0,0 0 0,0 0 0,0 0 0,1-1 0,-1 1 0,1-1 0,-1 1 0,1-1 0,0 0 0,-1 0 0,1 0 0,0-1 0,0 1 0,5 0 0,8 1 0,0-1 0,1 0 0,18-2 0,-21 0 0,66 0 0,80-4 0,-157 5-76,0-1 1,0 1-1,-1-1 0,1 1 0,0-1 0,-1 0 0,1 0 0,-1 0 1,1 0-1,-1-1 0,1 1 0,-1 0 0,0-1 0,0 0 1,1 0-1,-1 0 0,3-3 0,9-17-6750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24575,'1'40'0,"3"-1"0,1 0 0,2 0 0,1 0 0,2-1 0,2 0 0,2-1 0,1-1 0,21 38 0,-24-55 0,0 0 0,1-1 0,19 20 0,-25-29 0,1-1 0,1 0 0,-1-1 0,1 0 0,0 0 0,1-1 0,0-1 0,12 7 0,-19-11 0,-1 0 0,0 0 0,1-1 0,-1 1 0,1 0 0,-1-1 0,1 0 0,-1 1 0,1-1 0,-1 0 0,1 0 0,-1-1 0,1 1 0,-1 0 0,1-1 0,-1 1 0,0-1 0,1 0 0,-1 0 0,0 0 0,4-2 0,-3 1 0,-1-1 0,1 0 0,0 0 0,-1 1 0,0-1 0,0-1 0,0 1 0,0 0 0,0 0 0,0-1 0,-1 1 0,2-7 0,2-9 0,-2 1 0,0-1 0,-1 0 0,-1-28 0,0 8 0,-2 0 0,-1 0 0,-13-62 0,12 89 0,0 0 0,-1 0 0,-1 0 0,0 1 0,-1 0 0,0 0 0,0 0 0,-1 0 0,-1 1 0,0 1 0,0-1 0,-1 1 0,0 1 0,0-1 0,-15-8 0,-17-10-682,-73-33-1,79 44-6143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24575,'6'0'0,"7"0"0,8 0 0,5 0 0,5 0 0,8 0 0,3 0 0,0 0 0,-2 0 0,-1 0 0,-2 0 0,-2 0 0,-6 0-8191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24575,'0'6'0,"0"7"0,11 2 0,10-2 0,18-3 0,14 2 0,3-1 0,4-2 0,-2-2 0,-1-3 0,-3-2 0,5-2 0,-1 0 0,-5 0 0,-5-1 0,-6 1 0,-4-1 0,-9 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24575,'805'2'0,"876"-5"0,-954-28 0,-725 31-47,47-8 220,-47 7-223,-1 1 1,1 0-1,-1 0 0,0-1 1,1 1-1,-1-1 0,0 1 0,0-1 1,0 0-1,1 1 0,-1-1 1,0 0-1,0 0 0,0 0 0,0 0 1,0 0-1,0 0 0,0 0 1,-1 0-1,1 0 0,0 0 1,0-1-1,-1 1 0,1 0 0,-1 0 1,1-1-1,-1 1 0,0 0 1,1-3-1,-6-9-6776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40 24575,'3'-3'0,"1"0"0,1 1 0,-1-1 0,0 1 0,1 0 0,-1 0 0,1 0 0,-1 0 0,1 1 0,0 0 0,8-1 0,60-4 0,-53 5 0,19-1 0,-20-1 0,-1 2 0,0 0 0,1 1 0,-1 1 0,1 0 0,-1 2 0,23 5 0,-38-7 0,-1 1 0,1-1 0,0 1 0,0 0 0,-1 0 0,1 0 0,-1 0 0,0 0 0,0 1 0,0-1 0,0 1 0,0 0 0,0-1 0,0 1 0,-1 0 0,0 0 0,1 0 0,-1 0 0,0 0 0,-1 0 0,1 0 0,0 0 0,-1 1 0,0-1 0,1 0 0,-1 0 0,-1 1 0,0 5 0,0 0 0,-1 1 0,0-1 0,0 0 0,-1 0 0,0-1 0,0 1 0,-1-1 0,-9 15 0,3-10 0,0 0 0,-1-1 0,-1 0 0,0 0 0,-1-1 0,0-1 0,-1 0 0,0-1 0,0-1 0,-1 0 0,-19 7 0,-8 1 0,-1-2 0,-84 16 0,107-26 0,-12 2 0,-50 16 0,75-20 0,1 0 0,-1 0 0,1 1 0,-1 1 0,1-1 0,0 1 0,1 0 0,-1 0 0,1 0 0,-1 1 0,1 0 0,1 0 0,-8 9 0,12-13 0,-1 0 0,0 0 0,1 0 0,-1 0 0,0 0 0,1 1 0,0-1 0,-1 0 0,1 0 0,0 1 0,-1-1 0,1 0 0,0 1 0,0-1 0,0 0 0,0 0 0,0 1 0,0-1 0,1 0 0,-1 1 0,0-1 0,1 0 0,-1 0 0,1 1 0,-1-1 0,1 0 0,0 2 0,1-1 0,1 0 0,-1 0 0,0 0 0,1 0 0,-1-1 0,1 1 0,0-1 0,-1 1 0,1-1 0,0 0 0,4 1 0,8 2 0,1-1 0,0 0 0,21 0 0,147-3 0,-127-3 0,0 3 0,111 13 0,-89 0-1365,-46-8-5461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2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48 24575,'-1'7'0,"-1"-1"0,1 0 0,-1 0 0,0 0 0,0-1 0,-1 1 0,0 0 0,0-1 0,-7 10 0,-12 26 0,15-13 0,1 0 0,2 1 0,0-1 0,2 1 0,1 0 0,6 50 0,-3-2 0,-2-63 0,1-1 0,0 0 0,1 1 0,0-1 0,1 0 0,1 0 0,5 12 0,-7-19 0,1-1 0,0 1 0,0-1 0,0 0 0,0 0 0,1 0 0,0-1 0,0 1 0,1-1 0,-1 0 0,1 0 0,0 0 0,0-1 0,0 0 0,0 0 0,0 0 0,10 3 0,47 21 0,-50-20 0,1-1 0,0 0 0,0-1 0,1-1 0,-1 0 0,20 3 0,-16-6 0,-1 0 0,1-1 0,-1-1 0,1 0 0,-1-1 0,1-1 0,-1 0 0,0-1 0,20-9 0,-28 10 0,-2 0 0,1 0 0,0-1 0,-1 0 0,1 0 0,-1-1 0,0 1 0,-1-1 0,1-1 0,-1 1 0,0-1 0,0 0 0,-1 0 0,0 0 0,0-1 0,0 0 0,-1 1 0,0-1 0,0 0 0,-1-1 0,0 1 0,2-11 0,-1-25 0,-1 1 0,-3 0 0,-7-57 0,6 88 0,0 0 0,-1 0 0,-1 0 0,1 1 0,-2-1 0,1 1 0,-2 0 0,1 0 0,-1 0 0,-1 1 0,0 0 0,0 0 0,0 1 0,-1 0 0,-1 0 0,-14-10 0,-15-9 0,-1 2 0,-73-34 0,78 41 0,-71-26-1365,76 32-5461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33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24575,'0'50'0,"-2"-16"0,2 0 0,1 0 0,2 0 0,12 54 0,-14-81 0,1 0 0,0 0 0,1 0 0,0 0 0,0-1 0,1 1 0,-1-1 0,1 1 0,1-1 0,-1-1 0,1 1 0,0 0 0,0-1 0,1 0 0,-1-1 0,1 1 0,0-1 0,1 0 0,-1 0 0,1-1 0,-1 0 0,1 0 0,0-1 0,0 1 0,0-2 0,14 3 0,-4-2-170,0 0-1,0-1 0,0-1 1,1-1-1,-1 0 0,0-1 1,28-8-1,-23 1-6655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34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24575,'0'837'-1365,"0"-808"-5461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3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24575,'1'1'0,"0"-1"0,1 1 0,-1 0 0,0-1 0,0 1 0,1 0 0,-1 0 0,0-1 0,0 1 0,0 0 0,0 0 0,0 0 0,0 1 0,0-1 0,-1 0 0,1 0 0,0 0 0,-1 1 0,1-1 0,-1 0 0,1 1 0,-1-1 0,1 0 0,-1 1 0,0-1 0,0 3 0,7 46 0,-7-44 0,7 442 41,-10-247-1447,3-172-5420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3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24575,'0'-6'0,"6"-2"0,13 1 0,14 1 0,14 2 0,4-4 0,-1-1 0,-3 1 0,-4-3 0,-4-1 0,-8 3-8191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3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24575,'12'9'0,"0"0"0,1-1 0,0 0 0,0-1 0,0-1 0,28 9 0,-8-1 0,81 28 0,2-6 0,129 24 0,-243-59 0,9 1 0,0 0 0,-1 1 0,0 1 0,1 0 0,17 9 0,-26-11 0,1-1 0,-1 1 0,0 0 0,0 0 0,0 0 0,0 0 0,0 1 0,0-1 0,0 0 0,-1 1 0,1 0 0,-1-1 0,0 1 0,0 0 0,0-1 0,0 1 0,0 0 0,-1 0 0,1 0 0,-1 0 0,0-1 0,0 1 0,0 0 0,0 0 0,0 0 0,-2 5 0,0-1 0,0-1 0,-1 0 0,1 1 0,-2-1 0,1 0 0,-1-1 0,1 1 0,-2-1 0,1 1 0,0-1 0,-1-1 0,0 1 0,0-1 0,-1 1 0,1-1 0,-1-1 0,0 1 0,-8 3 0,-14 7 0,-1-2 0,-45 14 0,-64 10 0,-19 6 0,85-16 0,1 3 0,-78 45 0,145-72 0,0 0 0,0 1 0,0-1 0,0 1 0,0 0 0,1 0 0,-1 1 0,1-1 0,0 1 0,0-1 0,0 1 0,1 0 0,-1 0 0,1 0 0,0 1 0,0-1 0,0 0 0,-1 7 0,3-7 0,0 0 0,0-1 0,0 1 0,0 0 0,1-1 0,-1 1 0,1-1 0,0 1 0,1-1 0,-1 1 0,0-1 0,1 1 0,0-1 0,0 0 0,0 0 0,0 0 0,0 0 0,0 0 0,1-1 0,0 1 0,-1-1 0,1 1 0,6 2 0,5 5 0,1-1 0,1-1 0,-1-1 0,1 0 0,0-1 0,1 0 0,0-2 0,29 5 0,-1-3 0,1-2 0,49-2 0,137-5-1365,-203 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24575,'2'1'0,"1"-1"0,-1 0 0,0 1 0,0-1 0,0 1 0,1 0 0,-1-1 0,0 1 0,0 0 0,0 0 0,-1 1 0,1-1 0,0 0 0,0 1 0,0-1 0,-1 1 0,1-1 0,-1 1 0,0 0 0,1 0 0,-1-1 0,0 1 0,0 0 0,2 4 0,2 6 0,-1 0 0,0 1 0,3 16 0,0 0 0,0-7 0,6 17 0,-1 0 0,-2 1 0,-2 0 0,-2 1 0,2 54 0,-11 431-1365,3-498-5461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24575,'6'0'0,"13"0"0,14 0 0,14 0 0,4 0 0,-1 0 0,3 0 0,-3 0 0,-3 0 0,-5 0 0,-3 0 0,-9-6 0,-9-2-8191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24575,'4'0'0,"0"1"0,-1-1 0,1 0 0,0 1 0,-1 0 0,1-1 0,-1 1 0,1 1 0,-1-1 0,0 1 0,1-1 0,-1 1 0,0 0 0,0 0 0,0 0 0,0 0 0,0 1 0,-1-1 0,1 1 0,-1 0 0,0 0 0,0 0 0,4 5 0,0 5 0,0 0 0,-1 1 0,-1 0 0,6 25 0,4 14 0,68 217 0,-71-220 0,-3 0 0,-2 1 0,0 76 0,-8 238-1365,2-336-5461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24575,'6'0'0,"13"0"0,9 0 0,17 0 0,6 5 0,1 3 0,-4-1 0,-4-2 0,-3-1 0,-4 5 0,-2 0 0,-1-1 0,-1-2 0,0 3 0,0 1 0,-1-2 0,-4-2-8191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6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24575,'0'11'0,"6"4"0,8 0 0,12-3 0,13-4 0,7-3 0,0-2 0,-2-2 0,3-1 0,0-1 0,2 1 0,-1-1 0,-3-5 0,-9-2-8191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0 24575,'-8'1'0,"0"0"0,1 0 0,-1 1 0,0-1 0,1 2 0,0-1 0,-1 1 0,1 0 0,0 1 0,-8 5 0,-66 51 0,49-35 0,-12 8 0,1 1 0,2 2 0,-59 69 0,87-90 0,1 1 0,1 0 0,1 1 0,0 1 0,1-1 0,1 2 0,1-1 0,0 1 0,2 0 0,0 0 0,1 1 0,1-1 0,-1 29 0,3-37 0,1 0 0,0 0 0,1-1 0,0 1 0,0-1 0,1 1 0,1-1 0,0 1 0,0-1 0,1 0 0,1 0 0,-1-1 0,1 1 0,1-1 0,0 0 0,0-1 0,1 1 0,0-1 0,0-1 0,1 1 0,0-1 0,1 0 0,-1-1 0,1 0 0,0-1 0,1 1 0,-1-2 0,19 7 0,2-4 0,-1-1 0,1-2 0,0-1 0,0-2 0,0 0 0,47-7 0,6 3 0,-32 1 0,58-9 0,-90 8 0,-1 0 0,1-2 0,-1 0 0,-1-1 0,1-1 0,25-13 0,-39 17 0,1 0 0,-1 0 0,0-1 0,0 1 0,0-1 0,-1 0 0,1 0 0,-1-1 0,0 1 0,0-1 0,0 1 0,-1-1 0,0 0 0,0 0 0,0 0 0,0 0 0,-1 0 0,0 0 0,0-1 0,0 1 0,0-8 0,-1 8 0,-1 1 0,1 0 0,-1 0 0,1-1 0,-1 1 0,0 0 0,-1 0 0,1 0 0,-1 0 0,0 0 0,1 0 0,-2 0 0,1 1 0,0-1 0,-1 1 0,0 0 0,0-1 0,0 1 0,0 0 0,0 1 0,0-1 0,-1 1 0,0-1 0,1 1 0,-1 0 0,-7-3 0,-2 2 7,1 0 0,0 1 0,0 0 0,-1 1 0,1 0 1,-1 1-1,1 0 0,-1 1 0,1 1 0,-1 0 0,1 0 0,0 1 0,0 1 0,0 0 0,0 1 0,-18 10 0,20-10-90,0 1 1,0 0-1,0 1 1,0 0-1,1 0 1,0 1-1,1 0 1,0 1-1,0 0 1,1 0-1,0 1 1,1 0-1,0 0 1,0 0-1,1 1 1,0-1-1,-5 21 1,6-5-6744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49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24575,'11'0'0,"21"-6"0,11-1 0,9-1 0,7 2 0,11-4 0,-1-5 0,-1-2 0,-6 4 0,-8 3 0,-8 3 0,-5 4 0,-5 1 0,-3-4 0,0-1 0,-7 1-8191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50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 24575,'81'-1'0,"94"3"0,-171-2 0,-1 0 0,1 0 0,-1 1 0,0-1 0,1 1 0,-1 0 0,1 0 0,-1 0 0,0 0 0,0 1 0,1 0 0,-1-1 0,0 1 0,-1 0 0,1 0 0,0 1 0,-1-1 0,1 0 0,-1 1 0,1 0 0,-1-1 0,0 1 0,3 6 0,-4-6 0,0 1 0,-1-1 0,1 1 0,-1-1 0,1 0 0,-1 1 0,0-1 0,-1 1 0,1-1 0,0 1 0,-1-1 0,0 1 0,0-1 0,0 0 0,0 0 0,0 1 0,-1-1 0,0 0 0,1 0 0,-1 0 0,0-1 0,0 1 0,-1 0 0,-2 2 0,-6 7 0,-2-1 0,1 0 0,-1-1 0,-1 0 0,0-1 0,-20 10 0,-99 37 0,29-13 0,53-21 0,32-15 0,1 1 0,-1 0 0,2 2 0,-1 0 0,1 1 0,-25 21 0,38-28 0,1 0 0,-1 0 0,1 0 0,0 1 0,1-1 0,-1 1 0,1-1 0,0 1 0,0 0 0,0 0 0,1 0 0,0 0 0,0 1 0,0-1 0,0 0 0,1 0 0,0 0 0,0 1 0,0-1 0,1 0 0,0 0 0,0 1 0,0-1 0,1 0 0,-1 0 0,1-1 0,0 1 0,1 0 0,-1 0 0,1-1 0,0 0 0,0 1 0,1-1 0,-1 0 0,1-1 0,-1 1 0,1-1 0,1 1 0,-1-1 0,0 0 0,1-1 0,-1 1 0,10 3 0,7 1 0,-1-1 0,1-1 0,0 0 0,1-2 0,-1-1 0,28 0 0,132-11 0,-159 7-136,0-2-1,-1 0 1,1-1-1,-1-1 1,0-1-1,-1-1 1,1-1-1,-2-1 0,24-14 1,-18 3-6690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5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58 242 24575,'-1'85'0,"3"98"0,0-167 0,1 0 0,1-1 0,0 1 0,1-1 0,1 0 0,13 26 0,-13-30 0,0 0 0,1 0 0,0-1 0,1 0 0,0 0 0,0-1 0,1 0 0,0 0 0,13 8 0,-11-11 0,1 0 0,0-1 0,0-1 0,0 0 0,0 0 0,1-2 0,0 1 0,-1-2 0,1 1 0,0-2 0,16 0 0,-17-1 0,-1 1 0,0-2 0,0 1 0,0-2 0,0 1 0,0-2 0,-1 1 0,1-1 0,-1-1 0,0 0 0,0 0 0,-1-1 0,11-8 0,-12 5 0,0 0 0,0-1 0,-1 0 0,-1 0 0,0 0 0,0-1 0,-1 0 0,0 0 0,-1 0 0,0-1 0,-1 1 0,0-1 0,2-19 0,-1-6 0,-2 0 0,-1-1 0,-5-41 0,2 58 0,-1-1 0,0 1 0,-2 0 0,0 0 0,-2 0 0,0 1 0,-1 0 0,-1 0 0,-1 1 0,-14-22 0,16 31 0,1 0 0,-2 1 0,1 0 0,-1 0 0,0 1 0,-1 0 0,0 0 0,0 1 0,-1 1 0,0-1 0,0 2 0,-1 0 0,1 0 0,-1 1 0,0 0 0,0 1 0,0 1 0,-23-3 0,-13 3 0,1 2 0,-61 7 0,103-7-85,0 1 0,0 0-1,1 1 1,-1-1 0,1 1-1,-1-1 1,1 2 0,-1-1-1,1 0 1,0 1 0,0 0-1,0-1 1,1 2 0,-1-1-1,-5 7 1,-6 11-6741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5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24575,'0'-1'0,"1"0"0,-1 0 0,0 0 0,1-1 0,-1 1 0,1 0 0,0 0 0,-1 0 0,1 0 0,0 0 0,-1 0 0,1 0 0,0 0 0,0 0 0,0 0 0,0 1 0,0-1 0,0 0 0,0 0 0,0 1 0,0-1 0,1 1 0,-1-1 0,0 1 0,0 0 0,0-1 0,3 1 0,39-7 0,-39 7 0,452-7 0,-247 10 0,90-3-1365,-271 0-5461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0:5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22 24575,'0'-2'0,"1"1"0,-1 0 0,1 0 0,-1 0 0,1 0 0,0-1 0,0 1 0,-1 0 0,1 0 0,0 1 0,0-1 0,0 0 0,0 0 0,0 0 0,0 0 0,0 1 0,0-1 0,1 1 0,-1-1 0,0 1 0,0-1 0,1 1 0,-1-1 0,0 1 0,0 0 0,1 0 0,-1 0 0,0 0 0,1 0 0,-1 0 0,0 0 0,2 1 0,51 1 0,-49-1 0,401 50 0,-403-51 0,1 0 0,-1 0 0,0 1 0,1 0 0,-1 0 0,0 0 0,1 0 0,-1 0 0,0 1 0,0-1 0,0 1 0,0 0 0,-1 0 0,1 0 0,0 0 0,3 5 0,-5-5 0,1 0 0,-1 0 0,0 0 0,-1 0 0,1 0 0,0 0 0,-1 1 0,1-1 0,-1 0 0,0 0 0,1 1 0,-1-1 0,0 0 0,0 1 0,-1-1 0,1 0 0,0 0 0,-2 5 0,-1 1 0,-1 0 0,0 0 0,0-1 0,0 0 0,-1 0 0,0 0 0,0 0 0,-1-1 0,0 1 0,0-1 0,0-1 0,-9 6 0,-11 8 0,-1-2 0,-1 0 0,-1-2 0,0-2 0,-1 0 0,0-2 0,-43 10 0,-167 39-1365,200-51-5461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4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24575,'-1'132'0,"6"0"0,28 173 0,-20-219 0,-3 1 0,-2 143 0,-8-218 0,-1 22 0,1-31 0,0-20 0,0-1023 0,0 1036 0,-1 0 0,1 0 0,0-1 0,1 1 0,-1 0 0,1-1 0,-1 1 0,1 0 0,0 0 0,1 0 0,-1 0 0,1 0 0,0 0 0,0 0 0,0 1 0,0-1 0,1 1 0,0-1 0,-1 1 0,1 0 0,0 0 0,0 0 0,1 0 0,-1 1 0,1-1 0,-1 1 0,1 0 0,0 0 0,0 0 0,5-1 0,17-9 0,2 2 0,0 0 0,0 2 0,0 2 0,1 0 0,0 2 0,0 0 0,0 3 0,52 2 0,-77-1 0,1 1 0,-1-1 0,0 1 0,1 0 0,-1 0 0,0 0 0,1 1 0,-1-1 0,0 1 0,0 0 0,0 0 0,-1 1 0,1-1 0,0 1 0,-1 0 0,0 0 0,0 0 0,0 0 0,0 0 0,0 1 0,0-1 0,-1 1 0,0 0 0,3 6 0,-1 0 0,-2 1 0,1-1 0,-1 1 0,-1 0 0,0-1 0,0 1 0,-1 0 0,-3 21 0,0-16 0,0-1 0,-1 1 0,-1-1 0,0 0 0,-1 0 0,-1 0 0,0-1 0,-1 0 0,-1-1 0,0 1 0,-1-2 0,0 1 0,-16 13 0,-11 10 0,-1-2 0,-77 51 0,-69 29 0,178-110 0,0-1 0,0 1 0,0 0 0,1 1 0,0-1 0,0 1 0,-5 6 0,9-10 0,0 0 0,1 1 0,-1-1 0,0 0 0,1 1 0,-1-1 0,1 1 0,-1-1 0,1 1 0,0-1 0,0 1 0,0-1 0,0 1 0,0-1 0,0 1 0,0-1 0,0 1 0,0-1 0,1 1 0,-1-1 0,1 1 0,-1-1 0,1 1 0,0-1 0,-1 0 0,1 1 0,0-1 0,0 0 0,0 0 0,0 0 0,0 1 0,0-1 0,0 0 0,0 0 0,0 0 0,1-1 0,1 2 0,29 21 0,1-2 0,1-2 0,65 28 0,18 10 0,-87-40 0,-5-4 0,0 1 0,-2 1 0,26 21 0,-42-29 0,1 0 0,-1 0 0,-1 1 0,0 0 0,0 0 0,0 1 0,-1 0 0,0 0 0,-1 0 0,0 0 0,0 1 0,3 14 0,-2 7-172,-1 0-1,-2 0 1,-2 58-1,0-69-502,-1 9-6151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45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24575,'-4'75'0,"-3"0"0,-17 73 0,11-77 0,3 1 0,-1 94 0,10-138 0,1-17 0,-1 1 0,2 0 0,0-1 0,0 1 0,4 15 0,-4-24 0,1 0 0,-1 0 0,0 0 0,1 0 0,-1 0 0,1-1 0,0 1 0,0-1 0,0 1 0,0-1 0,0 0 0,0 1 0,1-1 0,-1 0 0,1-1 0,0 1 0,-1 0 0,1-1 0,0 0 0,0 1 0,0-1 0,0-1 0,0 1 0,6 1 0,24 1 0,0 0 0,0-2 0,51-6 0,2 1 0,-79 4 0,0 0 0,1-1 0,-1 0 0,0 0 0,0 0 0,0-1 0,9-4 0,-14 5 0,0 0 0,0 0 0,0 0 0,0 0 0,-1 0 0,1-1 0,0 1 0,-1-1 0,1 1 0,-1-1 0,0 1 0,1-1 0,-1 0 0,0 0 0,0 0 0,0 0 0,0 0 0,-1 0 0,1 0 0,0 0 0,-1 0 0,0 0 0,1 0 0,-1 0 0,0 0 0,0 0 0,0 0 0,0-1 0,0 1 0,-1-2 0,-1-4-170,0 1-1,0-1 0,-1 1 1,0 0-1,0-1 0,-1 2 1,-6-11-1,-11-13-6655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4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24575,'0'-6'0,"5"-1"0,8 0 0,8 1 0,11 2 0,11 2 0,5 0 0,0 2 0,2 0 0,-1 0 0,-3 0 0,-4-5 0,-3-3 0,-3 1 0,-8 1-8191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47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24575,'11'0'0,"16"0"0,25 0 0,21 0 0,15 0 0,4 0 0,4 0 0,-4 0 0,-11 0 0,-14 0 0,-13 0 0,-15 0-8191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4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24575,'6'0'0,"13"0"0,20 0 0,21 0 0,23 0 0,14 0 0,8 0 0,-3 0 0,-13 0 0,-15 0 0,-16 0 0,-11 0 0,-14 0-8191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5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24575,'800'0'0,"-789"0"0,0 0 0,0 1 0,0 0 0,-1 0 0,13 4 0,-22-4 0,1-1 0,-1 1 0,1-1 0,-1 1 0,0-1 0,1 1 0,-1 0 0,0 0 0,0-1 0,1 1 0,-1 0 0,0 0 0,0 0 0,0 0 0,0 1 0,0-1 0,-1 0 0,1 0 0,0 0 0,0 1 0,-1-1 0,1 0 0,-1 1 0,1-1 0,-1 1 0,0-1 0,1 1 0,-1-1 0,0 1 0,0-1 0,0 0 0,0 1 0,0-1 0,0 1 0,-1-1 0,1 1 0,0-1 0,-1 1 0,1-1 0,-1 0 0,0 1 0,1-1 0,-1 0 0,0 0 0,0 1 0,0-1 0,-1 2 0,-2 2 0,0 0 0,0 1 0,-1-2 0,0 1 0,0 0 0,0-1 0,0 0 0,-1 0 0,0-1 0,1 1 0,-1-1 0,0-1 0,-1 1 0,1-1 0,0 0 0,-1 0 0,-12 1 0,-11 1 0,0-1 0,-50-3 0,55 0 0,-7-2 0,0 3 0,0 0 0,0 2 0,1 1 0,-1 2 0,-31 10 0,48-11 0,1-1 0,1 0 0,0 1 0,0 1 0,1 0 0,-15 9 0,25-14 0,0 1 0,1-1 0,-1 0 0,0 1 0,1-1 0,-1 1 0,1 0 0,-1-1 0,1 1 0,0 0 0,0 0 0,0 0 0,0 0 0,0 0 0,0 0 0,0 0 0,1 0 0,-1 0 0,1 0 0,0 1 0,-1-1 0,1 0 0,0 0 0,0 1 0,0-1 0,1 0 0,-1 0 0,0 0 0,1 0 0,0 1 0,-1-1 0,1 0 0,0 0 0,0 0 0,0 0 0,0-1 0,1 1 0,-1 0 0,0 0 0,3 2 0,3 3 0,-1-1 0,1 0 0,0 0 0,0 0 0,1-1 0,0 0 0,0 0 0,0-1 0,0 0 0,1-1 0,-1 1 0,1-2 0,0 1 0,0-1 0,11 1 0,20 1 0,1-1 0,45-2 0,-52-2 0,45-2 0,-52 1 0,-1 1 0,0 0 0,0 2 0,1 1 0,-1 2 0,27 6 0,-43-6 0,0 0 0,-1 0 0,1 1 0,-1 1 0,-1-1 0,1 1 0,-1 1 0,0 0 0,0 0 0,-1 0 0,0 1 0,0 0 0,-1 1 0,0-1 0,0 1 0,-1 0 0,0 1 0,-1-1 0,0 1 0,0 0 0,-1 0 0,-1 0 0,0 0 0,0 0 0,1 17 0,-4-23 0,0 0 0,0 0 0,0 0 0,-1 0 0,1-1 0,-1 1 0,0-1 0,0 1 0,0-1 0,0 0 0,0 0 0,-1 1 0,0-2 0,1 1 0,-1 0 0,0-1 0,-1 1 0,1-1 0,0 0 0,-1 0 0,1 0 0,-1 0 0,1-1 0,-1 1 0,0-1 0,-4 1 0,-15 4 0,0-1 0,0 0 0,-27 0 0,41-4 0,-92 17 0,69-11 0,0-2 0,-41 2 0,39-6 0,7-2 0,-1 2 0,0 1 0,0 1 0,1 1 0,-1 1 0,-36 13 0,-68 21-1365,111-29-5461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52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76 24575,'-2'53'0,"0"44"0,3-90 0,-1 1 0,1-1 0,0 0 0,1 0 0,0 0 0,0 0 0,0 0 0,1-1 0,0 1 0,4 6 0,-5-10 0,0-1 0,0 1 0,0 0 0,0-1 0,0 0 0,0 1 0,1-1 0,-1 0 0,1 0 0,0 0 0,0-1 0,0 1 0,-1 0 0,1-1 0,1 0 0,-1 0 0,0 0 0,0 0 0,0 0 0,0-1 0,1 0 0,-1 1 0,0-1 0,1 0 0,-1-1 0,0 1 0,0 0 0,1-1 0,-1 0 0,0 0 0,0 0 0,5-2 0,-2 0 0,-1 0 0,1 0 0,-1-1 0,0 0 0,0 0 0,-1 0 0,1-1 0,-1 1 0,0-1 0,0 0 0,0 0 0,-1 0 0,0-1 0,0 1 0,0-1 0,2-7 0,-1 0 0,-1 0 0,0 0 0,-1 0 0,0-1 0,-1 1 0,0-1 0,-1 1 0,-1-1 0,0 1 0,-6-25 0,6 33 0,-1 1 0,1 0 0,-1-1 0,1 1 0,-1 0 0,-1 0 0,1 0 0,0 0 0,-1 0 0,0 1 0,0-1 0,0 1 0,0 0 0,-1 0 0,1 0 0,-1 0 0,0 1 0,0-1 0,0 1 0,0 0 0,0 0 0,0 0 0,-1 1 0,1-1 0,0 1 0,-1 0 0,1 1 0,-1-1 0,1 1 0,-1 0 0,0 0 0,1 0 0,-1 0 0,-7 3 0,6-2-80,0 1 0,0 0-1,0 1 1,0-1 0,1 1-1,-1 0 1,1 1 0,0-1-1,0 1 1,0 0 0,1 0 0,-1 1-1,1-1 1,0 1 0,0 0-1,-4 8 1,-15 22-6746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5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24575,'37'0'0,"0"1"0,0 2 0,0 1 0,0 2 0,70 22 0,-96-24 0,1 1 0,-1 1 0,0-1 0,0 2 0,0 0 0,-1 0 0,0 1 0,-1 0 0,11 12 0,-14-13 0,0 1 0,0 0 0,-1 0 0,-1 0 0,1 1 0,-2 0 0,1 0 0,-1 0 0,0 0 0,-1 0 0,0 1 0,0-1 0,0 15 0,-1-15 0,-1 0 0,0 0 0,0 0 0,-1 0 0,0 0 0,0-1 0,-1 1 0,0 0 0,-1-1 0,0 1 0,0-1 0,-1 0 0,0 0 0,0 0 0,-1-1 0,0 1 0,0-1 0,0 0 0,-1-1 0,-1 1 0,1-1 0,-1 0 0,0-1 0,0 0 0,0 0 0,-1 0 0,0-1 0,-11 4 0,17-7 0,-1 0 0,0 0 0,0 0 0,1 0 0,-1 0 0,0 1 0,1-1 0,-1 1 0,-3 3 0,6-4 0,-1-1 0,1 0 0,0 1 0,0-1 0,0 0 0,0 1 0,0-1 0,0 0 0,0 1 0,0-1 0,0 0 0,0 1 0,0-1 0,0 0 0,0 1 0,0-1 0,0 0 0,0 1 0,1-1 0,-1 0 0,0 1 0,0-1 0,0 0 0,0 1 0,1-1 0,-1 0 0,0 0 0,0 1 0,1-1 0,-1 0 0,0 0 0,1 0 0,-1 1 0,0-1 0,0 0 0,1 0 0,-1 0 0,0 0 0,1 0 0,-1 1 0,0-1 0,1 0 0,0 0 0,65 14 0,-35-9 0,11 4 0,-20-5 0,-1 0 0,0 1 0,0 1 0,-1 1 0,0 1 0,34 18 0,-51-23 0,1-1 0,-1 1 0,0-1 0,0 1 0,0 0 0,0 0 0,0 1 0,-1-1 0,0 0 0,1 1 0,-1 0 0,0-1 0,-1 1 0,1 0 0,-1 0 0,0 0 0,1 0 0,-2 0 0,1 0 0,0 1 0,-1-1 0,0 0 0,0 0 0,0 0 0,-1 1 0,1-1 0,-1 0 0,0 0 0,0 0 0,0 0 0,-1 0 0,0 0 0,1 0 0,-5 5 0,-1 2 0,1 0 0,-2-1 0,0 0 0,0 0 0,-1-1 0,0 0 0,0-1 0,-1 0 0,0 0 0,-16 9 0,-11-1-106,0-1-1,0-2 1,-1-1-1,-64 11 1,65-15-727,-7 1-5993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5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24575,'54'-1'0,"-33"0"0,0 0 0,0 1 0,0 1 0,0 1 0,-1 0 0,1 2 0,-1 1 0,0 0 0,29 12 0,-39-12 0,0 0 0,-1 0 0,0 1 0,0 1 0,14 12 0,-19-15 0,0 1 0,0 0 0,-1 0 0,0 0 0,0 1 0,0-1 0,0 1 0,-1-1 0,0 1 0,0 0 0,2 11 0,-2-3 0,-1 0 0,0 0 0,-1 1 0,-1-1 0,0 0 0,0 0 0,-2 0 0,0 0 0,0 0 0,-1 0 0,-1-1 0,-1 1 0,1-1 0,-2-1 0,-14 23 0,18-31 0,0 1 0,0-1 0,1 1 0,-1 0 0,1 1 0,0-1 0,1 0 0,-1 0 0,-1 11 0,4-14 0,-1 0 0,0 1 0,0-1 0,1 1 0,-1-1 0,1 0 0,0 1 0,0-1 0,0 0 0,0 0 0,0 0 0,0 0 0,1 0 0,-1 0 0,1 0 0,-1 0 0,1 0 0,0-1 0,0 1 0,0-1 0,-1 1 0,2-1 0,-1 0 0,3 2 0,10 4 0,1 0 0,0-2 0,1 0 0,-1 0 0,1-2 0,28 3 0,53 13 0,-90-17 0,0 1 0,-1-1 0,1 2 0,-1-1 0,0 1 0,0 0 0,0 1 0,-1 0 0,11 9 0,-13-10 0,0 2 0,0-1 0,-1 0 0,1 1 0,-1-1 0,0 1 0,-1 0 0,1 0 0,-1 0 0,0 0 0,-1 0 0,0 1 0,0-1 0,0 1 0,0-1 0,-1 0 0,0 1 0,-1-1 0,0 1 0,0-1 0,0 0 0,0 1 0,-1-1 0,0 0 0,-1 0 0,1 0 0,-1 0 0,0-1 0,0 1 0,-1-1 0,0 0 0,0 0 0,0 0 0,-1 0 0,1-1 0,-1 1 0,0-1 0,0-1 0,-1 1 0,1-1 0,-1 0 0,-7 3 0,-6 0-273,-1 0 0,-1-2 0,1 0 0,-30 0 0,12-2-6553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5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24575,'0'1105'-1365,"0"-1076"-5461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4:57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24575,'0'-6'0,"12"-2"0,9 1 0,18 1 0,14 2 0,9 1 0,11 2 0,5 0 0,0 1 0,-7 1 0,-5-1 0,-7 0 0,-9 0 0,-6 1 0,-12-1-8191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03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24575,'32'0'0,"-1"1"0,1 1 0,-1 2 0,51 12 0,-73-13 0,0 0 0,-1 1 0,1-1 0,-1 2 0,0-1 0,0 1 0,0 1 0,12 10 0,-15-12 0,-1 1 0,0 0 0,0 0 0,-1 0 0,0 0 0,1 1 0,-2-1 0,1 1 0,-1 0 0,0 0 0,0 0 0,0 0 0,-1 0 0,1 9 0,-2-9 0,0-1 0,0 1 0,-1-1 0,0 1 0,0-1 0,0 0 0,-1 1 0,1-1 0,-1 0 0,-1 0 0,1 0 0,-1-1 0,0 1 0,0 0 0,0-1 0,0 0 0,-1 0 0,-7 7 0,4-4 0,1 0 0,0 1 0,1-1 0,0 1 0,-5 10 0,9-15 0,0 0 0,1 0 0,0 0 0,0 0 0,0 0 0,0 0 0,0 0 0,0-1 0,1 1 0,-1 0 0,1 0 0,0 0 0,0 0 0,0-1 0,0 1 0,1 0 0,-1-1 0,1 1 0,-1-1 0,1 0 0,0 1 0,0-1 0,0 0 0,0 0 0,0 0 0,0-1 0,5 4 0,10 8 0,0-2 0,31 17 0,-43-25 0,393 199 0,-392-199 0,0 1 0,-1-1 0,0 1 0,0 0 0,0 1 0,0-1 0,-1 1 0,1 0 0,-1 0 0,3 6 0,-6-10 0,0 1 0,0-1 0,0 0 0,-1 1 0,1-1 0,-1 1 0,1-1 0,-1 1 0,0-1 0,1 1 0,-1 0 0,0-1 0,0 1 0,0-1 0,0 1 0,0 0 0,-1-1 0,1 1 0,0-1 0,-1 1 0,1-1 0,-1 1 0,0-1 0,1 1 0,-1-1 0,0 0 0,0 1 0,0-1 0,0 0 0,0 0 0,0 1 0,0-1 0,0 0 0,-1 0 0,1 0 0,0 0 0,-1-1 0,1 1 0,0 0 0,-1-1 0,1 1 0,-1 0 0,1-1 0,-1 0 0,-1 1 0,-14 3 14,0 0-1,0-1 1,0 0-1,0-2 1,-1 0-1,1-1 1,-19-2-1,20 1-176,0 0-1,0 1 0,0 0 1,0 1-1,0 1 0,0 1 0,1 0 1,-29 10-1,20 0-6662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04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24575,'4'6'0,"0"1"0,0-1 0,0 1 0,-1 0 0,0 1 0,0-1 0,-1 0 0,0 1 0,0 0 0,-1-1 0,0 1 0,0 11 0,4 18 0,8 38 15,6 148 0,-20 80-138,-2-108-1149,3-167-5554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0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24575,'0'-1'0,"1"0"0,-1 0 0,0 0 0,1 0 0,-1 0 0,0 0 0,1 0 0,-1 0 0,1 1 0,-1-1 0,1 0 0,0 0 0,-1 0 0,1 1 0,0-1 0,-1 0 0,1 1 0,0-1 0,0 1 0,0-1 0,0 1 0,0-1 0,0 1 0,-1-1 0,1 1 0,0 0 0,2-1 0,32-5 0,-29 5 0,152-9 7,187 10 0,-136 3-1386,-181-3-5447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0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29 24575,'-1'-1'0,"1"0"0,-1-1 0,1 1 0,-1 0 0,1 0 0,-1 0 0,0-1 0,1 1 0,-1 0 0,0 0 0,0 0 0,0 0 0,0 0 0,0 0 0,0 1 0,0-1 0,0 0 0,0 0 0,-1 1 0,1-1 0,0 1 0,0-1 0,-1 1 0,1-1 0,0 1 0,-1 0 0,-1 0 0,-39-5 0,36 5 0,1 0 0,0 1 0,-1 0 0,1 0 0,0 0 0,0 1 0,-1 0 0,1 0 0,1 0 0,-1 0 0,0 1 0,0 0 0,1 0 0,0 0 0,-1 1 0,1-1 0,1 1 0,-1 0 0,0 0 0,1 0 0,0 1 0,-5 7 0,-4 10 0,2 0 0,0 1 0,-12 41 0,16-45 0,-138 434 0,137-426 0,1 0 0,1 0 0,1 0 0,2 1 0,2 53 0,0-63 0,2 0 0,1 0 0,0 0 0,1-1 0,1 1 0,0-1 0,1 0 0,1 0 0,18 30 0,-20-40 0,1-1 0,0 1 0,0-1 0,0 0 0,1-1 0,0 0 0,0 0 0,0 0 0,1-1 0,-1 0 0,1 0 0,0-1 0,0 0 0,0-1 0,1 1 0,-1-2 0,1 1 0,-1-1 0,1 0 0,10-1 0,-13 0 0,1 0 0,-1-1 0,0 1 0,1-1 0,-1-1 0,0 1 0,0-1 0,0 0 0,0-1 0,0 1 0,0-1 0,-1 0 0,1-1 0,-1 1 0,0-1 0,0 0 0,0-1 0,-1 1 0,1-1 0,-1 0 0,0 0 0,-1 0 0,1 0 0,-1-1 0,0 1 0,0-1 0,3-9 0,-1-10 0,-1 0 0,-1 0 0,-1 0 0,-2 0 0,0 0 0,-7-44 0,7 65 0,-1-1 0,1 1 0,-1 0 0,0 0 0,0 0 0,-1 0 0,1 0 0,-1 1 0,0-1 0,0 0 0,0 1 0,0-1 0,0 1 0,-1 0 0,0-1 0,0 1 0,0 0 0,0 1 0,0-1 0,0 1 0,-1-1 0,1 1 0,-1 0 0,1 0 0,-8-2 0,6 3 0,0 0 0,0 0 0,0 1 0,0-1 0,0 1 0,0 0 0,0 1 0,0-1 0,0 1 0,0 0 0,0 0 0,1 0 0,-1 1 0,0 0 0,0 0 0,1 0 0,0 1 0,-1-1 0,1 1 0,-7 6 0,5-4 9,0 1-1,0 0 1,1 1-1,0-1 1,0 1 0,1 0-1,-1 0 1,2 1-1,-1-1 1,1 1-1,0 0 1,0-1-1,-2 15 1,2 1-380,0 0-1,2 1 1,1 36 0,2-30-6455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0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96 24575,'0'6'0,"0"7"0,0 8 0,0 11 0,0 5 0,0 3 0,0-11 0,0-16 0,0-17 0,0-12 0,0-10 0,0-6 0,0-3 0,0-2 0,0 1 0,0 0 0,-6 0 0,-2 7-8191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10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24575,'39'2'0,"-1"3"0,0 1 0,0 2 0,-1 2 0,46 18 0,-20-8 0,-47-15 0,0 0 0,-1 1 0,0 1 0,28 16 0,-39-20 0,0 0 0,0 0 0,0 0 0,-1 0 0,1 1 0,-1 0 0,0-1 0,0 1 0,0 0 0,0 1 0,-1-1 0,0 0 0,0 1 0,0-1 0,0 1 0,-1 0 0,0 0 0,0-1 0,0 1 0,0 9 0,-1 2 0,-1-1 0,-1 1 0,0-1 0,-2 0 0,1 0 0,-2 0 0,0 0 0,-12 24 0,-8 8 0,-39 54 0,36-60 0,-33 67 0,47-79 0,1 0 0,1 1 0,2 0 0,1 1 0,2 0 0,1 0 0,1 1 0,-1 35 0,8 48-1365,-1-84-5461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1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24575,'-3'1'0,"1"0"0,-1 0 0,0-1 0,1 2 0,-1-1 0,0 0 0,1 0 0,0 1 0,-1-1 0,1 1 0,0 0 0,0 0 0,-1 0 0,2 0 0,-1 0 0,0 0 0,0 1 0,1-1 0,-1 0 0,-1 4 0,-25 52 0,28-57 0,-7 19 0,1 0 0,1 0 0,1 1 0,1 0 0,-2 31 0,8 111 0,0-66 0,-4 4 0,3 93 0,0-182 0,0 0 0,1 0 0,0-1 0,1 1 0,0 0 0,10 19 0,-11-25 0,1 1 0,0-1 0,0 1 0,1-1 0,-1 0 0,1-1 0,0 1 0,1-1 0,0 0 0,-1-1 0,2 1 0,5 3 0,-9-7 0,0 0 0,-1 0 0,1 0 0,0 0 0,-1-1 0,1 1 0,0-1 0,0 0 0,-1 0 0,1 0 0,0 0 0,0 0 0,0 0 0,-1-1 0,1 0 0,0 1 0,-1-1 0,1 0 0,-1 0 0,1-1 0,-1 1 0,1 0 0,-1-1 0,0 1 0,1-1 0,-1 0 0,0 0 0,0 0 0,0 0 0,-1 0 0,1 0 0,0-1 0,-1 1 0,3-5 0,2-6 0,1 1 0,-2 0 0,0-1 0,0 0 0,4-23 0,-2-10 0,-2 1 0,-2 0 0,-2-1 0,-9-87 0,8 130 0,0 0 0,0 0 0,-1 1 0,1-1 0,-1 0 0,0 1 0,0-1 0,0 0 0,0 1 0,0-1 0,0 1 0,-1-1 0,1 1 0,-1 0 0,0-1 0,1 1 0,-1 0 0,0 0 0,-4-3 0,5 5 0,0 0 0,0-1 0,0 1 0,0 0 0,0 0 0,0-1 0,0 1 0,0 0 0,0 0 0,0 0 0,0 0 0,0 1 0,0-1 0,1 0 0,-1 0 0,0 0 0,0 1 0,0-1 0,0 0 0,0 1 0,-1 0 0,0 1 0,-1 0 0,1 0 0,0 0 0,0 0 0,0 0 0,0 0 0,1 1 0,-1-1 0,0 1 0,0 2 0,-5 10-170,2-1-1,0 1 0,1 1 1,0-1-1,1 0 0,1 1 1,-1 24-1,2-7-6655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1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24575,'-9'0'0,"1"0"0,-1 0 0,1 1 0,-1 0 0,1 1 0,-1 0 0,-15 6 0,22-7 0,0 0 0,0 0 0,0 1 0,1-1 0,-1 0 0,0 1 0,1-1 0,-1 1 0,1 0 0,-1 0 0,1 0 0,0-1 0,0 1 0,0 0 0,0 0 0,0 1 0,0-1 0,0 0 0,1 0 0,-1 0 0,1 0 0,0 1 0,-1-1 0,1 0 0,0 0 0,1 1 0,-1-1 0,0 0 0,0 0 0,1 1 0,0-1 0,-1 0 0,1 0 0,0 0 0,2 3 0,-1 1 0,1-1 0,0 0 0,0 0 0,1 0 0,0 0 0,-1-1 0,2 0 0,-1 1 0,0-2 0,1 1 0,0 0 0,0-1 0,0 0 0,0 0 0,0 0 0,1-1 0,-1 0 0,1 0 0,0 0 0,-1 0 0,1-1 0,9 1 0,17 2 0,0-2 0,62-2 0,-69 0 0,519-5-1365,-511 5-5461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1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24575,'17'287'0,"2"53"0,-21 72-1365,2-384-5461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1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24575,'5'0'0,"14"0"0,9 0 0,12 0 0,9 0 0,8-6 0,6-7 0,4-2 0,-4 2 0,-8 3 0,-12 3-8191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24575,'-7'0'0,"0"0"0,1 0 0,-1 0 0,0 1 0,1 0 0,-1 0 0,1 1 0,-1 0 0,1 0 0,0 0 0,0 1 0,0 0 0,0 0 0,0 0 0,1 1 0,-1 0 0,1 0 0,0 1 0,0-1 0,0 1 0,1 0 0,0 0 0,0 1 0,0-1 0,1 1 0,0 0 0,0 0 0,0 0 0,0 0 0,1 0 0,0 1 0,1-1 0,-1 1 0,0 11 0,1-1 0,0 1 0,0-1 0,2 0 0,0 0 0,1 0 0,1 0 0,0 0 0,1 0 0,1 0 0,1-1 0,0 0 0,2 0 0,9 16 0,-8-16 0,2 0 0,0 0 0,1-1 0,0 0 0,1-1 0,1-1 0,0 0 0,1-1 0,0 0 0,1-1 0,28 14 0,28 3 0,-54-22 0,-1 0 0,0 1 0,0 1 0,-1 1 0,17 11 0,-30-18 0,1 0 0,-1 0 0,-1 1 0,1-1 0,0 1 0,-1 0 0,1-1 0,-1 1 0,0 1 0,0-1 0,0 0 0,0 0 0,0 1 0,-1-1 0,0 1 0,1-1 0,-1 1 0,-1 0 0,1-1 0,0 1 0,-1 0 0,0 0 0,0 0 0,0-1 0,0 1 0,-1 0 0,0 0 0,1-1 0,-1 1 0,-1 0 0,1-1 0,-3 6 0,0-2 0,0 0 0,-1-1 0,0 0 0,0 0 0,0 0 0,-1-1 0,0 0 0,0 0 0,0 0 0,-1-1 0,1 1 0,-1-2 0,0 1 0,-14 4 0,-4-1 0,-1-1 0,-46 5 0,-27 5 0,54-3-273,0-3 0,-1-1 0,0-3 0,-70 2 0,103-9-6553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24575,'0'-1'0,"0"0"0,1 0 0,-1-1 0,1 1 0,-1 0 0,1 0 0,0 0 0,0 0 0,-1-1 0,1 1 0,0 0 0,0 1 0,0-1 0,0 0 0,0 0 0,0 0 0,0 0 0,0 1 0,0-1 0,1 1 0,-1-1 0,0 1 0,0-1 0,1 1 0,-1-1 0,0 1 0,1 0 0,-1 0 0,0 0 0,1 0 0,1 0 0,43 0 0,473 24 0,-445-24-1365,-44-1-5461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24575,'0'871'-1365,"0"-843"-5461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24575,'6'0'0,"7"0"0,7 0 0,12 0 0,12 0 0,9 0 0,2 0 0,-3 0 0,-5 0 0,2 0 0,-3 0 0,-3 0 0,-3 0 0,-3 0 0,-7 0-8191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73 24575,'1'-2'0,"-1"1"0,1-1 0,-1 0 0,1 0 0,0 0 0,0 1 0,0-1 0,0 0 0,0 1 0,0-1 0,1 1 0,-1-1 0,0 1 0,1 0 0,-1-1 0,1 1 0,-1 0 0,1 0 0,0 0 0,0 0 0,-1 0 0,4 0 0,43-16 0,-47 17 0,25-7 0,51-6 0,-67 12 0,1 0 0,-1 1 0,0 0 0,0 1 0,1 0 0,-1 0 0,0 1 0,11 4 0,-18-5 0,-1 0 0,1 0 0,0 0 0,-1 0 0,1 1 0,-1 0 0,1-1 0,-1 1 0,0 0 0,1 0 0,-1 0 0,0 0 0,0 1 0,-1-1 0,1 0 0,0 1 0,-1-1 0,0 1 0,1 0 0,-1 0 0,0-1 0,0 1 0,-1 0 0,1 0 0,-1 0 0,1 0 0,-1 0 0,0 0 0,0 0 0,0 0 0,0 0 0,-1-1 0,1 1 0,-1 0 0,0 0 0,0 0 0,0 0 0,0-1 0,-2 5 0,-2 4 0,-1 0 0,0 0 0,-1-1 0,0 0 0,0 0 0,-1-1 0,0 0 0,-14 11 0,-60 46 0,24-21 0,-69 70 0,115-103 0,4-4 0,0 0 0,0 1 0,1 0 0,0 0 0,-11 20 0,17-27 0,0 0 0,0 1 0,0-1 0,1 1 0,-1-1 0,1 0 0,0 1 0,0-1 0,-1 1 0,1-1 0,1 1 0,-1-1 0,0 1 0,1-1 0,-1 1 0,1-1 0,0 0 0,0 1 0,0-1 0,0 0 0,0 0 0,0 0 0,0 1 0,1-1 0,-1 0 0,1-1 0,0 1 0,0 0 0,-1 0 0,1-1 0,0 1 0,0-1 0,3 2 0,6 3 0,0 1 0,1-2 0,-1 0 0,1 0 0,0-1 0,0 0 0,0-1 0,0-1 0,18 2 0,19-1 0,52-2 0,-57-2 0,188-2-1365,-196 2-5461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24575,'6'0'0,"7"0"0,13 0 0,14 0 0,16 0 0,5 0 0,-2 0 0,-6 0 0,6 0 0,-2 0 0,-6 0 0,-4 0 0,-6 0 0,-3 0 0,-9 0-8191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24575,'6'0'0,"7"5"0,13 3 0,14-1 0,16-1 0,5-2 0,-2-2 0,-6-1 0,-6 0 0,-5-1 0,-4 0 0,-9-1-8191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2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24575,'1'-1'0,"-1"0"0,0 0 0,1 0 0,-1 0 0,1 0 0,0 0 0,-1 1 0,1-1 0,0 0 0,0 0 0,-1 0 0,1 1 0,0-1 0,0 0 0,0 1 0,0-1 0,0 0 0,0 1 0,0 0 0,0-1 0,0 1 0,0 0 0,0-1 0,2 1 0,32-8 0,-31 8 0,55-10 0,115-14 0,-170 23 0,1 1 0,-1 0 0,0 0 0,0 0 0,1 1 0,-1-1 0,0 1 0,0 0 0,0 0 0,1 1 0,-2-1 0,1 1 0,0 0 0,0 0 0,0 0 0,-1 1 0,1-1 0,-1 1 0,0 0 0,6 5 0,-5-2 0,-1 0 0,0 0 0,0 1 0,0-1 0,-1 1 0,1-1 0,-2 1 0,1 0 0,-1 0 0,0 0 0,0 0 0,-1 9 0,-1 4 0,0 0 0,-2 0 0,0-1 0,-1 1 0,-2-1 0,1 0 0,-2 0 0,-1 0 0,0-1 0,-1 0 0,-1-1 0,-1 0 0,0-1 0,-1 0 0,-1 0 0,-1-1 0,0-1 0,-27 21 0,31-28 0,1 0 0,0 1 0,1 0 0,0 1 0,0 0 0,0 0 0,-6 10 0,13-16 0,-1 0 0,1-1 0,-1 1 0,1 0 0,0 0 0,0 0 0,0 0 0,1 0 0,-1 0 0,1 0 0,0 0 0,-1 0 0,1 0 0,1 0 0,-1 0 0,0 0 0,1 0 0,-1 0 0,1 0 0,0 0 0,0 0 0,0 0 0,1 0 0,-1-1 0,1 1 0,-1 0 0,1-1 0,0 0 0,0 1 0,0-1 0,5 4 0,-1 0 0,1-2 0,0 1 0,0-1 0,1 0 0,0 0 0,-1-1 0,1 0 0,0 0 0,0-1 0,14 3 0,17 0 0,40 1 0,-23-2 0,357 12-1365,-371-16-5461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3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37 24575,'-1'7'0,"0"0"0,0 0 0,-1 0 0,0 0 0,-4 11 0,-7 26 0,-2 56 0,-17 148 0,31-223 0,1 1 0,1-1 0,1 0 0,1 0 0,1 0 0,1 0 0,14 38 0,-11-46 0,1 1 0,0-1 0,1-1 0,1 0 0,1-1 0,0 0 0,17 16 0,-8-11 0,1-1 0,1-1 0,0-1 0,28 15 0,-35-24 0,0-1 0,1-1 0,0-1 0,0 0 0,0-1 0,1-1 0,-1-1 0,1 0 0,-1-1 0,1-1 0,0-1 0,-1 0 0,1-2 0,-1 0 0,0 0 0,1-2 0,18-7 0,-28 8 0,-1-1 0,1 0 0,-1-1 0,0 1 0,0-1 0,-1 0 0,0-1 0,0 0 0,0 0 0,-1 0 0,0 0 0,-1-1 0,1 0 0,-1 0 0,-1 0 0,0-1 0,0 1 0,0-1 0,-1 1 0,1-14 0,1-14 0,-1 0 0,-3 0 0,-5-60 0,4 78 0,-2-8 0,-1 0 0,0 1 0,-2-1 0,-1 1 0,-1 0 0,-1 1 0,-25-46 0,11 31 0,-1 2 0,-2 2 0,-56-60 0,70 82 0,-5-6 0,0 1 0,-2 0 0,0 1 0,-41-27 0,55 41 0,-1 0 0,0 0 0,0 0 0,0 1 0,-1 0 0,1 0 0,0 1 0,-1 0 0,0 0 0,1 0 0,-1 1 0,1 0 0,-1 0 0,1 1 0,-1 0 0,1 0 0,-1 0 0,1 1 0,-1 0 0,1 0 0,0 0 0,0 1 0,0 0 0,-5 4 0,-70 55-1365,58-42-5461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3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1113 24575,'49'0'0,"36"0"0,85-10 0,-140 6 0,-1-1 0,1-2 0,-2-1 0,1-1 0,-1-1 0,43-23 0,-9 2 0,-39 21 0,-1 0 0,0-2 0,-1 0 0,-1-2 0,0 0 0,0-1 0,22-23 0,-36 29 0,-1 1 0,0 0 0,-1-1 0,0 0 0,0 0 0,-1-1 0,0 1 0,0 0 0,-1-1 0,-1 0 0,1 0 0,-1-9 0,0-21 0,-7-63 0,4 81 0,-4-11 0,0 1 0,-3 0 0,0 0 0,-2 1 0,-2 0 0,-25-46 0,-25-65 0,61 137 0,0 0 0,1 0 0,-1 0 0,1 0 0,0 0 0,0 0 0,1-1 0,-1 1 0,1 0 0,0 0 0,1-1 0,-1 1 0,1 0 0,0 0 0,1 0 0,2-8 0,-2 9 0,1 0 0,0 0 0,0 1 0,0-1 0,1 1 0,-1-1 0,1 1 0,0 0 0,0 1 0,0-1 0,0 1 0,0-1 0,1 1 0,-1 0 0,1 1 0,-1-1 0,10-1 0,32-5 0,-1 2 0,1 2 0,0 2 0,81 8 0,-21-2 0,-92-5 0,0 2 0,-1 0 0,1 1 0,24 6 0,-34-6 0,1-1 0,-1 1 0,0 0 0,0 0 0,0 0 0,0 1 0,0-1 0,-1 1 0,1 0 0,-1 0 0,0 0 0,0 0 0,0 1 0,0 0 0,0-1 0,-1 1 0,0 0 0,3 6 0,5 21 0,-1 1 0,-1-1 0,-2 1 0,-2 0 0,-1 1 0,-1-1 0,-2 1 0,-1-1 0,-1 1 0,-2-1 0,-1 0 0,-15 47 0,15-61 0,-2 0 0,0 0 0,-1-1 0,-1 0 0,0-1 0,-2 1 0,0-2 0,0 0 0,-2 0 0,1-1 0,-2 0 0,0-1 0,-1-1 0,0 0 0,0-1 0,-30 15 0,-10 3 0,31-17 0,0 1 0,1 1 0,0 1 0,1 1 0,1 1 0,-20 19 0,40-34 0,-1-1 0,1 0 0,0 0 0,0 0 0,0 1 0,0-1 0,0 0 0,1 1 0,-1-1 0,0 1 0,1-1 0,-1 1 0,1-1 0,-1 1 0,1-1 0,0 1 0,-1-1 0,1 1 0,0 0 0,0-1 0,0 1 0,0 0 0,1-1 0,-1 1 0,0-1 0,1 1 0,-1-1 0,1 1 0,0 2 0,2-1 0,0 1 0,0-1 0,0 0 0,0 0 0,0 0 0,1 0 0,-1-1 0,1 1 0,0-1 0,8 3 0,10 5 0,1-2 0,45 10 0,25-3-341,0-4 0,1-5-1,124-6 1,-184 0-6485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3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19838 1 24575,'-1'0'0,"0"0"0,-1 1 0,1-1 0,0 0 0,1 1 0,-1-1 0,0 1 0,0-1 0,0 1 0,0 0 0,0-1 0,0 1 0,1 0 0,-1 0 0,0-1 0,0 1 0,1 0 0,-1 0 0,1 0 0,-1 0 0,1 0 0,-1 0 0,1 0 0,-1 0 0,1 0 0,0 0 0,0 0 0,-1 1 0,-4 36 0,4-31 0,-10 544 0,14-346 0,-3 819 0,6-930 0,3-1 0,4 0 0,26 93 0,-7-4 0,7 30 0,-28-153 0,-2 0 0,-4 0 0,-2 109 0,1 20 0,1-157 0,-4-27 0,0 0 0,0 0 0,-1 1 0,1-1 0,-1 0 0,0 0 0,0 0 0,-2 8 0,2-10 0,-1 0 0,0-1 0,0 1 0,0 0 0,-1-1 0,1 0 0,0 1 0,0-1 0,-1 0 0,1 1 0,-1-1 0,1 0 0,-1 0 0,0 0 0,1 0 0,-1-1 0,0 1 0,0 0 0,0-1 0,1 1 0,-1-1 0,0 1 0,0-1 0,-3 0 0,-51 6 0,1-3 0,-70-5 0,41 0 0,-3366-5-617,2014 9 454,907 16 134,173-3 188,-219-15 551,-40 1-770,206 35 60,163-10 0,-725 17 0,-6-44 0,359-3 0,-3233 4 0,3735 3 0,0 5 0,1 5 0,-165 41 0,177-33 0,-1-4 0,-149 5 0,-212-21 0,270-4 0,-1362 0 0,910 4 0,300-26 0,281 18 0,-114-26 0,131 21 0,0 2 0,-91-6 0,-333 16 0,188 2 0,277-2-109,5 1 4,0-1 1,0 0-1,0 0 0,0 0 1,0-1-1,0 1 0,0-1 1,0 0-1,0 1 0,0-1 1,-2-2-1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4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24575,'627'-21'0,"395"5"-11,-716 18-91,97-2-8,1826-19-344,53 3 454,-1453 19 0,5477-3-688,-6277 0-6138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5:42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24575,'2582'0'0,"-2439"-5"0,236-37 0,-221 26 0,301 7 0,-288 11 0,6949 1 126,-4726-3-252,-1950-8 126,-3-38 0,-417 42-455,0-2 0,30-12 0,-31 10-6371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19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64 24575,'23'1'0,"0"0"0,0 1 0,0 1 0,0 1 0,30 10 0,-45-12 0,-1 1 0,1 0 0,-1 0 0,1 1 0,-1 0 0,0 0 0,0 1 0,-1-1 0,1 2 0,-1-1 0,0 1 0,-1 0 0,1 0 0,-1 0 0,0 1 0,-1-1 0,0 1 0,5 11 0,-8-15 0,0 1 0,0 0 0,-1-1 0,1 1 0,-1 0 0,0-1 0,0 1 0,0 0 0,-1-1 0,1 1 0,-1 0 0,0-1 0,0 1 0,0-1 0,0 1 0,-1-1 0,0 0 0,1 0 0,-1 1 0,-3 2 0,-5 8 0,-2 0 0,-25 25 0,15-17 0,-26 37 0,2 3 0,-68 121 0,73-114 0,25-43 0,2 0 0,0 2 0,-11 36 0,20-51 0,2 1 0,0-1 0,0 1 0,1-1 0,1 1 0,0 0 0,1 0 0,1-1 0,3 24 0,-2-31 0,0 0 0,1 0 0,-1 0 0,1 0 0,1 0 0,-1 0 0,1-1 0,0 1 0,0-1 0,1 0 0,-1 0 0,1-1 0,0 1 0,0-1 0,1 0 0,-1-1 0,1 1 0,0-1 0,0 0 0,0-1 0,0 1 0,9 1 0,3 1 0,-1 0 0,1-1 0,0-1 0,0-1 0,1 0 0,-1-2 0,21-1 0,-14-2 0,-1-1 0,0-1 0,-1-1 0,1-1 0,-1-1 0,0-2 0,30-16 0,-42 21 0,-2-1 0,1 0 0,-1 0 0,0-1 0,0 0 0,-1 0 0,0-1 0,0 0 0,-1-1 0,0 0 0,0 0 0,-1 0 0,0-1 0,-1 0 0,0 0 0,0 0 0,-1-1 0,3-16 0,-6 20 0,0 0 0,-1-1 0,-1 1 0,1-1 0,-1 1 0,0-1 0,-1 1 0,0 0 0,0 0 0,0 0 0,-1 0 0,0 0 0,-1 0 0,1 1 0,-1-1 0,-1 1 0,1 0 0,-1 0 0,0 1 0,0-1 0,-11-7 0,-11-8 0,-1 0 0,-1 2 0,-47-22 0,26 13 0,-10-6 0,-98-61 0,137 80 0,1 0 0,0-2 0,1 0 0,1-1 0,-18-23 0,34 38 0,0 0 0,0 0 0,0 0 0,1-1 0,-1 1 0,1-1 0,0 1 0,0-1 0,0 1 0,0-1 0,1 0 0,-1 1 0,1-1 0,0 0 0,0 1 0,0-1 0,1 0 0,-1 0 0,1 1 0,0-1 0,0 1 0,0-1 0,0 1 0,1-1 0,-1 1 0,1 0 0,0 0 0,0-1 0,0 1 0,1 1 0,2-4 0,9-10 0,1 1 0,1 1 0,0 0 0,22-14 0,-27 20 0,29-21-105,109-87-1155,-118 86-5566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50 164 24575,'0'608'0,"2"-587"0,0 0 0,2-1 0,1 1 0,0-1 0,1 0 0,1 0 0,1 0 0,17 28 0,14 40 0,-36-80 0,1 0 0,0 0 0,0 0 0,0-1 0,1 0 0,0 0 0,1 0 0,0 0 0,0-1 0,0 0 0,0 0 0,1-1 0,0 0 0,1 0 0,-1 0 0,1-1 0,-1 0 0,1-1 0,1 0 0,-1 0 0,0 0 0,12 1 0,3-1 0,0-1 0,0-1 0,0-1 0,1-1 0,-1-1 0,-1-1 0,32-8 0,-42 9 0,1-2 0,0 0 0,-1 0 0,0-1 0,0-1 0,0 0 0,-1-1 0,0 0 0,15-12 0,-20 14 0,0-1 0,0 0 0,-1-1 0,0 1 0,0-1 0,0 0 0,-1-1 0,0 1 0,0-1 0,-1 1 0,0-1 0,-1 0 0,1-1 0,-1 1 0,1-15 0,-2-8 0,0 0 0,-2 0 0,-2-1 0,-1 2 0,-1-1 0,-1 0 0,-2 1 0,-1 1 0,-2-1 0,-16-32 0,-11-11 0,-3 2 0,-81-108 0,84 126 0,-3 1 0,-2 3 0,-66-60 0,104 105 8,0 0-1,-1 0 1,1 0-1,-1 0 1,0 1-1,0 0 1,0 0-1,0 1 1,-1 0-1,1 0 1,0 0-1,-1 1 1,0 0-1,1 0 1,-9 0-1,10 2-81,0-1-1,0 1 1,-1 1 0,1-1 0,0 1-1,0-1 1,1 2 0,-1-1 0,0 0-1,1 1 1,-1 0 0,1 0 0,0 0-1,0 1 1,0-1 0,0 1 0,1 0-1,0 0 1,-5 6 0,-14 26-6752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465 173 24575,'-23'39'0,"18"-32"0,0 1 0,0-1 0,1 1 0,1 0 0,-1-1 0,-3 16 0,-40 224 0,36-199 0,2 0 0,2 0 0,-2 89 0,10-115 0,0-1 0,1 1 0,1 0 0,2-1 0,0 1 0,1-1 0,1-1 0,0 1 0,2-1 0,20 34 0,-17-36 0,1-1 0,1-1 0,0 0 0,2 0 0,-1-2 0,2 0 0,0-1 0,19 11 0,-29-19 0,0 0 0,0-1 0,1 0 0,0-1 0,-1 0 0,1 0 0,0 0 0,1-1 0,-1-1 0,0 1 0,1-1 0,-1-1 0,1 1 0,-1-1 0,0-1 0,1 0 0,-1 0 0,1 0 0,-1-1 0,0-1 0,0 1 0,0-1 0,8-5 0,-1 0 0,-1-2 0,0 0 0,-1-1 0,0 0 0,-1-1 0,0-1 0,-1 0 0,0 0 0,13-24 0,-12 16 0,-2 0 0,0-1 0,-1 0 0,-2 0 0,0-1 0,5-29 0,-6 0 0,-1 0 0,-3 0 0,-2-1 0,-3 1 0,-14-86 0,9 94 0,-2 1 0,-2 0 0,-28-67 0,29 86 0,0 0 0,-2 2 0,0-1 0,-1 1 0,-2 1 0,0 1 0,-30-30 0,37 43 0,-1 0 0,0 0 0,0 0 0,-1 1 0,1 1 0,-1 0 0,-1 1 0,1 0 0,-1 0 0,1 1 0,-24-3 0,-6 3 0,-1 1 0,-47 4 0,23 0 0,40-1 0,0 0 0,-1 1 0,1 2 0,0 0 0,-31 11 0,47-12 0,1 1 0,-1 0 0,1 0 0,0 1 0,1 0 0,-1 1 0,1 0 0,0 0 0,0 0 0,1 1 0,0 1 0,0-1 0,1 1 0,0 0 0,0 1 0,-8 16 0,-1 13-1365,4-4-5461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1129 1 24575,'-10'0'0,"0"2"0,0-1 0,0 1 0,0 1 0,0 0 0,1 0 0,-1 0 0,1 2 0,0-1 0,0 1 0,0 0 0,1 1 0,0 0 0,-14 13 0,-6 9 0,1 1 0,-34 47 0,47-57 0,-66 98 0,4 3 0,-63 141 0,13-25 0,-57 68 0,44-79 0,128-202 0,0 1 0,2 0 0,0 1 0,-8 41 0,-6 19 0,10-46-1365,4-7-5461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24575,'609'0'0,"-604"0"0,4-1 0,1 1 0,-1 1 0,1-1 0,-1 2 0,1-1 0,9 4 0,-17-4 0,1 0 0,-1 0 0,0 0 0,0 1 0,0-1 0,1 1 0,-1-1 0,-1 1 0,1 0 0,0 0 0,0 0 0,-1 0 0,1 0 0,-1 0 0,1 0 0,-1 1 0,0-1 0,0 0 0,0 1 0,0-1 0,0 1 0,-1-1 0,1 1 0,-1-1 0,0 1 0,0-1 0,0 5 0,-1 9 0,0-1 0,-1 0 0,-1 0 0,-1 1 0,0-2 0,-1 1 0,0 0 0,-2-1 0,1 0 0,-2-1 0,-12 19 0,-17 21 0,-60 65 0,81-100 0,-36 35 0,37-40 0,0 2 0,2-1 0,-20 28 0,31-40 0,1 0 0,0 0 0,0 0 0,0 0 0,0 0 0,0 0 0,1 1 0,-1-1 0,1 0 0,-1 1 0,1-1 0,0 0 0,0 1 0,0-1 0,0 0 0,0 1 0,1-1 0,-1 0 0,2 5 0,0-3 0,0 0 0,0 0 0,1 0 0,-1 0 0,1 0 0,0 0 0,0-1 0,0 0 0,7 6 0,4 1 0,1 0 0,0 0 0,1-1 0,22 9 0,-20-11 15,0-1 0,1 0 0,-1-1 0,1-1 0,0-1 0,1-1 0,26 0 0,-33-2-139,1-1 0,-1 0 1,0-1-1,0 0 0,0-1 0,0 0 1,0-1-1,0-1 0,-1 0 0,0-1 1,17-10-1,-4-3-6702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340 152 24575,'1'-1'0,"-1"-1"0,0 0 0,0 0 0,0 0 0,0 0 0,0 0 0,0 0 0,0 0 0,-1 1 0,1-1 0,-1 0 0,1 0 0,-1 0 0,0 1 0,0-1 0,0 0 0,0 1 0,0-1 0,0 0 0,0 1 0,0 0 0,0-1 0,-1 1 0,1 0 0,-1-1 0,1 1 0,-1 0 0,1 0 0,-1 0 0,0 0 0,0 1 0,1-1 0,-1 0 0,0 1 0,0-1 0,0 1 0,1 0 0,-1-1 0,0 1 0,0 0 0,0 0 0,0 0 0,-3 1 0,-1 0 0,1 1 0,-1-1 0,1 1 0,0 0 0,-1 0 0,1 1 0,0 0 0,0 0 0,1 0 0,-1 0 0,0 1 0,1 0 0,-8 8 0,2 2 0,1 1 0,1 0 0,0 0 0,1 1 0,0-1 0,1 2 0,1-1 0,1 1 0,0-1 0,-2 28 0,3-1 0,1 0 0,2-1 0,6 49 0,-5-81 0,0 0 0,1 0 0,0 0 0,0 0 0,1-1 0,0 1 0,1-1 0,0 0 0,1 0 0,0 0 0,0 0 0,0-1 0,1 0 0,1 0 0,-1 0 0,1-1 0,1 0 0,-1-1 0,1 1 0,0-1 0,1-1 0,0 0 0,-1 0 0,1 0 0,15 4 0,17 4 0,0-1 0,1-2 0,0-1 0,0-3 0,1-2 0,0-1 0,0-2 0,71-8 0,-108 6 0,0 0 0,0 0 0,0 0 0,0-1 0,0 0 0,0 0 0,0-1 0,-1 1 0,0-1 0,1 0 0,-1-1 0,0 1 0,0-1 0,-1 0 0,6-6 0,-3 2 0,-1 0 0,0-1 0,-1 0 0,0 0 0,0 0 0,-1-1 0,0 1 0,4-14 0,-1-11 0,-1 0 0,-1 0 0,-2 0 0,-2-48 0,0 58 0,-2 1 0,-7-46 0,6 61 0,-1-1 0,0 1 0,0 0 0,0 0 0,-1 1 0,0-1 0,-1 1 0,1 0 0,-2 0 0,1 0 0,-9-8 0,-9-6 0,-1 1 0,-1 1 0,-1 1 0,0 1 0,-1 2 0,-1 1 0,-38-15 0,16 11 0,-1 2 0,-1 2 0,-75-10 0,-72 2 0,195 21-39,0 0 0,-1 1 0,1 0 0,0-1 0,0 1 0,-1 1 0,1-1 0,0 1 0,0-1 0,-1 1 0,1 1 0,0-1 0,0 0 0,0 1 0,0 0 0,1 0 0,-1 0 0,0 0 0,1 1 0,-1 0 0,1-1 0,0 1 0,0 0 0,0 0 0,0 1 0,1-1 0,-1 1 0,1-1 0,0 1 0,0 0 0,0 0 0,1 0 0,-1 0 0,-1 8 0,-2 15-6787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24575,'6'0'0,"7"0"0,19 0 0,9 0 0,10 0 0,7 0 0,-1 0 0,7 0 0,-1 0 0,-6 0 0,-7 0 0,-1 0 0,-3 0 0,-9 0-8191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24575,'6'6'0,"7"1"0,13 6 0,13 6 0,12 6 0,2-2 0,4-4 0,-2-6 0,7-5 0,-2-4 0,0-2 0,2-2 0,2-1 0,-5-6 0,-7-1 0,-6-1 0,-11 3-8191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2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24575,'-2'114'0,"5"125"0,-3-229 0,1-1 0,0 1 0,1 0 0,0-1 0,0 1 0,1-1 0,0 0 0,1 0 0,0 0 0,1 0 0,-1-1 0,2 1 0,-1-1 0,1-1 0,0 1 0,10 8 0,-7-9 0,0 0 0,1-1 0,0 0 0,0 0 0,0-1 0,1-1 0,0 0 0,0 0 0,0-1 0,0 0 0,0-1 0,0 0 0,18 0 0,27 0 0,0 2 0,0 3 0,0 2 0,99 30 0,-98-23-1365,-37-16-5461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3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24575,'-2'16'0,"0"0"0,-1 0 0,0-1 0,-9 23 0,1-4 0,-106 515 0,117-548 0,-54 298 0,40-215-341,4 1 0,3-1-1,6 98 1,1-139-6485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3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136 305 24575,'-1'0'0,"0"1"0,-1-1 0,1 1 0,-1 0 0,1-1 0,0 1 0,0 0 0,-1 0 0,1 0 0,0 0 0,0 0 0,0 0 0,0 0 0,0 1 0,0-1 0,1 0 0,-1 0 0,-1 3 0,-17 34 0,12-22 0,-8 14 0,2 1 0,1 0 0,1 1 0,2 0 0,1 0 0,2 1 0,-3 41 0,4 15 0,9 131 0,-1-185 0,0-1 0,13 48 0,-13-67 0,2-1 0,0 1 0,0-1 0,2 0 0,0 0 0,0-1 0,17 23 0,-18-30 0,0-1 0,0-1 0,0 1 0,0-1 0,1 0 0,0 0 0,0-1 0,0 0 0,0 0 0,0 0 0,1-1 0,-1-1 0,1 1 0,-1-1 0,1 0 0,0-1 0,11 0 0,4 0 0,0-2 0,0 0 0,-1-2 0,39-10 0,-33 4 0,0 0 0,-1-1 0,-1-2 0,0-1 0,0-1 0,-2-1 0,0-1 0,-1-2 0,0 0 0,-2-1 0,0-1 0,-2-1 0,0-1 0,-1 0 0,20-36 0,-31 42 0,0 0 0,-1 0 0,-1 0 0,0 0 0,-1-1 0,-1 0 0,0-19 0,-2-130 0,-3 99 0,2 19 0,-3 1 0,-2-1 0,-1 1 0,-3 0 0,-2 1 0,-31-82 0,37 118 0,-1 1 0,-1 0 0,0 0 0,0 1 0,-1-1 0,0 2 0,0-1 0,-1 1 0,0 1 0,-1-1 0,0 2 0,0-1 0,0 1 0,-1 1 0,-17-7 0,7 4 0,0 1 0,-1 0 0,0 2 0,0 1 0,0 1 0,-1 0 0,-31 1 0,43 4 0,0-1 0,0 2 0,0-1 0,0 2 0,1-1 0,0 1 0,0 1 0,0 0 0,0 0 0,1 1 0,-1 0 0,1 1 0,-9 9 0,-2 2 0,0 2 0,2 0 0,0 1 0,-18 28 0,29-37 8,1 0 0,0 0 0,0 1 0,1-1 0,1 1 0,0 1 0,1-1 0,1 0 0,-1 1 0,2 0 0,0-1 0,1 1 0,0 0 0,4 22 0,2-5-256,1 1 1,1-2-1,1 1 1,2-1-1,16 32 1,-10-28-6579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3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0 276 24575,'1'0'0,"0"0"0,0 1 0,0-1 0,0 0 0,0 1 0,0-1 0,0 0 0,0 1 0,0-1 0,0 1 0,-1 0 0,1-1 0,0 1 0,0 0 0,-1-1 0,1 1 0,0 0 0,-1 0 0,1 0 0,-1-1 0,1 1 0,-1 0 0,1 0 0,-1 0 0,0 0 0,1 0 0,-1 2 0,6 31 0,-5-28 0,9 125 0,-9 181 0,-4-146 0,2 180 0,-1-545 0,-1 2 0,23-201 0,-10 336 0,3 1 0,2 0 0,3 1 0,46-101 0,-61 154 0,0 0 0,0 1 0,0 0 0,1 0 0,0 0 0,1 0 0,-1 0 0,1 1 0,0 0 0,1 0 0,9-7 0,-11 10 0,1-1 0,0 2 0,-1-1 0,1 0 0,0 1 0,0 0 0,0 0 0,0 0 0,0 1 0,0-1 0,0 1 0,0 1 0,0-1 0,0 1 0,0-1 0,0 1 0,6 3 0,337 125 0,-293-106 0,-54-23 0,28 12 0,0 1 0,44 28 0,-65-36 0,0 0 0,-1 1 0,0 0 0,0 1 0,0 0 0,-1 0 0,0 0 0,0 1 0,-1 0 0,0 0 0,-1 0 0,1 0 0,3 13 0,0 8 0,-1 0 0,-1 0 0,-2 0 0,1 36 0,-6 123 0,-2-92 0,3 38 0,-5 155 0,1-243 0,-1-1 0,-3 0 0,-2 0 0,-18 53 0,25-90 0,0 1 0,-1 0 0,0-1 0,-1 0 0,1 0 0,-2 0 0,-6 8 0,12-15 0,0-1 0,-1 1 0,1-1 0,-1 1 0,1-1 0,0 0 0,-1 1 0,1-1 0,-1 0 0,1 1 0,-1-1 0,0 0 0,1 0 0,-1 1 0,1-1 0,-1 0 0,1 0 0,-1 0 0,0 0 0,1 0 0,-1 0 0,1 0 0,-1 0 0,0 0 0,1 0 0,-1 0 0,1 0 0,-1 0 0,0 0 0,1-1 0,-1 1 0,1 0 0,-2-1 0,-12-21 0,-3-38 0,16 55 0,-39-203 0,-15-69 0,40 218 0,-2 1 0,-41-89 0,54 137 0,-2-1 0,1 1 0,-2 0 0,1 0 0,-1 1 0,-1-1 0,0 2 0,0-1 0,-12-9 0,13 14 0,0-1 0,0 1 0,-1 0 0,0 0 0,0 1 0,0 0 0,0 1 0,-1 0 0,1 0 0,0 0 0,-1 1 0,0 1 0,-9-1 0,-20 1 0,-192 8 0,176 4-1365,33-5-5461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0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24575,'-2'1'0,"1"-1"0,0 0 0,0 1 0,0-1 0,-1 1 0,1-1 0,0 1 0,0-1 0,0 1 0,0 0 0,0 0 0,0-1 0,0 1 0,1 0 0,-1 0 0,0 0 0,0 0 0,1 0 0,-1 0 0,0 0 0,1 0 0,-1 1 0,1-1 0,-1 0 0,1 0 0,0 0 0,-1 2 0,-6 37 0,7-37 0,-6 92 0,6-61 0,-2 0 0,-2-1 0,-8 38 0,-70 278 0,68-268 0,4 0 0,0 117 0,12-100-1365,-2-71-5461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0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24575,'158'1'0,"181"-3"0,-289-3 0,1-2 0,-1-3 0,95-30 0,-60 15 0,-57 19-273,1 2 0,0 0 0,0 2 0,49 3 0,-50-1-6553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10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24575,'1'-2'0,"0"1"0,0-1 0,0 1 0,0-1 0,1 1 0,-1-1 0,0 1 0,1-1 0,-1 1 0,1 0 0,-1 0 0,1 0 0,0 0 0,0 0 0,-1 0 0,1 1 0,0-1 0,3 0 0,3-3 0,29-14 0,0 3 0,1 1 0,40-10 0,124-19 0,-67 16 0,-71 12 0,0-1 0,1 2 0,0 4 0,98-4 0,-124 14-1365,-5 1-5461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1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24575,'6'0'0,"7"0"0,13 0 0,8 0 0,4 0 0,6 0 0,8 0 0,11 0 0,2 0 0,-6 0 0,-6 0 0,-7 0 0,-6 0 0,-3 0 0,-9 0-8191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7:1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24575,'11'0'0,"21"0"0,11 0 0,9 0 0,7 0 0,5 0 0,-2 0 0,-7 0 0,-1 0 0,-4 0 0,-5 0 0,-4 0 0,-3 0 0,-3 0 0,4 0 0,1 0 0,-6 0-8191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17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24575,'-33'70'0,"-39"131"0,53-158 0,13-30 0,0 0 0,0 1 0,2-1 0,-1 1 0,-3 27 0,8-38 0,0 0 0,0 0 0,0 0 0,0 0 0,0 0 0,1 0 0,0 0 0,-1 0 0,1 0 0,0-1 0,1 1 0,-1 0 0,0-1 0,1 1 0,0 0 0,-1-1 0,1 0 0,0 1 0,0-1 0,0 0 0,1 0 0,-1 0 0,0 0 0,1-1 0,-1 1 0,1-1 0,0 1 0,-1-1 0,1 0 0,0 0 0,0 0 0,0 0 0,5 0 0,28 5 0,1-2 0,0-1 0,-1-2 0,1-1 0,48-7 0,-67 5 0,159-24-1365,-144 21-5461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1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0 380 24575,'1'-3'0,"-1"0"0,1 1 0,-1-1 0,1 1 0,0 0 0,0-1 0,0 1 0,1 0 0,-1-1 0,0 1 0,1 0 0,0 0 0,-1 0 0,1 0 0,0 0 0,0 1 0,0-1 0,0 0 0,4-1 0,53-29 0,-41 24 0,99-44 0,1 6 0,147-37 0,-87 47 54,-130 29-409,0-2 0,-1-3 1,67-24-1,-84 22-6471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29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24575,'1'0'0,"0"1"0,0-1 0,1 1 0,-1 0 0,0-1 0,0 1 0,1 0 0,-1 0 0,0 0 0,0 0 0,0 0 0,0 0 0,-1 0 0,1 0 0,0 0 0,0 0 0,-1 1 0,1-1 0,0 0 0,-1 1 0,1-1 0,-1 0 0,0 1 0,1-1 0,-1 0 0,0 3 0,7 46 0,-7-43 0,6 88 0,13 93 0,-10-110-20,-3 1 0,-6 135 1,-3-86-1287,3-98-5520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2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24575,'0'-1'0,"1"0"0,-1 0 0,1-1 0,-1 1 0,1 0 0,0 0 0,0 0 0,-1 0 0,1 0 0,0 0 0,0 0 0,0 0 0,0 0 0,0 0 0,0 0 0,0 0 0,0 1 0,1-1 0,-1 0 0,0 1 0,0-1 0,1 1 0,-1 0 0,0-1 0,2 1 0,42-11 0,-30 9 0,261-51 0,-168 34 0,82-7 0,-97 15 0,92-23 0,-74 8-1365,-77 16-5461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1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24575,'0'-2'0,"0"-1"0,1 0 0,-1 0 0,1 1 0,0-1 0,0 1 0,0-1 0,0 0 0,0 1 0,0-1 0,1 1 0,-1 0 0,1 0 0,-1-1 0,1 1 0,0 0 0,0 0 0,0 1 0,0-1 0,0 0 0,1 1 0,-1-1 0,0 1 0,1 0 0,-1-1 0,1 1 0,0 0 0,-1 1 0,1-1 0,5 0 0,10-3 0,0 2 0,0 0 0,31 1 0,-27 1 0,477 0 107,-210 2-1579,-260-2-5354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24575,'0'6'0,"0"7"0,0 7 0,0 6 0,0 5 0,0 2 0,0 1 0,5 1 0,3 0 0,-1 0 0,-2-1 0,-1 0 0,-1 0 0,4-6 0,1-3 0,0 2 0,-3 0 0,-1-3-8191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2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24575,'4'-1'0,"-1"1"0,1-1 0,-1 0 0,1 0 0,-1-1 0,1 1 0,-1-1 0,0 1 0,0-1 0,0 0 0,4-3 0,17-10 0,-4 8 0,1 0 0,-1 1 0,2 1 0,-1 1 0,42-3 0,116 6 0,-114 3 0,163 0-1365,-200-2-5461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24575,'911'0'-1365,"-883"0"-5461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24575,'1'0'0,"0"0"0,0 1 0,0-1 0,0 1 0,0-1 0,0 1 0,0 0 0,-1-1 0,1 1 0,0 0 0,0 0 0,0 0 0,-1-1 0,1 1 0,0 0 0,-1 0 0,1 0 0,-1 0 0,1 0 0,-1 0 0,0 0 0,1 0 0,-1 1 0,0 0 0,8 33 0,-8-31 0,8 96 0,-7-76 0,0 0 0,2 0 0,0 0 0,9 29 0,0-10 0,-2 1 0,-1 0 0,3 57 0,-8 137 0,-4-224-195,0 0 0,1 0 0,1 1 0,0-1 0,1 0 0,8 26 0,3-8-6631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5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24575,'6'0'0,"7"0"0,19-5 0,9-3 0,21 1 0,11-4 0,5-7 0,5-5 0,-5 1 0,-10-1 0,-11 3 0,-10 5 0,-7 5 0,-10 4-8191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24575,'0'-6'0,"6"-2"0,7 7 0,13 2 0,19 3 0,13-1 0,9 0 0,4-1 0,1-1 0,-6 0 0,-3-1 0,-6 0 0,-8 0 0,0 0 0,-9-6 0,-10-2-8191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24575,'45'-2'0,"73"-13"0,-15 1 0,-99 13 0,0 1 0,0 0 0,-1 0 0,1 0 0,0 0 0,0 0 0,-1 1 0,1-1 0,0 1 0,0 0 0,-1 0 0,1 1 0,-1-1 0,1 1 0,-1 0 0,0 0 0,0 0 0,0 0 0,0 0 0,0 1 0,0-1 0,4 6 0,-3-2 0,-1 1 0,0-1 0,0 1 0,0-1 0,-1 1 0,0 0 0,0 0 0,-1 0 0,0 0 0,0 0 0,0 10 0,-1-7 0,0 0 0,0 0 0,0-1 0,-1 1 0,-1 0 0,0-1 0,0 1 0,0-1 0,-2 0 0,1 0 0,-1 0 0,0 0 0,-1-1 0,0 1 0,0-1 0,-1 0 0,0-1 0,0 1 0,-1-1 0,0-1 0,0 1 0,-1-1 0,-13 9 0,-13 15 0,33-30 0,1 1 0,-1-1 0,1 1 0,-1 0 0,1-1 0,0 1 0,-1-1 0,1 1 0,0 0 0,-1 0 0,1-1 0,0 1 0,0 0 0,0-1 0,0 1 0,-1 0 0,1 0 0,0-1 0,0 1 0,0 0 0,1 0 0,-1-1 0,0 1 0,0 0 0,0 0 0,0-1 0,1 1 0,-1 0 0,0-1 0,1 1 0,-1 0 0,1-1 0,-1 1 0,0-1 0,1 1 0,-1 0 0,1-1 0,0 1 0,-1-1 0,1 0 0,-1 1 0,1-1 0,0 1 0,-1-1 0,1 0 0,0 0 0,-1 1 0,1-1 0,0 0 0,0 0 0,-1 0 0,1 0 0,0 0 0,0 0 0,25 5-15,0-1 1,0-1-1,0-2 0,0-1 0,37-4 1,-2 2-1263,-30 1-5549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24575,'0'-6'0,"6"-1"0,13-1 0,14 2 0,20 2 0,5 2 0,5 0 0,9-4 0,3-7 0,0-2 0,-1 3 0,-7 2 0,-10 3 0,-9 4 0,-6 1 0,-5 1 0,-9 2-8191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24575,'12'0'0,"14"0"0,9 0 0,10 0 0,15 0 0,7 0 0,5 0 0,1 0 0,0 0 0,-8 0 0,-2 0 0,-2 0 0,-10 0-8191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3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24575,'1'0'0,"1"1"0,-1-1 0,0 1 0,1-1 0,-1 1 0,0 0 0,0-1 0,1 1 0,-1 0 0,0 0 0,0 0 0,0 0 0,0 0 0,0 0 0,0 1 0,-1-1 0,1 0 0,0 0 0,0 1 0,-1-1 0,1 0 0,0 3 0,12 37 0,-11-34 0,12 54 0,7 69 0,0 4 0,7 32 25,-17-87-720,33 116 0,-34-165-6131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24575,'23'-2'0,"0"0"0,0-2 0,-1-1 0,33-11 0,27-6 0,263-25 0,32-6 0,-325 42-113,70-17-513,173-15 0,-253 40-6200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24575,'6'0'0,"13"0"0,26-5 0,16-8 0,16-8 0,6 1 0,5-3 0,0 3 0,-4-1 0,-11 3 0,-12 5 0,-10 4 0,-9 4 0,-6-3 0,-2 0 0,-8 2-8191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3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24575,'5'0'0,"9"0"0,6 0 0,12 0 0,6 0 0,2 0 0,0 0 0,-1 6 0,-7 1-8191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24575,'96'-2'0,"109"5"0,-200-3 0,0 1 0,0 0 0,0 0 0,0 1 0,0-1 0,-1 1 0,1 0 0,0 0 0,-1 1 0,0-1 0,1 1 0,-1 0 0,0 0 0,-1 1 0,1-1 0,0 1 0,-1 0 0,0 0 0,0 0 0,0 0 0,-1 0 0,1 1 0,-1-1 0,0 1 0,0-1 0,0 1 0,-1 0 0,0 0 0,0 0 0,0 0 0,0 0 0,-1 0 0,0 0 0,0 0 0,0 0 0,-1 0 0,0 0 0,0 0 0,0 0 0,-2 6 0,2-9 0,0 1 0,-1-1 0,1 1 0,-1-1 0,1 1 0,-1-1 0,0 0 0,0 0 0,0 0 0,0 0 0,0 0 0,-1 0 0,1-1 0,0 1 0,-1-1 0,1 1 0,-4 0 0,-49 12 0,48-13 0,0 0 0,0 0 0,0 1 0,0 0 0,0 0 0,-12 7 0,18-9 0,1 0 0,-1 1 0,1-1 0,-1 0 0,1 0 0,-1 1 0,1-1 0,-1 1 0,1-1 0,-1 0 0,1 1 0,0-1 0,-1 1 0,1-1 0,0 1 0,-1-1 0,1 1 0,0 0 0,0-1 0,-1 1 0,1-1 0,0 1 0,0-1 0,0 1 0,0 0 0,0-1 0,0 1 0,0-1 0,0 1 0,0 0 0,0 0 0,16 15 0,38 7 0,-47-20 0,37 10 0,1-2 0,0-1 0,0-3 0,1-2 0,73 0 0,-39-2 0,-70-2 0,-1 1 0,1-1 0,-1 1 0,1 1 0,-1 0 0,0 0 0,0 1 0,0 0 0,-1 0 0,1 1 0,-1 0 0,0 1 0,0 0 0,-1 0 0,12 13 0,-14-14 0,0 1 0,-1 0 0,1 0 0,-1 1 0,0-1 0,-1 1 0,0 0 0,0 0 0,0 0 0,-1 0 0,0 1 0,0-1 0,-1 1 0,0-1 0,0 1 0,-1 0 0,0-1 0,-1 1 0,1-1 0,-3 9 0,2-12 0,0 0 0,-1 0 0,0 0 0,0 0 0,0-1 0,0 1 0,0-1 0,-1 1 0,0-1 0,1 0 0,-1 0 0,-1 0 0,1 0 0,0 0 0,-1-1 0,1 1 0,-1-1 0,0 0 0,0 0 0,1-1 0,-1 1 0,-1-1 0,1 0 0,0 0 0,-8 1 0,-11 1 0,0-1 0,0 0 0,-37-4 0,40 1 0,-66-4-87,35 1-232,-1 2-1,0 2 1,-68 10-1,87-3-6506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24575,'0'6'0,"0"13"0,0 9 0,0 17 0,-5 6 0,-3 1 0,-5-4 0,-6-3 0,0 1 0,-2-7 0,2-4 0,5-8-8191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24575,'-1'139'0,"3"156"0,-2-286 0,1 0 0,0 0 0,0 0 0,1 0 0,0-1 0,1 1 0,0-1 0,0 1 0,1-1 0,0 0 0,0 0 0,1-1 0,0 1 0,0-1 0,1 0 0,0-1 0,11 11 0,-7-11 0,-1 1 0,1-1 0,1-1 0,-1 0 0,1 0 0,0-1 0,0-1 0,0 1 0,0-2 0,1 0 0,-1 0 0,1-1 0,16 0 0,17 0 0,87-1 0,-118-1 0,1 0 0,-1-1 0,0-1 0,0 0 0,0-1 0,20-8 0,-32 11-37,0 0 0,1 0 1,-1-1-1,-1 1 0,1-1 0,0 1 0,0-1 0,0 1 0,-1-1 0,1 0 0,-1 0 0,1 0 1,-1 0-1,0 0 0,0 0 0,0 0 0,0 0 0,0 0 0,0 0 0,-1-1 0,1 1 0,-1 0 1,0-1-1,1 1 0,-1 0 0,0-1 0,0 1 0,-1 0 0,1-1 0,0 1 0,-1 0 0,1-1 1,-1 1-1,0 0 0,0 0 0,-2-4 0,-11-22-6789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24575,'2'195'0,"-5"217"0,-28-114-1365,30-266-5461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4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24575,'0'46'0,"-7"56"0,5-85 0,-2-1 0,0 1 0,-1-1 0,0 1 0,-1-2 0,-13 25 0,-11 21 55,-39 112-1,17-36-1528,37-102-5352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0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24575,'-12'0'0,"-7"0"0,0 0 0,0 1 0,-35 7 0,47-6 0,1 0 0,-1 1 0,1-1 0,0 1 0,0 1 0,0-1 0,0 1 0,1 0 0,0 0 0,-1 1 0,1-1 0,1 1 0,-1 0 0,-5 8 0,2 0 0,0-1 0,1 1 0,0 1 0,-8 23 0,12-30 0,1 1 0,0-1 0,0 0 0,1 0 0,0 1 0,0-1 0,1 1 0,0-1 0,0 0 0,1 1 0,2 9 0,-2-14 0,0-1 0,1 1 0,-1 0 0,0-1 0,1 1 0,0-1 0,0 0 0,0 1 0,0-1 0,0 0 0,0 0 0,0 0 0,1-1 0,-1 1 0,1 0 0,0-1 0,-1 0 0,6 2 0,57 15 0,-46-14 0,65 13 0,-34-9 0,63 21 0,-98-24 0,-1 1 0,1 0 0,-1 1 0,-1 0 0,1 1 0,-1 1 0,0 0 0,17 17 0,-20-17 0,0 1 0,-1 0 0,-1 0 0,0 1 0,0 0 0,9 19 0,-15-26 0,-1-1 0,0 1 0,0-1 0,0 1 0,0 0 0,0 0 0,-1 0 0,0-1 0,0 1 0,0 0 0,0 0 0,-1 0 0,1 0 0,-1-1 0,0 1 0,0 0 0,0-1 0,-1 1 0,1 0 0,-1-1 0,0 0 0,0 1 0,0-1 0,0 0 0,-1 0 0,1 0 0,-5 3 0,1 0 9,-1-1 0,1 0 0,-1-1 0,1 1 0,-1-2 0,-1 1 0,1-1 0,0 0 0,-1 0 0,0-1 0,0 0 0,-14 2-1,-7-1-462,0-1 0,-33-3-1,59 1 337,-27-1-6708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24575,'11'-5'0,"21"-8"0,17-2 0,5 2 0,5 3 0,-1 3 0,11-2 0,0-7 0,0 1 0,-1 2 0,0 4 0,-1 3 0,0 2 0,-6 3 0,-7 1 0,-8 0 0,-11 1-8191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24575,'6'6'0,"7"1"0,7 0 0,7-1 0,9 4 0,10 6 0,3 0 0,-1-2 0,-4-5 0,-2-2 0,-4-3 0,-7-3-8191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2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24575,'6'0'0,"7"0"0,13 0 0,20 0 0,17 0 0,23 0 0,12 0 0,-4 0 0,-1 0 0,-11 0 0,-13 0 0,-13 0 0,-11 0 0,-6 0 0,-5 0 0,-9 0-8191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3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24575,'0'11'0,"0"10"0,0 12 0,0 12 0,0 16 0,0 8 0,0 10 0,0 2 0,0 0 0,0-4 0,0-2 0,0-4 0,0-7 0,0-9 0,0-9 0,0-6 0,0-10-8191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 24575,'52'-3'0,"0"-2"0,-1-3 0,58-16 0,2 0 0,353-62 0,-426 81-195,0-2 0,-1-2 0,1-2 0,-2-1 0,1-2 0,44-24 0,-49 18-6631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24575,'6'0'0,"7"0"0,13 0 0,19-5 0,19-8 0,10-2 0,10 2 0,7 4 0,-1 2 0,2-3 0,-3-5 0,-11 0 0,-14 2 0,-17 4-8191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24575,'-7'0'0,"0"0"0,0 1 0,1 0 0,-1 0 0,0 0 0,0 1 0,0 0 0,1 0 0,-1 0 0,1 1 0,0 0 0,0 1 0,0-1 0,-11 9 0,5 1 0,0-1 0,1 2 0,0-1 0,-16 28 0,18-25 0,1 0 0,1 1 0,0 0 0,1 0 0,1 1 0,0-1 0,1 1 0,1 0 0,0 26 0,1 20 0,9 83 0,-6-139 0,-1-1 0,1 0 0,0 0 0,0-1 0,0 1 0,1 0 0,0 0 0,1-1 0,-1 1 0,1-1 0,0 0 0,1 0 0,0 0 0,0 0 0,0-1 0,0 1 0,1-1 0,0 0 0,8 6 0,-5-6 0,1 0 0,0 0 0,0-1 0,0 0 0,0-1 0,1 0 0,0 0 0,-1-1 0,1-1 0,0 1 0,0-1 0,13-1 0,7 1 0,0-2 0,0-1 0,47-9 0,-68 9 0,0 0 0,0-1 0,0 0 0,-1-1 0,1 0 0,-1 0 0,0-1 0,0 0 0,-1-1 0,1 1 0,-1-1 0,-1-1 0,1 1 0,-1-1 0,11-15 0,-9 9 0,0-1 0,0 0 0,-1 0 0,-1 0 0,7-25 0,-12 36 0,0 1 0,0-1 0,0 0 0,-1 0 0,0 0 0,1 0 0,-1 0 0,0 0 0,0 0 0,0 0 0,-1 0 0,1 0 0,-1 0 0,0 0 0,0 0 0,0 0 0,0 0 0,0 1 0,0-1 0,-1 0 0,1 1 0,-1-1 0,0 1 0,0-1 0,0 1 0,0 0 0,0 0 0,-1 0 0,1 0 0,0 0 0,-1 1 0,0-1 0,1 1 0,-1 0 0,-5-2 0,-2-1 0,0 1 0,0 1 0,0 0 0,0 0 0,0 1 0,0 1 0,-1-1 0,1 2 0,0-1 0,0 2 0,-1-1 0,1 1 0,0 1 0,-11 3 0,14-3 0,0 0 0,1 1 0,-1 0 0,1 0 0,0 0 0,0 1 0,0 0 0,0 0 0,1 0 0,0 1 0,0 0 0,1 0 0,-1 0 0,1 0 0,1 1 0,-1-1 0,1 1 0,0 0 0,-3 12 0,3-10-136,1-1-1,0 1 1,1 0-1,0 0 1,0-1-1,1 1 1,0 0-1,1 0 0,2 16 1,5-2-6690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24575,'6'0'0,"13"-5"0,20-9 0,10 0 0,13 0 0,1 4 0,3 4 0,6-4 0,2-5 0,-5 0 0,-4 2 0,-1 3 0,-6 4 0,-7 3 0,-12 1-8191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8:59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24575,'6'0'0,"13"0"0,15 6 0,7 1 0,8 0 0,13-1 0,7-2 0,-3-2 0,-6 0 0,-8-2 0,-13 0-8191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0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24575,'1'2'0,"-1"0"0,1 0 0,0 0 0,0 0 0,0 0 0,0 0 0,0 0 0,0 0 0,0 0 0,1 0 0,-1-1 0,1 1 0,-1 0 0,1-1 0,2 2 0,33 25 0,-29-22 0,0 0 0,0 0 0,-1 0 0,1 1 0,-1 0 0,-1 1 0,1-1 0,-1 1 0,7 14 0,-4-4 0,-1 0 0,-1 1 0,6 25 0,103 538 0,-89-402-1365,-20-148-5461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0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24575,'6'0'0,"18"-5"0,17-8 0,19-8 0,10-5 0,5-4 0,0 3 0,6 0 0,-7 5 0,-9 6 0,1 6 0,1-1 0,-6 1 0,-7 3 0,-7 1 0,-6 3 0,-10-4 0,-10-1-8191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0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24575,'1087'0'0,"-1003"-6"-1365,-51-1-5461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02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24575,'1'4'0,"1"0"0,-1 0 0,1-1 0,0 1 0,0 0 0,0-1 0,0 0 0,1 1 0,-1-1 0,1 0 0,0 0 0,0 0 0,0-1 0,0 1 0,1-1 0,-1 0 0,8 4 0,-3 0 0,49 30 0,69 33 0,-86-50 0,-1 2 0,-1 1 0,0 2 0,-2 2 0,44 40 0,-76-62 0,0 1 0,0 0 0,0 0 0,0 0 0,-1 0 0,0 0 0,0 1 0,0-1 0,0 1 0,-1 0 0,0 0 0,-1 0 0,1 0 0,-1 0 0,0 0 0,0 0 0,-1 0 0,0 1 0,0-1 0,-2 8 0,0-3 0,-1 0 0,0-1 0,-1 0 0,0 0 0,-1 0 0,0 0 0,-1 0 0,1-1 0,-2 0 0,-12 14 0,-1 1 0,1 1 0,1 1 0,-20 38 0,3-11-1365,20-39-5461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0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24575,'0'-5'0,"5"-3"0,9 1 0,17-4 0,16-1 0,6 2 0,4-3 0,-1-5 0,-4 1 0,0 3 0,-4 3 0,-3-1 0,1-4 0,-7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0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2534 24575,'62'-4'0,"0"-3"0,0-2 0,82-24 0,28-4 0,2 13 0,209-3 0,182 31 0,141 42-394,-79-4 66,1454-23 328,-1286-24 0,-189 3 0,578 3 0,2 38 0,-670 3 156,197 10 290,15-21-311,381 8-255,1714-37 3,-1386-5 339,-906 5-222,600-5 0,-974-1 0,212-34 0,-268 20 0,-1-5 0,0-4 0,107-44 0,-156 51 0,0 3 0,1 2 0,1 3 0,81-10 0,129-23 0,-171 26 0,-88 19 0,0-1 0,0 0 0,0 0 0,0 0 0,-1 0 0,1-1 0,0 0 0,0 1 0,-1-1 0,1 0 0,-1-1 0,0 1 0,0-1 0,0 1 0,0-1 0,0 0 0,2-4 0,-2 3 0,-1-1 0,-1 1 0,1-1 0,-1 0 0,0 0 0,0 0 0,0 0 0,0 1 0,-1-1 0,0 0 0,0 0 0,0 0 0,-2-9 0,-35-172 0,22 118 0,-10-82 0,10-169 0,-1 1 0,9 243 0,-4 0 0,-26-89 0,-26-8 0,22 68 0,33 76 0,1-1 0,1 0 0,2 0 0,-1-31 0,-11-63 0,-11 13 28,-13-73-1421,36 150-5433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0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24575,'0'-5'0,"6"-3"0,1 7 0,6 2 0,6 3 0,11-1 0,12-1 0,5 0 0,-1 6 0,5 6 0,-3 1 0,-2-2 0,-4-3 0,-9-4-8191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0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24575,'6'0'0,"7"0"0,8 0 0,5 0 0,5 0 0,2 0 0,1 0 0,1-6 0,0-1 0,0 0 0,-1 1 0,0 2 0,5-4 0,8-2 0,1 3 0,-1 1 0,-10 2-8191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0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24575,'0'31'0,"-1"26"0,3 1 0,16 108 0,43 177 0,-26-130 0,-27-156 0,-7-41 0,0 0 0,2 0 0,0 0 0,1 0 0,1 0 0,10 23 0,12 20-1365,-17-28-5461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0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24575,'0'-1'0,"0"0"0,1-1 0,-1 1 0,1 0 0,0 0 0,-1 0 0,1 0 0,0-1 0,0 1 0,0 0 0,0 0 0,0 0 0,0 1 0,0-1 0,0 0 0,0 0 0,0 1 0,0-1 0,0 0 0,1 1 0,-1-1 0,0 1 0,1-1 0,1 1 0,43-11 0,-32 9 0,74-19 0,-5 3 0,138-49 0,-135 30-85,-46 18-171,0 3 0,1 1 0,1 1 0,75-13 0,-88 25-6570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0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24575,'1'-5'0,"0"-1"0,0 1 0,0 0 0,1-1 0,-1 1 0,1 0 0,0 0 0,1 0 0,-1 0 0,1 0 0,0 1 0,0-1 0,1 1 0,-1 0 0,7-6 0,1 0 0,0 0 0,0 1 0,0 1 0,23-12 0,-11 9 6,2 0 0,-1 2 0,1 1 0,1 1 0,-1 2 0,1 0 0,38-2 0,192 8-265,-129 3-895,-100-4-5672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24575,'-2'141'0,"5"155"0,-2-288 0,0-1 0,1 0 0,0 0 0,0 1 0,0-1 0,1-1 0,0 1 0,1 0 0,-1-1 0,1 1 0,0-1 0,1 0 0,0-1 0,0 1 0,0-1 0,0 0 0,1 0 0,0 0 0,0-1 0,9 5 0,10 5 0,1-2 0,1-1 0,49 15 0,-72-25 0,1 0-111,2 1 345,-9-5-1722,-9-4-5338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2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24575,'0'-5'0,"0"-9"0,11 0 0,10-5 0,6-4 0,11 1 0,4 5 0,6 0 0,7-4 0,-1 3 0,3 3 0,-4 6 0,-5 3 0,-5 3 0,-9 2-8191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2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24575,'1'0'0,"1"1"0,-1-1 0,1 1 0,-1-1 0,0 1 0,1 0 0,-1 0 0,0 0 0,0 0 0,1 0 0,-1 0 0,0 0 0,0 0 0,0 0 0,0 0 0,0 1 0,1 1 0,17 31 0,-11-20 0,8 15 0,-2 0 0,0 1 0,-2 1 0,-2 0 0,10 42 0,21 169 0,-28-146 0,-3 6 0,-4 1 0,-8 110 0,-1-52 0,2-127 0,2 5 0,4-46 0,4-28 0,15-62 0,29-140 0,0-8 0,-1 7 0,-34 144 0,48-149 0,-31 164-1365,-16 47-5461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2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24575,'28'2'0,"-1"1"0,1 2 0,-1 1 0,-1 1 0,1 1 0,-1 1 0,-1 2 0,1 0 0,35 24 0,-54-31 0,-1 1 0,-1-1 0,1 1 0,-1 1 0,0-1 0,0 1 0,0 0 0,-1 0 0,0 0 0,0 0 0,-1 1 0,1 0 0,-2 0 0,1 0 0,-1 0 0,0 0 0,0 0 0,-1 1 0,0-1 0,0 0 0,0 1 0,-2 11 0,0-1 0,0 1 0,-1-1 0,-1 0 0,-1 1 0,-1-2 0,0 1 0,-1 0 0,-10 17 0,14-31 0,-2 4 0,0 0 0,0 0 0,1 0 0,0 1 0,1-1 0,-2 10 0,4-15 0,-1-1 0,1 1 0,1-1 0,-1 1 0,0 0 0,1-1 0,-1 1 0,1-1 0,0 1 0,0-1 0,0 0 0,0 1 0,0-1 0,0 0 0,1 1 0,-1-1 0,1 0 0,0 0 0,-1 0 0,1-1 0,0 1 0,0 0 0,0-1 0,1 1 0,1 1 0,10 5 0,1 0 0,0-1 0,0-1 0,0 0 0,1-1 0,19 4 0,102 12 0,-107-18 0,-25-2 0,0-1 0,0 1 0,0 0 0,0 0 0,0 1 0,0-1 0,-1 1 0,1 0 0,0 1 0,-1-1 0,0 1 0,0 0 0,0 0 0,0 0 0,0 0 0,5 6 0,-6-3 0,1-1 0,-1 1 0,-1-1 0,1 1 0,-1 0 0,0 0 0,0 0 0,0 0 0,-1 1 0,0-1 0,0 0 0,-1 11 0,0-6 0,0-1 0,0 1 0,-1-1 0,-1 1 0,0-1 0,0 0 0,-1 0 0,0 0 0,-1 0 0,0 0 0,-1-1 0,0 0 0,-8 13 0,4-12 0,0 0 0,0 0 0,-1-1 0,0 0 0,0 0 0,-1-1 0,0-1 0,-1 0 0,-16 8 0,-2-3 0,-1-1 0,0-2 0,0 0 0,-1-3 0,0 0 0,0-2 0,-62-1 0,-125-7-1365,203 4-5461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31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24575,'0'21'0,"1"1"0,0-1 0,9 42 0,-7-53 0,0 0 0,1 0 0,0-1 0,1 1 0,0-1 0,1 0 0,-1 0 0,2-1 0,-1 0 0,9 8 0,-10-10 0,1 0 0,0-1 0,0 0 0,0-1 0,0 1 0,1-1 0,-1 0 0,1-1 0,0 0 0,13 5 0,-18-8 0,1 0 0,-1 1 0,1-1 0,-1 0 0,1 0 0,-1-1 0,1 1 0,-1 0 0,1-1 0,-1 1 0,1-1 0,-1 0 0,1 0 0,-1 0 0,0 0 0,1 0 0,-1-1 0,0 1 0,0-1 0,0 1 0,0-1 0,0 0 0,-1 0 0,1 0 0,0 0 0,-1 0 0,0 0 0,1 0 0,-1 0 0,0-1 0,0 1 0,0-1 0,0 1 0,-1 0 0,2-4 0,-1 1 4,1 1 0,-1 0-1,0 0 1,0 0 0,-1-1 0,1 1-1,-1 0 1,0 0 0,0-1 0,0 1-1,-1 0 1,1-1 0,-1 1 0,0 0-1,-1 0 1,1 0 0,-1 0 0,1 0-1,-1 0 1,0 0 0,-1 0 0,1 1-1,-1-1 1,1 1 0,-1 0 0,0-1-1,0 1 1,-1 1 0,1-1 0,0 0-1,-5-1 1,-5-4-190,0 1 1,0 1-1,-1 0 0,0 1 1,0 1-1,0 0 1,-29-4-1,8 4-6640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3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24575,'0'-2'0,"1"1"0,-1 0 0,1-1 0,-1 1 0,1 0 0,-1 0 0,1 0 0,0 0 0,0 0 0,0-1 0,-1 1 0,1 0 0,0 1 0,0-1 0,0 0 0,0 0 0,1 0 0,-1 1 0,0-1 0,0 0 0,0 1 0,1-1 0,-1 1 0,0-1 0,1 1 0,-1 0 0,0 0 0,2-1 0,45-5 0,-39 6 0,0-1 0,28-2 0,67 3 0,-95 0 0,1 1 0,-1 0 0,1 1 0,-1 0 0,0 1 0,0 0 0,0 0 0,0 1 0,-1 0 0,1 0 0,-1 1 0,12 9 0,-17-11 0,0 0 0,-1 1 0,0-1 0,0 0 0,0 1 0,0-1 0,-1 1 0,1 0 0,-1 0 0,0 0 0,0-1 0,0 1 0,-1 0 0,0 0 0,1 0 0,-1 0 0,0 0 0,-1 0 0,1 0 0,-1 0 0,0 0 0,0 0 0,0 0 0,0-1 0,-3 6 0,-5 13 0,-1 1 0,-24 39 0,25-47 0,-37 59 0,-26 50 0,71-123 0,0 1 0,-1 0 0,1 0 0,1 0 0,-1 0 0,0 0 0,0 0 0,1 0 0,-1 1 0,1-1 0,0 0 0,0 0 0,0 0 0,0 0 0,0 1 0,0-1 0,0 0 0,1 0 0,-1 0 0,1 0 0,-1 0 0,1 0 0,0 0 0,1 3 0,1-3 0,-1 0 0,1 0 0,-1 0 0,1-1 0,0 1 0,0-1 0,0 1 0,0-1 0,0 0 0,0 0 0,0 0 0,0-1 0,0 1 0,1-1 0,4 0 0,137 3 0,-116-5 0,-1 1 0,1 2 0,-1 0 0,0 2 0,1 2 0,50 13 0,-69-14 0,63 27 0,-69-29 0,0 0 0,0 1 0,1-1 0,-2 1 0,1 0 0,0 1 0,-1-1 0,1 1 0,-1-1 0,0 1 0,0 0 0,0 0 0,2 6 0,-4-9 0,-1 0 0,0 0 0,1 1 0,-1-1 0,0 0 0,0 1 0,0-1 0,0 1 0,0-1 0,0 0 0,0 1 0,0-1 0,0 0 0,-1 1 0,1-1 0,-1 0 0,1 1 0,-1-1 0,1 0 0,-1 0 0,0 0 0,1 1 0,-1-1 0,0 0 0,0 0 0,0 0 0,0 0 0,0 0 0,0-1 0,0 1 0,0 0 0,0 0 0,-3 0 0,-47 20 0,42-18 0,-92 27-71,54-18-188,1 2 0,0 2 1,2 2-1,-56 31 0,73-32-6567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3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24575,'1'-1'0,"-1"0"0,0 0 0,1 0 0,-1-1 0,1 1 0,-1 0 0,1 0 0,0 0 0,-1 0 0,1 0 0,0 0 0,0 0 0,0 1 0,0-1 0,0 0 0,0 0 0,0 1 0,0-1 0,0 0 0,0 1 0,0-1 0,0 1 0,0 0 0,2-1 0,36-10 0,-27 8 0,202-38 0,-142 29 0,-54 9 0,61-7 0,-75 9 0,-1 1 0,0 0 0,1 0 0,-1 0 0,0 0 0,1 1 0,-1-1 0,0 1 0,1 0 0,-1 0 0,0 0 0,0 1 0,0-1 0,0 1 0,0-1 0,0 1 0,-1 0 0,5 4 0,-6-4 0,0-1 0,0 1 0,0 0 0,-1 0 0,1-1 0,0 1 0,-1 0 0,0 0 0,1 0 0,-1 0 0,0 0 0,0 0 0,0 0 0,0 0 0,0 0 0,-1 0 0,1 0 0,-1-1 0,1 1 0,-1 0 0,1 0 0,-2 2 0,-26 44 0,17-31 0,3-4 0,1 1 0,1 0 0,0 0 0,1 0 0,0 1 0,-4 21 0,8-33 0,1 0 0,-1 0 0,1 0 0,0 0 0,0 1 0,0-1 0,0 0 0,0 0 0,1 0 0,-1 0 0,1 0 0,0 0 0,0 0 0,0-1 0,0 1 0,0 0 0,1 0 0,-1-1 0,1 1 0,0-1 0,0 1 0,0-1 0,0 0 0,0 1 0,0-1 0,1 0 0,-1-1 0,1 1 0,-1 0 0,1-1 0,0 1 0,0-1 0,0 0 0,-1 0 0,1 0 0,0 0 0,0-1 0,3 1 0,18 2 0,44 0 0,-51-3 0,0 0 0,0 1 0,1 1 0,-1 1 0,21 5 0,-23-3 0,0 1 0,0 0 0,-1 1 0,0 1 0,0 0 0,22 17 0,-30-20 0,0 1 0,0 0 0,-1 0 0,1 1 0,-1-1 0,-1 1 0,1 0 0,-1 0 0,0 1 0,-1-1 0,0 1 0,0 0 0,-1 0 0,3 14 0,-2-9 0,-2 1 0,1-1 0,-2 1 0,1 0 0,-2 0 0,0-1 0,-5 25 0,4-33 0,1 0 0,-1 0 0,-1 0 0,1 0 0,-1-1 0,0 1 0,0-1 0,0 0 0,0 1 0,-1-1 0,0-1 0,0 1 0,0 0 0,0-1 0,0 0 0,-1 0 0,1 0 0,-1-1 0,0 0 0,0 0 0,0 0 0,-8 2 0,-16 3 0,0-2 0,-48 3 0,46-6 0,1 1 0,-47 12 0,-120 58-1365,161-59-5461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24575,'6'0'0,"7"0"0,7 0 0,12 0 0,18 5 0,5 3 0,5-1 0,-2-2 0,1-1 0,-5-1 0,-5-2 0,-5 0 0,-5-1 0,-9 0-8191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3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24575,'6'0'0,"7"0"0,8 0 0,11 0 0,6 0 0,8 0 0,2 0 0,-2 0 0,3 0 0,-2 0 0,-2 0 0,-4 0 0,-3 0 0,-2 0 0,-2 0 0,0 0 0,-7 0-8191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5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24575,'16'184'0,"1"2"0,-15 154 59,-3-178-1483,1-134-5402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5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24575,'16'-17'0,"2"1"0,0 0 0,1 2 0,1 0 0,25-13 0,-33 21 0,0 1 0,0 0 0,1 1 0,-1 0 0,1 1 0,0 0 0,0 1 0,0 1 0,0 0 0,26 1 0,-32 2 0,1 0 0,-1 0 0,1 1 0,-1 0 0,0 0 0,0 1 0,0 0 0,-1 0 0,1 0 0,-1 1 0,0 0 0,0 0 0,-1 1 0,1 0 0,-1 0 0,0 0 0,7 13 0,-7-11 0,0 0 0,0 0 0,-1 1 0,0-1 0,0 1 0,-1 0 0,0 0 0,-1 0 0,0 0 0,0 0 0,-1 1 0,0-1 0,-1 0 0,-1 15 0,0-19 0,0-1 0,-1 1 0,1-1 0,-1 0 0,0 1 0,0-1 0,-1 0 0,1 0 0,-1 0 0,0 0 0,0-1 0,0 1 0,0-1 0,-1 0 0,1 0 0,-1 0 0,0 0 0,-5 2 0,-6 3 0,0-1 0,-1-1 0,-29 8 0,-25 11 0,68-24 0,1-1 0,-1 1 0,1-1 0,-1 1 0,1 0 0,0 0 0,-1 0 0,1-1 0,0 1 0,0 1 0,-1-1 0,1 0 0,0 0 0,0 0 0,0 1 0,0-1 0,1 0 0,-1 1 0,0-1 0,1 1 0,-1-1 0,0 1 0,1-1 0,-1 2 0,2-1 0,-1 0 0,1-1 0,0 1 0,-1-1 0,1 0 0,0 1 0,0-1 0,0 1 0,0-1 0,0 0 0,0 0 0,0 0 0,0 0 0,1 0 0,-1 0 0,0 0 0,1 0 0,2 1 0,9 5 0,1-1 0,0-1 0,24 6 0,7-4 0,-30-5 0,1 0 0,-1 0 0,-1 2 0,17 5 0,-28-8 0,-1-1 0,0 1 0,1 0 0,-1 0 0,0 1 0,0-1 0,0 0 0,0 1 0,0-1 0,-1 1 0,1 0 0,0-1 0,-1 1 0,1 0 0,-1 0 0,1 0 0,-1 0 0,0 0 0,0 0 0,0 1 0,0-1 0,0 0 0,-1 1 0,1-1 0,-1 0 0,1 1 0,-1-1 0,0 1 0,0-1 0,0 0 0,-1 4 0,-5 25 0,-2 1 0,-1-2 0,-20 46 0,-7 20 0,35-90 0,-1-1 0,1 1 0,-1-1 0,-1 1 0,1-1 0,-1 0 0,0 0 0,0 0 0,0 0 0,-1 0 0,0-1 0,0 0 0,0 1 0,0-2 0,-1 1 0,0 0 0,1-1 0,-1 0 0,0 0 0,-1 0 0,1-1 0,0 0 0,-1 0 0,0 0 0,1 0 0,-1-1 0,0 0 0,0 0 0,1-1 0,-12 0 0,-208-7-1365,211 7-5461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5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39 24575,'0'-1'0,"0"0"0,0 0 0,1 0 0,-1 0 0,0 0 0,0 0 0,1 0 0,-1 0 0,1 1 0,-1-1 0,1 0 0,-1 0 0,1 1 0,0-1 0,-1 0 0,1 1 0,0-1 0,-1 0 0,1 1 0,0-1 0,0 1 0,0-1 0,0 1 0,-1 0 0,1-1 0,0 1 0,1 0 0,28-6 0,-25 5 0,40-5 0,0 2 0,48 2 0,-81 2 0,-1 0 0,0 1 0,1 1 0,-1 0 0,0 0 0,0 1 0,0 1 0,-1-1 0,1 2 0,-1 0 0,0 0 0,0 0 0,-1 2 0,10 6 0,-16-10 0,0-1 0,0 1 0,0 0 0,-1 0 0,1 0 0,-1 0 0,0 0 0,0 0 0,0 1 0,0-1 0,-1 0 0,1 1 0,-1 0 0,0-1 0,0 1 0,0 0 0,-1 0 0,1-1 0,-1 1 0,0 0 0,0 0 0,0 0 0,-1 0 0,1-1 0,-1 1 0,0 0 0,0 0 0,0-1 0,0 1 0,-1-1 0,0 1 0,1-1 0,-1 1 0,-1-1 0,-3 5 0,-1 0 0,-1 0 0,0 0 0,0-1 0,0 0 0,-1 0 0,-1-1 0,1 0 0,-1-1 0,0 0 0,0 0 0,-13 3 0,4-3 0,13-4 0,0 0 0,0 0 0,1 1 0,-1 0 0,0 0 0,1 1 0,0-1 0,-1 1 0,1 0 0,-5 4 0,11-6 0,-1-1 0,0 1 0,1 0 0,-1-1 0,1 1 0,-1-1 0,1 0 0,-1 1 0,1-1 0,0 1 0,-1-1 0,1 0 0,-1 1 0,1-1 0,0 0 0,-1 0 0,1 1 0,0-1 0,-1 0 0,1 0 0,0 0 0,-1 0 0,1 0 0,0 0 0,0 0 0,-1 0 0,2 0 0,25 2 0,25 0 0,53 9 0,-82-8 0,-1 2 0,1 0 0,-1 2 0,40 17 0,-55-19 0,-1 0 0,1 0 0,-1 0 0,0 0 0,-1 1 0,1 0 0,-1 0 0,0 1 0,-1-1 0,0 1 0,0 0 0,0 0 0,-1 1 0,0-1 0,4 14 0,-4-9 0,0 0 0,0-1 0,-1 1 0,-1 0 0,0 0 0,0 1 0,-1-1 0,-1 0 0,0 0 0,-3 12 0,2-19 0,0 0 0,0 0 0,0-1 0,0 1 0,-1-1 0,0 1 0,0-1 0,0 0 0,0 0 0,-1 0 0,1-1 0,-1 1 0,-7 4 0,-6 3 0,0 0 0,-24 10 0,-12 7 0,34-16 0,0-2 0,-1 0 0,0-1 0,-1-1 0,0-1 0,0 0 0,0-2 0,-27 3 0,-14-2 0,-100-4 0,159-2 0,-35 0-1365,5-1-5461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5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 24575,'-1'12'0,"0"0"0,-1-1 0,-1 1 0,-4 12 0,-5 27 0,10-34 0,-1-2 0,1 1 0,0-1 0,1 0 0,1 1 0,0-1 0,1 1 0,0-1 0,6 19 0,-7-33 0,0 1 0,0-1 0,0 0 0,1 1 0,-1-1 0,1 0 0,-1 0 0,1 1 0,-1-1 0,1 0 0,0 0 0,0 0 0,0 1 0,-1-1 0,1 0 0,0 0 0,0 0 0,0-1 0,1 1 0,-1 0 0,0 0 0,0-1 0,0 1 0,1 0 0,-1-1 0,0 1 0,0-1 0,1 0 0,-1 1 0,0-1 0,1 0 0,-1 0 0,1 0 0,-1 0 0,0 0 0,1 0 0,-1 0 0,0 0 0,1-1 0,-1 1 0,0 0 0,1-1 0,-1 1 0,0-1 0,1 0 0,-1 1 0,0-1 0,0 0 0,0 0 0,0 0 0,0 0 0,0 0 0,0 0 0,0 0 0,0 0 0,1-2 0,4-4 0,0 0 0,0-1 0,0 0 0,-1 0 0,-1 0 0,8-17 0,-5 3 0,0-1 0,4-30 0,-10 43 0,0 1 0,0-1 0,-1 1 0,0-1 0,0 0 0,-1 1 0,-1-1 0,-3-12 0,3 18-52,0 1-1,0 0 1,0 0-1,0-1 1,-1 1-1,0 1 1,0-1-1,0 0 1,0 1-1,0-1 1,0 1-1,0 0 1,-1 0-1,1 0 1,-1 1-1,0-1 1,1 1-1,-1 0 1,0 0-1,0 0 1,0 1-1,0-1 0,0 1 1,0 0-1,-7 1 1,-17-2-6774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5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24575,'51'2'0,"70"13"0,35 1 0,-139-15 0,-1 0 0,0 1 0,0 1 0,0 1 0,-1 0 0,1 0 0,-1 2 0,0 0 0,0 1 0,-1 0 0,17 11 0,-23-11 0,1-1 0,-1 1 0,0 0 0,0 1 0,-1 0 0,0 0 0,-1 0 0,1 1 0,-2 0 0,1 0 0,-1 1 0,-1 0 0,0 0 0,0 0 0,-1 0 0,0 0 0,3 21 0,-4-5 0,0 0 0,-1 0 0,-2 1 0,-1-1 0,-1 0 0,-1 0 0,-1 0 0,-9 26 0,10-41 0,1-1 0,-2 0 0,1 0 0,-1 0 0,-1-1 0,0 0 0,0 0 0,0 0 0,-1-1 0,-1 0 0,1 0 0,-1-1 0,-1 0 0,1 0 0,-1-1 0,0 0 0,-1-1 0,0 0 0,1 0 0,-1-1 0,-20 5 0,21-7 0,5-1 0,-1-1 0,1 1 0,0 0 0,0 0 0,-1 0 0,1 1 0,0 0 0,0 0 0,0 0 0,-6 4 0,11-5 0,1 0 0,0 0 0,0 0 0,0 0 0,0-1 0,0 1 0,0-1 0,0 1 0,0-1 0,0 0 0,0 0 0,3 0 0,-4 0 0,115 1 0,18 0 0,-118 0 0,-1 1 0,0 1 0,0 0 0,-1 1 0,1 1 0,22 10 0,102 50-1365,-104-51-5461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0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24575,'0'5'0,"1"0"0,1-1 0,-1 1 0,0 0 0,1 0 0,0-1 0,0 1 0,1-1 0,3 5 0,8 19 0,64 170 0,42 116 0,-115-299 0,-3-7 0,0-1 0,1 0 0,0 1 0,0-1 0,0-1 0,1 1 0,4 6 0,-7-12 0,-1-1 0,1 1 0,0-1 0,-1 1 0,1-1 0,0 1 0,-1-1 0,1 1 0,0-1 0,-1 0 0,1 1 0,0-1 0,0 0 0,-1 0 0,1 1 0,0-1 0,0 0 0,0 0 0,-1 0 0,1 0 0,0 0 0,0 0 0,0 0 0,-1-1 0,1 1 0,0 0 0,0 0 0,0 0 0,-1-1 0,1 1 0,0-1 0,-1 1 0,1 0 0,0-1 0,0 0 0,21-24 0,5-20 0,-2-1 0,-2-1 0,18-56 0,-15 40 0,0-10-341,-3-1 0,-3-1-1,17-138 1,-31 172-6485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4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24575,'5'0'0,"9"0"0,6 0 0,7 0 0,3 0 0,3 0 0,7-6 0,-3-7 0,-3-2 0,-6 2-8191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1:59:4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24575,'6'0'0,"7"0"0,8 0 0,5 0 0,5 0 0,2 0 0,1 0 0,1 0 0,0 0 0,-6 0-8191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24575,'-1'85'0,"3"97"0,-1-172 0,1-1 0,1 0 0,-1 0 0,2 0 0,-1 0 0,1 0 0,0-1 0,1 1 0,0-1 0,0 0 0,1-1 0,0 1 0,0-1 0,1 0 0,0-1 0,0 0 0,11 8 0,-1-3 0,0 0 0,0-1 0,1-1 0,0 0 0,1-2 0,0 0 0,25 6 0,-18-8-170,1-1-1,-1-2 0,1 0 1,0-2-1,-1 0 0,1-2 1,39-8-1,-39 2-6655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24575,'0'1174'-1365,"0"-1142"-5461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24575,'0'542'0,"0"-526"0,0 0 0,0 0 0,2 0 0,0 0 0,1 0 0,1-1 0,0 1 0,1-1 0,0 0 0,1 0 0,1-1 0,1 1 0,0-1 0,0-1 0,2 0 0,0 0 0,0-1 0,19 17 0,-2-8 0,1-1 0,1-2 0,0 0 0,2-3 0,0 0 0,0-2 0,1-1 0,47 10 0,-72-20 0,-1 0 0,1-1 0,0 0 0,0-1 0,0 0 0,0 0 0,0 0 0,0-1 0,0 0 0,0 0 0,0-1 0,0 0 0,-1 0 0,1 0 0,11-7 0,-10 4 0,0-1 0,0 0 0,0-1 0,-1 1 0,0-2 0,0 1 0,-1-1 0,0 1 0,0-2 0,5-9 0,0-5 0,-1 1 0,-1-1 0,-1-1 0,-1 0 0,-1 0 0,-1 0 0,-1-1 0,1-29 0,-9-215 0,3 258 0,-1 0 0,-1 0 0,0 0 0,-1 1 0,0-1 0,0 1 0,-1 0 0,0 0 0,-1 1 0,0-1 0,-1 1 0,0 1 0,0-1 0,-1 1 0,0 0 0,-12-8 0,-13-9 0,-1 2 0,-73-37 0,88 52-134,0 2-1,0 0 1,-1 1 0,0 1-1,0 0 1,0 2-1,0 0 1,0 2 0,-37 2-1,57-2 114,-36 1-6805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24575,'3'1'0,"-1"-1"0,0 1 0,1-1 0,-1 1 0,0 0 0,0 0 0,0 0 0,0 0 0,1 1 0,-1-1 0,-1 1 0,1-1 0,0 1 0,0-1 0,-1 1 0,2 2 0,28 37 0,-20-26 0,3 6 0,-1 1 0,-2 0 0,0 1 0,12 35 0,-11-28 0,0 0 0,18 28 0,29 32-3,-33-53-451,-2 0 0,31 69 0,-40-71-6372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1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0 479 24575,'12'0'0,"8"-6"0,19-7 0,8-2 0,13-4 0,8-9 0,-2-1 0,-1-7 0,0 3 0,-5-4 0,-2-1 0,-5-1 0,-6 1 0,1 2 0,-8 0 0,-5 8 0,-3 1 0,-7 7-8191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0:2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24575,'6'0'0,"7"0"0,13 0 0,14 0 0,11 0 0,8 0 0,11 0 0,6 0 0,-5 0 0,-9 0 0,-9 0 0,-3 0 0,-3 0 0,-4 0 0,-5 0 0,-8 0-8191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1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 24575,'75'-2'0,"61"1"0,-122 2 0,0 1 0,0 0 0,0 0 0,-1 2 0,1 0 0,-1 0 0,16 8 0,-25-10 0,0 0 0,0 0 0,0 1 0,-1 0 0,1-1 0,0 1 0,-1 1 0,0-1 0,0 0 0,0 1 0,0 0 0,0-1 0,-1 1 0,0 0 0,0 1 0,0-1 0,2 7 0,-3-8 0,-1-1 0,0 1 0,0 0 0,0 0 0,0 0 0,0-1 0,0 1 0,-1 0 0,0 0 0,1-1 0,-1 1 0,0 0 0,0-1 0,-1 1 0,1-1 0,0 1 0,-1-1 0,0 0 0,1 1 0,-1-1 0,0 0 0,0 0 0,0 0 0,0-1 0,-1 1 0,1 0 0,0-1 0,-1 0 0,-2 2 0,-13 5 0,-1 0 0,0-1 0,0-1 0,0-1 0,-1-1 0,-21 2 0,16-2 0,1 0 0,-46 16 0,69-20 0,-1 1 0,1-1 0,-1 1 0,1-1 0,-1 1 0,1 0 0,-1 0 0,1-1 0,0 1 0,-1 0 0,1 0 0,0 1 0,0-1 0,0 0 0,0 0 0,0 0 0,0 1 0,0-1 0,0 0 0,0 1 0,0 2 0,1-2 0,0-1 0,0 0 0,0 1 0,0-1 0,1 0 0,-1 1 0,1-1 0,-1 0 0,1 1 0,-1-1 0,1 0 0,0 0 0,0 0 0,-1 0 0,1 0 0,0 0 0,0 0 0,0 0 0,2 2 0,4 2 0,-1-1 0,1 1 0,0-1 0,1 0 0,-1-1 0,16 6 0,47 4 0,-50-10 0,-1 0 0,1 1 0,-1 1 0,30 13 0,-44-16 0,0 0 0,-1 1 0,1 0 0,-1 0 0,0 0 0,0 0 0,0 1 0,0 0 0,-1-1 0,1 1 0,-1 1 0,0-1 0,0 0 0,0 1 0,-1-1 0,0 1 0,0 0 0,0 0 0,0 0 0,-1 0 0,0 0 0,1 7 0,-2-7 0,0 0 0,-1 0 0,1-1 0,-1 1 0,0 0 0,0-1 0,-1 1 0,1-1 0,-1 1 0,0-1 0,0 0 0,-1 1 0,1-1 0,-1 0 0,0-1 0,0 1 0,0 0 0,-1-1 0,1 0 0,-1 0 0,0 0 0,1 0 0,-9 3 0,-5 5 0,-1-1 0,0-1 0,0-1 0,-24 7 0,8-3 0,-1-1 0,0-2 0,0-1 0,-1-2 0,-53 2 0,31-2-1365,37 0-5461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24575,'6'0'0,"1"6"0,0 7 0,-1 7 0,-2 7 0,-1 3 0,-2 3 0,-1 1 0,0 1 0,0 6 0,0 1 0,0-1 0,-6-1 0,-2-8-8191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24575,'0'5'0,"0"9"0,0 6 0,0 6 0,0 5 0,0 2 0,0 1 0,6 1 0,13 0 0,3-1 0,4-5 0,3-8 0,2-8 0,2-5 0,1-5 0,0-3 0,-5-6 0,-9-4-8191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24575,'0'635'-1365,"0"-604"-5461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24575,'-6'6'0,"-1"7"0,-6 8 0,-1 5 0,-3 4 0,1 3 0,-2 2 0,-4 5 0,-4 8 0,-3-4 0,3-10-8191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 24575,'0'-1'0,"0"1"0,-1 0 0,1-1 0,0 1 0,0 0 0,-1-1 0,1 1 0,0 0 0,-1 0 0,1-1 0,-1 1 0,1 0 0,0 0 0,-1 0 0,1-1 0,-1 1 0,1 0 0,0 0 0,-1 0 0,1 0 0,-1 0 0,1 0 0,-1 0 0,1 0 0,-1 0 0,1 0 0,0 0 0,-1 0 0,1 0 0,-1 0 0,1 1 0,-1-1 0,1 0 0,0 0 0,-1 0 0,0 1 0,-8 18 0,3 27 0,6-37 0,1 0 0,-1 0 0,2 0 0,-1-1 0,1 1 0,0 0 0,1-1 0,0 0 0,0 1 0,1-1 0,0 0 0,0-1 0,1 1 0,0-1 0,0 0 0,1 0 0,11 10 0,5 2 0,1-2 0,0 0 0,2-2 0,28 13 0,14 11 0,-60-35 0,0 1 0,0 0 0,-1 1 0,0 0 0,0 0 0,0 0 0,-1 0 0,0 1 0,0 0 0,7 14 0,-11-19 0,0 0 0,-1 0 0,1 0 0,0 0 0,-1 0 0,1 0 0,-1 0 0,0 0 0,0 0 0,0 0 0,0 1 0,0-1 0,0 0 0,-1 0 0,1 0 0,-1 0 0,1 0 0,-2 4 0,0-4 0,0 0 0,0 0 0,0 0 0,0 0 0,0 0 0,0 0 0,0-1 0,-1 1 0,1-1 0,-1 1 0,1-1 0,-1 0 0,0 0 0,1 0 0,-1 0 0,0 0 0,0-1 0,-2 1 0,-24 2-28,0-1 0,0-1 0,-43-4 1,23 1-1227,20 1-5572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2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24575,'6'0'0,"7"0"0,8 0 0,5 0 0,4 0 0,9 0 0,3 0 0,5-6 0,-4-7 0,-5-2 0,-2 2 0,-3 3 0,-5 3-8191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42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24575,'2'1'0,"0"0"0,0 0 0,-1 0 0,1 1 0,-1-1 0,1 1 0,-1-1 0,0 1 0,1 0 0,-1-1 0,0 1 0,0 0 0,0 0 0,0 0 0,0 0 0,-1 0 0,1 0 0,0 2 0,1 2 0,51 126 0,61 137 0,-97-231 0,16 57 0,-25-68 0,1 0 0,1-1 0,1 0 0,2-1 0,19 32 0,-30-55 0,-1 0 0,1 0 0,-1 1 0,1-1 0,0-1 0,0 1 0,0 0 0,0 0 0,0-1 0,0 1 0,1-1 0,-1 0 0,0 0 0,1 0 0,-1 0 0,1 0 0,-1 0 0,1 0 0,0-1 0,-1 1 0,1-1 0,0 0 0,-1 0 0,1 0 0,0 0 0,-1-1 0,1 1 0,-1-1 0,1 1 0,0-1 0,-1 0 0,0 0 0,1 0 0,-1 0 0,1 0 0,-1-1 0,0 1 0,0-1 0,4-3 0,9-8 0,-2 0 0,1-1 0,-2 0 0,17-24 0,-17 22 0,10-12 0,9-10 0,-1-2 0,-2-1 0,-2-1 0,-2-1 0,25-61 0,-30 51 0,-2 0 0,-3 0 0,-1-2 0,5-68 0,-15 104 9,0 1 0,2-1 0,11-30 0,-2 5-1410,-4 10-5425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4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24575,'0'11'0,"0"16"0,0 14 0,0 6 0,6 6 0,1 0 0,6 2 0,1-3 0,-3-4 0,3-4 0,-1-5 0,-3-8-8191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44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24575,'0'-6'0,"6"-1"0,7-1 0,7 2 0,12 2 0,6 2 0,2 0 0,0 2 0,-1 0 0,-2 0 0,-1 0 0,-1 1 0,-1-1 0,0 0 0,-7 0-8191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1:4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24575,'6'0'0,"13"0"0,9 0 0,5 0 0,3 0 0,7 0 0,2 0 0,-2 0 0,-2 0 0,-2 0 0,-2 0 0,-2-6 0,-1-1 0,-1-1 0,0 2 0,0 2 0,-6-4 0,-7-1-8191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1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24575,'-2'28'0,"-1"1"0,-9 39 0,-4 39 0,14-79 0,0-10 0,1 1 0,3 31 0,-2-46 0,1 1 0,-1-1 0,1 0 0,0 0 0,0 0 0,1 0 0,-1 0 0,1 0 0,0-1 0,0 1 0,0 0 0,1-1 0,-1 1 0,1-1 0,0 0 0,0 0 0,4 4 0,12 5 0,-1-1 0,2-1 0,-1-1 0,1 0 0,1-1 0,-1-2 0,31 7 0,-38-10 0,0-1 0,1 0 0,0-1 0,-1-1 0,1 0 0,-1-1 0,1 0 0,0-1 0,-1 0 0,0-1 0,0-1 0,25-9 0,-11-6-1365,-9-1-5461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1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24575,'0'850'0,"-1"-824"26,-2 0 1,-6 27-1,5-35-267,1 0 0,1 0 1,0 0-1,1 0 1,2 25-1,4-26-6585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1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24575,'9'291'0,"-3"-230"0,2 0 0,28 101 0,-26-126 0,-3-12 0,0 1 0,1-1 0,20 39 0,-24-57 0,0 0 0,0 1 0,0-1 0,1-1 0,0 1 0,0-1 0,1 0 0,-1 0 0,1 0 0,0-1 0,1 0 0,-1 0 0,1 0 0,0-1 0,-1 0 0,1 0 0,8 1 0,-5-1 0,-1-1 0,1 0 0,0-1 0,0 0 0,0-1 0,0 1 0,0-2 0,0 0 0,0 0 0,0-1 0,-1 0 0,1 0 0,-1-1 0,1 0 0,-1-1 0,0 0 0,15-10 0,-12 5 0,0 0 0,-1-1 0,0 0 0,-1-1 0,-1 0 0,1-1 0,-2 0 0,1 0 0,-2-1 0,0 0 0,8-19 0,-2-3 0,0-1 0,-3 1 0,0-2 0,-3 1 0,-1-1 0,-2-1 0,-1 1 0,-4-68 0,0 95 0,-1 0 0,0 0 0,-1 0 0,0 0 0,-1 0 0,0 1 0,0-1 0,-1 1 0,0 0 0,-1 1 0,1-1 0,-2 1 0,1 0 0,-1 0 0,-1 1 0,1 0 0,-15-10 0,-12-6 0,0 2 0,-1 2 0,-47-19 0,37 17 0,33 15 0,0 1 0,-1 0 0,1 1 0,-1 1 0,-18-4 0,27 7 0,0-1 0,0 1 0,0 0 0,0 0 0,0 0 0,0 0 0,-1 1 0,1 0 0,0 0 0,0 0 0,0 0 0,0 1 0,1-1 0,-1 1 0,0 0 0,1 0 0,-1 0 0,1 1 0,0-1 0,-1 1 0,-2 3 0,-35 52-1365,21-28-5461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20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24575,'3'0'0,"0"1"0,-1 0 0,1-1 0,0 1 0,-1 0 0,1 1 0,-1-1 0,1 0 0,-1 1 0,1 0 0,-1-1 0,0 1 0,0 0 0,0 0 0,0 0 0,0 0 0,-1 0 0,1 1 0,0-1 0,-1 1 0,0-1 0,0 1 0,1-1 0,-1 1 0,-1 0 0,1-1 0,0 1 0,0 4 0,3 11 0,-1 0 0,2 35 0,-5-51 0,2 391 0,-4-216 0,7-246 0,2 0 0,4 1 0,23-83 0,9-49 0,-39 168 0,0 4 0,12-46 0,-15 68 0,1 1 0,0-1 0,0 1 0,0 0 0,1 0 0,-1 0 0,1 0 0,0 0 0,1 1 0,-1-1 0,1 1 0,0 0 0,0 0 0,8-6 0,-9 9 0,1-1 0,0 1 0,0 0 0,0 0 0,-1 0 0,1 0 0,0 1 0,0 0 0,0 0 0,0 0 0,0 0 0,0 0 0,0 1 0,0 0 0,0 0 0,0 0 0,-1 0 0,1 0 0,0 1 0,-1 0 0,1 0 0,-1 0 0,5 3 0,4 3 0,0 2 0,0-1 0,-1 1 0,18 20 0,-12-8 0,-1 0 0,0 2 0,-2 0 0,0 0 0,-2 1 0,-1 1 0,13 44 0,-4 7 0,14 111 0,-27-122-682,-2 109-1,-5-146-6143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2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24575,'0'-6'0,"6"-1"0,7 0 0,7 1 0,12 2 0,12-4 0,9-1 0,2 1 0,3-4 0,-3 1 0,-5 2 0,-5 2 0,0-3 0,-6 0-8191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2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24575,'1'-2'0,"1"-1"0,0 0 0,-1 0 0,1 0 0,0 1 0,1-1 0,-1 1 0,0 0 0,1-1 0,-1 1 0,1 0 0,0 1 0,0-1 0,0 0 0,-1 1 0,6-2 0,1-2 0,9-5 0,-1 1 0,2 1 0,-1 1 0,1 1 0,0 0 0,1 2 0,-1 0 0,1 1 0,0 1 0,0 0 0,0 2 0,33 3 0,-49-2 0,-1-1 0,0 1 0,0 0 0,1-1 0,-1 2 0,0-1 0,0 0 0,0 0 0,0 1 0,0 0 0,0 0 0,-1 0 0,1 0 0,-1 0 0,1 0 0,-1 0 0,0 1 0,0-1 0,0 1 0,0 0 0,0 0 0,0 0 0,-1 0 0,1 0 0,-1 0 0,0 0 0,0 0 0,0 0 0,-1 0 0,1 1 0,0 4 0,0 11 0,-1 0 0,0 0 0,-1 0 0,-6 27 0,1-4 0,6-37 0,0 0 0,0 0 0,0 0 0,0 1 0,1-1 0,0 0 0,0 0 0,0 0 0,1 0 0,0 0 0,0 0 0,0-1 0,0 1 0,1-1 0,0 1 0,0-1 0,0 0 0,0 0 0,1 0 0,5 5 0,6 2 0,0 0 0,1-2 0,0 1 0,25 10 0,-26-14 0,0 1 0,-1 1 0,0 0 0,-1 1 0,20 16 0,-30-22 0,-1-1 0,1 1 0,-1 0 0,0 1 0,1-1 0,-1 0 0,-1 1 0,1-1 0,0 1 0,-1-1 0,0 1 0,0 0 0,0 0 0,0 0 0,-1-1 0,1 1 0,-1 0 0,0 8 0,-1-9 0,0 0 0,1-1 0,-1 1 0,0 0 0,-1 0 0,1 0 0,0-1 0,-1 1 0,1-1 0,-1 1 0,0-1 0,0 1 0,0-1 0,0 0 0,0 0 0,0 0 0,-1 0 0,1-1 0,-1 1 0,1 0 0,-1-1 0,0 0 0,0 0 0,-4 2 0,-20 3 0,0-2 0,0 0 0,-1-2 0,1 0 0,-1-2 0,-37-5 0,-15 1 0,-51 3-1365,95 1-5461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1 647 24575,'15'1'0,"0"-2"0,0 1 0,0-2 0,0 0 0,21-6 0,-31 6 0,0 0 0,0 0 0,0-1 0,0 1 0,-1-1 0,1-1 0,-1 1 0,0 0 0,0-1 0,0 0 0,0 0 0,-1 0 0,1 0 0,-1-1 0,0 1 0,-1-1 0,1 0 0,2-7 0,0-2 0,0-1 0,-1 0 0,-1 0 0,-1-1 0,0 1 0,0-25 0,-9-96 0,5 107 0,-11-48 0,9 62 0,1 0 0,0 0 0,1-1 0,1 1 0,0 0 0,1-1 0,2-17 0,-1 31 0,0 0 0,-1 0 0,1 0 0,0 0 0,0 0 0,0 0 0,0 0 0,1 0 0,-1 0 0,0 0 0,1 1 0,-1-1 0,1 0 0,0 1 0,-1-1 0,1 1 0,0 0 0,0 0 0,2-2 0,2 1 0,-1 0 0,1 0 0,-1 1 0,1 0 0,-1 0 0,1 0 0,8 0 0,4 1 0,0 1 0,0 1 0,33 7 0,-19-2 0,-1 1 0,0 1 0,-1 2 0,44 21 0,-66-27 0,-1-1 0,0 1 0,1 0 0,-2 1 0,1-1 0,0 1 0,-1 1 0,0-1 0,-1 1 0,0 0 0,0 1 0,0-1 0,-1 1 0,0 0 0,0 0 0,-1 0 0,0 0 0,-1 1 0,0-1 0,0 1 0,1 11 0,-1 28 0,-5 59 0,0-58 0,5 51 0,-2-96 0,1-1 0,-1 1 0,1-1 0,0 0 0,0 1 0,0-1 0,1 0 0,-1 0 0,1 1 0,0-1 0,-1 0 0,1-1 0,1 1 0,-1 0 0,0-1 0,6 5 0,-2-2 0,0-1 0,0-1 0,0 1 0,1-1 0,-1 0 0,1-1 0,13 4 0,7-1 0,1-1 0,0-1 0,36-1 0,-52-2 0,65 0-1365,-44 0-5461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24575,'6'0'0,"7"0"0,8 0 0,5 0 0,5 0 0,2 0 0,1 0 0,6 0 0,3 0 0,-2 0 0,0 0 0,-3 0 0,-8 0-8191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24575,'6'0'0,"7"0"0,8 0 0,11 0 0,6 0 0,2 0 0,0 0 0,-1 0 0,-8 0-8191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0 301 24575,'3'1'0,"0"0"0,0-1 0,0 1 0,0 0 0,0 0 0,0 0 0,0 1 0,0-1 0,-1 1 0,1 0 0,-1-1 0,1 1 0,-1 0 0,0 0 0,1 1 0,-1-1 0,0 0 0,-1 1 0,4 3 0,1 4 0,0 0 0,0 1 0,6 18 0,44 105 0,22 66 0,-68-168 0,1-1 0,2 0 0,1 0 0,2-2 0,1 1 0,28 36 0,-43-64 0,0 1 0,-1-1 0,1 0 0,1 0 0,-1 0 0,0 0 0,0 0 0,1 0 0,-1-1 0,1 1 0,-1-1 0,1 1 0,0-1 0,0 0 0,-1 0 0,1-1 0,0 1 0,0 0 0,0-1 0,0 0 0,0 0 0,0 1 0,0-2 0,0 1 0,0 0 0,0-1 0,0 1 0,-1-1 0,1 0 0,0 0 0,0 0 0,-1 0 0,1-1 0,0 1 0,-1-1 0,1 1 0,-1-1 0,0 0 0,3-2 0,7-7 0,0-1 0,0-1 0,-1 1 0,0-2 0,14-24 0,5-18 0,-2-1 0,39-118 0,-40 100 0,40-143 0,-41 123 0,-4 30 4,-13 39-460,0 0-1,7-44 1,-13 43-6370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24575,'74'-1'0,"86"3"0,-155-2 0,0 1 0,-1-1 0,1 1 0,-1 0 0,1 1 0,-1-1 0,1 1 0,-1 0 0,0 0 0,0 0 0,0 0 0,0 1 0,0 0 0,0 0 0,-1 0 0,1 0 0,-1 0 0,0 1 0,0 0 0,0-1 0,-1 1 0,1 0 0,-1 0 0,0 1 0,0-1 0,0 0 0,-1 1 0,2 5 0,0 6 0,0 0 0,-1 1 0,-1-1 0,-1 0 0,0 1 0,-5 31 0,4-42 0,0-1 0,-1 1 0,1 0 0,-1-1 0,0 1 0,-1-1 0,1 0 0,-1 1 0,0-1 0,0 0 0,-1-1 0,0 1 0,1-1 0,-8 7 0,-3 0 0,-1 0 0,0-1 0,-22 11 0,-25 17 0,60-37 0,0 0 0,1 0 0,-1 0 0,0 0 0,1 0 0,-1 1 0,1-1 0,0 1 0,-1-1 0,1 1 0,0-1 0,0 1 0,0 0 0,0 0 0,0 0 0,0-1 0,1 1 0,-1 0 0,1 0 0,-1 0 0,1 0 0,-1 3 0,2-3 0,0-1 0,-1 1 0,1 0 0,0 0 0,0-1 0,0 1 0,0-1 0,0 1 0,0-1 0,0 1 0,1-1 0,-1 0 0,1 1 0,-1-1 0,1 0 0,-1 0 0,1 0 0,2 1 0,7 3 0,0 0 0,0-1 0,0-1 0,0 0 0,1 0 0,13 1 0,163 0-1365,-153-5-5461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24575,'5'-5'0,"14"-3"0,9 1 0,11 1 0,5 2 0,6 2 0,1 0 0,-4 2 0,-3 0 0,-4 0 0,-3 0 0,-2 1 0,-1-1 0,-1 0 0,0 0 0,-6 0-8191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3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24575,'0'6'0,"5"1"0,9 1 0,6-2 0,7-2 0,9-2 0,10 0 0,3-2 0,-1 0 0,3 0 0,-3 0 0,-2 0 0,-5-1 0,-2 1 0,-3 0 0,-2 0 0,-6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4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24575,'0'505'0,"-1"-499"0,1-1 0,0 1 0,1-1 0,0 1 0,0-1 0,0 1 0,0-1 0,1 1 0,0-1 0,3 7 0,-3-9 0,0-1 0,0 1 0,0-1 0,1 0 0,-1 0 0,1 1 0,-1-1 0,1-1 0,0 1 0,-1 0 0,1-1 0,0 0 0,0 1 0,0-1 0,0 0 0,1 0 0,-1-1 0,0 1 0,4-1 0,41 4 0,0-2 0,58-6 0,-17 0 0,-81 5-114,1-1 1,0-1-1,-1 1 0,1-1 0,-1-1 1,1 0-1,-1 0 0,0 0 0,1-1 1,-1 0-1,14-9 0,-7-1-6712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4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24575,'0'972'-1365,"0"-944"-5461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4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7 24575,'0'29'0,"0"97"0,-20 167 0,19-287 0,-7 48 0,-2 82 0,10-122 0,1 1 0,0-1 0,0 0 0,1 0 0,1 0 0,1 0 0,0 0 0,0-1 0,2 0 0,-1 0 0,10 14 0,-10-20 0,1-1 0,0 1 0,1-1 0,0-1 0,0 1 0,0-1 0,0 0 0,1-1 0,0 0 0,0 0 0,0-1 0,1 0 0,-1 0 0,1-1 0,16 3 0,-1-1 0,1-2 0,-1 0 0,1-1 0,36-5 0,-58 4 0,0-1 0,1 1 0,-1-1 0,0 0 0,0 0 0,1 0 0,-1-1 0,0 1 0,0-1 0,0 0 0,-1 0 0,1 0 0,0 0 0,-1 0 0,1 0 0,-1-1 0,0 1 0,0-1 0,0 0 0,0 0 0,0 0 0,0 1 0,-1-2 0,1 1 0,-1 0 0,0 0 0,0 0 0,0-1 0,0-3 0,1-12 0,0 1 0,-1-1 0,-1 1 0,-2-25 0,0 9 0,-3-451 0,5 472 0,0 1 0,-1 0 0,0-1 0,-1 1 0,-1 0 0,0 0 0,-1 0 0,-9-22 0,10 29 0,0 0 0,0 0 0,0 1 0,-1 0 0,1-1 0,-1 1 0,0 0 0,0 0 0,0 1 0,-1 0 0,0-1 0,1 1 0,-1 1 0,0-1 0,0 1 0,0 0 0,-1 0 0,1 0 0,-1 1 0,1 0 0,-11-1 0,-1 0-227,-1 1-1,0 1 1,0 1-1,0 0 1,-24 6-1,12 1-6598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5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24575,'0'12'0,"6"3"0,7 11 0,8 6 0,0 4 0,2 1 0,2 0 0,4-6 0,1 3 0,-3 2 0,-7-1 0,-7 1 0,0-1 0,-1-1 0,-4-6-8191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5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1 323 24575,'14'-13'0,"2"0"0,-1 2 0,23-13 0,35-28 0,106-91 0,-164 130-455,0 1 0,27-16 0,-18 15-6371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2:5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24575,'5'0'0,"8"0"0,8 0 0,11 0 0,11 0 0,11 0 0,1 0 0,-3 0 0,-5 0 0,-4 0 0,-5 0 0,-2 0 0,-2 0 0,-1 0 0,5 0 0,2 0 0,6 0 0,-5 0-8191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24575,'1'1'0,"1"-1"0,-1 1 0,0-1 0,0 1 0,0-1 0,1 1 0,-1 0 0,0 0 0,0 0 0,0-1 0,0 1 0,0 0 0,0 0 0,-1 0 0,1 0 0,0 1 0,0-1 0,-1 0 0,1 0 0,-1 0 0,1 0 0,-1 1 0,1-1 0,-1 0 0,1 2 0,9 42 0,-7-31 0,10 66 0,-2 1 0,-5 0 0,-5 140 0,0 17 0,-1-210 0,2-1 0,1 0 0,1 0 0,1 0 0,1 0 0,19 51 0,-24-76 0,-1-1 0,1 0 0,-1 1 0,1-1 0,-1 1 0,1-1 0,0 0 0,0 0 0,-1 1 0,1-1 0,0 0 0,0 0 0,0 0 0,0 0 0,1 0 0,-1 0 0,0 0 0,0 0 0,1-1 0,-1 1 0,0 0 0,1-1 0,-1 1 0,0-1 0,1 0 0,-1 1 0,1-1 0,-1 0 0,1 0 0,-1 0 0,1 0 0,-1 0 0,1 0 0,-1 0 0,1 0 0,-1-1 0,0 1 0,1-1 0,-1 1 0,1-1 0,-1 1 0,0-1 0,1 0 0,-1 0 0,0 1 0,0-1 0,0 0 0,0 0 0,0 0 0,0 0 0,2-2 0,7-9 0,-1 0 0,0 0 0,0-1 0,8-15 0,-6 9 0,64-105 0,-5-2 0,-5-4 0,90-265 0,-135 325-682,15-117-1,-29 149-6143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24575,'0'10'0,"-1"0"0,-1-1 0,1 1 0,-2-1 0,1 1 0,-1-1 0,-1 0 0,-6 13 0,-47 71 0,23-40 0,17-25 0,-6 9 0,2 0 0,-20 52 0,37-78 0,0 0 0,0-1 0,2 2 0,-1-1 0,1 0 0,1 1 0,0-1 0,1 0 0,0 1 0,0-1 0,1 1 0,1-1 0,5 19 0,-5-24 0,1-1 0,0 1 0,0-1 0,1 0 0,0 0 0,0 0 0,0-1 0,0 1 0,1-1 0,-1 0 0,1 0 0,0 0 0,1-1 0,-1 0 0,0 0 0,1 0 0,0-1 0,0 1 0,0-1 0,0-1 0,0 1 0,8 0 0,15 3 0,1-2 0,0-1 0,36-1 0,-41-2 0,1-1 0,-1-1 0,0-1 0,-1-1 0,1-1 0,23-10 0,-40 14 0,0-1 0,-1-1 0,1 1 0,-1-1 0,0 0 0,0-1 0,0 1 0,0-1 0,-1-1 0,0 1 0,0-1 0,0-1 0,-1 1 0,0-1 0,0 1 0,-1-1 0,0-1 0,0 1 0,0 0 0,-1-1 0,4-15 0,-6 18 0,0 1 0,-1 0 0,1-1 0,-1 1 0,0 0 0,0-1 0,-1 1 0,1 0 0,-1 0 0,0-1 0,0 1 0,0 0 0,-1 0 0,1 0 0,-1 0 0,0 0 0,0 0 0,-1 1 0,1-1 0,-1 1 0,0-1 0,1 1 0,-1 0 0,-1 0 0,1 0 0,0 1 0,-1-1 0,0 1 0,1 0 0,-1 0 0,0 0 0,0 0 0,-5-1 0,-2 0 0,0 0 0,-1 1 0,1 0 0,-1 0 0,1 1 0,-1 1 0,1 0 0,-1 1 0,0 0 0,1 1 0,-15 3 0,17-2 11,-1 0 0,1 1 0,0 0 0,0 1 0,0 0 0,1 0-1,0 1 1,0 0 0,0 0 0,-12 14 0,16-15-89,0-1 0,0 1 0,0 0-1,1 0 1,-1 1 0,2-1 0,-1 1 0,0 0 0,1-1-1,0 1 1,1 0 0,-1 0 0,1 1 0,0-1 0,1 0-1,-1 0 1,1 0 0,1 9 0,5 8-6748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24575,'6'0'0,"12"0"0,16 0 0,18-6 0,12-1 0,7-6 0,2-6 0,-5 0 0,-3 4 0,-7 3 0,-8 5 0,-6 3 0,-11 2-8191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4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24575,'0'5'0,"5"3"0,14-1 0,21-1 0,20-7 0,11-4 0,0-1 0,-7 0 0,-9 2 0,-2-4 0,-4-7 0,-5-1 0,-5 3 0,-2 3 0,-9 3-8191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24575,'1'9'0,"0"0"0,1-1 0,0 1 0,1 0 0,0-1 0,8 16 0,5 17 0,16 111 0,3 8 0,-30-143 0,1-1 0,1 0 0,0 0 0,1 0 0,1-1 0,0-1 0,14 18 0,-16-25 0,0 0 0,0-1 0,0 0 0,0-1 0,1 0 0,0 0 0,0 0 0,0-1 0,1 0 0,0-1 0,-1 0 0,1 0 0,0-1 0,15 2 0,0-2 0,0 0 0,0-1 0,0-2 0,35-4 0,-53 4-170,1-1-1,0 1 0,-1-1 1,0 0-1,0 0 0,1-1 1,9-6-1,5-6-6655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24575,'-7'9'0,"1"1"0,0 0 0,0 1 0,1 0 0,0-1 0,1 1 0,1 1 0,-5 20 0,-1 0 0,-9 35 0,-14 108 0,4-14 0,5-56 0,5 0 0,5 1 0,4 1 0,9 192 0,1-289-227,1-1-1,0 1 1,0 0-1,1-1 1,5 15-1,7 4-6598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7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185 136 24575,'-2'119'0,"5"133"0,-1-227 0,2 0 0,1 0 0,1-1 0,16 41 0,-17-52 0,1 0 0,0 0 0,2 0 0,-1 0 0,1-1 0,1-1 0,0 1 0,1-2 0,16 15 0,-23-22 0,1 0 0,0 0 0,0 0 0,0-1 0,1 0 0,-1 0 0,0 0 0,1-1 0,0 1 0,-1-1 0,1 0 0,0 0 0,-1-1 0,1 1 0,0-1 0,0 0 0,4-1 0,-2 0 0,0-1 0,0 0 0,0 0 0,-1 0 0,1-1 0,-1 0 0,0 0 0,0-1 0,0 0 0,9-7 0,-5 2 0,0-1 0,0 0 0,-1 0 0,-1 0 0,0-1 0,0-1 0,-1 1 0,-1-1 0,0 0 0,0-1 0,6-21 0,-7 6 0,-1 0 0,-1 0 0,-2 0 0,0-1 0,-7-52 0,-4 13 0,-24-84 0,30 137 0,-1 0 0,0 0 0,-1 1 0,0-1 0,-10-14 0,13 24 0,0 0 0,-1 1 0,1 0 0,-1 0 0,0 0 0,0 0 0,0 0 0,0 1 0,0 0 0,-1 0 0,0 0 0,1 0 0,-1 1 0,0-1 0,-1 1 0,1 1 0,-11-3 0,-59-9 0,41 6 0,-1 1 0,0 2 0,0 1 0,0 2 0,-51 4 0,81-2-114,0 1 1,0-1-1,0 1 0,0 0 0,0 0 1,0 0-1,1 1 0,-1 0 0,1 0 1,0 0-1,-5 4 0,-12 15-6712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24575,'6'1'0,"0"0"0,0 0 0,0 0 0,-1 1 0,1 0 0,-1 0 0,1 0 0,-1 1 0,0 0 0,10 6 0,44 40 0,-34-21 0,26 36 0,-34-41 0,0-1 0,2-1 0,35 32 0,-21-25-341,-1 1 0,-1 2-1,52 68 1,-65-75-6485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2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0 474 24575,'1'-4'0,"1"0"0,-1 0 0,1 1 0,-1-1 0,1 1 0,0-1 0,1 1 0,-1 0 0,0 0 0,1 0 0,0 0 0,-1 0 0,1 0 0,0 1 0,1-1 0,-1 1 0,7-3 0,1-3 0,147-99 0,-39 28 0,-30 5 0,-67 53 0,1 2 0,0 0 0,33-19 0,-6 5-1365,-31 16-5461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3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24575,'6'0'0,"7"0"0,13 0 0,8 0 0,10 0 0,2 0 0,5 0 0,0 0 0,-3 0 0,1 0 0,-2 0 0,-2 0 0,-5 0 0,-2 0 0,-3 0 0,-1 0 0,-1 0 0,-5 0-8191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3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24575,'-4'0'0,"1"1"0,-1 0 0,1 0 0,-1 0 0,1 0 0,-1 1 0,1-1 0,0 1 0,0 0 0,0 0 0,0 0 0,0 0 0,-3 4 0,-34 35 0,38-40 0,-15 21 0,0 1 0,2 1 0,0 0 0,2 1 0,1 0 0,1 1 0,1 1 0,1 0 0,1 0 0,2 0 0,1 1 0,1 0 0,1 0 0,1 0 0,5 55 0,-2-75 0,0-1 0,1 1 0,0-1 0,0 0 0,1 1 0,0-1 0,0 0 0,0-1 0,1 1 0,0-1 0,1 1 0,-1-1 0,1 0 0,0-1 0,1 1 0,-1-1 0,1 0 0,0-1 0,8 6 0,12 4 0,0 0 0,0-2 0,48 15 0,-39-14 0,48 13 0,0-4 0,93 13 0,-13-3 0,-158-31 0,0 0 0,0 0 0,0 1 0,0 0 0,-1 0 0,1 0 0,-1 0 0,1 1 0,-1 0 0,0 0 0,0 0 0,0 0 0,0 0 0,-1 1 0,0 0 0,1 0 0,-1 0 0,0 0 0,-1 0 0,3 6 0,-3-4 0,0 0 0,0 0 0,0 0 0,-1 1 0,0-1 0,-1 1 0,0-1 0,1 1 0,-2-1 0,1 0 0,-1 1 0,0-1 0,0 1 0,-1-1 0,-3 8 0,1-6 0,0 0 0,0 0 0,-1-1 0,0 0 0,-1 0 0,1 0 0,-1-1 0,-1 0 0,1 0 0,-1 0 0,0-1 0,-8 5 0,-7 4 0,0-2 0,-45 19 0,49-24 0,-221 76 0,210-75 0,0-1 0,-1-1 0,1-2 0,-1-1 0,0-2 0,-40-2 0,65 0-151,0 0-1,0 0 0,-1-1 0,1 1 1,0-1-1,1 0 0,-1 0 1,-8-5-1,-8-8-6674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36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24575,'902'0'0,"-829"-6"-1365,-44-2-5461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3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1 504 24575,'10'13'0,"0"0"0,0 0 0,-1 1 0,-1 0 0,-1 1 0,11 26 0,-4-8 0,54 122 0,-27-57 0,100 173 0,-122-241 0,-10-14 0,1 0 0,1-1 0,19 22 0,-25-33 0,-1 1 0,1-2 0,-1 1 0,1-1 0,0 1 0,1-1 0,-1-1 0,0 1 0,1-1 0,0 0 0,-1 0 0,1 0 0,0-1 0,0 0 0,8 0 0,-2-1 0,1 0 0,-1-1 0,0-1 0,0 0 0,0 0 0,0-1 0,0-1 0,0 0 0,-1-1 0,0 0 0,0 0 0,0-1 0,0-1 0,-1 0 0,0 0 0,-1-1 0,0 0 0,0-1 0,15-19 0,6-12 0,-1-2 0,-2-1 0,32-72 0,-30 59 0,152-360 0,-108 236 0,18-71 0,-80 192-1365,-10 34-5461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24575,'437'0'0,"-432"0"0,-1-1 0,1 1 0,0 1 0,0-1 0,-1 1 0,1 0 0,0 0 0,-1 0 0,1 1 0,-1-1 0,0 1 0,1 0 0,-1 1 0,8 4 0,-9-3 0,-1-1 0,1 1 0,0 0 0,-1 0 0,0 0 0,0 0 0,0 0 0,0 0 0,-1 0 0,0 1 0,1-1 0,-2 1 0,1-1 0,0 0 0,-1 1 0,0 5 0,0 17 6,-1 1 1,-1-1-1,-1 0 0,-2 0 0,0-1 0,-2 1 0,-1-1 1,-1 0-1,-13 24 0,-17 26-204,-74 109 0,46-81-833,53-80-5795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1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24575,'1'-2'0,"0"0"0,0 0 0,0 0 0,0 0 0,0 0 0,0 1 0,1-1 0,-1 0 0,1 1 0,-1-1 0,1 1 0,0-1 0,0 1 0,0 0 0,-1 0 0,1-1 0,0 1 0,0 1 0,1-1 0,1-1 0,1 0 0,49-21 0,1 2 0,84-19 0,-88 26 0,-7 3 22,1 2 0,89-5 0,88 12-457,-135 4-561,-59-2-5830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24575,'17'0'0,"17"0"0,20 0 0,6 0 0,4 0 0,3 0 0,2 0 0,-1 0 0,-5 0 0,-8 0 0,-8 0 0,-11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24575,'0'5'0,"6"3"0,7-1 0,7-1 0,7-2 0,3-2 0,3 0 0,1-2 0,1 0 0,0 0 0,0 0 0,4-1 0,9 1 0,6-6 0,0-1 0,-3 0 0,-5-5 0,-10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24575,'-1'104'0,"3"118"0,-1-214 0,-1-1 0,1 0 0,0 1 0,1-1 0,0 0 0,0 0 0,0 0 0,1 0 0,0-1 0,0 1 0,1-1 0,0 1 0,0-1 0,0 0 0,1-1 0,0 1 0,0-1 0,1 0 0,-1 0 0,1-1 0,0 1 0,12 5 0,-3-3 0,0-1 0,1-1 0,0-1 0,0 0 0,0-1 0,1 0 0,-1-2 0,0 0 0,20-1 0,-7 0-112,-17 1-28,0 0 1,0-2 0,0 1 0,0-1 0,0-1 0,0 0-1,-1-1 1,21-7 0,-8-6-6687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24575,'16'186'0,"-1"-42"0,-10 474 39,-7-343-1443,2-257-5422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192 223 24575,'0'590'0,"0"-573"0,1 0 0,0 0 0,2 0 0,-1-1 0,9 28 0,-9-39 0,0 0 0,0-1 0,0 1 0,0 0 0,1-1 0,-1 1 0,1-1 0,0 0 0,1 0 0,-1 0 0,1 0 0,-1-1 0,1 1 0,0-1 0,1 0 0,-1 0 0,0-1 0,1 1 0,0-1 0,-1 0 0,1 0 0,8 2 0,21 1 0,0-2 0,0-1 0,0-2 0,0-1 0,0-1 0,0-2 0,64-17 0,-82 17 0,-1-1 0,-1-1 0,1 0 0,-1-1 0,0-1 0,-1 0 0,15-12 0,-22 15 0,0 0 0,0 0 0,-1-1 0,0 1 0,0-1 0,0-1 0,-1 1 0,0-1 0,0 0 0,-1 0 0,0 0 0,0 0 0,0 0 0,-1-1 0,0 1 0,1-11 0,-1-12 0,-1-1 0,-2 1 0,-1 0 0,-1 0 0,-1 0 0,-2 1 0,-1-1 0,-1 1 0,-2 1 0,-1-1 0,-1 2 0,-1 0 0,-1 0 0,-2 1 0,-1 1 0,0 0 0,-2 2 0,-1 0 0,-1 1 0,0 1 0,-2 1 0,-40-27 0,-15-12 0,44 32 0,-1 1 0,-54-29 0,84 53 0,0-1 0,1 1 0,-1 0 0,0 0 0,0 1 0,0 0 0,-1-1 0,1 2 0,0-1 0,0 1 0,0-1 0,-1 2 0,1-1 0,0 0 0,-10 3 0,8 0 0,1 0 0,0 0 0,0 0 0,0 1 0,0 0 0,0 0 0,1 0 0,0 1 0,-1 0 0,2 0 0,-7 8 0,-5 9 0,0 1 0,2 0 0,1 1 0,1 1 0,0 0 0,2 1 0,2 0 0,0 0 0,-5 35 0,12-57-41,0-1 0,1 0-1,-1 1 1,1-1-1,0 1 1,0-1 0,0 0-1,1 1 1,-1-1 0,1 1-1,0-1 1,-1 0-1,2 0 1,-1 1 0,0-1-1,1 0 1,-1 0 0,1 0-1,0 0 1,0-1-1,0 1 1,0 0 0,1-1-1,-1 1 1,1-1 0,0 0-1,-1 0 1,1 0-1,0 0 1,0-1 0,0 1-1,5 1 1,17 8-6785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24575,'0'0'0,"0"-1"0,0 0 0,0 1 0,0-1 0,0 1 0,0-1 0,0 0 0,1 1 0,-1-1 0,0 1 0,0-1 0,1 1 0,-1-1 0,0 1 0,1-1 0,-1 1 0,0-1 0,1 1 0,-1-1 0,1 1 0,-1-1 0,1 1 0,-1 0 0,1-1 0,-1 1 0,1 0 0,-1 0 0,1-1 0,-1 1 0,2 0 0,24 0 0,23 17 0,-17 4 0,-2 1 0,0 2 0,-1 1 0,27 30 0,-13-12 0,-15-17-110,27 25-308,-2 2-1,73 95 1,-108-121-6408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24575,'0'-6'0,"6"-1"0,13-6 0,4-6 0,3 0 0,3 3 0,2-1 0,2 2 0,0-2 0,1-3 0,0 0 0,0 0 0,-5-4 0,-3-3 0,0-2 0,-4-3 0,-6 5-8191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24575,'77'-1'0,"139"-19"0,-137 7-104,-3-1-527,147-7 1,-195 21-6196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4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24575,'1'-2'0,"0"-1"0,0 1 0,1-1 0,-1 1 0,1 0 0,0-1 0,-1 1 0,1 0 0,0 0 0,0 0 0,0 0 0,1 1 0,-1-1 0,0 0 0,1 1 0,2-2 0,0 0 0,28-17 0,0 1 0,1 1 0,39-13 0,-51 22 0,1 2 0,-1 1 0,2 0 0,-1 2 0,1 1 0,26-1 0,-47 4 0,0 0 0,0 0 0,-1 0 0,1 1 0,0-1 0,0 1 0,-1 0 0,1-1 0,0 1 0,-1 0 0,1 1 0,-1-1 0,1 0 0,-1 1 0,0 0 0,0-1 0,0 1 0,0 0 0,0 0 0,2 3 0,-1-1 0,0 0 0,-1 1 0,0-1 0,0 1 0,-1-1 0,1 1 0,-1 0 0,0-1 0,0 1 0,0 9 0,0 2 0,-2 0 0,0-1 0,-1 1 0,0 0 0,-1 0 0,-7 19 0,0-7 0,-2-1 0,0-1 0,-2 0 0,0-1 0,-2 0 0,-34 39 0,10-20 0,-1-2 0,-64 49 0,95-84 0,-47 44 0,54-48 0,0 0 0,0 1 0,0-1 0,1 1 0,-1 0 0,1 0 0,0 0 0,0 0 0,0 0 0,1 0 0,0 0 0,-1 0 0,0 9 0,2-11 0,1 0 0,-1 0 0,0-1 0,1 1 0,-1 0 0,1 0 0,0-1 0,0 1 0,0 0 0,0-1 0,0 1 0,0-1 0,0 1 0,0-1 0,0 0 0,1 1 0,-1-1 0,0 0 0,1 0 0,-1 0 0,1 0 0,0 0 0,-1 0 0,1 0 0,0-1 0,-1 1 0,1-1 0,0 1 0,0-1 0,-1 0 0,5 1 0,7 1 0,1-1 0,0 0 0,15-1 0,-20 0 0,318-6-1365,-292 6-5461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24575,'6'0'0,"7"0"0,19-5 0,15-3 0,11 0 0,13-3 0,5-6 0,-4-1 0,-3 4 0,-2 3 0,-7 4 0,-7 4 0,-2-5 0,-10-5 0,-6-1 0,-3 1 0,-7 4-8191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24575,'17'0'0,"17"0"0,14 0 0,10 0 0,7 0 0,4 0 0,-5 0 0,-1 0 0,-6-6 0,-7-1 0,-7 0 0,-9 1-8191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24575,'2'135'0,"-5"150"0,-1-246 0,-3-1 0,-15 55 0,12-54 0,1 2 0,-5 49 0,14 104-1365,0-209-5461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24575,'130'-2'0,"143"5"0,-266-3 0,0 1 0,0 0 0,0 0 0,0 0 0,0 1 0,0 0 0,0 1 0,-1 0 0,1 0 0,-1 0 0,0 1 0,0-1 0,0 1 0,0 1 0,-1-1 0,0 1 0,0 0 0,0 0 0,0 1 0,-1 0 0,0-1 0,0 1 0,-1 1 0,1-1 0,3 10 0,-4-5 0,0 0 0,-1 0 0,0 0 0,-1 0 0,0 0 0,0 1 0,-1-1 0,-1 0 0,0 0 0,-1 0 0,0 1 0,0-1 0,-1-1 0,-1 1 0,-6 15 0,-9 7 0,0 0 0,-3-1 0,0-1 0,-2-1 0,-1-1 0,-2-2 0,-1 0 0,-40 30 0,24-30 0,38-24 0,-1 0 0,1 0 0,-1 1 0,1 0 0,0 0 0,1 0 0,-1 1 0,1 0 0,0 0 0,0 0 0,0 1 0,1 0 0,0 0 0,-4 7 0,8-11 0,-1 0 0,1 1 0,0-1 0,0 0 0,1 0 0,-1 1 0,0-1 0,1 0 0,0 0 0,-1 0 0,1 0 0,0 0 0,0 0 0,0 0 0,0 0 0,0 0 0,1 0 0,-1 0 0,1-1 0,-1 1 0,1 0 0,-1-1 0,1 1 0,0-1 0,0 0 0,0 0 0,0 1 0,0-1 0,0-1 0,0 1 0,3 1 0,9 4 0,0 0 0,1-1 0,17 3 0,29 3-65,0-4-1,0-2 0,1-3 1,65-5-1,-50 0-971,-37 3-5789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24575,'-2'175'0,"5"189"0,-2-343 0,1-1 0,1 0 0,2 0 0,-1 0 0,2 0 0,1-1 0,0 0 0,19 33 0,-21-43 0,1 0 0,0 0 0,0-1 0,1 0 0,0 0 0,1-1 0,-1 1 0,1-2 0,1 1 0,-1-1 0,1-1 0,0 1 0,0-1 0,1-1 0,0 0 0,0 0 0,0-1 0,19 3 0,-6-3 0,0-1 0,0-2 0,0 0 0,-1-2 0,24-4 0,-31 4 0,0-1 0,0-1 0,0-1 0,-1 0 0,1-1 0,-1 0 0,-1-1 0,19-13 0,-26 16 0,-1-1 0,1-1 0,-1 1 0,0-1 0,-1 1 0,0-2 0,1 1 0,-2 0 0,1-1 0,-1 1 0,0-1 0,0 0 0,-1 0 0,0 0 0,0-1 0,-1 1 0,0 0 0,0-1 0,-1 1 0,0 0 0,0-1 0,-1 1 0,-2-13 0,-1-3 0,-2 0 0,0-1 0,-2 2 0,-1-1 0,0 1 0,-14-23 0,-74-108 0,19 33 0,72 109 0,-1 0 0,0 1 0,-1 0 0,0 0 0,0 0 0,-1 1 0,-18-14 0,20 18 0,-1 1 0,0 0 0,1 0 0,-1 1 0,-1 0 0,1 0 0,0 1 0,-1 0 0,1 1 0,-1 0 0,1 0 0,-12 0 0,-11 1-120,-74 2 373,96-2-440,-1 1 0,0 1-1,1 0 1,-1 0 0,1 1 0,0 0-1,-18 9 1,6 3-6639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0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24575,'4'1'0,"-1"1"0,1 0 0,-1 0 0,0 0 0,1 0 0,-1 1 0,0-1 0,-1 1 0,1 0 0,0 0 0,-1 0 0,1 0 0,3 7 0,-1-4 0,96 137 0,157 292 0,-253-427 0,0 1 0,1-1 0,-1 0 0,9 9 0,-13-15 0,0-1 0,1 0 0,-1 1 0,0-1 0,0 0 0,1 0 0,-1 0 0,0 0 0,1 0 0,-1 0 0,1 0 0,-1 0 0,1-1 0,0 1 0,-1 0 0,1-1 0,0 0 0,0 1 0,-1-1 0,1 0 0,0 0 0,-1 0 0,1 0 0,0 0 0,0 0 0,-1 0 0,1-1 0,0 1 0,0-1 0,-1 1 0,4-2 0,1-3 0,-1-1 0,1 1 0,-1-1 0,0 1 0,-1-1 0,1-1 0,-1 1 0,0-1 0,-1 0 0,0 1 0,3-9 0,25-86 0,20-160 0,-10 41 0,-30 170-1365,-3 11-5461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24575,'6'0'0,"13"0"0,8 0 0,12 0 0,11 0 0,7 0 0,6 0 0,9 0 0,-1 0 0,-8 0 0,-9-5 0,-2-8 0,2-8 0,-3 1 0,-5 3 0,-4 4 0,-3 5 0,-9 4-8191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5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24575,'6'0'0,"7"0"0,13 0 0,19 0 0,13 0 0,9 0 0,3 0 0,2 0 0,-6 0 0,-2 0 0,-7 0 0,-8 0 0,-5 0 0,-6 0 0,-3 0 0,-2 0 0,0 6 0,-7 1-8191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0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24575,'4'-4'0,"2"0"0,-1 1 0,0 0 0,1 0 0,-1 0 0,1 1 0,0 0 0,0 0 0,-1 0 0,2 1 0,-1 0 0,11-1 0,78 1 0,-90 1 0,237 22 0,-179-14 0,-47-6 0,-1 0 0,1 1 0,-1 1 0,1 0 0,-1 2 0,24 11 0,-33-14 0,0 0 0,-1 1 0,1 0 0,-1 0 0,0 0 0,0 0 0,-1 1 0,1 0 0,-1-1 0,0 2 0,-1-1 0,1 0 0,-1 1 0,0 0 0,0 0 0,-1 0 0,1 0 0,-2 0 0,3 8 0,-2-1 0,1 1 0,-2 0 0,0-1 0,-1 1 0,0 0 0,-1-1 0,0 1 0,-2 0 0,1-1 0,-1 0 0,-1 0 0,-1 0 0,0 0 0,0 0 0,-1-1 0,-1 0 0,0 0 0,-1-1 0,0 0 0,0 0 0,-1-1 0,-1 0 0,0-1 0,0 1 0,-1-2 0,0 0 0,-18 10 0,-51 20 0,62-31 0,1 1 0,-1 0 0,2 1 0,-24 17 0,38-25 0,0 0 0,0 0 0,1 1 0,-1-1 0,1 1 0,-1-1 0,1 1 0,-1-1 0,1 1 0,0 0 0,0 0 0,-1-1 0,1 1 0,1 0 0,-1 0 0,0 0 0,0 0 0,1 0 0,-1 0 0,1 1 0,-1 2 0,2-4 0,0 1 0,-1 0 0,1-1 0,0 1 0,0-1 0,0 1 0,0-1 0,0 1 0,0-1 0,0 0 0,1 1 0,-1-1 0,0 0 0,1 0 0,-1 0 0,1 0 0,-1 0 0,1 0 0,3 1 0,7 2 0,1 1 0,1-2 0,-1 0 0,0 0 0,17 0 0,310 1 0,-189-8 0,-134 5-254,0 1 0,-1 0 1,0 1-1,25 8 0,-40-10 158,20 5-6730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0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24575,'-1'11'0,"0"0"0,-1 0 0,0 0 0,-6 15 0,-4 28 0,4 40 0,8 191 0,1-264 0,1 1 0,0 0 0,2 0 0,1-1 0,0 0 0,11 25 0,-14-40 0,1 0 0,0 0 0,0 0 0,0-1 0,1 1 0,0-1 0,0 0 0,1 0 0,-1-1 0,1 1 0,0-1 0,0 0 0,1 0 0,-1 0 0,1-1 0,-1 0 0,1 0 0,0 0 0,1-1 0,-1 0 0,0 0 0,1-1 0,-1 0 0,12 1 0,-2-1 0,1 0 0,0-1 0,-1-1 0,1 0 0,28-7 0,-39 6 0,1-1 0,-1 1 0,0-1 0,0 0 0,0-1 0,0 1 0,0-1 0,-1 0 0,1 0 0,-1-1 0,0 0 0,-1 0 0,1 0 0,-1 0 0,0-1 0,5-9 0,-1-2 0,-1 1 0,0-1 0,-1-1 0,-1 1 0,-1-1 0,-1 0 0,3-28 0,-4-4 0,-5-76 0,1 108 0,0 1 0,-2 0 0,0 0 0,0 1 0,-2-1 0,0 1 0,0 0 0,-2 0 0,0 1 0,-14-19 0,17 26 0,0 1 0,-1 0 0,0 0 0,-1 0 0,0 0 0,0 1 0,0 1 0,-1-1 0,0 1 0,0 0 0,0 1 0,0 0 0,-1 0 0,1 1 0,-1 0 0,0 0 0,0 1 0,-1 0 0,1 1 0,-15-1 0,-3 8-1365,8 4-5461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24575,'-6'6'0,"0"1"0,0 0 0,1 0 0,0 0 0,1 1 0,-1-1 0,1 1 0,1 0 0,-1 1 0,-2 9 0,0 8 0,1 0 0,-2 28 0,4-26 0,-11 47 0,7-49 0,-30 126 0,34-136 0,1 0 0,1 0 0,0 0 0,2 0 0,-1 0 0,2 0 0,5 25 0,-6-37 0,1 0 0,-1 0 0,1 0 0,-1-1 0,1 1 0,0-1 0,0 1 0,1-1 0,-1 0 0,1 0 0,0 0 0,0 0 0,0 0 0,0 0 0,0-1 0,0 0 0,5 3 0,-1-2 0,0 0 0,0 0 0,0-1 0,1 0 0,-1 0 0,1-1 0,-1 0 0,15 0 0,-4-1 0,1-2 0,-1 0 0,0-1 0,1-1 0,-2 0 0,1-1 0,18-8 0,-18 4 0,0 0 0,0 0 0,-1-2 0,0 0 0,-1-1 0,0-1 0,23-24 0,-30 27 0,0 0 0,-1-1 0,0-1 0,-1 1 0,-1-1 0,0 0 0,0-1 0,-1 1 0,-1-1 0,0 0 0,0 0 0,1-19 0,-2 7 0,-1 0 0,-1-1 0,-1 0 0,-1 1 0,-1-1 0,-11-45 0,11 63 0,0 1 0,0-1 0,-1 1 0,0 0 0,0 0 0,-1 0 0,0 0 0,0 1 0,-1-1 0,0 1 0,0 0 0,0 0 0,-1 1 0,0 0 0,0 0 0,0 0 0,0 1 0,-1-1 0,0 2 0,0-1 0,0 1 0,0 0 0,0 0 0,-1 1 0,0 0 0,-10-1 0,-10 0 0,0 1 0,0 1 0,-53 6 0,67-3 0,0 0 0,0 1 0,0 0 0,0 1 0,1 1 0,-1 0 0,1 1 0,0 0 0,-16 11 0,24-13-97,1 1-1,-1-1 1,0 1-1,1 0 1,0 0-1,0 0 1,1 0-1,-1 1 1,1 0-1,0 0 1,1-1-1,-1 2 0,-2 9 1,-1 12-6729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08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24575,'18'21'0,"-1"0"0,-1 1 0,-1 1 0,-1 1 0,14 30 0,20 34 0,-35-67 0,188 329 0,-199-347 0,-1 0 0,1 0 0,0 0 0,-1 0 0,1-1 0,1 1 0,-1 0 0,0-1 0,0 0 0,1 1 0,0-1 0,-1 0 0,1 0 0,0 0 0,6 2 0,-7-3 0,0-1 0,1 0 0,-1 1 0,1-1 0,-1 0 0,1 0 0,-1 0 0,1 0 0,-1-1 0,0 1 0,1-1 0,-1 1 0,1-1 0,-1 0 0,0 0 0,0 0 0,1 0 0,-1 0 0,0 0 0,0-1 0,0 1 0,2-4 0,10-7 0,-1-1 0,0-1 0,-1-1 0,-1 1 0,0-2 0,-1 0 0,13-29 0,-9 15 0,-2 0 0,-2-1 0,11-51 0,-4-19-455,-5-2 0,-3-194 0,-10 267-6371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1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24575,'0'-1'0,"0"0"0,1 0 0,-1 0 0,0 0 0,1 0 0,-1 0 0,1 0 0,-1 0 0,1 0 0,-1 1 0,1-1 0,0 0 0,-1 0 0,1 1 0,0-1 0,0 0 0,-1 1 0,1-1 0,0 1 0,0-1 0,0 1 0,0-1 0,0 1 0,0 0 0,0-1 0,0 1 0,1 0 0,33-6 0,-29 5 0,107-7 0,138 7 0,-133 3 0,-112-3 0,0 1 0,0 0 0,0 1 0,0 0 0,0 0 0,-1 0 0,1 1 0,0-1 0,-1 1 0,1 1 0,-1-1 0,0 1 0,0 0 0,0 0 0,6 4 0,-9-4 0,1 0 0,-1 0 0,0 1 0,0-1 0,0 0 0,-1 1 0,1-1 0,-1 1 0,0-1 0,0 1 0,0 0 0,0-1 0,-1 1 0,1 0 0,-1 0 0,0-1 0,0 1 0,-1 0 0,1 0 0,-1-1 0,1 1 0,-1 0 0,0-1 0,-3 7 0,1-3 0,0 0 0,0-1 0,-1 1 0,0-1 0,0 0 0,-1 0 0,0 0 0,0 0 0,0-1 0,0 0 0,-1 0 0,0 0 0,-10 5 0,-10 6 0,0-2 0,-30 11 0,34-15 0,-17 6 0,-52 12 0,67-23 0,0 2 0,0 1 0,1 1 0,0 1 0,1 0 0,-39 26 0,56-32 0,0-1 0,1 1 0,0 0 0,0 0 0,0 1 0,0-1 0,1 1 0,-1 0 0,1 0 0,1 0 0,-1 0 0,1 0 0,-1 1 0,1-1 0,1 1 0,-1 0 0,1-1 0,0 1 0,1 0 0,-1 0 0,1 0 0,0-1 0,1 1 0,-1 0 0,1 0 0,0-1 0,0 1 0,1 0 0,0-1 0,0 1 0,0-1 0,4 6 0,-1-3 0,0 1 0,1-1 0,0 0 0,0 0 0,1 0 0,0-1 0,0 0 0,1 0 0,0-1 0,0 0 0,0-1 0,1 1 0,0-2 0,0 1 0,0-1 0,1-1 0,18 5 0,1-3 0,1-2 0,0-1 0,1-1 0,-1-2 0,51-7 0,-70 6 0,-1-1 0,1-1 0,-1 1 0,1-2 0,-1 1 0,0-2 0,-1 1 0,1-1 0,-1-1 0,0 1 0,-1-2 0,0 1 0,0-1 0,0 0 0,-1-1 0,0 0 0,-1 0 0,0 0 0,0-1 0,-1 0 0,-1 0 0,1 0 0,-2 0 0,5-18 0,-4 14 0,-1 1 0,-1-1 0,0 0 0,-1 0 0,0 0 0,-1 0 0,-1 0 0,0 0 0,-1 0 0,-1 1 0,0-1 0,0 1 0,-2-1 0,1 1 0,-2 0 0,0 1 0,0-1 0,-1 1 0,-11-14 0,0 6 0,-1 1 0,0 0 0,-2 2 0,-41-28 0,-98-46 0,117 68 0,37 19-195,-1 0 0,1 0 0,-1 0 0,1-1 0,1 0 0,-10-9 0,1-6-6631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1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95 24575,'-3'67'0,"-12"69"0,7-87 0,3 1 0,2 0 0,4 69 0,-1-116 0,1 1 0,0-1 0,0 1 0,0-1 0,0 0 0,1 0 0,-1 1 0,1-1 0,0 0 0,0 0 0,0 0 0,0-1 0,1 1 0,-1 0 0,1-1 0,0 0 0,-1 0 0,1 1 0,0-1 0,0-1 0,1 1 0,-1 0 0,0-1 0,0 0 0,1 0 0,-1 0 0,1 0 0,-1 0 0,1-1 0,3 1 0,14 1 0,0-1 0,0 0 0,39-5 0,-52 3 0,3-1 0,0 0 0,-1 0 0,1-1 0,-1-1 0,0 0 0,0 0 0,0-1 0,0 0 0,-1-1 0,0 0 0,0 0 0,-1-1 0,1 0 0,-1 0 0,-1-1 0,0 0 0,0-1 0,0 0 0,-1 0 0,-1 0 0,1-1 0,5-14 0,-7 14 0,0 0 0,0 0 0,-1-1 0,0 0 0,-1 1 0,0-1 0,-1 0 0,0 0 0,0 0 0,-1 0 0,-1 0 0,0 0 0,-1 0 0,0 0 0,0 1 0,-1-1 0,0 1 0,-1-1 0,-1 1 0,1 0 0,-2 1 0,-7-13 0,-1 4 0,-1 1 0,0 1 0,-1 0 0,-1 1 0,0 0 0,-1 2 0,0 0 0,-1 1 0,-1 1 0,0 1 0,0 1 0,-1 0 0,0 2 0,-1 0 0,1 2 0,-45-6 0,2 1 0,45 6 0,0 1 0,0 1 0,0 1 0,-26 1 0,39 1 0,-1 0 0,1 0 0,0 0 0,0 1 0,0 0 0,1 0 0,-1 1 0,0 0 0,1 0 0,-1 0 0,1 1 0,0-1 0,0 1 0,1 0 0,-1 1 0,1-1 0,-6 9 0,4-4-124,0 1 0,1-1 0,0 1 0,0 0 0,2 1 0,-1-1-1,1 1 1,0-1 0,1 1 0,-1 20 0,1-1-6702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1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0 363 24575,'2'0'0,"-1"1"0,0-1 0,1 0 0,-1 1 0,0 0 0,1-1 0,-1 1 0,0 0 0,0-1 0,1 1 0,-1 0 0,0 0 0,0 0 0,0 0 0,0 0 0,0 0 0,-1 0 0,1 1 0,1 0 0,15 30 0,-11-21 0,24 56 0,-2 1 0,-3 2 0,30 141 0,-48-154 0,-6-47 0,-1 0 0,2 0 0,-1 0 0,1-1 0,1 1 0,-1 0 0,2-1 0,6 15 0,-10-24 0,1 1 0,-1 0 0,1-1 0,0 1 0,-1-1 0,1 1 0,0-1 0,-1 1 0,1-1 0,0 0 0,-1 1 0,1-1 0,0 0 0,0 1 0,-1-1 0,1 0 0,0 0 0,0 0 0,-1 0 0,1 0 0,0 0 0,0 0 0,0 0 0,-1 0 0,1 0 0,0 0 0,0 0 0,0-1 0,-1 1 0,1 0 0,0 0 0,-1-1 0,1 1 0,0-1 0,0 1 0,-1-1 0,1 1 0,-1-1 0,1 1 0,-1-1 0,1 1 0,-1-1 0,1 0 0,0-1 0,24-33 0,-23 32 0,23-45 0,-3 0 0,25-77 0,0-1 0,11-7 0,90-248 0,-132 328-1365,-2 10-5461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03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24575,'2'-2'0,"1"0"0,-1 0 0,1 0 0,-1 0 0,1 0 0,0 1 0,0-1 0,0 1 0,0 0 0,0 0 0,0 0 0,0 0 0,0 0 0,0 1 0,0-1 0,5 1 0,0 0 0,-1 1 0,1 0 0,-1 0 0,0 1 0,0-1 0,13 6 0,2 3 0,0 1 0,-1 1 0,26 18 0,191 162 0,-184-141-1365,-32-32-5461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0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1 468 24575,'0'-12'0,"5"-8"0,9-8 0,6-10 0,6 2 0,-1 1 0,0 1 0,3 0 0,-5 1 0,0 5 0,-4 3 0,1 4 0,-4-4 0,2 1 0,3-1 0,-1-2 0,-5 4-8191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0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24575,'6'0'0,"7"0"0,13 0 0,8 0 0,4 0 0,6-6 0,8-1 0,0 0 0,-3 1 0,-4 2 0,2-4 0,-2-1 0,-2 1 0,-3 2 0,-9 2-8191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07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24575,'8'-1'0,"-10"2"0,-22 8 0,11-2 0,1 0 0,-1 1 0,2 1 0,-1 0 0,1 1 0,0 0 0,1 1 0,0 0 0,1 1 0,0-1 0,-11 22 0,-75 192 0,48-103 0,38-99 0,2 1 0,0 0 0,2 1 0,0-1 0,2 1 0,0 0 0,2 0 0,1 0 0,4 32 0,-3-52 0,0-1 0,0 1 0,0 0 0,1-1 0,-1 1 0,1-1 0,0 1 0,1-1 0,-1 0 0,1 1 0,-1-2 0,1 1 0,1 0 0,-1 0 0,0-1 0,1 0 0,0 0 0,0 0 0,0 0 0,0 0 0,0-1 0,0 0 0,1 0 0,-1 0 0,1 0 0,0-1 0,-1 0 0,10 2 0,12 1 0,0-2 0,1 0 0,-1-2 0,32-3 0,-20 1 0,-11 1 0,-6 2 0,0-2 0,0-1 0,-1 0 0,1-1 0,27-9 0,-42 10 0,-1 0 0,1-1 0,-1 0 0,0 0 0,0 0 0,0-1 0,0 0 0,0 1 0,-1-2 0,0 1 0,0 0 0,0-1 0,0 0 0,-1 0 0,1 0 0,-1 0 0,-1-1 0,1 1 0,-1-1 0,0 0 0,0 0 0,-1 1 0,2-8 0,-2 9 0,0 0 0,-1 1 0,1-1 0,-1 0 0,0 0 0,0 0 0,0 1 0,0-1 0,-1 0 0,1 0 0,-1 0 0,0 1 0,0-1 0,0 1 0,-1-1 0,1 1 0,-1-1 0,0 1 0,0 0 0,-5-6 0,3 5 0,1 2 0,-1-1 0,0 0 0,0 1 0,-1 0 0,1 0 0,0 0 0,-1 0 0,1 1 0,-1-1 0,0 1 0,1 0 0,-1 1 0,0-1 0,0 1 0,-8 1 0,4-1 0,-1 0 0,1 1 0,-1 0 0,1 1 0,0 0 0,-1 0 0,1 1 0,0 0 0,0 1 0,-15 9 0,19-10 0,1 0 0,-1 1 0,1 0 0,0 0 0,0 0 0,1 0 0,-1 1 0,1-1 0,0 1 0,0 0 0,1 0 0,-1 0 0,1 0 0,0 1 0,1-1 0,-1 1 0,1-1 0,0 1 0,0 9 0,0 18-1365,2-3-5461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0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24575,'0'7'0,"0"0"0,1 0 0,0-1 0,0 1 0,1 0 0,0-1 0,0 1 0,1-1 0,-1 0 0,1 0 0,5 7 0,-6-10 0,0 0 0,0 0 0,0-1 0,1 1 0,-1-1 0,0 1 0,1-1 0,0 0 0,0 0 0,-1 0 0,1-1 0,0 1 0,0-1 0,1 1 0,-1-1 0,0 0 0,0 0 0,1-1 0,-1 1 0,0-1 0,1 1 0,-1-1 0,0 0 0,6-1 0,-6 1 0,-1-1 0,1 1 0,0-1 0,0 0 0,-1 0 0,1 0 0,0 0 0,-1-1 0,1 1 0,-1-1 0,0 1 0,1-1 0,-1 0 0,0 0 0,0 0 0,0 0 0,0-1 0,2-3 0,-1 1 0,0 0 0,-1 0 0,0-1 0,0 1 0,0-1 0,-1 1 0,0-1 0,0 0 0,0-6 0,0 3 0,-1 0 0,0-1 0,0 1 0,-1 0 0,-1-1 0,1 1 0,-2 0 0,1 0 0,-1 0 0,0 0 0,-8-12 0,10 19 0,0-1 0,-1 1 0,0-1 0,0 1 0,0 0 0,0 0 0,0 0 0,0 0 0,0 0 0,0 1 0,-1-1 0,1 1 0,-1-1 0,1 1 0,-1 0 0,0 0 0,1 0 0,-1 0 0,0 0 0,0 1 0,0-1 0,0 1 0,1 0 0,-6 0 0,6 1 0,-1-1 0,1 1 0,-1 0 0,1 1 0,0-1 0,-1 0 0,1 1 0,0-1 0,0 1 0,0 0 0,0-1 0,0 1 0,0 0 0,0 0 0,1 0 0,-1 1 0,1-1 0,-1 0 0,1 1 0,0-1 0,0 0 0,0 1 0,0-1 0,1 1 0,-1 0 0,0 2 0,-5 60-1365,6-34-5461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1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24575,'-4'81'0,"-3"0"0,-19 84 0,8-61 0,11-49 0,1 0 0,3-1 0,7 90 0,-3-139 0,-1-1 0,1 1 0,0-1 0,1 0 0,-1 1 0,1-1 0,0 0 0,0 0 0,0 0 0,0 0 0,1 0 0,0-1 0,-1 1 0,1-1 0,1 1 0,-1-1 0,7 4 0,-4-3 0,0 0 0,1 0 0,-1-1 0,1 0 0,0 0 0,0-1 0,0 0 0,0 0 0,1 0 0,10 0 0,-11-1 0,0-1 0,0 1 0,-1-1 0,1-1 0,0 1 0,0-1 0,-1 0 0,1-1 0,-1 1 0,1-1 0,-1-1 0,1 1 0,-1-1 0,0 0 0,0-1 0,-1 1 0,1-1 0,-1 0 0,0-1 0,0 1 0,0-1 0,0 0 0,-1 0 0,0 0 0,5-9 0,-4-1 0,0 1 0,-1-1 0,-1 0 0,-1 0 0,0-1 0,-1 1 0,0 0 0,-2 0 0,0-1 0,0 1 0,-1 0 0,-5-16 0,7 28 0,-1 0 0,0 0 0,0 0 0,0 0 0,0 0 0,-1 0 0,1 0 0,-1 0 0,0 1 0,1-1 0,-1 1 0,-1-1 0,1 1 0,0 0 0,0-1 0,-1 1 0,1 0 0,-1 1 0,0-1 0,0 0 0,1 1 0,-1 0 0,0-1 0,0 1 0,0 0 0,0 1 0,-1-1 0,1 0 0,0 1 0,0 0 0,0 0 0,-1 0 0,1 0 0,0 0 0,0 0 0,0 1 0,0 0 0,0 0 0,-1 0 0,1 0 0,-4 2 0,-3 2 0,0 0 0,0 0 0,1 1 0,-1 0 0,1 1 0,1 0 0,-1 0 0,1 1 0,0 0 0,-11 17 0,10-10-124,2 0 0,0 0 0,0 1 0,2 0 0,0 0 0,1 0-1,0 1 1,2-1 0,0 1 0,0 28 0,1-13-6702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1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24575,'14'0'0,"0"1"0,0 0 0,0 2 0,0-1 0,0 1 0,0 1 0,-1 1 0,0 0 0,1 0 0,-2 1 0,1 1 0,-1 0 0,0 1 0,-1 1 0,1-1 0,-2 2 0,1-1 0,-1 1 0,15 22 0,-11-13 0,-2 1 0,0 1 0,-1 0 0,-2 0 0,0 1 0,-1 1 0,-1-1 0,-1 1 0,-1 0 0,-1 0 0,1 30 0,-4 248 0,-3-161 0,-4-68-1365,-1-42-5461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1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24575,'39'-3'0,"1"-1"0,0-1 0,53-16 0,-42 9 0,56-6 0,150 12-124,-180 8-1117,-49-2-5585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1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24575,'6'0'0,"7"0"0,8 0 0,5 0 0,10 0 0,5 0 0,0 0 0,0 0 0,-2 0 0,-7 0-8191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3:13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24575,'0'6'0,"5"1"0,9 1 0,12-3 0,13-1 0,7-1 0,5-2 0,1 0 0,-3-1 0,-5 0 0,2-1 0,-1 1 0,-2 0 0,-4-1 0,-2 1 0,-7 0-8191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3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24575,'10'0'0,"-1"0"0,1 1 0,0 0 0,0 0 0,0 1 0,-1 0 0,1 1 0,12 5 0,-18-5 0,1-1 0,-1 1 0,0 0 0,0 0 0,0 1 0,0-1 0,0 1 0,-1 0 0,0 0 0,0 0 0,0 0 0,0 0 0,-1 1 0,1-1 0,-1 1 0,0 0 0,0 0 0,0 5 0,2 4 0,-1 1 0,-1 0 0,-1 0 0,0 0 0,0 1 0,-2-1 0,0 0 0,-1 0 0,0 0 0,-1 0 0,-1-1 0,0 1 0,-1-1 0,-1 0 0,0 0 0,-1 0 0,0-1 0,-16 21 0,-19 31 0,-49 67 0,81-118 0,0 0 0,1 0 0,0 1 0,2 0 0,-1 0 0,-7 26 0,14-38 0,0 1 0,0-1 0,0 0 0,0 1 0,1-1 0,-1 1 0,1-1 0,0 1 0,0 0 0,0-1 0,1 1 0,-1-1 0,1 1 0,0-1 0,0 0 0,0 1 0,1-1 0,-1 0 0,1 0 0,-1 0 0,1 0 0,0 0 0,0 0 0,1 0 0,-1-1 0,0 1 0,1-1 0,0 1 0,-1-1 0,1 0 0,0 0 0,0 0 0,0-1 0,1 1 0,-1-1 0,0 0 0,7 2 0,19 3 0,1-1 0,0-1 0,0-2 0,0-2 0,56-4 0,-10 0 0,192 2-1365,-240 2-5461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3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24575,'-21'0'0,"1"0"0,0 1 0,-1 1 0,-27 7 0,40-6 0,0-1 0,1 2 0,-1-1 0,1 1 0,0 0 0,-1 1 0,2 0 0,-1 0 0,1 0 0,0 1 0,0 0 0,0 0 0,-6 10 0,-2 4 0,1 1 0,1 1 0,0 0 0,2 0 0,1 1 0,1 1 0,1-1 0,-7 43 0,9-34 0,1 0 0,2 1 0,1 0 0,2-1 0,1 1 0,8 36 0,-8-57 0,1 0 0,0-1 0,1 1 0,0-1 0,1 1 0,0-1 0,1 0 0,0-1 0,1 0 0,0 0 0,16 18 0,-15-21 0,-1-1 0,1 0 0,0 0 0,1-1 0,-1 0 0,1 0 0,0-1 0,0 0 0,1 0 0,-1-1 0,1-1 0,-1 0 0,1 0 0,0-1 0,10 1 0,-4-1 0,1-1 0,-1-1 0,1-1 0,-1 0 0,0-1 0,1 0 0,-2-1 0,32-13 0,-41 14 0,0 0 0,-1 0 0,1 0 0,-1-1 0,1 0 0,-1 0 0,0 0 0,-1-1 0,1 0 0,-1 0 0,0 0 0,0 0 0,0 0 0,-1-1 0,0 0 0,0 0 0,0 0 0,-1 0 0,0 0 0,0 0 0,0-1 0,-1 1 0,0-1 0,0 1 0,-1-10 0,0 14 0,0-1 0,0 0 0,0 1 0,-1-1 0,1 1 0,-1-1 0,1 1 0,-1-1 0,0 1 0,0-1 0,-1 1 0,1-1 0,0 1 0,-1 0 0,1 0 0,-1 0 0,0 0 0,0 0 0,1 0 0,-1 0 0,-3-1 0,0 0 0,0 0 0,0 1 0,0 0 0,0 0 0,0 0 0,0 1 0,-1-1 0,1 1 0,-11 0 0,4 0 0,1 1 0,-1 0 0,0 1 0,1 1 0,-1 0 0,1 0 0,0 1 0,0 0 0,-16 7 0,21-6 7,0 0-1,0 1 0,0 0 0,0 0 1,1 0-1,0 0 0,0 1 1,0 0-1,1 0 0,-1 0 1,2 1-1,-1-1 0,1 1 0,0 0 1,0 0-1,1 0 0,-1 0 1,-1 15-1,0 6-377,2-1-1,1 1 1,3 47 0,0-45-6455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3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21 24575,'0'-1'0,"0"0"0,0 0 0,0 0 0,-1 1 0,1-1 0,0 0 0,0 0 0,-1 0 0,1 0 0,-1 0 0,1 0 0,-1 1 0,1-1 0,-1 0 0,1 0 0,-1 1 0,0-1 0,1 0 0,-1 1 0,0-1 0,0 1 0,1-1 0,-1 1 0,0-1 0,0 1 0,0 0 0,0-1 0,0 1 0,1 0 0,-1 0 0,0-1 0,0 1 0,0 0 0,0 0 0,0 0 0,0 0 0,0 0 0,0 0 0,-1 1 0,-2-1 0,0 1 0,0-1 0,0 1 0,0 0 0,0 0 0,0 1 0,0-1 0,-4 3 0,-2 3 0,-1 1 0,1 0 0,1 1 0,0 0 0,0 1 0,1 0 0,0 0 0,-13 23 0,7-10 0,2 1 0,0 1 0,-10 34 0,14-25 0,3 1 0,0-1 0,2 1 0,2-1 0,1 1 0,9 61 0,-8-88 0,0 0 0,1 0 0,0-1 0,1 1 0,0-1 0,0 0 0,0 0 0,1 0 0,0 0 0,1-1 0,-1 1 0,1-1 0,0 0 0,1-1 0,-1 1 0,1-1 0,0 0 0,1 0 0,-1-1 0,1 0 0,0 0 0,0-1 0,8 4 0,-1-2 0,0 0 0,0-1 0,1 0 0,-1-1 0,1 0 0,0-2 0,0 1 0,0-2 0,0 0 0,0-1 0,22-4 0,-25 2 0,0-1 0,0-1 0,-1 1 0,0-2 0,0 0 0,0 0 0,0-1 0,-1 0 0,0-1 0,-1 0 0,0 0 0,11-13 0,-15 16 0,-1 0 0,0 0 0,0-1 0,0 1 0,0-1 0,-1 0 0,0 0 0,0 0 0,-1-1 0,0 1 0,0-1 0,0 1 0,-1-1 0,0 0 0,0 1 0,0-1 0,-1 0 0,0 0 0,-1 1 0,1-1 0,-1 0 0,-1 0 0,1 1 0,-4-8 0,4 11 0,-1 0 0,0 0 0,-1 0 0,1 0 0,-1 0 0,1 0 0,-1 0 0,0 1 0,0 0 0,0-1 0,0 1 0,0 0 0,-1 0 0,1 1 0,0-1 0,-1 1 0,0 0 0,1 0 0,-1 0 0,0 0 0,1 0 0,-1 1 0,0 0 0,0 0 0,-4 0 0,1 0 0,0 1 0,0-1 0,-1 1 0,1 1 0,0-1 0,0 1 0,0 0 0,0 1 0,1 0 0,-1 0 0,1 0 0,-9 7 0,6-2-76,1 1 1,0 0-1,1 0 0,0 1 0,0 0 0,1 1 0,1-1 0,0 1 1,0 0-1,1 0 0,0 1 0,1-1 0,0 1 0,1 0 1,0 0-1,1 0 0,0 14 0,1 6-6750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4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24575,'-7'-1'0,"0"1"0,0 1 0,0-1 0,0 1 0,0 1 0,0-1 0,0 1 0,0 0 0,0 1 0,1 0 0,-7 3 0,9-3 0,0 0 0,1 0 0,0 0 0,-1 0 0,1 1 0,0-1 0,1 1 0,-1 0 0,1 0 0,0 0 0,0 0 0,0 0 0,0 0 0,1 0 0,-1 1 0,1-1 0,0 1 0,0 5 0,-2 12 0,1 0 0,1 0 0,1 0 0,1-1 0,6 33 0,-6-46 0,1-1 0,0 1 0,1-1 0,-1 0 0,2 0 0,-1 0 0,1 0 0,6 9 0,-7-13 0,-1 0 0,1 0 0,0 0 0,0-1 0,0 1 0,1-1 0,-1 0 0,0 0 0,1 0 0,-1 0 0,1 0 0,0-1 0,0 0 0,-1 0 0,1 0 0,0 0 0,5 0 0,-5 0 0,0-1 0,0 0 0,0 0 0,0-1 0,-1 1 0,1-1 0,0 0 0,0 0 0,-1 0 0,1 0 0,0-1 0,-1 1 0,1-1 0,-1 0 0,0 0 0,0 0 0,1-1 0,-1 1 0,-1-1 0,1 0 0,0 1 0,-1-1 0,1-1 0,-1 1 0,0 0 0,0 0 0,0-1 0,-1 1 0,1-1 0,-1 1 0,0-1 0,0 0 0,0 0 0,0-4 0,3-15 0,0 0 0,-2 0 0,-1 0 0,-3-33 0,2 47 0,-11-53 120,11 60-137,-1 0 0,0 0 1,0-1-1,0 1 0,0 0 0,0 0 1,-1 0-1,1 0 0,0 0 0,-1 1 1,-1-3-1,2 4-24,0-1-1,1 1 1,-1 0-1,0-1 1,0 1-1,1 0 1,-1-1 0,0 1-1,0 0 1,0 0-1,0 0 1,1 0 0,-1 0-1,0 0 1,0 0-1,0 0 1,0 0-1,1 0 1,-1 0 0,0 1-1,0-1 1,0 0-1,1 1 1,-1-1-1,0 0 1,0 1 0,1-1-1,-1 1 1,0-1-1,0 2 1,-10 9-6785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4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24575,'51'0'0,"0"2"0,77 13 0,-112-12 0,0 0 0,0 2 0,0 0 0,-1 1 0,0 0 0,0 1 0,-1 1 0,0 0 0,0 1 0,-1 1 0,0 0 0,12 12 0,-20-15 0,1 1 0,-2-1 0,1 1 0,-1 1 0,0-1 0,0 1 0,-1-1 0,0 1 0,-1 0 0,0 0 0,0 0 0,-1 0 0,0 0 0,-1 1 0,0 13 0,-1-5 0,-1 0 0,0 0 0,-1 0 0,-1 0 0,0-1 0,-14 33 0,5-28 0,-1 0 0,-1-2 0,-1 0 0,0-1 0,-2 0 0,0-1 0,-29 21 0,-9 12 0,56-51 0,-22 20 0,2 1 0,-25 32 0,39-45 0,1 1 0,-1 0 0,2 1 0,-1-1 0,1 1 0,1 0 0,-1 0 0,2 0 0,0 0 0,-2 12 0,2-8 0,1 0 0,0 0 0,1-1 0,1 1 0,4 26 0,-4-36 0,0 1 0,1-1 0,-1 0 0,1 0 0,0 0 0,1 0 0,-1 0 0,1 0 0,-1-1 0,1 1 0,0-1 0,0 0 0,1 0 0,-1 0 0,1 0 0,-1 0 0,1-1 0,0 0 0,0 0 0,0 0 0,8 3 0,8 1 0,-1-1 0,1-1 0,0 0 0,38 1 0,86-8 0,-59 0 0,-79 3 0,-1 0 0,1 0 0,-1-1 0,0 0 0,1 0 0,-1 0 0,0-1 0,0 0 0,0 0 0,0 0 0,0 0 0,0-1 0,0 0 0,-1 0 0,0 0 0,1-1 0,-1 0 0,0 1 0,-1-1 0,1 0 0,-1-1 0,0 1 0,0-1 0,0 1 0,0-1 0,-1 0 0,0 0 0,0 0 0,0-1 0,1-5 0,1-10 0,-1 0 0,0 0 0,-1 0 0,-2 0 0,0 0 0,-5-33 0,3 41 0,-1 1 0,0-1 0,-1 1 0,0 0 0,-1 0 0,-1 1 0,0-1 0,0 1 0,-16-19 0,-9-8 0,-44-43 0,46 51 0,-3 0 0,-43-32 0,49 43 0,2-1 0,1-1 0,0-1 0,-21-26 0,40 41 0,-1-1 0,1 1 0,0-1 0,0 0 0,1 0 0,0-1 0,1 1 0,0-1 0,0 1 0,1-1 0,0 0 0,0 1 0,1-11 0,0 15 0,0 1 0,1-1 0,-1 0 0,1 0 0,-1 0 0,1 0 0,0 1 0,1-1 0,-1 0 0,1 1 0,0-1 0,-1 1 0,1 0 0,1-1 0,-1 1 0,0 0 0,1 0 0,0 1 0,0-1 0,-1 0 0,2 1 0,-1 0 0,0 0 0,0 0 0,1 0 0,-1 0 0,1 0 0,-1 1 0,1 0 0,6-2 0,10 1-455,0 0 0,37 2 0,-26 2-6371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4:4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24575,'2'1'0,"0"-1"0,1 1 0,-1-1 0,0 1 0,0 0 0,0 0 0,0 0 0,0 0 0,0 0 0,0 0 0,0 1 0,0-1 0,0 0 0,0 1 0,-1 0 0,1-1 0,-1 1 0,2 3 0,26 40 0,-21-29 0,46 77 0,-4 2 0,-5 3 0,-4 1 0,53 194 0,-27-63 0,-67-229 0,1 1 0,-1 0 0,1-1 0,-1 1 0,1 0 0,0-1 0,0 1 0,0-1 0,0 1 0,0-1 0,0 0 0,0 1 0,2 1 0,-3-3 0,1 0 0,-1 0 0,0 0 0,1 0 0,-1 0 0,0 0 0,1 0 0,-1 0 0,1 0 0,-1 0 0,0 0 0,1 0 0,-1 0 0,0-1 0,1 1 0,-1 0 0,0 0 0,1 0 0,-1 0 0,0-1 0,1 1 0,-1 0 0,0 0 0,1-1 0,-1 1 0,0 0 0,0 0 0,1-1 0,-1 1 0,0 0 0,0-1 0,0 1 0,0 0 0,1-1 0,-1 0 0,2-4 0,0-1 0,0 0 0,0 1 0,0-1 0,-1 0 0,1-8 0,11-217 0,12-86 0,26 66 134,-7 45-1633,-39 176-5327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5:5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24575,'1'1'0,"0"-1"0,1 0 0,-1 1 0,1-1 0,-1 1 0,0 0 0,1-1 0,-1 1 0,0 0 0,0 0 0,1 0 0,-1 0 0,0 0 0,0 0 0,0 0 0,0 0 0,0 1 0,-1-1 0,2 2 0,15 29 0,-13-24 0,84 205 0,-86-207 0,7 21 0,-3 0 0,0 1 0,-1 0 0,0 31 0,-2-28 0,0 0 0,15 52 0,-6-38 0,-2 0 0,-1 1 0,2 57 0,-6 139 0,-6-233 0,-1 79 0,1 82 0,3-148 0,0-1 0,1 0 0,1 0 0,2 0 0,12 35 0,-17-54 0,-1 0 0,1 0 0,0 0 0,0 0 0,-1 0 0,1 0 0,1 0 0,-1 0 0,0 0 0,0-1 0,1 1 0,-1-1 0,1 1 0,-1-1 0,1 1 0,0-1 0,0 0 0,-1 0 0,1 1 0,0-1 0,0-1 0,4 3 0,-4-4 0,0 0 0,1 0 0,-1 1 0,0-1 0,0 0 0,0 0 0,-1-1 0,1 1 0,0 0 0,0-1 0,0 1 0,-1-1 0,1 0 0,-1 1 0,0-1 0,1 0 0,-1 0 0,0 0 0,0 0 0,0 0 0,0 0 0,1-3 0,125-276 0,-34 86 0,-18 34 0,123-194 0,270-294 0,-443 621-1365,-5 6-5461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5:5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24575,'9'-2'0,"0"-1"0,0 1 0,0-2 0,-1 1 0,1-1 0,-1 0 0,0-1 0,0 0 0,-1-1 0,10-7 0,19-12 0,-12 14 0,1 0 0,0 1 0,1 2 0,0 1 0,0 0 0,0 2 0,1 2 0,0 0 0,0 1 0,0 2 0,0 1 0,-1 1 0,47 9 0,-65-9 0,0-1 0,-1 1 0,1 1 0,0 0 0,-1 0 0,0 0 0,0 1 0,0 0 0,0 0 0,-1 1 0,0 0 0,1 0 0,-2 1 0,1-1 0,-1 1 0,0 0 0,9 13 0,-10-10 0,0-1 0,0 1 0,-1 0 0,0 0 0,-1 0 0,0 1 0,0-1 0,-1 0 0,0 1 0,-1-1 0,0 1 0,0-1 0,-1 1 0,-4 16 0,2-13 0,0 0 0,-2-1 0,1 1 0,-2-1 0,0 0 0,0 0 0,-9 12 0,-7 6 0,-32 32 0,11-12 0,41-49 0,1 1 0,0-1 0,0 0 0,0 1 0,0-1 0,0 1 0,0 0 0,0-1 0,1 1 0,-1-1 0,0 1 0,1 0 0,0 0 0,-1-1 0,1 1 0,0 2 0,0-3 0,0 0 0,0-1 0,1 1 0,-1 0 0,0 0 0,1-1 0,-1 1 0,1 0 0,-1-1 0,1 1 0,-1-1 0,1 1 0,0 0 0,-1-1 0,1 1 0,0-1 0,-1 0 0,1 1 0,0-1 0,-1 0 0,1 1 0,0-1 0,0 0 0,1 1 0,7 0 0,0 0 0,0 0 0,0-1 0,17-1 0,-13 0 0,4 1 0,0 0 0,0 1 0,0 0 0,-1 1 0,1 1 0,-1 1 0,1 1 0,19 7 0,-26-7 0,-1 0 0,1 0 0,-1 1 0,-1 0 0,1 1 0,-1 0 0,0 0 0,0 1 0,-1 0 0,0 0 0,-1 0 0,0 1 0,0 0 0,6 13 0,-8-13 0,1 1 0,-1 0 0,-1 0 0,0 0 0,0 1 0,-1-1 0,0 1 0,-1-1 0,0 1 0,0 0 0,-2 11 0,0-16 0,0 1 0,-1 0 0,0-1 0,0 1 0,0-1 0,-1 0 0,1 0 0,-2 0 0,1 0 0,-1 0 0,1-1 0,-2 0 0,1 1 0,0-1 0,-1-1 0,0 1 0,0-1 0,-11 7 0,-20 10-195,-1-2 0,-1-2 0,-1-1 0,0-2 0,-1-2 0,-55 10 0,66-16-6631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24575,'-6'0'0,"-2"6"0,-5 2 0,-6 10 0,0 9 0,-2 4 0,2 4 0,5 1 0,4 0 0,-2 0 0,-4-1 0,1-1 0,2 1 0,4 4 0,3 2 0,3 0 0,2-2 0,1-8-8191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24575,'-14'19'0,"-5"17"0,10-9 0,2 1 0,1 0 0,1 0 0,1 0 0,1 1 0,2 38 0,2-63 0,-1 1 0,1-1 0,0 0 0,0 1 0,0-1 0,1 0 0,-1 0 0,1 0 0,0 0 0,0-1 0,1 1 0,-1 0 0,1-1 0,0 1 0,0-1 0,0 0 0,0 0 0,0 0 0,1-1 0,-1 1 0,1-1 0,0 0 0,0 0 0,0 0 0,0 0 0,0 0 0,0-1 0,5 1 0,14 4 0,0-2 0,0 0 0,1-2 0,23 0 0,-33-1 0,233 0 39,-137-2-1443,-73 1-5422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2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24575,'0'872'-1365,"0"-843"-5461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24575,'0'6'0,"0"7"0,0 8 0,0 5 0,0 10 0,0 4 0,0 2 0,-6-2 0,-2-1 0,1-1 0,-5-3 0,1 0 0,1-1 0,3-1 0,2 0 0,-3 0 0,-1-6-8191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24575,'-17'0'0,"3"-1"0,-1 1 0,1 1 0,0 0 0,0 1 0,-22 5 0,32-5 0,0 0 0,-1 0 0,1 0 0,0 1 0,0 0 0,0-1 0,0 1 0,1 0 0,-1 1 0,1-1 0,0 1 0,0-1 0,0 1 0,0 0 0,1 0 0,-1 0 0,1 1 0,0-1 0,1 1 0,-3 6 0,0 1 0,1-1 0,0 1 0,1 0 0,0 0 0,1 0 0,0 0 0,1 1 0,1-1 0,3 22 0,-3-27 0,1-1 0,0 1 0,0-1 0,1 0 0,-1 0 0,1 0 0,1 0 0,-1 0 0,1-1 0,0 1 0,1-1 0,-1 0 0,1 0 0,0-1 0,0 1 0,0-1 0,1 0 0,11 6 0,91 39 0,-63-30 0,79 45 0,-112-56 0,-1 0 0,0 0 0,0 1 0,0 0 0,-1 1 0,-1 1 0,0-1 0,0 1 0,-1 1 0,13 24 0,-19-33 0,0 0 0,-1 1 0,1-1 0,-1 0 0,0 1 0,0-1 0,0 1 0,-1 0 0,1-1 0,-1 1 0,0 0 0,0-1 0,0 1 0,0 0 0,-1-1 0,-1 6 0,1-6 0,-1 0 0,1-1 0,-1 1 0,0-1 0,0 0 0,0 0 0,0 1 0,-1-1 0,1 0 0,0-1 0,-1 1 0,1 0 0,-1-1 0,0 0 0,0 1 0,1-1 0,-1 0 0,0 0 0,0-1 0,-4 2 0,-81 20-455,-1-4 0,-103 7 0,162-24-6371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24575,'0'-5'0,"11"-9"0,10 0 0,18 1 0,14-3 0,10-4 0,4 1 0,-2 4 0,-7 5 0,-8 3 0,-13-2 0,-11 0-8191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24575,'12'0'0,"8"0"0,14 0 0,11 0 0,5 0 0,-1 0 0,-4 0 0,-3 0 0,-3 0 0,-3 0 0,-7 0-8191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24575,'6'0'0,"7"0"0,13 0 0,8-6 0,10-1 0,2 0 0,0 1 0,-3 2 0,-2 1 0,-3 2 0,-3 0 0,-1 1 0,0 1 0,-1-1 0,-1 0 0,1 1 0,6-1 0,-4 0-8191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08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0 392 24575,'2'29'0,"0"0"0,2 0 0,1-1 0,12 41 0,47 112 0,-30-92 0,130 391 0,-150-436 0,1 0 0,3-1 0,39 68 0,-56-109 0,0 0 0,1 0 0,-1-1 0,0 1 0,1 0 0,-1-1 0,1 1 0,0-1 0,-1 1 0,1-1 0,0 0 0,0 0 0,0 1 0,4 0 0,-5-2 0,1 0 0,-1 1 0,0-1 0,1 0 0,-1 0 0,0 0 0,1-1 0,-1 1 0,0 0 0,1 0 0,-1-1 0,0 1 0,0-1 0,1 1 0,-1-1 0,0 0 0,0 1 0,2-3 0,3-2 0,-1 0 0,0-1 0,0 0 0,0-1 0,-1 1 0,0-1 0,0 1 0,2-9 0,35-83 0,-6-1 0,37-163 0,-46 157 0,191-796-1365,-204 845-5461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0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24575,'85'-1'0,"96"3"0,-176-2 0,0 1 0,0-1 0,0 1 0,0 0 0,0 1 0,0-1 0,0 1 0,-1 0 0,1 0 0,0 0 0,-1 1 0,0 0 0,0 0 0,1 0 0,-1 0 0,3 4 0,-5-4 0,0-1 0,-1 1 0,1-1 0,-1 1 0,1 0 0,-1 0 0,0-1 0,0 1 0,0 0 0,-1 0 0,1 0 0,-1 0 0,1 0 0,-1 0 0,0 0 0,0 0 0,0 0 0,-1 0 0,1 0 0,-1 0 0,0 0 0,0 0 0,0 0 0,0 0 0,0 0 0,0-1 0,-4 6 0,-3 4 0,0 0 0,0-1 0,-1 0 0,-1-1 0,0 0 0,0 0 0,-14 9 0,-86 52 0,4-3 0,104-67 0,1-1 0,0 1 0,-1 0 0,1 0 0,0 0 0,0 0 0,0 0 0,0 0 0,0 0 0,0 0 0,0 0 0,0 0 0,1 1 0,-1-1 0,0 0 0,1 1 0,-1-1 0,1 0 0,-1 1 0,1-1 0,0 1 0,-1 2 0,2-3 0,-1 0 0,1 0 0,0 0 0,-1 0 0,1 0 0,0-1 0,0 1 0,0 0 0,0 0 0,0 0 0,0-1 0,0 1 0,0-1 0,0 1 0,0-1 0,0 1 0,1-1 0,-1 1 0,0-1 0,2 0 0,13 3 0,0-1 0,0-1 0,17 0 0,-25-1 0,64-1 0,-37 0 0,0 1 0,0 1 0,67 12 0,-92-10 0,0-1 0,0 2 0,0-1 0,-1 1 0,1 1 0,-1 0 0,0 0 0,-1 1 0,1 0 0,-1 0 0,0 1 0,0 0 0,-1 1 0,0-1 0,-1 1 0,1 1 0,8 16 0,-4-2 0,-1 0 0,-1 1 0,-2 0 0,0 1 0,-1 0 0,-2 0 0,-1 0 0,0 0 0,-2 1 0,-3 28 0,3-50 0,-1 0 0,-1 0 0,1 0 0,0-1 0,-1 1 0,0 0 0,0 0 0,0-1 0,0 1 0,-1 0 0,0-1 0,1 0 0,-1 1 0,0-1 0,0 0 0,-1 0 0,1 0 0,-1 0 0,0 0 0,-3 2 0,0-1 0,0-1 0,0 0 0,-1 0 0,1 0 0,-1-1 0,0 0 0,0 0 0,0-1 0,0 0 0,-8 1 0,-32-1 0,0-1 0,0-2 0,-72-14 0,-44-2 0,136 16-455,0 0 0,-36-10 0,37 6-6371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24575,'6'0'0,"13"0"0,20 0 0,16 0 0,8 0 0,7 0 0,1 0 0,-5 0 0,-8 0 0,-8 0 0,-8 0 0,-4 0 0,-3 0 0,-3 0 0,-6 0-8191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24575,'5'0'0,"14"0"0,9 0 0,11 0 0,11 0 0,2 0 0,-2 0 0,-4 0 0,-4 0 0,-4 0 0,-2 0 0,-2 0 0,-6 0-8191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9 437 24575,'-1'1'0,"0"-1"0,1 1 0,-1-1 0,1 1 0,-1-1 0,1 1 0,-1 0 0,1-1 0,-1 1 0,1 0 0,-1-1 0,1 1 0,0 0 0,-1 0 0,1 0 0,0-1 0,0 1 0,0 0 0,0 0 0,0 0 0,0 0 0,0-1 0,0 1 0,0 0 0,0 0 0,0 1 0,2 29 0,-2-30 0,4 34 0,2-1 0,2 1 0,1-2 0,18 45 0,66 127 0,-83-184 0,71 185 0,-27-60 0,-24-63 0,-21-53 0,2 0 0,24 47 0,-34-75 0,0 0 0,0 0 0,1 0 0,-1 0 0,1 0 0,-1 0 0,1-1 0,0 1 0,-1 0 0,1-1 0,0 0 0,4 3 0,-5-4 0,0 0 0,0 1 0,-1-1 0,1 0 0,1 0 0,-1 0 0,0 0 0,0 0 0,0 0 0,0 0 0,0 0 0,0 0 0,0 0 0,0 0 0,0-1 0,0 1 0,-1 0 0,1-1 0,0 1 0,0-1 0,1 0 0,2-2 0,-1 0 0,0-1 0,0 1 0,0-1 0,-1 1 0,1-1 0,-1 0 0,0 0 0,0 0 0,0-1 0,0 1 0,1-7 0,86-423 0,-62 275 0,1 1 0,-6-2 0,0-207 0,-23 332-98,0 3-536,6-56 1,2 53-6193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24575,'37'-3'0,"-1"-1"0,0-2 0,0-2 0,45-15 0,14-3 0,-11 5 0,-1 5 0,2 3 0,158-4 0,-165 19-1365,-44-2-5461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24575,'0'6'0,"6"2"0,12-1 0,22-1 0,14-2 0,10-1 0,5-2 0,3 0 0,-6-1 0,-3 0 0,-6-1 0,-1 1 0,-5 0 0,-11 0-8191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1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24575,'4'85'0,"4"0"0,4-1 0,3 0 0,47 146 0,-50-179 0,-3 1 0,-1 0 0,-3 1 0,-3-1 0,-4 67 0,2-87 0,0 1 0,3 1 0,0 0 0,16 61 0,39 93 0,-55-179 0,-3-9 0,0 0 0,0 0 0,0 0 0,0 1 0,0-1 0,0 0 0,0 0 0,0 1 0,0-1 0,0 0 0,0 0 0,0 0 0,0 1 0,0-1 0,0 0 0,0 0 0,0 0 0,0 1 0,0-1 0,0 0 0,0 0 0,1 0 0,-1 1 0,0-1 0,0 0 0,0 0 0,0 0 0,0 0 0,1 0 0,-1 1 0,0-1 0,0 0 0,0 0 0,0 0 0,1 0 0,-1 0 0,0 0 0,0 0 0,0 0 0,1 0 0,-1 1 0,0-1 0,0 0 0,0 0 0,1 0 0,-1 0 0,0 0 0,0 0 0,0 0 0,1 0 0,-1-1 0,0 1 0,0 0 0,0 0 0,1 0 0,-1 0 0,0 0 0,6-18 0,1-38 0,-6 47 0,25-229 0,100-415 0,-117 623-103,11-40-318,-3 0 1,12-104-1,-27 143-6405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20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24575,'-1'5'0,"0"1"0,0-1 0,-1 1 0,1-1 0,-2 0 0,1 0 0,0 0 0,-1 0 0,-4 6 0,-4 10 0,-4 11 0,-16 32 0,-37 115 0,65-173 0,1 2 0,1-1 0,0 0 0,0 0 0,0 0 0,1 1 0,0-1 0,0 0 0,1 0 0,0 1 0,0-1 0,1 0 0,-1 0 0,2 0 0,-1 0 0,1 0 0,0-1 0,0 1 0,1-1 0,0 0 0,0 0 0,1 0 0,-1-1 0,1 1 0,0-1 0,1 0 0,-1 0 0,1-1 0,0 0 0,0 0 0,1 0 0,-1-1 0,1 0 0,-1 0 0,1-1 0,0 1 0,0-1 0,0-1 0,8 1 0,15 3 0,-2-2 0,1 1 0,-2 1 0,1 2 0,47 18 0,-69-22 0,0 0 0,1 0 0,-2 1 0,1-1 0,0 2 0,-1-1 0,1 0 0,-1 1 0,0 0 0,-1 1 0,1-1 0,-1 1 0,0-1 0,-1 1 0,1 1 0,-1-1 0,0 0 0,-1 1 0,1-1 0,-2 1 0,1 0 0,0 0 0,-1 0 0,0 10 0,0-5 0,0-1 0,-1 0 0,-1 0 0,0 1 0,0-1 0,-1 0 0,-1 0 0,-6 19 0,7-25 0,-1 0 0,0 0 0,0 0 0,-1-1 0,1 1 0,-1-1 0,0 0 0,0 0 0,0 0 0,-1 0 0,0-1 0,1 0 0,-1 0 0,0 0 0,-1 0 0,1-1 0,0 0 0,-11 3 0,-2-1-455,-1 0 0,-28 2 0,10-4-6371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2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24575,'0'-12'0,"0"-9"0,6 0 0,13 2 0,9-1 0,11-2 0,5 2 0,0 4 0,5 0 0,-2 2 0,4 3 0,-1 5 0,-10-4 0,-11 1-8191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2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24575,'-2'130'0,"5"134"0,-3-261 0,0 1 0,0-1 0,0 0 0,1 0 0,0 1 0,-1-1 0,1 0 0,0 0 0,0 0 0,1 1 0,-1-1 0,1-1 0,-1 1 0,1 0 0,0 0 0,0-1 0,0 1 0,1-1 0,-1 1 0,1-1 0,3 3 0,-2-4 0,0 1 0,0-1 0,1 1 0,-1-2 0,0 1 0,1 0 0,-1-1 0,1 1 0,-1-1 0,1-1 0,-1 1 0,1-1 0,-1 1 0,0-1 0,6-2 0,4 0-97,-1-1-1,0 0 1,0-1-1,0 0 1,0-1-1,-1-1 1,0 0-1,0 0 1,-1-1-1,0-1 1,0 0-1,-1 0 0,10-12 1,3-12-6729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3T02:06:2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24575,'0'6'0,"0"7"0,0 7 0,0 7 0,0 14 0,0 13 0,0 14 0,0 6 0,0 8 0,0 2 0,0 3 0,0 4 0,0-8 0,0-6 0,0-11 0,0-17-8191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2017A-CF77-640D-0CF1-C676B12B3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8CDEA2-50E2-FA40-B12F-2BC71CDD0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3A026-9DF2-873A-FD4C-9634A5E9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62A925-C815-A8EF-B1D6-3C9170AE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BA1ED8-5823-077D-43B7-935424DE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575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8D77C-B753-AC94-7B19-65755BCB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8E8999-BD6C-3C3D-761E-A5D43CA53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08940-4CB6-8AB3-1AA0-1DC7AB2C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2EF769-3DF9-ED5C-4536-25D1B73F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2D710D-CAA1-32DC-06E3-D191C6BA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6074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379DF-E265-34DA-97AE-D99CBECE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A17A59-CFF7-F99B-E8BC-5FDDD01F2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197F7A-FD1E-DCC8-676D-0E79C9BC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0AA346-D808-F752-3A0C-459DA52C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E3B18-2E78-2528-06F9-C5F1AAD1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9595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2C7A7-8182-0BD2-8E98-556F9107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EBEEA-FC70-A5C0-401C-139AFA8FA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72BFA8-175D-4896-0A34-DFA3B055F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89FAF6-23E5-F0D8-1FCD-97C6396C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302AC7-0101-1B3E-5CFD-6DC0B431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88BAC5-50B7-A29C-FE94-1AD2A4A8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3585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0D74C-71B7-9519-E948-11CB7804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659EBE-5B04-6B7A-7CA6-9CA4A03FC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42F48A-949A-D2EE-C0A3-71B50FBA7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C951DD-68E1-4A0B-4863-57DDEF2F3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6704BEA-52EC-9AEE-C035-91D11698F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39B3C6-907F-C7B1-4901-EAE89FE1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DEFEC0-CD43-2A30-384B-79252F9E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1D75FF-2E04-0B45-FA48-7D60484E9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2900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C560D-DC98-7EC7-F51A-3EF3DC50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59A9A2-630C-D9D8-3AD1-1B22E380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4ED76F-18E8-EF6B-C335-BCA83255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7B35F4-C0E1-1778-5106-FABB7C2A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1667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8972F7-7035-42F2-E4B6-EE26337B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D1D979-6325-11BF-7C91-5018CEA5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2E69E1-6FBD-76AB-37D5-6781A132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3945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6091B-D822-A426-85AB-9420F367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A31F97-7503-CB69-2B5A-36AD54960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B2D4B4-2DFE-A381-187C-3F4D05304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24C2BB-722F-8A7A-9DBA-ECDB59ED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CADD9D-8D65-FC7C-756D-55C1A80B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CAD721-506C-066A-035E-7F733E0E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4650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B3EE7-5BE2-DBEF-2230-5861B2E7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DF4199-2087-01E5-6C7C-325CEDAD8C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07FD9C-62EC-3416-B663-6B0F4E574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348F5A-C422-F1FC-D58D-8AF2C21A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64D767-C412-416C-C998-6D0CB320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FCD15C-4DD6-3AF5-AF3D-7E638BAA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09452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00BA8-E559-9F1A-9E42-C52F6C35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4D54D4-B41C-D21B-9E34-7CB97A649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C9B081-3F24-07AE-8D27-4766A38E8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70BA53-B062-40D4-60C2-303EEBD9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41D1D-3EAD-E5AC-C3B4-6ACAAF62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1308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C61FDF-B897-4FCE-DA05-36B7FE66A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369B72-F346-5E93-0E2E-0A4654B0C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9B2B-7A5D-F860-CD58-057B61CF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3568A-335C-4849-9429-E4E527EC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881242-2B64-B7B4-AECB-8ABE0EEB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6691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B5E3FE-6219-1C07-DD63-F0FA1735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F87549-C6AF-B6DA-7F71-81237EBF6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15005F-DD8B-0754-D422-E39373DD6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048EA-7D1A-4441-8DAF-05B43D5AEC43}" type="datetimeFigureOut">
              <a:rPr lang="es-NI" smtClean="0"/>
              <a:t>2/9/2022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D5407-9728-F893-B313-2AFEF4350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03D1B-B583-5E17-7897-157CC2192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02A24-7E23-4C16-97BA-8FF54CECCD9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83842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671" Type="http://schemas.openxmlformats.org/officeDocument/2006/relationships/customXml" Target="../ink/ink345.xml"/><Relationship Id="rId21" Type="http://schemas.openxmlformats.org/officeDocument/2006/relationships/image" Target="../media/image15.png"/><Relationship Id="rId324" Type="http://schemas.openxmlformats.org/officeDocument/2006/relationships/customXml" Target="../ink/ink165.xml"/><Relationship Id="rId531" Type="http://schemas.openxmlformats.org/officeDocument/2006/relationships/image" Target="../media/image262.png"/><Relationship Id="rId629" Type="http://schemas.openxmlformats.org/officeDocument/2006/relationships/customXml" Target="../ink/ink323.xml"/><Relationship Id="rId170" Type="http://schemas.openxmlformats.org/officeDocument/2006/relationships/image" Target="../media/image88.png"/><Relationship Id="rId268" Type="http://schemas.openxmlformats.org/officeDocument/2006/relationships/image" Target="../media/image136.png"/><Relationship Id="rId475" Type="http://schemas.openxmlformats.org/officeDocument/2006/relationships/image" Target="../media/image235.png"/><Relationship Id="rId32" Type="http://schemas.openxmlformats.org/officeDocument/2006/relationships/customXml" Target="../ink/ink16.xml"/><Relationship Id="rId128" Type="http://schemas.openxmlformats.org/officeDocument/2006/relationships/image" Target="../media/image67.png"/><Relationship Id="rId335" Type="http://schemas.openxmlformats.org/officeDocument/2006/relationships/customXml" Target="../ink/ink171.xml"/><Relationship Id="rId542" Type="http://schemas.openxmlformats.org/officeDocument/2006/relationships/customXml" Target="../ink/ink279.xml"/><Relationship Id="rId181" Type="http://schemas.openxmlformats.org/officeDocument/2006/relationships/customXml" Target="../ink/ink92.xml"/><Relationship Id="rId402" Type="http://schemas.openxmlformats.org/officeDocument/2006/relationships/image" Target="../media/image200.png"/><Relationship Id="rId279" Type="http://schemas.openxmlformats.org/officeDocument/2006/relationships/customXml" Target="../ink/ink142.xml"/><Relationship Id="rId486" Type="http://schemas.openxmlformats.org/officeDocument/2006/relationships/customXml" Target="../ink/ink250.xml"/><Relationship Id="rId43" Type="http://schemas.openxmlformats.org/officeDocument/2006/relationships/image" Target="../media/image26.png"/><Relationship Id="rId139" Type="http://schemas.openxmlformats.org/officeDocument/2006/relationships/customXml" Target="../ink/ink71.xml"/><Relationship Id="rId346" Type="http://schemas.openxmlformats.org/officeDocument/2006/relationships/customXml" Target="../ink/ink177.xml"/><Relationship Id="rId553" Type="http://schemas.openxmlformats.org/officeDocument/2006/relationships/image" Target="../media/image273.png"/><Relationship Id="rId192" Type="http://schemas.openxmlformats.org/officeDocument/2006/relationships/image" Target="../media/image99.png"/><Relationship Id="rId206" Type="http://schemas.openxmlformats.org/officeDocument/2006/relationships/image" Target="../media/image106.png"/><Relationship Id="rId413" Type="http://schemas.openxmlformats.org/officeDocument/2006/relationships/customXml" Target="../ink/ink212.xml"/><Relationship Id="rId497" Type="http://schemas.openxmlformats.org/officeDocument/2006/relationships/image" Target="../media/image246.png"/><Relationship Id="rId620" Type="http://schemas.openxmlformats.org/officeDocument/2006/relationships/image" Target="../media/image306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customXml" Target="../ink/ink110.xml"/><Relationship Id="rId564" Type="http://schemas.openxmlformats.org/officeDocument/2006/relationships/image" Target="../media/image278.png"/><Relationship Id="rId424" Type="http://schemas.openxmlformats.org/officeDocument/2006/relationships/customXml" Target="../ink/ink218.xml"/><Relationship Id="rId631" Type="http://schemas.openxmlformats.org/officeDocument/2006/relationships/customXml" Target="../ink/ink324.xml"/><Relationship Id="rId270" Type="http://schemas.openxmlformats.org/officeDocument/2006/relationships/image" Target="../media/image137.png"/><Relationship Id="rId65" Type="http://schemas.openxmlformats.org/officeDocument/2006/relationships/customXml" Target="../ink/ink33.xml"/><Relationship Id="rId130" Type="http://schemas.openxmlformats.org/officeDocument/2006/relationships/image" Target="../media/image68.png"/><Relationship Id="rId368" Type="http://schemas.openxmlformats.org/officeDocument/2006/relationships/customXml" Target="../ink/ink188.xml"/><Relationship Id="rId575" Type="http://schemas.openxmlformats.org/officeDocument/2006/relationships/customXml" Target="../ink/ink296.xml"/><Relationship Id="rId228" Type="http://schemas.openxmlformats.org/officeDocument/2006/relationships/image" Target="../media/image116.png"/><Relationship Id="rId435" Type="http://schemas.openxmlformats.org/officeDocument/2006/relationships/customXml" Target="../ink/ink224.xml"/><Relationship Id="rId642" Type="http://schemas.openxmlformats.org/officeDocument/2006/relationships/image" Target="../media/image317.png"/><Relationship Id="rId281" Type="http://schemas.openxmlformats.org/officeDocument/2006/relationships/customXml" Target="../ink/ink143.xml"/><Relationship Id="rId502" Type="http://schemas.openxmlformats.org/officeDocument/2006/relationships/customXml" Target="../ink/ink258.xml"/><Relationship Id="rId76" Type="http://schemas.openxmlformats.org/officeDocument/2006/relationships/image" Target="../media/image42.png"/><Relationship Id="rId141" Type="http://schemas.openxmlformats.org/officeDocument/2006/relationships/customXml" Target="../ink/ink72.xml"/><Relationship Id="rId379" Type="http://schemas.openxmlformats.org/officeDocument/2006/relationships/customXml" Target="../ink/ink194.xml"/><Relationship Id="rId586" Type="http://schemas.openxmlformats.org/officeDocument/2006/relationships/image" Target="../media/image289.png"/><Relationship Id="rId7" Type="http://schemas.openxmlformats.org/officeDocument/2006/relationships/image" Target="../media/image8.png"/><Relationship Id="rId239" Type="http://schemas.openxmlformats.org/officeDocument/2006/relationships/customXml" Target="../ink/ink122.xml"/><Relationship Id="rId446" Type="http://schemas.openxmlformats.org/officeDocument/2006/relationships/image" Target="../media/image221.png"/><Relationship Id="rId653" Type="http://schemas.openxmlformats.org/officeDocument/2006/relationships/image" Target="../media/image322.png"/><Relationship Id="rId292" Type="http://schemas.openxmlformats.org/officeDocument/2006/relationships/customXml" Target="../ink/ink149.xml"/><Relationship Id="rId306" Type="http://schemas.openxmlformats.org/officeDocument/2006/relationships/customXml" Target="../ink/ink156.xml"/><Relationship Id="rId87" Type="http://schemas.openxmlformats.org/officeDocument/2006/relationships/customXml" Target="../ink/ink44.xml"/><Relationship Id="rId513" Type="http://schemas.openxmlformats.org/officeDocument/2006/relationships/customXml" Target="../ink/ink264.xml"/><Relationship Id="rId597" Type="http://schemas.openxmlformats.org/officeDocument/2006/relationships/customXml" Target="../ink/ink307.xml"/><Relationship Id="rId152" Type="http://schemas.openxmlformats.org/officeDocument/2006/relationships/image" Target="../media/image79.png"/><Relationship Id="rId457" Type="http://schemas.openxmlformats.org/officeDocument/2006/relationships/customXml" Target="../ink/ink235.xml"/><Relationship Id="rId664" Type="http://schemas.openxmlformats.org/officeDocument/2006/relationships/image" Target="../media/image327.png"/><Relationship Id="rId14" Type="http://schemas.openxmlformats.org/officeDocument/2006/relationships/customXml" Target="../ink/ink7.xml"/><Relationship Id="rId317" Type="http://schemas.openxmlformats.org/officeDocument/2006/relationships/image" Target="../media/image160.png"/><Relationship Id="rId524" Type="http://schemas.openxmlformats.org/officeDocument/2006/relationships/customXml" Target="../ink/ink270.xml"/><Relationship Id="rId98" Type="http://schemas.openxmlformats.org/officeDocument/2006/relationships/image" Target="../media/image53.png"/><Relationship Id="rId163" Type="http://schemas.openxmlformats.org/officeDocument/2006/relationships/customXml" Target="../ink/ink83.xml"/><Relationship Id="rId370" Type="http://schemas.openxmlformats.org/officeDocument/2006/relationships/customXml" Target="../ink/ink189.xml"/><Relationship Id="rId230" Type="http://schemas.openxmlformats.org/officeDocument/2006/relationships/image" Target="../media/image117.png"/><Relationship Id="rId468" Type="http://schemas.openxmlformats.org/officeDocument/2006/relationships/image" Target="../media/image232.png"/><Relationship Id="rId25" Type="http://schemas.openxmlformats.org/officeDocument/2006/relationships/image" Target="../media/image17.png"/><Relationship Id="rId328" Type="http://schemas.openxmlformats.org/officeDocument/2006/relationships/customXml" Target="../ink/ink167.xml"/><Relationship Id="rId535" Type="http://schemas.openxmlformats.org/officeDocument/2006/relationships/image" Target="../media/image264.png"/><Relationship Id="rId174" Type="http://schemas.openxmlformats.org/officeDocument/2006/relationships/image" Target="../media/image90.png"/><Relationship Id="rId381" Type="http://schemas.openxmlformats.org/officeDocument/2006/relationships/image" Target="../media/image190.png"/><Relationship Id="rId602" Type="http://schemas.openxmlformats.org/officeDocument/2006/relationships/image" Target="../media/image297.png"/><Relationship Id="rId241" Type="http://schemas.openxmlformats.org/officeDocument/2006/relationships/customXml" Target="../ink/ink123.xml"/><Relationship Id="rId479" Type="http://schemas.openxmlformats.org/officeDocument/2006/relationships/image" Target="../media/image237.png"/><Relationship Id="rId36" Type="http://schemas.openxmlformats.org/officeDocument/2006/relationships/customXml" Target="../ink/ink18.xml"/><Relationship Id="rId339" Type="http://schemas.openxmlformats.org/officeDocument/2006/relationships/customXml" Target="../ink/ink173.xml"/><Relationship Id="rId546" Type="http://schemas.openxmlformats.org/officeDocument/2006/relationships/customXml" Target="../ink/ink281.xml"/><Relationship Id="rId101" Type="http://schemas.openxmlformats.org/officeDocument/2006/relationships/customXml" Target="../ink/ink51.xml"/><Relationship Id="rId185" Type="http://schemas.openxmlformats.org/officeDocument/2006/relationships/customXml" Target="../ink/ink94.xml"/><Relationship Id="rId406" Type="http://schemas.openxmlformats.org/officeDocument/2006/relationships/image" Target="../media/image202.png"/><Relationship Id="rId392" Type="http://schemas.openxmlformats.org/officeDocument/2006/relationships/image" Target="../media/image195.png"/><Relationship Id="rId613" Type="http://schemas.openxmlformats.org/officeDocument/2006/relationships/customXml" Target="../ink/ink315.xml"/><Relationship Id="rId252" Type="http://schemas.openxmlformats.org/officeDocument/2006/relationships/image" Target="../media/image128.png"/><Relationship Id="rId47" Type="http://schemas.openxmlformats.org/officeDocument/2006/relationships/image" Target="../media/image28.png"/><Relationship Id="rId112" Type="http://schemas.openxmlformats.org/officeDocument/2006/relationships/image" Target="../media/image60.png"/><Relationship Id="rId557" Type="http://schemas.openxmlformats.org/officeDocument/2006/relationships/image" Target="../media/image275.png"/><Relationship Id="rId196" Type="http://schemas.openxmlformats.org/officeDocument/2006/relationships/image" Target="../media/image101.png"/><Relationship Id="rId417" Type="http://schemas.openxmlformats.org/officeDocument/2006/relationships/image" Target="../media/image207.png"/><Relationship Id="rId624" Type="http://schemas.openxmlformats.org/officeDocument/2006/relationships/image" Target="../media/image308.png"/><Relationship Id="rId263" Type="http://schemas.openxmlformats.org/officeDocument/2006/relationships/customXml" Target="../ink/ink134.xml"/><Relationship Id="rId470" Type="http://schemas.openxmlformats.org/officeDocument/2006/relationships/image" Target="../media/image233.png"/><Relationship Id="rId58" Type="http://schemas.openxmlformats.org/officeDocument/2006/relationships/customXml" Target="../ink/ink29.xml"/><Relationship Id="rId123" Type="http://schemas.openxmlformats.org/officeDocument/2006/relationships/image" Target="../media/image65.png"/><Relationship Id="rId330" Type="http://schemas.openxmlformats.org/officeDocument/2006/relationships/image" Target="../media/image166.png"/><Relationship Id="rId568" Type="http://schemas.openxmlformats.org/officeDocument/2006/relationships/image" Target="../media/image280.png"/><Relationship Id="rId428" Type="http://schemas.openxmlformats.org/officeDocument/2006/relationships/image" Target="../media/image212.png"/><Relationship Id="rId635" Type="http://schemas.openxmlformats.org/officeDocument/2006/relationships/customXml" Target="../ink/ink326.xml"/><Relationship Id="rId274" Type="http://schemas.openxmlformats.org/officeDocument/2006/relationships/image" Target="../media/image139.png"/><Relationship Id="rId481" Type="http://schemas.openxmlformats.org/officeDocument/2006/relationships/image" Target="../media/image238.png"/><Relationship Id="rId69" Type="http://schemas.openxmlformats.org/officeDocument/2006/relationships/customXml" Target="../ink/ink35.xml"/><Relationship Id="rId134" Type="http://schemas.openxmlformats.org/officeDocument/2006/relationships/image" Target="../media/image70.png"/><Relationship Id="rId579" Type="http://schemas.openxmlformats.org/officeDocument/2006/relationships/customXml" Target="../ink/ink298.xml"/><Relationship Id="rId341" Type="http://schemas.openxmlformats.org/officeDocument/2006/relationships/customXml" Target="../ink/ink174.xml"/><Relationship Id="rId439" Type="http://schemas.openxmlformats.org/officeDocument/2006/relationships/customXml" Target="../ink/ink226.xml"/><Relationship Id="rId646" Type="http://schemas.openxmlformats.org/officeDocument/2006/relationships/image" Target="../media/image319.png"/><Relationship Id="rId201" Type="http://schemas.openxmlformats.org/officeDocument/2006/relationships/customXml" Target="../ink/ink102.xml"/><Relationship Id="rId243" Type="http://schemas.openxmlformats.org/officeDocument/2006/relationships/customXml" Target="../ink/ink124.xml"/><Relationship Id="rId285" Type="http://schemas.openxmlformats.org/officeDocument/2006/relationships/image" Target="../media/image144.png"/><Relationship Id="rId450" Type="http://schemas.openxmlformats.org/officeDocument/2006/relationships/image" Target="../media/image223.png"/><Relationship Id="rId506" Type="http://schemas.openxmlformats.org/officeDocument/2006/relationships/image" Target="../media/image250.png"/><Relationship Id="rId38" Type="http://schemas.openxmlformats.org/officeDocument/2006/relationships/customXml" Target="../ink/ink19.xml"/><Relationship Id="rId103" Type="http://schemas.openxmlformats.org/officeDocument/2006/relationships/customXml" Target="../ink/ink52.xml"/><Relationship Id="rId310" Type="http://schemas.openxmlformats.org/officeDocument/2006/relationships/customXml" Target="../ink/ink158.xml"/><Relationship Id="rId492" Type="http://schemas.openxmlformats.org/officeDocument/2006/relationships/customXml" Target="../ink/ink253.xml"/><Relationship Id="rId548" Type="http://schemas.openxmlformats.org/officeDocument/2006/relationships/customXml" Target="../ink/ink282.xml"/><Relationship Id="rId91" Type="http://schemas.openxmlformats.org/officeDocument/2006/relationships/customXml" Target="../ink/ink46.xml"/><Relationship Id="rId145" Type="http://schemas.openxmlformats.org/officeDocument/2006/relationships/customXml" Target="../ink/ink74.xml"/><Relationship Id="rId187" Type="http://schemas.openxmlformats.org/officeDocument/2006/relationships/customXml" Target="../ink/ink95.xml"/><Relationship Id="rId352" Type="http://schemas.openxmlformats.org/officeDocument/2006/relationships/customXml" Target="../ink/ink180.xml"/><Relationship Id="rId394" Type="http://schemas.openxmlformats.org/officeDocument/2006/relationships/image" Target="../media/image196.png"/><Relationship Id="rId408" Type="http://schemas.openxmlformats.org/officeDocument/2006/relationships/image" Target="../media/image203.png"/><Relationship Id="rId615" Type="http://schemas.openxmlformats.org/officeDocument/2006/relationships/customXml" Target="../ink/ink316.xml"/><Relationship Id="rId212" Type="http://schemas.openxmlformats.org/officeDocument/2006/relationships/image" Target="../media/image109.png"/><Relationship Id="rId254" Type="http://schemas.openxmlformats.org/officeDocument/2006/relationships/image" Target="../media/image129.png"/><Relationship Id="rId657" Type="http://schemas.openxmlformats.org/officeDocument/2006/relationships/image" Target="../media/image324.png"/><Relationship Id="rId49" Type="http://schemas.openxmlformats.org/officeDocument/2006/relationships/image" Target="../media/image29.png"/><Relationship Id="rId114" Type="http://schemas.openxmlformats.org/officeDocument/2006/relationships/image" Target="../media/image61.png"/><Relationship Id="rId296" Type="http://schemas.openxmlformats.org/officeDocument/2006/relationships/customXml" Target="../ink/ink151.xml"/><Relationship Id="rId461" Type="http://schemas.openxmlformats.org/officeDocument/2006/relationships/customXml" Target="../ink/ink237.xml"/><Relationship Id="rId517" Type="http://schemas.openxmlformats.org/officeDocument/2006/relationships/image" Target="../media/image255.png"/><Relationship Id="rId559" Type="http://schemas.openxmlformats.org/officeDocument/2006/relationships/image" Target="../media/image276.png"/><Relationship Id="rId60" Type="http://schemas.openxmlformats.org/officeDocument/2006/relationships/customXml" Target="../ink/ink30.xml"/><Relationship Id="rId156" Type="http://schemas.openxmlformats.org/officeDocument/2006/relationships/image" Target="../media/image81.png"/><Relationship Id="rId198" Type="http://schemas.openxmlformats.org/officeDocument/2006/relationships/image" Target="../media/image102.png"/><Relationship Id="rId321" Type="http://schemas.openxmlformats.org/officeDocument/2006/relationships/image" Target="../media/image162.png"/><Relationship Id="rId363" Type="http://schemas.openxmlformats.org/officeDocument/2006/relationships/image" Target="../media/image182.png"/><Relationship Id="rId419" Type="http://schemas.openxmlformats.org/officeDocument/2006/relationships/image" Target="../media/image208.png"/><Relationship Id="rId570" Type="http://schemas.openxmlformats.org/officeDocument/2006/relationships/image" Target="../media/image281.png"/><Relationship Id="rId626" Type="http://schemas.openxmlformats.org/officeDocument/2006/relationships/image" Target="../media/image309.png"/><Relationship Id="rId223" Type="http://schemas.openxmlformats.org/officeDocument/2006/relationships/customXml" Target="../ink/ink114.xml"/><Relationship Id="rId430" Type="http://schemas.openxmlformats.org/officeDocument/2006/relationships/image" Target="../media/image213.png"/><Relationship Id="rId668" Type="http://schemas.openxmlformats.org/officeDocument/2006/relationships/image" Target="../media/image329.png"/><Relationship Id="rId18" Type="http://schemas.openxmlformats.org/officeDocument/2006/relationships/customXml" Target="../ink/ink9.xml"/><Relationship Id="rId265" Type="http://schemas.openxmlformats.org/officeDocument/2006/relationships/customXml" Target="../ink/ink135.xml"/><Relationship Id="rId472" Type="http://schemas.openxmlformats.org/officeDocument/2006/relationships/customXml" Target="../ink/ink243.xml"/><Relationship Id="rId528" Type="http://schemas.openxmlformats.org/officeDocument/2006/relationships/customXml" Target="../ink/ink272.xml"/><Relationship Id="rId125" Type="http://schemas.openxmlformats.org/officeDocument/2006/relationships/image" Target="../media/image66.png"/><Relationship Id="rId167" Type="http://schemas.openxmlformats.org/officeDocument/2006/relationships/customXml" Target="../ink/ink85.xml"/><Relationship Id="rId332" Type="http://schemas.openxmlformats.org/officeDocument/2006/relationships/image" Target="../media/image167.png"/><Relationship Id="rId374" Type="http://schemas.openxmlformats.org/officeDocument/2006/relationships/customXml" Target="../ink/ink191.xml"/><Relationship Id="rId581" Type="http://schemas.openxmlformats.org/officeDocument/2006/relationships/customXml" Target="../ink/ink299.xml"/><Relationship Id="rId71" Type="http://schemas.openxmlformats.org/officeDocument/2006/relationships/customXml" Target="../ink/ink36.xml"/><Relationship Id="rId234" Type="http://schemas.openxmlformats.org/officeDocument/2006/relationships/image" Target="../media/image119.png"/><Relationship Id="rId637" Type="http://schemas.openxmlformats.org/officeDocument/2006/relationships/customXml" Target="../ink/ink327.xml"/><Relationship Id="rId2" Type="http://schemas.openxmlformats.org/officeDocument/2006/relationships/customXml" Target="../ink/ink1.xml"/><Relationship Id="rId29" Type="http://schemas.openxmlformats.org/officeDocument/2006/relationships/image" Target="../media/image19.png"/><Relationship Id="rId276" Type="http://schemas.openxmlformats.org/officeDocument/2006/relationships/image" Target="../media/image140.png"/><Relationship Id="rId441" Type="http://schemas.openxmlformats.org/officeDocument/2006/relationships/customXml" Target="../ink/ink227.xml"/><Relationship Id="rId483" Type="http://schemas.openxmlformats.org/officeDocument/2006/relationships/image" Target="../media/image239.png"/><Relationship Id="rId539" Type="http://schemas.openxmlformats.org/officeDocument/2006/relationships/image" Target="../media/image266.png"/><Relationship Id="rId40" Type="http://schemas.openxmlformats.org/officeDocument/2006/relationships/customXml" Target="../ink/ink20.xml"/><Relationship Id="rId136" Type="http://schemas.openxmlformats.org/officeDocument/2006/relationships/image" Target="../media/image71.png"/><Relationship Id="rId178" Type="http://schemas.openxmlformats.org/officeDocument/2006/relationships/image" Target="../media/image92.png"/><Relationship Id="rId301" Type="http://schemas.openxmlformats.org/officeDocument/2006/relationships/image" Target="../media/image152.png"/><Relationship Id="rId343" Type="http://schemas.openxmlformats.org/officeDocument/2006/relationships/image" Target="../media/image172.png"/><Relationship Id="rId550" Type="http://schemas.openxmlformats.org/officeDocument/2006/relationships/customXml" Target="../ink/ink283.xml"/><Relationship Id="rId82" Type="http://schemas.openxmlformats.org/officeDocument/2006/relationships/image" Target="../media/image45.png"/><Relationship Id="rId203" Type="http://schemas.openxmlformats.org/officeDocument/2006/relationships/customXml" Target="../ink/ink103.xml"/><Relationship Id="rId385" Type="http://schemas.openxmlformats.org/officeDocument/2006/relationships/image" Target="../media/image192.png"/><Relationship Id="rId592" Type="http://schemas.openxmlformats.org/officeDocument/2006/relationships/image" Target="../media/image292.png"/><Relationship Id="rId606" Type="http://schemas.openxmlformats.org/officeDocument/2006/relationships/image" Target="../media/image299.png"/><Relationship Id="rId648" Type="http://schemas.openxmlformats.org/officeDocument/2006/relationships/image" Target="../media/image320.png"/><Relationship Id="rId245" Type="http://schemas.openxmlformats.org/officeDocument/2006/relationships/customXml" Target="../ink/ink125.xml"/><Relationship Id="rId287" Type="http://schemas.openxmlformats.org/officeDocument/2006/relationships/image" Target="../media/image145.png"/><Relationship Id="rId410" Type="http://schemas.openxmlformats.org/officeDocument/2006/relationships/image" Target="../media/image204.png"/><Relationship Id="rId452" Type="http://schemas.openxmlformats.org/officeDocument/2006/relationships/image" Target="../media/image224.png"/><Relationship Id="rId494" Type="http://schemas.openxmlformats.org/officeDocument/2006/relationships/customXml" Target="../ink/ink254.xml"/><Relationship Id="rId508" Type="http://schemas.openxmlformats.org/officeDocument/2006/relationships/image" Target="../media/image251.png"/><Relationship Id="rId105" Type="http://schemas.openxmlformats.org/officeDocument/2006/relationships/customXml" Target="../ink/ink53.xml"/><Relationship Id="rId147" Type="http://schemas.openxmlformats.org/officeDocument/2006/relationships/customXml" Target="../ink/ink75.xml"/><Relationship Id="rId312" Type="http://schemas.openxmlformats.org/officeDocument/2006/relationships/customXml" Target="../ink/ink159.xml"/><Relationship Id="rId354" Type="http://schemas.openxmlformats.org/officeDocument/2006/relationships/customXml" Target="../ink/ink181.xml"/><Relationship Id="rId51" Type="http://schemas.openxmlformats.org/officeDocument/2006/relationships/image" Target="../media/image30.png"/><Relationship Id="rId93" Type="http://schemas.openxmlformats.org/officeDocument/2006/relationships/customXml" Target="../ink/ink47.xml"/><Relationship Id="rId189" Type="http://schemas.openxmlformats.org/officeDocument/2006/relationships/customXml" Target="../ink/ink96.xml"/><Relationship Id="rId396" Type="http://schemas.openxmlformats.org/officeDocument/2006/relationships/image" Target="../media/image197.png"/><Relationship Id="rId561" Type="http://schemas.openxmlformats.org/officeDocument/2006/relationships/customXml" Target="../ink/ink289.xml"/><Relationship Id="rId617" Type="http://schemas.openxmlformats.org/officeDocument/2006/relationships/customXml" Target="../ink/ink317.xml"/><Relationship Id="rId659" Type="http://schemas.openxmlformats.org/officeDocument/2006/relationships/image" Target="../media/image325.png"/><Relationship Id="rId214" Type="http://schemas.openxmlformats.org/officeDocument/2006/relationships/image" Target="../media/image110.png"/><Relationship Id="rId256" Type="http://schemas.openxmlformats.org/officeDocument/2006/relationships/image" Target="../media/image130.png"/><Relationship Id="rId298" Type="http://schemas.openxmlformats.org/officeDocument/2006/relationships/customXml" Target="../ink/ink152.xml"/><Relationship Id="rId421" Type="http://schemas.openxmlformats.org/officeDocument/2006/relationships/image" Target="../media/image209.png"/><Relationship Id="rId463" Type="http://schemas.openxmlformats.org/officeDocument/2006/relationships/customXml" Target="../ink/ink238.xml"/><Relationship Id="rId519" Type="http://schemas.openxmlformats.org/officeDocument/2006/relationships/image" Target="../media/image256.png"/><Relationship Id="rId670" Type="http://schemas.openxmlformats.org/officeDocument/2006/relationships/image" Target="../media/image330.png"/><Relationship Id="rId116" Type="http://schemas.openxmlformats.org/officeDocument/2006/relationships/image" Target="../media/image62.png"/><Relationship Id="rId158" Type="http://schemas.openxmlformats.org/officeDocument/2006/relationships/image" Target="../media/image82.png"/><Relationship Id="rId323" Type="http://schemas.openxmlformats.org/officeDocument/2006/relationships/image" Target="../media/image163.png"/><Relationship Id="rId530" Type="http://schemas.openxmlformats.org/officeDocument/2006/relationships/customXml" Target="../ink/ink273.xml"/><Relationship Id="rId20" Type="http://schemas.openxmlformats.org/officeDocument/2006/relationships/customXml" Target="../ink/ink10.xml"/><Relationship Id="rId62" Type="http://schemas.openxmlformats.org/officeDocument/2006/relationships/image" Target="../media/image35.png"/><Relationship Id="rId365" Type="http://schemas.openxmlformats.org/officeDocument/2006/relationships/image" Target="../media/image183.png"/><Relationship Id="rId572" Type="http://schemas.openxmlformats.org/officeDocument/2006/relationships/image" Target="../media/image282.png"/><Relationship Id="rId628" Type="http://schemas.openxmlformats.org/officeDocument/2006/relationships/image" Target="../media/image310.png"/><Relationship Id="rId225" Type="http://schemas.openxmlformats.org/officeDocument/2006/relationships/customXml" Target="../ink/ink115.xml"/><Relationship Id="rId267" Type="http://schemas.openxmlformats.org/officeDocument/2006/relationships/customXml" Target="../ink/ink136.xml"/><Relationship Id="rId432" Type="http://schemas.openxmlformats.org/officeDocument/2006/relationships/image" Target="../media/image214.png"/><Relationship Id="rId474" Type="http://schemas.openxmlformats.org/officeDocument/2006/relationships/customXml" Target="../ink/ink244.xml"/><Relationship Id="rId127" Type="http://schemas.openxmlformats.org/officeDocument/2006/relationships/customXml" Target="../ink/ink65.xml"/><Relationship Id="rId31" Type="http://schemas.openxmlformats.org/officeDocument/2006/relationships/image" Target="../media/image20.png"/><Relationship Id="rId73" Type="http://schemas.openxmlformats.org/officeDocument/2006/relationships/customXml" Target="../ink/ink37.xml"/><Relationship Id="rId169" Type="http://schemas.openxmlformats.org/officeDocument/2006/relationships/customXml" Target="../ink/ink86.xml"/><Relationship Id="rId334" Type="http://schemas.openxmlformats.org/officeDocument/2006/relationships/image" Target="../media/image168.png"/><Relationship Id="rId376" Type="http://schemas.openxmlformats.org/officeDocument/2006/relationships/customXml" Target="../ink/ink192.xml"/><Relationship Id="rId541" Type="http://schemas.openxmlformats.org/officeDocument/2006/relationships/image" Target="../media/image267.png"/><Relationship Id="rId583" Type="http://schemas.openxmlformats.org/officeDocument/2006/relationships/customXml" Target="../ink/ink300.xml"/><Relationship Id="rId639" Type="http://schemas.openxmlformats.org/officeDocument/2006/relationships/customXml" Target="../ink/ink328.xml"/><Relationship Id="rId4" Type="http://schemas.openxmlformats.org/officeDocument/2006/relationships/customXml" Target="../ink/ink2.xml"/><Relationship Id="rId180" Type="http://schemas.openxmlformats.org/officeDocument/2006/relationships/image" Target="../media/image93.png"/><Relationship Id="rId236" Type="http://schemas.openxmlformats.org/officeDocument/2006/relationships/image" Target="../media/image120.png"/><Relationship Id="rId278" Type="http://schemas.openxmlformats.org/officeDocument/2006/relationships/image" Target="../media/image141.png"/><Relationship Id="rId401" Type="http://schemas.openxmlformats.org/officeDocument/2006/relationships/customXml" Target="../ink/ink206.xml"/><Relationship Id="rId443" Type="http://schemas.openxmlformats.org/officeDocument/2006/relationships/customXml" Target="../ink/ink228.xml"/><Relationship Id="rId650" Type="http://schemas.openxmlformats.org/officeDocument/2006/relationships/image" Target="../media/image321.png"/><Relationship Id="rId303" Type="http://schemas.openxmlformats.org/officeDocument/2006/relationships/image" Target="../media/image153.png"/><Relationship Id="rId485" Type="http://schemas.openxmlformats.org/officeDocument/2006/relationships/image" Target="../media/image240.png"/><Relationship Id="rId42" Type="http://schemas.openxmlformats.org/officeDocument/2006/relationships/customXml" Target="../ink/ink21.xml"/><Relationship Id="rId84" Type="http://schemas.openxmlformats.org/officeDocument/2006/relationships/image" Target="../media/image46.png"/><Relationship Id="rId138" Type="http://schemas.openxmlformats.org/officeDocument/2006/relationships/image" Target="../media/image72.png"/><Relationship Id="rId345" Type="http://schemas.openxmlformats.org/officeDocument/2006/relationships/image" Target="../media/image173.png"/><Relationship Id="rId387" Type="http://schemas.openxmlformats.org/officeDocument/2006/relationships/image" Target="../media/image193.png"/><Relationship Id="rId510" Type="http://schemas.openxmlformats.org/officeDocument/2006/relationships/image" Target="../media/image252.png"/><Relationship Id="rId552" Type="http://schemas.openxmlformats.org/officeDocument/2006/relationships/customXml" Target="../ink/ink284.xml"/><Relationship Id="rId594" Type="http://schemas.openxmlformats.org/officeDocument/2006/relationships/image" Target="../media/image293.png"/><Relationship Id="rId608" Type="http://schemas.openxmlformats.org/officeDocument/2006/relationships/image" Target="../media/image300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247" Type="http://schemas.openxmlformats.org/officeDocument/2006/relationships/customXml" Target="../ink/ink126.xml"/><Relationship Id="rId412" Type="http://schemas.openxmlformats.org/officeDocument/2006/relationships/image" Target="../media/image205.png"/><Relationship Id="rId107" Type="http://schemas.openxmlformats.org/officeDocument/2006/relationships/customXml" Target="../ink/ink54.xml"/><Relationship Id="rId289" Type="http://schemas.openxmlformats.org/officeDocument/2006/relationships/image" Target="../media/image146.png"/><Relationship Id="rId454" Type="http://schemas.openxmlformats.org/officeDocument/2006/relationships/image" Target="../media/image225.png"/><Relationship Id="rId496" Type="http://schemas.openxmlformats.org/officeDocument/2006/relationships/customXml" Target="../ink/ink255.xml"/><Relationship Id="rId661" Type="http://schemas.openxmlformats.org/officeDocument/2006/relationships/image" Target="../media/image326.png"/><Relationship Id="rId11" Type="http://schemas.openxmlformats.org/officeDocument/2006/relationships/image" Target="../media/image10.png"/><Relationship Id="rId53" Type="http://schemas.openxmlformats.org/officeDocument/2006/relationships/image" Target="../media/image31.png"/><Relationship Id="rId149" Type="http://schemas.openxmlformats.org/officeDocument/2006/relationships/customXml" Target="../ink/ink76.xml"/><Relationship Id="rId314" Type="http://schemas.openxmlformats.org/officeDocument/2006/relationships/customXml" Target="../ink/ink160.xml"/><Relationship Id="rId356" Type="http://schemas.openxmlformats.org/officeDocument/2006/relationships/customXml" Target="../ink/ink182.xml"/><Relationship Id="rId398" Type="http://schemas.openxmlformats.org/officeDocument/2006/relationships/image" Target="../media/image198.png"/><Relationship Id="rId521" Type="http://schemas.openxmlformats.org/officeDocument/2006/relationships/image" Target="../media/image257.png"/><Relationship Id="rId563" Type="http://schemas.openxmlformats.org/officeDocument/2006/relationships/customXml" Target="../ink/ink290.xml"/><Relationship Id="rId619" Type="http://schemas.openxmlformats.org/officeDocument/2006/relationships/customXml" Target="../ink/ink318.xml"/><Relationship Id="rId95" Type="http://schemas.openxmlformats.org/officeDocument/2006/relationships/customXml" Target="../ink/ink48.xml"/><Relationship Id="rId160" Type="http://schemas.openxmlformats.org/officeDocument/2006/relationships/image" Target="../media/image83.png"/><Relationship Id="rId216" Type="http://schemas.openxmlformats.org/officeDocument/2006/relationships/image" Target="../media/image111.png"/><Relationship Id="rId423" Type="http://schemas.openxmlformats.org/officeDocument/2006/relationships/image" Target="../media/image210.png"/><Relationship Id="rId258" Type="http://schemas.openxmlformats.org/officeDocument/2006/relationships/image" Target="../media/image131.png"/><Relationship Id="rId465" Type="http://schemas.openxmlformats.org/officeDocument/2006/relationships/customXml" Target="../ink/ink239.xml"/><Relationship Id="rId630" Type="http://schemas.openxmlformats.org/officeDocument/2006/relationships/image" Target="../media/image311.png"/><Relationship Id="rId672" Type="http://schemas.openxmlformats.org/officeDocument/2006/relationships/image" Target="../media/image331.png"/><Relationship Id="rId22" Type="http://schemas.openxmlformats.org/officeDocument/2006/relationships/customXml" Target="../ink/ink11.xml"/><Relationship Id="rId64" Type="http://schemas.openxmlformats.org/officeDocument/2006/relationships/image" Target="../media/image36.png"/><Relationship Id="rId118" Type="http://schemas.openxmlformats.org/officeDocument/2006/relationships/customXml" Target="../ink/ink60.xml"/><Relationship Id="rId325" Type="http://schemas.openxmlformats.org/officeDocument/2006/relationships/image" Target="../media/image164.png"/><Relationship Id="rId367" Type="http://schemas.openxmlformats.org/officeDocument/2006/relationships/image" Target="../media/image184.png"/><Relationship Id="rId532" Type="http://schemas.openxmlformats.org/officeDocument/2006/relationships/customXml" Target="../ink/ink274.xml"/><Relationship Id="rId574" Type="http://schemas.openxmlformats.org/officeDocument/2006/relationships/image" Target="../media/image283.png"/><Relationship Id="rId171" Type="http://schemas.openxmlformats.org/officeDocument/2006/relationships/customXml" Target="../ink/ink87.xml"/><Relationship Id="rId227" Type="http://schemas.openxmlformats.org/officeDocument/2006/relationships/customXml" Target="../ink/ink116.xml"/><Relationship Id="rId269" Type="http://schemas.openxmlformats.org/officeDocument/2006/relationships/customXml" Target="../ink/ink137.xml"/><Relationship Id="rId434" Type="http://schemas.openxmlformats.org/officeDocument/2006/relationships/image" Target="../media/image215.png"/><Relationship Id="rId476" Type="http://schemas.openxmlformats.org/officeDocument/2006/relationships/customXml" Target="../ink/ink245.xml"/><Relationship Id="rId641" Type="http://schemas.openxmlformats.org/officeDocument/2006/relationships/customXml" Target="../ink/ink329.xml"/><Relationship Id="rId33" Type="http://schemas.openxmlformats.org/officeDocument/2006/relationships/image" Target="../media/image21.png"/><Relationship Id="rId129" Type="http://schemas.openxmlformats.org/officeDocument/2006/relationships/customXml" Target="../ink/ink66.xml"/><Relationship Id="rId280" Type="http://schemas.openxmlformats.org/officeDocument/2006/relationships/image" Target="../media/image142.png"/><Relationship Id="rId336" Type="http://schemas.openxmlformats.org/officeDocument/2006/relationships/image" Target="../media/image169.png"/><Relationship Id="rId501" Type="http://schemas.openxmlformats.org/officeDocument/2006/relationships/image" Target="../media/image248.png"/><Relationship Id="rId543" Type="http://schemas.openxmlformats.org/officeDocument/2006/relationships/image" Target="../media/image268.png"/><Relationship Id="rId75" Type="http://schemas.openxmlformats.org/officeDocument/2006/relationships/customXml" Target="../ink/ink38.xml"/><Relationship Id="rId140" Type="http://schemas.openxmlformats.org/officeDocument/2006/relationships/image" Target="../media/image73.png"/><Relationship Id="rId182" Type="http://schemas.openxmlformats.org/officeDocument/2006/relationships/image" Target="../media/image94.png"/><Relationship Id="rId378" Type="http://schemas.openxmlformats.org/officeDocument/2006/relationships/image" Target="../media/image189.png"/><Relationship Id="rId403" Type="http://schemas.openxmlformats.org/officeDocument/2006/relationships/customXml" Target="../ink/ink207.xml"/><Relationship Id="rId585" Type="http://schemas.openxmlformats.org/officeDocument/2006/relationships/customXml" Target="../ink/ink301.xml"/><Relationship Id="rId6" Type="http://schemas.openxmlformats.org/officeDocument/2006/relationships/customXml" Target="../ink/ink3.xml"/><Relationship Id="rId238" Type="http://schemas.openxmlformats.org/officeDocument/2006/relationships/image" Target="../media/image121.png"/><Relationship Id="rId445" Type="http://schemas.openxmlformats.org/officeDocument/2006/relationships/customXml" Target="../ink/ink229.xml"/><Relationship Id="rId487" Type="http://schemas.openxmlformats.org/officeDocument/2006/relationships/image" Target="../media/image241.png"/><Relationship Id="rId610" Type="http://schemas.openxmlformats.org/officeDocument/2006/relationships/image" Target="../media/image301.png"/><Relationship Id="rId652" Type="http://schemas.openxmlformats.org/officeDocument/2006/relationships/customXml" Target="../ink/ink335.xml"/><Relationship Id="rId291" Type="http://schemas.openxmlformats.org/officeDocument/2006/relationships/image" Target="../media/image147.png"/><Relationship Id="rId305" Type="http://schemas.openxmlformats.org/officeDocument/2006/relationships/image" Target="../media/image154.png"/><Relationship Id="rId347" Type="http://schemas.openxmlformats.org/officeDocument/2006/relationships/image" Target="../media/image174.png"/><Relationship Id="rId512" Type="http://schemas.openxmlformats.org/officeDocument/2006/relationships/image" Target="../media/image253.png"/><Relationship Id="rId44" Type="http://schemas.openxmlformats.org/officeDocument/2006/relationships/customXml" Target="../ink/ink22.xml"/><Relationship Id="rId86" Type="http://schemas.openxmlformats.org/officeDocument/2006/relationships/image" Target="../media/image47.png"/><Relationship Id="rId151" Type="http://schemas.openxmlformats.org/officeDocument/2006/relationships/customXml" Target="../ink/ink77.xml"/><Relationship Id="rId389" Type="http://schemas.openxmlformats.org/officeDocument/2006/relationships/image" Target="../media/image194.png"/><Relationship Id="rId554" Type="http://schemas.openxmlformats.org/officeDocument/2006/relationships/customXml" Target="../ink/ink285.xml"/><Relationship Id="rId596" Type="http://schemas.openxmlformats.org/officeDocument/2006/relationships/image" Target="../media/image294.png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249" Type="http://schemas.openxmlformats.org/officeDocument/2006/relationships/customXml" Target="../ink/ink127.xml"/><Relationship Id="rId414" Type="http://schemas.openxmlformats.org/officeDocument/2006/relationships/customXml" Target="../ink/ink213.xml"/><Relationship Id="rId456" Type="http://schemas.openxmlformats.org/officeDocument/2006/relationships/image" Target="../media/image226.png"/><Relationship Id="rId498" Type="http://schemas.openxmlformats.org/officeDocument/2006/relationships/customXml" Target="../ink/ink256.xml"/><Relationship Id="rId621" Type="http://schemas.openxmlformats.org/officeDocument/2006/relationships/customXml" Target="../ink/ink319.xml"/><Relationship Id="rId663" Type="http://schemas.openxmlformats.org/officeDocument/2006/relationships/customXml" Target="../ink/ink341.xml"/><Relationship Id="rId13" Type="http://schemas.openxmlformats.org/officeDocument/2006/relationships/image" Target="../media/image11.png"/><Relationship Id="rId109" Type="http://schemas.openxmlformats.org/officeDocument/2006/relationships/customXml" Target="../ink/ink55.xml"/><Relationship Id="rId260" Type="http://schemas.openxmlformats.org/officeDocument/2006/relationships/image" Target="../media/image132.png"/><Relationship Id="rId316" Type="http://schemas.openxmlformats.org/officeDocument/2006/relationships/customXml" Target="../ink/ink161.xml"/><Relationship Id="rId523" Type="http://schemas.openxmlformats.org/officeDocument/2006/relationships/image" Target="../media/image258.png"/><Relationship Id="rId55" Type="http://schemas.openxmlformats.org/officeDocument/2006/relationships/image" Target="../media/image32.png"/><Relationship Id="rId97" Type="http://schemas.openxmlformats.org/officeDocument/2006/relationships/customXml" Target="../ink/ink49.xml"/><Relationship Id="rId120" Type="http://schemas.openxmlformats.org/officeDocument/2006/relationships/customXml" Target="../ink/ink61.xml"/><Relationship Id="rId358" Type="http://schemas.openxmlformats.org/officeDocument/2006/relationships/customXml" Target="../ink/ink183.xml"/><Relationship Id="rId565" Type="http://schemas.openxmlformats.org/officeDocument/2006/relationships/customXml" Target="../ink/ink291.xml"/><Relationship Id="rId162" Type="http://schemas.openxmlformats.org/officeDocument/2006/relationships/image" Target="../media/image84.png"/><Relationship Id="rId218" Type="http://schemas.openxmlformats.org/officeDocument/2006/relationships/customXml" Target="../ink/ink111.xml"/><Relationship Id="rId425" Type="http://schemas.openxmlformats.org/officeDocument/2006/relationships/image" Target="../media/image211.png"/><Relationship Id="rId467" Type="http://schemas.openxmlformats.org/officeDocument/2006/relationships/customXml" Target="../ink/ink240.xml"/><Relationship Id="rId632" Type="http://schemas.openxmlformats.org/officeDocument/2006/relationships/image" Target="../media/image312.png"/><Relationship Id="rId271" Type="http://schemas.openxmlformats.org/officeDocument/2006/relationships/customXml" Target="../ink/ink138.xml"/><Relationship Id="rId674" Type="http://schemas.openxmlformats.org/officeDocument/2006/relationships/image" Target="../media/image332.png"/><Relationship Id="rId24" Type="http://schemas.openxmlformats.org/officeDocument/2006/relationships/customXml" Target="../ink/ink12.xml"/><Relationship Id="rId66" Type="http://schemas.openxmlformats.org/officeDocument/2006/relationships/image" Target="../media/image37.png"/><Relationship Id="rId131" Type="http://schemas.openxmlformats.org/officeDocument/2006/relationships/customXml" Target="../ink/ink67.xml"/><Relationship Id="rId327" Type="http://schemas.openxmlformats.org/officeDocument/2006/relationships/image" Target="../media/image165.png"/><Relationship Id="rId369" Type="http://schemas.openxmlformats.org/officeDocument/2006/relationships/image" Target="../media/image185.png"/><Relationship Id="rId534" Type="http://schemas.openxmlformats.org/officeDocument/2006/relationships/customXml" Target="../ink/ink275.xml"/><Relationship Id="rId576" Type="http://schemas.openxmlformats.org/officeDocument/2006/relationships/image" Target="../media/image284.png"/><Relationship Id="rId173" Type="http://schemas.openxmlformats.org/officeDocument/2006/relationships/customXml" Target="../ink/ink88.xml"/><Relationship Id="rId229" Type="http://schemas.openxmlformats.org/officeDocument/2006/relationships/customXml" Target="../ink/ink117.xml"/><Relationship Id="rId380" Type="http://schemas.openxmlformats.org/officeDocument/2006/relationships/customXml" Target="../ink/ink195.xml"/><Relationship Id="rId436" Type="http://schemas.openxmlformats.org/officeDocument/2006/relationships/image" Target="../media/image216.png"/><Relationship Id="rId601" Type="http://schemas.openxmlformats.org/officeDocument/2006/relationships/customXml" Target="../ink/ink309.xml"/><Relationship Id="rId643" Type="http://schemas.openxmlformats.org/officeDocument/2006/relationships/customXml" Target="../ink/ink330.xml"/><Relationship Id="rId240" Type="http://schemas.openxmlformats.org/officeDocument/2006/relationships/image" Target="../media/image122.png"/><Relationship Id="rId478" Type="http://schemas.openxmlformats.org/officeDocument/2006/relationships/customXml" Target="../ink/ink246.xml"/><Relationship Id="rId35" Type="http://schemas.openxmlformats.org/officeDocument/2006/relationships/image" Target="../media/image22.png"/><Relationship Id="rId77" Type="http://schemas.openxmlformats.org/officeDocument/2006/relationships/customXml" Target="../ink/ink39.xml"/><Relationship Id="rId100" Type="http://schemas.openxmlformats.org/officeDocument/2006/relationships/image" Target="../media/image54.png"/><Relationship Id="rId282" Type="http://schemas.openxmlformats.org/officeDocument/2006/relationships/image" Target="../media/image143.png"/><Relationship Id="rId338" Type="http://schemas.openxmlformats.org/officeDocument/2006/relationships/image" Target="../media/image170.png"/><Relationship Id="rId503" Type="http://schemas.openxmlformats.org/officeDocument/2006/relationships/image" Target="../media/image249.png"/><Relationship Id="rId545" Type="http://schemas.openxmlformats.org/officeDocument/2006/relationships/image" Target="../media/image269.png"/><Relationship Id="rId587" Type="http://schemas.openxmlformats.org/officeDocument/2006/relationships/customXml" Target="../ink/ink302.xml"/><Relationship Id="rId8" Type="http://schemas.openxmlformats.org/officeDocument/2006/relationships/customXml" Target="../ink/ink4.xml"/><Relationship Id="rId142" Type="http://schemas.openxmlformats.org/officeDocument/2006/relationships/image" Target="../media/image74.png"/><Relationship Id="rId184" Type="http://schemas.openxmlformats.org/officeDocument/2006/relationships/image" Target="../media/image95.png"/><Relationship Id="rId391" Type="http://schemas.openxmlformats.org/officeDocument/2006/relationships/customXml" Target="../ink/ink201.xml"/><Relationship Id="rId405" Type="http://schemas.openxmlformats.org/officeDocument/2006/relationships/customXml" Target="../ink/ink208.xml"/><Relationship Id="rId447" Type="http://schemas.openxmlformats.org/officeDocument/2006/relationships/customXml" Target="../ink/ink230.xml"/><Relationship Id="rId612" Type="http://schemas.openxmlformats.org/officeDocument/2006/relationships/image" Target="../media/image302.png"/><Relationship Id="rId251" Type="http://schemas.openxmlformats.org/officeDocument/2006/relationships/customXml" Target="../ink/ink128.xml"/><Relationship Id="rId489" Type="http://schemas.openxmlformats.org/officeDocument/2006/relationships/image" Target="../media/image242.png"/><Relationship Id="rId654" Type="http://schemas.openxmlformats.org/officeDocument/2006/relationships/customXml" Target="../ink/ink336.xml"/><Relationship Id="rId46" Type="http://schemas.openxmlformats.org/officeDocument/2006/relationships/customXml" Target="../ink/ink23.xml"/><Relationship Id="rId293" Type="http://schemas.openxmlformats.org/officeDocument/2006/relationships/image" Target="../media/image148.png"/><Relationship Id="rId307" Type="http://schemas.openxmlformats.org/officeDocument/2006/relationships/image" Target="../media/image155.png"/><Relationship Id="rId349" Type="http://schemas.openxmlformats.org/officeDocument/2006/relationships/image" Target="../media/image175.png"/><Relationship Id="rId514" Type="http://schemas.openxmlformats.org/officeDocument/2006/relationships/image" Target="../media/image254.png"/><Relationship Id="rId556" Type="http://schemas.openxmlformats.org/officeDocument/2006/relationships/customXml" Target="../ink/ink286.xml"/><Relationship Id="rId88" Type="http://schemas.openxmlformats.org/officeDocument/2006/relationships/image" Target="../media/image48.png"/><Relationship Id="rId111" Type="http://schemas.openxmlformats.org/officeDocument/2006/relationships/customXml" Target="../ink/ink56.xml"/><Relationship Id="rId153" Type="http://schemas.openxmlformats.org/officeDocument/2006/relationships/customXml" Target="../ink/ink78.xml"/><Relationship Id="rId195" Type="http://schemas.openxmlformats.org/officeDocument/2006/relationships/customXml" Target="../ink/ink99.xml"/><Relationship Id="rId209" Type="http://schemas.openxmlformats.org/officeDocument/2006/relationships/customXml" Target="../ink/ink106.xml"/><Relationship Id="rId360" Type="http://schemas.openxmlformats.org/officeDocument/2006/relationships/customXml" Target="../ink/ink184.xml"/><Relationship Id="rId416" Type="http://schemas.openxmlformats.org/officeDocument/2006/relationships/customXml" Target="../ink/ink214.xml"/><Relationship Id="rId598" Type="http://schemas.openxmlformats.org/officeDocument/2006/relationships/image" Target="../media/image295.png"/><Relationship Id="rId220" Type="http://schemas.openxmlformats.org/officeDocument/2006/relationships/image" Target="../media/image112.png"/><Relationship Id="rId458" Type="http://schemas.openxmlformats.org/officeDocument/2006/relationships/image" Target="../media/image227.png"/><Relationship Id="rId623" Type="http://schemas.openxmlformats.org/officeDocument/2006/relationships/customXml" Target="../ink/ink320.xml"/><Relationship Id="rId665" Type="http://schemas.openxmlformats.org/officeDocument/2006/relationships/customXml" Target="../ink/ink342.xml"/><Relationship Id="rId15" Type="http://schemas.openxmlformats.org/officeDocument/2006/relationships/image" Target="../media/image12.png"/><Relationship Id="rId57" Type="http://schemas.openxmlformats.org/officeDocument/2006/relationships/image" Target="../media/image33.png"/><Relationship Id="rId262" Type="http://schemas.openxmlformats.org/officeDocument/2006/relationships/image" Target="../media/image133.png"/><Relationship Id="rId318" Type="http://schemas.openxmlformats.org/officeDocument/2006/relationships/customXml" Target="../ink/ink162.xml"/><Relationship Id="rId525" Type="http://schemas.openxmlformats.org/officeDocument/2006/relationships/image" Target="../media/image259.png"/><Relationship Id="rId567" Type="http://schemas.openxmlformats.org/officeDocument/2006/relationships/customXml" Target="../ink/ink292.xml"/><Relationship Id="rId99" Type="http://schemas.openxmlformats.org/officeDocument/2006/relationships/customXml" Target="../ink/ink50.xml"/><Relationship Id="rId122" Type="http://schemas.openxmlformats.org/officeDocument/2006/relationships/customXml" Target="../ink/ink62.xml"/><Relationship Id="rId164" Type="http://schemas.openxmlformats.org/officeDocument/2006/relationships/image" Target="../media/image85.png"/><Relationship Id="rId371" Type="http://schemas.openxmlformats.org/officeDocument/2006/relationships/image" Target="../media/image186.png"/><Relationship Id="rId427" Type="http://schemas.openxmlformats.org/officeDocument/2006/relationships/customXml" Target="../ink/ink220.xml"/><Relationship Id="rId469" Type="http://schemas.openxmlformats.org/officeDocument/2006/relationships/customXml" Target="../ink/ink241.xml"/><Relationship Id="rId634" Type="http://schemas.openxmlformats.org/officeDocument/2006/relationships/image" Target="../media/image313.png"/><Relationship Id="rId26" Type="http://schemas.openxmlformats.org/officeDocument/2006/relationships/customXml" Target="../ink/ink13.xml"/><Relationship Id="rId231" Type="http://schemas.openxmlformats.org/officeDocument/2006/relationships/customXml" Target="../ink/ink118.xml"/><Relationship Id="rId273" Type="http://schemas.openxmlformats.org/officeDocument/2006/relationships/customXml" Target="../ink/ink139.xml"/><Relationship Id="rId329" Type="http://schemas.openxmlformats.org/officeDocument/2006/relationships/customXml" Target="../ink/ink168.xml"/><Relationship Id="rId480" Type="http://schemas.openxmlformats.org/officeDocument/2006/relationships/customXml" Target="../ink/ink247.xml"/><Relationship Id="rId536" Type="http://schemas.openxmlformats.org/officeDocument/2006/relationships/customXml" Target="../ink/ink276.xml"/><Relationship Id="rId68" Type="http://schemas.openxmlformats.org/officeDocument/2006/relationships/image" Target="../media/image38.png"/><Relationship Id="rId133" Type="http://schemas.openxmlformats.org/officeDocument/2006/relationships/customXml" Target="../ink/ink68.xml"/><Relationship Id="rId175" Type="http://schemas.openxmlformats.org/officeDocument/2006/relationships/customXml" Target="../ink/ink89.xml"/><Relationship Id="rId340" Type="http://schemas.openxmlformats.org/officeDocument/2006/relationships/image" Target="../media/image171.png"/><Relationship Id="rId578" Type="http://schemas.openxmlformats.org/officeDocument/2006/relationships/image" Target="../media/image285.png"/><Relationship Id="rId200" Type="http://schemas.openxmlformats.org/officeDocument/2006/relationships/image" Target="../media/image103.png"/><Relationship Id="rId382" Type="http://schemas.openxmlformats.org/officeDocument/2006/relationships/customXml" Target="../ink/ink196.xml"/><Relationship Id="rId438" Type="http://schemas.openxmlformats.org/officeDocument/2006/relationships/image" Target="../media/image217.png"/><Relationship Id="rId603" Type="http://schemas.openxmlformats.org/officeDocument/2006/relationships/customXml" Target="../ink/ink310.xml"/><Relationship Id="rId645" Type="http://schemas.openxmlformats.org/officeDocument/2006/relationships/customXml" Target="../ink/ink331.xml"/><Relationship Id="rId242" Type="http://schemas.openxmlformats.org/officeDocument/2006/relationships/image" Target="../media/image123.png"/><Relationship Id="rId284" Type="http://schemas.openxmlformats.org/officeDocument/2006/relationships/customXml" Target="../ink/ink145.xml"/><Relationship Id="rId491" Type="http://schemas.openxmlformats.org/officeDocument/2006/relationships/image" Target="../media/image243.png"/><Relationship Id="rId505" Type="http://schemas.openxmlformats.org/officeDocument/2006/relationships/customXml" Target="../ink/ink260.xml"/><Relationship Id="rId37" Type="http://schemas.openxmlformats.org/officeDocument/2006/relationships/image" Target="../media/image23.png"/><Relationship Id="rId79" Type="http://schemas.openxmlformats.org/officeDocument/2006/relationships/customXml" Target="../ink/ink40.xml"/><Relationship Id="rId102" Type="http://schemas.openxmlformats.org/officeDocument/2006/relationships/image" Target="../media/image55.png"/><Relationship Id="rId144" Type="http://schemas.openxmlformats.org/officeDocument/2006/relationships/image" Target="../media/image75.png"/><Relationship Id="rId547" Type="http://schemas.openxmlformats.org/officeDocument/2006/relationships/image" Target="../media/image270.png"/><Relationship Id="rId589" Type="http://schemas.openxmlformats.org/officeDocument/2006/relationships/customXml" Target="../ink/ink303.xml"/><Relationship Id="rId90" Type="http://schemas.openxmlformats.org/officeDocument/2006/relationships/image" Target="../media/image49.png"/><Relationship Id="rId186" Type="http://schemas.openxmlformats.org/officeDocument/2006/relationships/image" Target="../media/image96.png"/><Relationship Id="rId351" Type="http://schemas.openxmlformats.org/officeDocument/2006/relationships/image" Target="../media/image176.png"/><Relationship Id="rId393" Type="http://schemas.openxmlformats.org/officeDocument/2006/relationships/customXml" Target="../ink/ink202.xml"/><Relationship Id="rId407" Type="http://schemas.openxmlformats.org/officeDocument/2006/relationships/customXml" Target="../ink/ink209.xml"/><Relationship Id="rId449" Type="http://schemas.openxmlformats.org/officeDocument/2006/relationships/customXml" Target="../ink/ink231.xml"/><Relationship Id="rId614" Type="http://schemas.openxmlformats.org/officeDocument/2006/relationships/image" Target="../media/image303.png"/><Relationship Id="rId656" Type="http://schemas.openxmlformats.org/officeDocument/2006/relationships/customXml" Target="../ink/ink337.xml"/><Relationship Id="rId211" Type="http://schemas.openxmlformats.org/officeDocument/2006/relationships/customXml" Target="../ink/ink107.xml"/><Relationship Id="rId253" Type="http://schemas.openxmlformats.org/officeDocument/2006/relationships/customXml" Target="../ink/ink129.xml"/><Relationship Id="rId295" Type="http://schemas.openxmlformats.org/officeDocument/2006/relationships/image" Target="../media/image149.png"/><Relationship Id="rId309" Type="http://schemas.openxmlformats.org/officeDocument/2006/relationships/image" Target="../media/image156.png"/><Relationship Id="rId460" Type="http://schemas.openxmlformats.org/officeDocument/2006/relationships/image" Target="../media/image228.png"/><Relationship Id="rId516" Type="http://schemas.openxmlformats.org/officeDocument/2006/relationships/customXml" Target="../ink/ink266.xml"/><Relationship Id="rId48" Type="http://schemas.openxmlformats.org/officeDocument/2006/relationships/customXml" Target="../ink/ink24.xml"/><Relationship Id="rId113" Type="http://schemas.openxmlformats.org/officeDocument/2006/relationships/customXml" Target="../ink/ink57.xml"/><Relationship Id="rId320" Type="http://schemas.openxmlformats.org/officeDocument/2006/relationships/customXml" Target="../ink/ink163.xml"/><Relationship Id="rId558" Type="http://schemas.openxmlformats.org/officeDocument/2006/relationships/customXml" Target="../ink/ink287.xml"/><Relationship Id="rId155" Type="http://schemas.openxmlformats.org/officeDocument/2006/relationships/customXml" Target="../ink/ink79.xml"/><Relationship Id="rId197" Type="http://schemas.openxmlformats.org/officeDocument/2006/relationships/customXml" Target="../ink/ink100.xml"/><Relationship Id="rId362" Type="http://schemas.openxmlformats.org/officeDocument/2006/relationships/customXml" Target="../ink/ink185.xml"/><Relationship Id="rId418" Type="http://schemas.openxmlformats.org/officeDocument/2006/relationships/customXml" Target="../ink/ink215.xml"/><Relationship Id="rId625" Type="http://schemas.openxmlformats.org/officeDocument/2006/relationships/customXml" Target="../ink/ink321.xml"/><Relationship Id="rId222" Type="http://schemas.openxmlformats.org/officeDocument/2006/relationships/image" Target="../media/image113.png"/><Relationship Id="rId264" Type="http://schemas.openxmlformats.org/officeDocument/2006/relationships/image" Target="../media/image134.png"/><Relationship Id="rId471" Type="http://schemas.openxmlformats.org/officeDocument/2006/relationships/customXml" Target="../ink/ink242.xml"/><Relationship Id="rId667" Type="http://schemas.openxmlformats.org/officeDocument/2006/relationships/customXml" Target="../ink/ink343.xml"/><Relationship Id="rId17" Type="http://schemas.openxmlformats.org/officeDocument/2006/relationships/image" Target="../media/image13.png"/><Relationship Id="rId59" Type="http://schemas.openxmlformats.org/officeDocument/2006/relationships/image" Target="../media/image34.png"/><Relationship Id="rId124" Type="http://schemas.openxmlformats.org/officeDocument/2006/relationships/customXml" Target="../ink/ink63.xml"/><Relationship Id="rId527" Type="http://schemas.openxmlformats.org/officeDocument/2006/relationships/image" Target="../media/image260.png"/><Relationship Id="rId569" Type="http://schemas.openxmlformats.org/officeDocument/2006/relationships/customXml" Target="../ink/ink293.xml"/><Relationship Id="rId70" Type="http://schemas.openxmlformats.org/officeDocument/2006/relationships/image" Target="../media/image39.png"/><Relationship Id="rId166" Type="http://schemas.openxmlformats.org/officeDocument/2006/relationships/image" Target="../media/image86.png"/><Relationship Id="rId331" Type="http://schemas.openxmlformats.org/officeDocument/2006/relationships/customXml" Target="../ink/ink169.xml"/><Relationship Id="rId373" Type="http://schemas.openxmlformats.org/officeDocument/2006/relationships/image" Target="../media/image187.png"/><Relationship Id="rId429" Type="http://schemas.openxmlformats.org/officeDocument/2006/relationships/customXml" Target="../ink/ink221.xml"/><Relationship Id="rId580" Type="http://schemas.openxmlformats.org/officeDocument/2006/relationships/image" Target="../media/image286.png"/><Relationship Id="rId636" Type="http://schemas.openxmlformats.org/officeDocument/2006/relationships/image" Target="../media/image314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19.xml"/><Relationship Id="rId440" Type="http://schemas.openxmlformats.org/officeDocument/2006/relationships/image" Target="../media/image218.png"/><Relationship Id="rId28" Type="http://schemas.openxmlformats.org/officeDocument/2006/relationships/customXml" Target="../ink/ink14.xml"/><Relationship Id="rId275" Type="http://schemas.openxmlformats.org/officeDocument/2006/relationships/customXml" Target="../ink/ink140.xml"/><Relationship Id="rId300" Type="http://schemas.openxmlformats.org/officeDocument/2006/relationships/customXml" Target="../ink/ink153.xml"/><Relationship Id="rId482" Type="http://schemas.openxmlformats.org/officeDocument/2006/relationships/customXml" Target="../ink/ink248.xml"/><Relationship Id="rId538" Type="http://schemas.openxmlformats.org/officeDocument/2006/relationships/customXml" Target="../ink/ink277.xml"/><Relationship Id="rId81" Type="http://schemas.openxmlformats.org/officeDocument/2006/relationships/customXml" Target="../ink/ink41.xml"/><Relationship Id="rId135" Type="http://schemas.openxmlformats.org/officeDocument/2006/relationships/customXml" Target="../ink/ink69.xml"/><Relationship Id="rId177" Type="http://schemas.openxmlformats.org/officeDocument/2006/relationships/customXml" Target="../ink/ink90.xml"/><Relationship Id="rId342" Type="http://schemas.openxmlformats.org/officeDocument/2006/relationships/customXml" Target="../ink/ink175.xml"/><Relationship Id="rId384" Type="http://schemas.openxmlformats.org/officeDocument/2006/relationships/customXml" Target="../ink/ink197.xml"/><Relationship Id="rId591" Type="http://schemas.openxmlformats.org/officeDocument/2006/relationships/customXml" Target="../ink/ink304.xml"/><Relationship Id="rId605" Type="http://schemas.openxmlformats.org/officeDocument/2006/relationships/customXml" Target="../ink/ink311.xml"/><Relationship Id="rId202" Type="http://schemas.openxmlformats.org/officeDocument/2006/relationships/image" Target="../media/image104.png"/><Relationship Id="rId244" Type="http://schemas.openxmlformats.org/officeDocument/2006/relationships/image" Target="../media/image124.png"/><Relationship Id="rId647" Type="http://schemas.openxmlformats.org/officeDocument/2006/relationships/customXml" Target="../ink/ink332.xml"/><Relationship Id="rId39" Type="http://schemas.openxmlformats.org/officeDocument/2006/relationships/image" Target="../media/image24.png"/><Relationship Id="rId286" Type="http://schemas.openxmlformats.org/officeDocument/2006/relationships/customXml" Target="../ink/ink146.xml"/><Relationship Id="rId451" Type="http://schemas.openxmlformats.org/officeDocument/2006/relationships/customXml" Target="../ink/ink232.xml"/><Relationship Id="rId493" Type="http://schemas.openxmlformats.org/officeDocument/2006/relationships/image" Target="../media/image244.png"/><Relationship Id="rId507" Type="http://schemas.openxmlformats.org/officeDocument/2006/relationships/customXml" Target="../ink/ink261.xml"/><Relationship Id="rId549" Type="http://schemas.openxmlformats.org/officeDocument/2006/relationships/image" Target="../media/image271.png"/><Relationship Id="rId50" Type="http://schemas.openxmlformats.org/officeDocument/2006/relationships/customXml" Target="../ink/ink25.xml"/><Relationship Id="rId104" Type="http://schemas.openxmlformats.org/officeDocument/2006/relationships/image" Target="../media/image56.png"/><Relationship Id="rId146" Type="http://schemas.openxmlformats.org/officeDocument/2006/relationships/image" Target="../media/image76.png"/><Relationship Id="rId188" Type="http://schemas.openxmlformats.org/officeDocument/2006/relationships/image" Target="../media/image97.png"/><Relationship Id="rId311" Type="http://schemas.openxmlformats.org/officeDocument/2006/relationships/image" Target="../media/image157.png"/><Relationship Id="rId353" Type="http://schemas.openxmlformats.org/officeDocument/2006/relationships/image" Target="../media/image177.png"/><Relationship Id="rId395" Type="http://schemas.openxmlformats.org/officeDocument/2006/relationships/customXml" Target="../ink/ink203.xml"/><Relationship Id="rId409" Type="http://schemas.openxmlformats.org/officeDocument/2006/relationships/customXml" Target="../ink/ink210.xml"/><Relationship Id="rId560" Type="http://schemas.openxmlformats.org/officeDocument/2006/relationships/customXml" Target="../ink/ink288.xml"/><Relationship Id="rId92" Type="http://schemas.openxmlformats.org/officeDocument/2006/relationships/image" Target="../media/image50.png"/><Relationship Id="rId213" Type="http://schemas.openxmlformats.org/officeDocument/2006/relationships/customXml" Target="../ink/ink108.xml"/><Relationship Id="rId420" Type="http://schemas.openxmlformats.org/officeDocument/2006/relationships/customXml" Target="../ink/ink216.xml"/><Relationship Id="rId616" Type="http://schemas.openxmlformats.org/officeDocument/2006/relationships/image" Target="../media/image304.png"/><Relationship Id="rId658" Type="http://schemas.openxmlformats.org/officeDocument/2006/relationships/customXml" Target="../ink/ink338.xml"/><Relationship Id="rId255" Type="http://schemas.openxmlformats.org/officeDocument/2006/relationships/customXml" Target="../ink/ink130.xml"/><Relationship Id="rId297" Type="http://schemas.openxmlformats.org/officeDocument/2006/relationships/image" Target="../media/image150.png"/><Relationship Id="rId462" Type="http://schemas.openxmlformats.org/officeDocument/2006/relationships/image" Target="../media/image229.png"/><Relationship Id="rId518" Type="http://schemas.openxmlformats.org/officeDocument/2006/relationships/customXml" Target="../ink/ink267.xml"/><Relationship Id="rId115" Type="http://schemas.openxmlformats.org/officeDocument/2006/relationships/customXml" Target="../ink/ink58.xml"/><Relationship Id="rId157" Type="http://schemas.openxmlformats.org/officeDocument/2006/relationships/customXml" Target="../ink/ink80.xml"/><Relationship Id="rId322" Type="http://schemas.openxmlformats.org/officeDocument/2006/relationships/customXml" Target="../ink/ink164.xml"/><Relationship Id="rId364" Type="http://schemas.openxmlformats.org/officeDocument/2006/relationships/customXml" Target="../ink/ink186.xml"/><Relationship Id="rId61" Type="http://schemas.openxmlformats.org/officeDocument/2006/relationships/customXml" Target="../ink/ink31.xml"/><Relationship Id="rId199" Type="http://schemas.openxmlformats.org/officeDocument/2006/relationships/customXml" Target="../ink/ink101.xml"/><Relationship Id="rId571" Type="http://schemas.openxmlformats.org/officeDocument/2006/relationships/customXml" Target="../ink/ink294.xml"/><Relationship Id="rId627" Type="http://schemas.openxmlformats.org/officeDocument/2006/relationships/customXml" Target="../ink/ink322.xml"/><Relationship Id="rId669" Type="http://schemas.openxmlformats.org/officeDocument/2006/relationships/customXml" Target="../ink/ink344.xml"/><Relationship Id="rId19" Type="http://schemas.openxmlformats.org/officeDocument/2006/relationships/image" Target="../media/image14.png"/><Relationship Id="rId224" Type="http://schemas.openxmlformats.org/officeDocument/2006/relationships/image" Target="../media/image114.png"/><Relationship Id="rId266" Type="http://schemas.openxmlformats.org/officeDocument/2006/relationships/image" Target="../media/image135.png"/><Relationship Id="rId431" Type="http://schemas.openxmlformats.org/officeDocument/2006/relationships/customXml" Target="../ink/ink222.xml"/><Relationship Id="rId473" Type="http://schemas.openxmlformats.org/officeDocument/2006/relationships/image" Target="../media/image234.png"/><Relationship Id="rId529" Type="http://schemas.openxmlformats.org/officeDocument/2006/relationships/image" Target="../media/image261.png"/><Relationship Id="rId30" Type="http://schemas.openxmlformats.org/officeDocument/2006/relationships/customXml" Target="../ink/ink15.xml"/><Relationship Id="rId126" Type="http://schemas.openxmlformats.org/officeDocument/2006/relationships/customXml" Target="../ink/ink64.xml"/><Relationship Id="rId168" Type="http://schemas.openxmlformats.org/officeDocument/2006/relationships/image" Target="../media/image87.png"/><Relationship Id="rId333" Type="http://schemas.openxmlformats.org/officeDocument/2006/relationships/customXml" Target="../ink/ink170.xml"/><Relationship Id="rId540" Type="http://schemas.openxmlformats.org/officeDocument/2006/relationships/customXml" Target="../ink/ink278.xml"/><Relationship Id="rId72" Type="http://schemas.openxmlformats.org/officeDocument/2006/relationships/image" Target="../media/image40.png"/><Relationship Id="rId375" Type="http://schemas.openxmlformats.org/officeDocument/2006/relationships/image" Target="../media/image188.png"/><Relationship Id="rId582" Type="http://schemas.openxmlformats.org/officeDocument/2006/relationships/image" Target="../media/image287.png"/><Relationship Id="rId638" Type="http://schemas.openxmlformats.org/officeDocument/2006/relationships/image" Target="../media/image315.png"/><Relationship Id="rId3" Type="http://schemas.openxmlformats.org/officeDocument/2006/relationships/image" Target="../media/image6.png"/><Relationship Id="rId235" Type="http://schemas.openxmlformats.org/officeDocument/2006/relationships/customXml" Target="../ink/ink120.xml"/><Relationship Id="rId277" Type="http://schemas.openxmlformats.org/officeDocument/2006/relationships/customXml" Target="../ink/ink141.xml"/><Relationship Id="rId400" Type="http://schemas.openxmlformats.org/officeDocument/2006/relationships/image" Target="../media/image199.png"/><Relationship Id="rId442" Type="http://schemas.openxmlformats.org/officeDocument/2006/relationships/image" Target="../media/image219.png"/><Relationship Id="rId484" Type="http://schemas.openxmlformats.org/officeDocument/2006/relationships/customXml" Target="../ink/ink249.xml"/><Relationship Id="rId137" Type="http://schemas.openxmlformats.org/officeDocument/2006/relationships/customXml" Target="../ink/ink70.xml"/><Relationship Id="rId302" Type="http://schemas.openxmlformats.org/officeDocument/2006/relationships/customXml" Target="../ink/ink154.xml"/><Relationship Id="rId344" Type="http://schemas.openxmlformats.org/officeDocument/2006/relationships/customXml" Target="../ink/ink176.xml"/><Relationship Id="rId41" Type="http://schemas.openxmlformats.org/officeDocument/2006/relationships/image" Target="../media/image25.png"/><Relationship Id="rId83" Type="http://schemas.openxmlformats.org/officeDocument/2006/relationships/customXml" Target="../ink/ink42.xml"/><Relationship Id="rId179" Type="http://schemas.openxmlformats.org/officeDocument/2006/relationships/customXml" Target="../ink/ink91.xml"/><Relationship Id="rId386" Type="http://schemas.openxmlformats.org/officeDocument/2006/relationships/customXml" Target="../ink/ink198.xml"/><Relationship Id="rId551" Type="http://schemas.openxmlformats.org/officeDocument/2006/relationships/image" Target="../media/image272.png"/><Relationship Id="rId593" Type="http://schemas.openxmlformats.org/officeDocument/2006/relationships/customXml" Target="../ink/ink305.xml"/><Relationship Id="rId607" Type="http://schemas.openxmlformats.org/officeDocument/2006/relationships/customXml" Target="../ink/ink312.xml"/><Relationship Id="rId649" Type="http://schemas.openxmlformats.org/officeDocument/2006/relationships/customXml" Target="../ink/ink333.xml"/><Relationship Id="rId190" Type="http://schemas.openxmlformats.org/officeDocument/2006/relationships/image" Target="../media/image98.png"/><Relationship Id="rId204" Type="http://schemas.openxmlformats.org/officeDocument/2006/relationships/image" Target="../media/image105.png"/><Relationship Id="rId246" Type="http://schemas.openxmlformats.org/officeDocument/2006/relationships/image" Target="../media/image125.png"/><Relationship Id="rId288" Type="http://schemas.openxmlformats.org/officeDocument/2006/relationships/customXml" Target="../ink/ink147.xml"/><Relationship Id="rId411" Type="http://schemas.openxmlformats.org/officeDocument/2006/relationships/customXml" Target="../ink/ink211.xml"/><Relationship Id="rId453" Type="http://schemas.openxmlformats.org/officeDocument/2006/relationships/customXml" Target="../ink/ink233.xml"/><Relationship Id="rId509" Type="http://schemas.openxmlformats.org/officeDocument/2006/relationships/customXml" Target="../ink/ink262.xml"/><Relationship Id="rId660" Type="http://schemas.openxmlformats.org/officeDocument/2006/relationships/customXml" Target="../ink/ink339.xml"/><Relationship Id="rId106" Type="http://schemas.openxmlformats.org/officeDocument/2006/relationships/image" Target="../media/image57.png"/><Relationship Id="rId313" Type="http://schemas.openxmlformats.org/officeDocument/2006/relationships/image" Target="../media/image158.png"/><Relationship Id="rId495" Type="http://schemas.openxmlformats.org/officeDocument/2006/relationships/image" Target="../media/image245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image" Target="../media/image51.png"/><Relationship Id="rId148" Type="http://schemas.openxmlformats.org/officeDocument/2006/relationships/image" Target="../media/image77.png"/><Relationship Id="rId355" Type="http://schemas.openxmlformats.org/officeDocument/2006/relationships/image" Target="../media/image178.png"/><Relationship Id="rId397" Type="http://schemas.openxmlformats.org/officeDocument/2006/relationships/customXml" Target="../ink/ink204.xml"/><Relationship Id="rId520" Type="http://schemas.openxmlformats.org/officeDocument/2006/relationships/customXml" Target="../ink/ink268.xml"/><Relationship Id="rId562" Type="http://schemas.openxmlformats.org/officeDocument/2006/relationships/image" Target="../media/image277.png"/><Relationship Id="rId618" Type="http://schemas.openxmlformats.org/officeDocument/2006/relationships/image" Target="../media/image305.png"/><Relationship Id="rId215" Type="http://schemas.openxmlformats.org/officeDocument/2006/relationships/customXml" Target="../ink/ink109.xml"/><Relationship Id="rId257" Type="http://schemas.openxmlformats.org/officeDocument/2006/relationships/customXml" Target="../ink/ink131.xml"/><Relationship Id="rId422" Type="http://schemas.openxmlformats.org/officeDocument/2006/relationships/customXml" Target="../ink/ink217.xml"/><Relationship Id="rId464" Type="http://schemas.openxmlformats.org/officeDocument/2006/relationships/image" Target="../media/image230.png"/><Relationship Id="rId299" Type="http://schemas.openxmlformats.org/officeDocument/2006/relationships/image" Target="../media/image151.png"/><Relationship Id="rId63" Type="http://schemas.openxmlformats.org/officeDocument/2006/relationships/customXml" Target="../ink/ink32.xml"/><Relationship Id="rId159" Type="http://schemas.openxmlformats.org/officeDocument/2006/relationships/customXml" Target="../ink/ink81.xml"/><Relationship Id="rId366" Type="http://schemas.openxmlformats.org/officeDocument/2006/relationships/customXml" Target="../ink/ink187.xml"/><Relationship Id="rId573" Type="http://schemas.openxmlformats.org/officeDocument/2006/relationships/customXml" Target="../ink/ink295.xml"/><Relationship Id="rId226" Type="http://schemas.openxmlformats.org/officeDocument/2006/relationships/image" Target="../media/image115.png"/><Relationship Id="rId433" Type="http://schemas.openxmlformats.org/officeDocument/2006/relationships/customXml" Target="../ink/ink223.xml"/><Relationship Id="rId640" Type="http://schemas.openxmlformats.org/officeDocument/2006/relationships/image" Target="../media/image316.png"/><Relationship Id="rId74" Type="http://schemas.openxmlformats.org/officeDocument/2006/relationships/image" Target="../media/image41.png"/><Relationship Id="rId377" Type="http://schemas.openxmlformats.org/officeDocument/2006/relationships/customXml" Target="../ink/ink193.xml"/><Relationship Id="rId500" Type="http://schemas.openxmlformats.org/officeDocument/2006/relationships/customXml" Target="../ink/ink257.xml"/><Relationship Id="rId584" Type="http://schemas.openxmlformats.org/officeDocument/2006/relationships/image" Target="../media/image288.png"/><Relationship Id="rId5" Type="http://schemas.openxmlformats.org/officeDocument/2006/relationships/image" Target="../media/image7.png"/><Relationship Id="rId237" Type="http://schemas.openxmlformats.org/officeDocument/2006/relationships/customXml" Target="../ink/ink121.xml"/><Relationship Id="rId444" Type="http://schemas.openxmlformats.org/officeDocument/2006/relationships/image" Target="../media/image220.png"/><Relationship Id="rId651" Type="http://schemas.openxmlformats.org/officeDocument/2006/relationships/customXml" Target="../ink/ink334.xml"/><Relationship Id="rId290" Type="http://schemas.openxmlformats.org/officeDocument/2006/relationships/customXml" Target="../ink/ink148.xml"/><Relationship Id="rId304" Type="http://schemas.openxmlformats.org/officeDocument/2006/relationships/customXml" Target="../ink/ink155.xml"/><Relationship Id="rId388" Type="http://schemas.openxmlformats.org/officeDocument/2006/relationships/customXml" Target="../ink/ink199.xml"/><Relationship Id="rId511" Type="http://schemas.openxmlformats.org/officeDocument/2006/relationships/customXml" Target="../ink/ink263.xml"/><Relationship Id="rId609" Type="http://schemas.openxmlformats.org/officeDocument/2006/relationships/customXml" Target="../ink/ink313.xml"/><Relationship Id="rId85" Type="http://schemas.openxmlformats.org/officeDocument/2006/relationships/customXml" Target="../ink/ink43.xml"/><Relationship Id="rId150" Type="http://schemas.openxmlformats.org/officeDocument/2006/relationships/image" Target="../media/image78.png"/><Relationship Id="rId595" Type="http://schemas.openxmlformats.org/officeDocument/2006/relationships/customXml" Target="../ink/ink306.xml"/><Relationship Id="rId248" Type="http://schemas.openxmlformats.org/officeDocument/2006/relationships/image" Target="../media/image126.png"/><Relationship Id="rId455" Type="http://schemas.openxmlformats.org/officeDocument/2006/relationships/customXml" Target="../ink/ink234.xml"/><Relationship Id="rId662" Type="http://schemas.openxmlformats.org/officeDocument/2006/relationships/customXml" Target="../ink/ink340.xml"/><Relationship Id="rId12" Type="http://schemas.openxmlformats.org/officeDocument/2006/relationships/customXml" Target="../ink/ink6.xml"/><Relationship Id="rId108" Type="http://schemas.openxmlformats.org/officeDocument/2006/relationships/image" Target="../media/image58.png"/><Relationship Id="rId315" Type="http://schemas.openxmlformats.org/officeDocument/2006/relationships/image" Target="../media/image159.png"/><Relationship Id="rId522" Type="http://schemas.openxmlformats.org/officeDocument/2006/relationships/customXml" Target="../ink/ink269.xml"/><Relationship Id="rId96" Type="http://schemas.openxmlformats.org/officeDocument/2006/relationships/image" Target="../media/image52.png"/><Relationship Id="rId161" Type="http://schemas.openxmlformats.org/officeDocument/2006/relationships/customXml" Target="../ink/ink82.xml"/><Relationship Id="rId399" Type="http://schemas.openxmlformats.org/officeDocument/2006/relationships/customXml" Target="../ink/ink205.xml"/><Relationship Id="rId259" Type="http://schemas.openxmlformats.org/officeDocument/2006/relationships/customXml" Target="../ink/ink132.xml"/><Relationship Id="rId466" Type="http://schemas.openxmlformats.org/officeDocument/2006/relationships/image" Target="../media/image231.png"/><Relationship Id="rId673" Type="http://schemas.openxmlformats.org/officeDocument/2006/relationships/customXml" Target="../ink/ink346.xml"/><Relationship Id="rId23" Type="http://schemas.openxmlformats.org/officeDocument/2006/relationships/image" Target="../media/image16.png"/><Relationship Id="rId119" Type="http://schemas.openxmlformats.org/officeDocument/2006/relationships/image" Target="../media/image63.png"/><Relationship Id="rId326" Type="http://schemas.openxmlformats.org/officeDocument/2006/relationships/customXml" Target="../ink/ink166.xml"/><Relationship Id="rId533" Type="http://schemas.openxmlformats.org/officeDocument/2006/relationships/image" Target="../media/image263.png"/><Relationship Id="rId172" Type="http://schemas.openxmlformats.org/officeDocument/2006/relationships/image" Target="../media/image89.png"/><Relationship Id="rId477" Type="http://schemas.openxmlformats.org/officeDocument/2006/relationships/image" Target="../media/image236.png"/><Relationship Id="rId600" Type="http://schemas.openxmlformats.org/officeDocument/2006/relationships/image" Target="../media/image296.png"/><Relationship Id="rId337" Type="http://schemas.openxmlformats.org/officeDocument/2006/relationships/customXml" Target="../ink/ink172.xml"/><Relationship Id="rId34" Type="http://schemas.openxmlformats.org/officeDocument/2006/relationships/customXml" Target="../ink/ink17.xml"/><Relationship Id="rId544" Type="http://schemas.openxmlformats.org/officeDocument/2006/relationships/customXml" Target="../ink/ink280.xml"/><Relationship Id="rId183" Type="http://schemas.openxmlformats.org/officeDocument/2006/relationships/customXml" Target="../ink/ink93.xml"/><Relationship Id="rId390" Type="http://schemas.openxmlformats.org/officeDocument/2006/relationships/customXml" Target="../ink/ink200.xml"/><Relationship Id="rId404" Type="http://schemas.openxmlformats.org/officeDocument/2006/relationships/image" Target="../media/image201.png"/><Relationship Id="rId611" Type="http://schemas.openxmlformats.org/officeDocument/2006/relationships/customXml" Target="../ink/ink314.xml"/><Relationship Id="rId250" Type="http://schemas.openxmlformats.org/officeDocument/2006/relationships/image" Target="../media/image127.png"/><Relationship Id="rId488" Type="http://schemas.openxmlformats.org/officeDocument/2006/relationships/customXml" Target="../ink/ink251.xml"/><Relationship Id="rId45" Type="http://schemas.openxmlformats.org/officeDocument/2006/relationships/image" Target="../media/image27.png"/><Relationship Id="rId110" Type="http://schemas.openxmlformats.org/officeDocument/2006/relationships/image" Target="../media/image59.png"/><Relationship Id="rId348" Type="http://schemas.openxmlformats.org/officeDocument/2006/relationships/customXml" Target="../ink/ink178.xml"/><Relationship Id="rId555" Type="http://schemas.openxmlformats.org/officeDocument/2006/relationships/image" Target="../media/image274.png"/><Relationship Id="rId194" Type="http://schemas.openxmlformats.org/officeDocument/2006/relationships/image" Target="../media/image100.png"/><Relationship Id="rId208" Type="http://schemas.openxmlformats.org/officeDocument/2006/relationships/image" Target="../media/image107.png"/><Relationship Id="rId415" Type="http://schemas.openxmlformats.org/officeDocument/2006/relationships/image" Target="../media/image206.png"/><Relationship Id="rId622" Type="http://schemas.openxmlformats.org/officeDocument/2006/relationships/image" Target="../media/image307.png"/><Relationship Id="rId261" Type="http://schemas.openxmlformats.org/officeDocument/2006/relationships/customXml" Target="../ink/ink133.xml"/><Relationship Id="rId499" Type="http://schemas.openxmlformats.org/officeDocument/2006/relationships/image" Target="../media/image247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79.png"/><Relationship Id="rId121" Type="http://schemas.openxmlformats.org/officeDocument/2006/relationships/image" Target="../media/image64.png"/><Relationship Id="rId219" Type="http://schemas.openxmlformats.org/officeDocument/2006/relationships/customXml" Target="../ink/ink112.xml"/><Relationship Id="rId426" Type="http://schemas.openxmlformats.org/officeDocument/2006/relationships/customXml" Target="../ink/ink219.xml"/><Relationship Id="rId633" Type="http://schemas.openxmlformats.org/officeDocument/2006/relationships/customXml" Target="../ink/ink325.xml"/><Relationship Id="rId67" Type="http://schemas.openxmlformats.org/officeDocument/2006/relationships/customXml" Target="../ink/ink34.xml"/><Relationship Id="rId272" Type="http://schemas.openxmlformats.org/officeDocument/2006/relationships/image" Target="../media/image138.png"/><Relationship Id="rId577" Type="http://schemas.openxmlformats.org/officeDocument/2006/relationships/customXml" Target="../ink/ink297.xml"/><Relationship Id="rId132" Type="http://schemas.openxmlformats.org/officeDocument/2006/relationships/image" Target="../media/image69.png"/><Relationship Id="rId437" Type="http://schemas.openxmlformats.org/officeDocument/2006/relationships/customXml" Target="../ink/ink225.xml"/><Relationship Id="rId644" Type="http://schemas.openxmlformats.org/officeDocument/2006/relationships/image" Target="../media/image318.png"/><Relationship Id="rId283" Type="http://schemas.openxmlformats.org/officeDocument/2006/relationships/customXml" Target="../ink/ink144.xml"/><Relationship Id="rId490" Type="http://schemas.openxmlformats.org/officeDocument/2006/relationships/customXml" Target="../ink/ink252.xml"/><Relationship Id="rId504" Type="http://schemas.openxmlformats.org/officeDocument/2006/relationships/customXml" Target="../ink/ink259.xml"/><Relationship Id="rId78" Type="http://schemas.openxmlformats.org/officeDocument/2006/relationships/image" Target="../media/image43.png"/><Relationship Id="rId143" Type="http://schemas.openxmlformats.org/officeDocument/2006/relationships/customXml" Target="../ink/ink73.xml"/><Relationship Id="rId350" Type="http://schemas.openxmlformats.org/officeDocument/2006/relationships/customXml" Target="../ink/ink179.xml"/><Relationship Id="rId588" Type="http://schemas.openxmlformats.org/officeDocument/2006/relationships/image" Target="../media/image290.png"/><Relationship Id="rId9" Type="http://schemas.openxmlformats.org/officeDocument/2006/relationships/image" Target="../media/image9.png"/><Relationship Id="rId210" Type="http://schemas.openxmlformats.org/officeDocument/2006/relationships/image" Target="../media/image108.png"/><Relationship Id="rId448" Type="http://schemas.openxmlformats.org/officeDocument/2006/relationships/image" Target="../media/image222.png"/><Relationship Id="rId655" Type="http://schemas.openxmlformats.org/officeDocument/2006/relationships/image" Target="../media/image323.png"/><Relationship Id="rId294" Type="http://schemas.openxmlformats.org/officeDocument/2006/relationships/customXml" Target="../ink/ink150.xml"/><Relationship Id="rId308" Type="http://schemas.openxmlformats.org/officeDocument/2006/relationships/customXml" Target="../ink/ink157.xml"/><Relationship Id="rId515" Type="http://schemas.openxmlformats.org/officeDocument/2006/relationships/customXml" Target="../ink/ink265.xml"/><Relationship Id="rId89" Type="http://schemas.openxmlformats.org/officeDocument/2006/relationships/customXml" Target="../ink/ink45.xml"/><Relationship Id="rId154" Type="http://schemas.openxmlformats.org/officeDocument/2006/relationships/image" Target="../media/image80.png"/><Relationship Id="rId361" Type="http://schemas.openxmlformats.org/officeDocument/2006/relationships/image" Target="../media/image181.png"/><Relationship Id="rId599" Type="http://schemas.openxmlformats.org/officeDocument/2006/relationships/customXml" Target="../ink/ink308.xml"/><Relationship Id="rId459" Type="http://schemas.openxmlformats.org/officeDocument/2006/relationships/customXml" Target="../ink/ink236.xml"/><Relationship Id="rId666" Type="http://schemas.openxmlformats.org/officeDocument/2006/relationships/image" Target="../media/image328.png"/><Relationship Id="rId16" Type="http://schemas.openxmlformats.org/officeDocument/2006/relationships/customXml" Target="../ink/ink8.xml"/><Relationship Id="rId221" Type="http://schemas.openxmlformats.org/officeDocument/2006/relationships/customXml" Target="../ink/ink113.xml"/><Relationship Id="rId319" Type="http://schemas.openxmlformats.org/officeDocument/2006/relationships/image" Target="../media/image161.png"/><Relationship Id="rId526" Type="http://schemas.openxmlformats.org/officeDocument/2006/relationships/customXml" Target="../ink/ink271.xml"/><Relationship Id="rId165" Type="http://schemas.openxmlformats.org/officeDocument/2006/relationships/customXml" Target="../ink/ink84.xml"/><Relationship Id="rId372" Type="http://schemas.openxmlformats.org/officeDocument/2006/relationships/customXml" Target="../ink/ink190.xml"/><Relationship Id="rId232" Type="http://schemas.openxmlformats.org/officeDocument/2006/relationships/image" Target="../media/image118.png"/><Relationship Id="rId27" Type="http://schemas.openxmlformats.org/officeDocument/2006/relationships/image" Target="../media/image18.png"/><Relationship Id="rId537" Type="http://schemas.openxmlformats.org/officeDocument/2006/relationships/image" Target="../media/image265.png"/><Relationship Id="rId80" Type="http://schemas.openxmlformats.org/officeDocument/2006/relationships/image" Target="../media/image44.png"/><Relationship Id="rId176" Type="http://schemas.openxmlformats.org/officeDocument/2006/relationships/image" Target="../media/image91.png"/><Relationship Id="rId383" Type="http://schemas.openxmlformats.org/officeDocument/2006/relationships/image" Target="../media/image191.png"/><Relationship Id="rId590" Type="http://schemas.openxmlformats.org/officeDocument/2006/relationships/image" Target="../media/image291.png"/><Relationship Id="rId604" Type="http://schemas.openxmlformats.org/officeDocument/2006/relationships/image" Target="../media/image29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7.png"/><Relationship Id="rId21" Type="http://schemas.openxmlformats.org/officeDocument/2006/relationships/image" Target="../media/image342.png"/><Relationship Id="rId324" Type="http://schemas.openxmlformats.org/officeDocument/2006/relationships/customXml" Target="../ink/ink509.xml"/><Relationship Id="rId531" Type="http://schemas.openxmlformats.org/officeDocument/2006/relationships/customXml" Target="../ink/ink614.xml"/><Relationship Id="rId170" Type="http://schemas.openxmlformats.org/officeDocument/2006/relationships/customXml" Target="../ink/ink432.xml"/><Relationship Id="rId268" Type="http://schemas.openxmlformats.org/officeDocument/2006/relationships/customXml" Target="../ink/ink481.xml"/><Relationship Id="rId475" Type="http://schemas.openxmlformats.org/officeDocument/2006/relationships/image" Target="../media/image556.png"/><Relationship Id="rId32" Type="http://schemas.openxmlformats.org/officeDocument/2006/relationships/customXml" Target="../ink/ink362.xml"/><Relationship Id="rId128" Type="http://schemas.openxmlformats.org/officeDocument/2006/relationships/customXml" Target="../ink/ink410.xml"/><Relationship Id="rId335" Type="http://schemas.openxmlformats.org/officeDocument/2006/relationships/customXml" Target="../ink/ink515.xml"/><Relationship Id="rId542" Type="http://schemas.openxmlformats.org/officeDocument/2006/relationships/customXml" Target="../ink/ink620.xml"/><Relationship Id="rId181" Type="http://schemas.openxmlformats.org/officeDocument/2006/relationships/image" Target="../media/image417.png"/><Relationship Id="rId402" Type="http://schemas.openxmlformats.org/officeDocument/2006/relationships/image" Target="../media/image521.png"/><Relationship Id="rId279" Type="http://schemas.openxmlformats.org/officeDocument/2006/relationships/image" Target="../media/image462.png"/><Relationship Id="rId486" Type="http://schemas.openxmlformats.org/officeDocument/2006/relationships/customXml" Target="../ink/ink591.xml"/><Relationship Id="rId43" Type="http://schemas.openxmlformats.org/officeDocument/2006/relationships/image" Target="../media/image353.png"/><Relationship Id="rId139" Type="http://schemas.openxmlformats.org/officeDocument/2006/relationships/image" Target="../media/image398.png"/><Relationship Id="rId346" Type="http://schemas.openxmlformats.org/officeDocument/2006/relationships/image" Target="../media/image494.png"/><Relationship Id="rId553" Type="http://schemas.openxmlformats.org/officeDocument/2006/relationships/customXml" Target="../ink/ink626.xml"/><Relationship Id="rId192" Type="http://schemas.openxmlformats.org/officeDocument/2006/relationships/customXml" Target="../ink/ink443.xml"/><Relationship Id="rId206" Type="http://schemas.openxmlformats.org/officeDocument/2006/relationships/customXml" Target="../ink/ink450.xml"/><Relationship Id="rId413" Type="http://schemas.openxmlformats.org/officeDocument/2006/relationships/customXml" Target="../ink/ink554.xml"/><Relationship Id="rId497" Type="http://schemas.openxmlformats.org/officeDocument/2006/relationships/image" Target="../media/image567.png"/><Relationship Id="rId357" Type="http://schemas.openxmlformats.org/officeDocument/2006/relationships/customXml" Target="../ink/ink526.xml"/><Relationship Id="rId54" Type="http://schemas.openxmlformats.org/officeDocument/2006/relationships/customXml" Target="../ink/ink373.xml"/><Relationship Id="rId217" Type="http://schemas.openxmlformats.org/officeDocument/2006/relationships/image" Target="../media/image142.png"/><Relationship Id="rId424" Type="http://schemas.openxmlformats.org/officeDocument/2006/relationships/image" Target="../media/image531.png"/><Relationship Id="rId23" Type="http://schemas.openxmlformats.org/officeDocument/2006/relationships/image" Target="../media/image343.png"/><Relationship Id="rId119" Type="http://schemas.openxmlformats.org/officeDocument/2006/relationships/image" Target="../media/image388.png"/><Relationship Id="rId270" Type="http://schemas.openxmlformats.org/officeDocument/2006/relationships/customXml" Target="../ink/ink482.xml"/><Relationship Id="rId326" Type="http://schemas.openxmlformats.org/officeDocument/2006/relationships/image" Target="../media/image485.png"/><Relationship Id="rId533" Type="http://schemas.openxmlformats.org/officeDocument/2006/relationships/customXml" Target="../ink/ink615.xml"/><Relationship Id="rId65" Type="http://schemas.openxmlformats.org/officeDocument/2006/relationships/image" Target="../media/image364.png"/><Relationship Id="rId130" Type="http://schemas.openxmlformats.org/officeDocument/2006/relationships/customXml" Target="../ink/ink411.xml"/><Relationship Id="rId368" Type="http://schemas.openxmlformats.org/officeDocument/2006/relationships/image" Target="../media/image505.png"/><Relationship Id="rId172" Type="http://schemas.openxmlformats.org/officeDocument/2006/relationships/customXml" Target="../ink/ink433.xml"/><Relationship Id="rId228" Type="http://schemas.openxmlformats.org/officeDocument/2006/relationships/customXml" Target="../ink/ink461.xml"/><Relationship Id="rId435" Type="http://schemas.openxmlformats.org/officeDocument/2006/relationships/image" Target="../media/image536.png"/><Relationship Id="rId477" Type="http://schemas.openxmlformats.org/officeDocument/2006/relationships/image" Target="../media/image557.png"/><Relationship Id="rId281" Type="http://schemas.openxmlformats.org/officeDocument/2006/relationships/image" Target="../media/image463.png"/><Relationship Id="rId337" Type="http://schemas.openxmlformats.org/officeDocument/2006/relationships/customXml" Target="../ink/ink516.xml"/><Relationship Id="rId502" Type="http://schemas.openxmlformats.org/officeDocument/2006/relationships/customXml" Target="../ink/ink599.xml"/><Relationship Id="rId34" Type="http://schemas.openxmlformats.org/officeDocument/2006/relationships/customXml" Target="../ink/ink363.xml"/><Relationship Id="rId76" Type="http://schemas.openxmlformats.org/officeDocument/2006/relationships/customXml" Target="../ink/ink384.xml"/><Relationship Id="rId141" Type="http://schemas.openxmlformats.org/officeDocument/2006/relationships/image" Target="../media/image399.png"/><Relationship Id="rId379" Type="http://schemas.openxmlformats.org/officeDocument/2006/relationships/customXml" Target="../ink/ink537.xml"/><Relationship Id="rId544" Type="http://schemas.openxmlformats.org/officeDocument/2006/relationships/customXml" Target="../ink/ink621.xml"/><Relationship Id="rId7" Type="http://schemas.openxmlformats.org/officeDocument/2006/relationships/image" Target="../media/image335.png"/><Relationship Id="rId183" Type="http://schemas.openxmlformats.org/officeDocument/2006/relationships/image" Target="../media/image418.png"/><Relationship Id="rId239" Type="http://schemas.openxmlformats.org/officeDocument/2006/relationships/image" Target="../media/image444.png"/><Relationship Id="rId390" Type="http://schemas.openxmlformats.org/officeDocument/2006/relationships/image" Target="../media/image61.png"/><Relationship Id="rId404" Type="http://schemas.openxmlformats.org/officeDocument/2006/relationships/image" Target="../media/image522.png"/><Relationship Id="rId446" Type="http://schemas.openxmlformats.org/officeDocument/2006/relationships/customXml" Target="../ink/ink571.xml"/><Relationship Id="rId250" Type="http://schemas.openxmlformats.org/officeDocument/2006/relationships/customXml" Target="../ink/ink472.xml"/><Relationship Id="rId292" Type="http://schemas.openxmlformats.org/officeDocument/2006/relationships/customXml" Target="../ink/ink493.xml"/><Relationship Id="rId306" Type="http://schemas.openxmlformats.org/officeDocument/2006/relationships/customXml" Target="../ink/ink500.xml"/><Relationship Id="rId488" Type="http://schemas.openxmlformats.org/officeDocument/2006/relationships/customXml" Target="../ink/ink592.xml"/><Relationship Id="rId45" Type="http://schemas.openxmlformats.org/officeDocument/2006/relationships/image" Target="../media/image354.png"/><Relationship Id="rId87" Type="http://schemas.openxmlformats.org/officeDocument/2006/relationships/image" Target="../media/image374.png"/><Relationship Id="rId110" Type="http://schemas.openxmlformats.org/officeDocument/2006/relationships/customXml" Target="../ink/ink401.xml"/><Relationship Id="rId348" Type="http://schemas.openxmlformats.org/officeDocument/2006/relationships/image" Target="../media/image495.png"/><Relationship Id="rId513" Type="http://schemas.openxmlformats.org/officeDocument/2006/relationships/customXml" Target="../ink/ink605.xml"/><Relationship Id="rId555" Type="http://schemas.openxmlformats.org/officeDocument/2006/relationships/customXml" Target="../ink/ink627.xml"/><Relationship Id="rId152" Type="http://schemas.openxmlformats.org/officeDocument/2006/relationships/customXml" Target="../ink/ink422.xml"/><Relationship Id="rId194" Type="http://schemas.openxmlformats.org/officeDocument/2006/relationships/customXml" Target="../ink/ink444.xml"/><Relationship Id="rId208" Type="http://schemas.openxmlformats.org/officeDocument/2006/relationships/customXml" Target="../ink/ink451.xml"/><Relationship Id="rId415" Type="http://schemas.openxmlformats.org/officeDocument/2006/relationships/customXml" Target="../ink/ink555.xml"/><Relationship Id="rId457" Type="http://schemas.openxmlformats.org/officeDocument/2006/relationships/image" Target="../media/image547.png"/><Relationship Id="rId261" Type="http://schemas.openxmlformats.org/officeDocument/2006/relationships/image" Target="../media/image454.png"/><Relationship Id="rId499" Type="http://schemas.openxmlformats.org/officeDocument/2006/relationships/image" Target="../media/image568.png"/><Relationship Id="rId14" Type="http://schemas.openxmlformats.org/officeDocument/2006/relationships/customXml" Target="../ink/ink353.xml"/><Relationship Id="rId56" Type="http://schemas.openxmlformats.org/officeDocument/2006/relationships/customXml" Target="../ink/ink374.xml"/><Relationship Id="rId317" Type="http://schemas.openxmlformats.org/officeDocument/2006/relationships/image" Target="../media/image481.png"/><Relationship Id="rId359" Type="http://schemas.openxmlformats.org/officeDocument/2006/relationships/customXml" Target="../ink/ink527.xml"/><Relationship Id="rId524" Type="http://schemas.openxmlformats.org/officeDocument/2006/relationships/image" Target="../media/image579.png"/><Relationship Id="rId98" Type="http://schemas.openxmlformats.org/officeDocument/2006/relationships/customXml" Target="../ink/ink395.xml"/><Relationship Id="rId121" Type="http://schemas.openxmlformats.org/officeDocument/2006/relationships/image" Target="../media/image389.png"/><Relationship Id="rId163" Type="http://schemas.openxmlformats.org/officeDocument/2006/relationships/image" Target="../media/image410.png"/><Relationship Id="rId219" Type="http://schemas.openxmlformats.org/officeDocument/2006/relationships/image" Target="../media/image435.png"/><Relationship Id="rId370" Type="http://schemas.openxmlformats.org/officeDocument/2006/relationships/image" Target="../media/image506.png"/><Relationship Id="rId426" Type="http://schemas.openxmlformats.org/officeDocument/2006/relationships/image" Target="../media/image532.png"/><Relationship Id="rId230" Type="http://schemas.openxmlformats.org/officeDocument/2006/relationships/customXml" Target="../ink/ink462.xml"/><Relationship Id="rId468" Type="http://schemas.openxmlformats.org/officeDocument/2006/relationships/customXml" Target="../ink/ink582.xml"/><Relationship Id="rId25" Type="http://schemas.openxmlformats.org/officeDocument/2006/relationships/image" Target="../media/image344.png"/><Relationship Id="rId67" Type="http://schemas.openxmlformats.org/officeDocument/2006/relationships/image" Target="../media/image236.png"/><Relationship Id="rId272" Type="http://schemas.openxmlformats.org/officeDocument/2006/relationships/customXml" Target="../ink/ink483.xml"/><Relationship Id="rId328" Type="http://schemas.openxmlformats.org/officeDocument/2006/relationships/image" Target="../media/image486.png"/><Relationship Id="rId535" Type="http://schemas.openxmlformats.org/officeDocument/2006/relationships/customXml" Target="../ink/ink616.xml"/><Relationship Id="rId132" Type="http://schemas.openxmlformats.org/officeDocument/2006/relationships/customXml" Target="../ink/ink412.xml"/><Relationship Id="rId174" Type="http://schemas.openxmlformats.org/officeDocument/2006/relationships/customXml" Target="../ink/ink434.xml"/><Relationship Id="rId381" Type="http://schemas.openxmlformats.org/officeDocument/2006/relationships/customXml" Target="../ink/ink538.xml"/><Relationship Id="rId241" Type="http://schemas.openxmlformats.org/officeDocument/2006/relationships/image" Target="../media/image445.png"/><Relationship Id="rId437" Type="http://schemas.openxmlformats.org/officeDocument/2006/relationships/image" Target="../media/image537.png"/><Relationship Id="rId479" Type="http://schemas.openxmlformats.org/officeDocument/2006/relationships/image" Target="../media/image558.png"/><Relationship Id="rId36" Type="http://schemas.openxmlformats.org/officeDocument/2006/relationships/customXml" Target="../ink/ink364.xml"/><Relationship Id="rId283" Type="http://schemas.openxmlformats.org/officeDocument/2006/relationships/image" Target="../media/image464.png"/><Relationship Id="rId339" Type="http://schemas.openxmlformats.org/officeDocument/2006/relationships/customXml" Target="../ink/ink517.xml"/><Relationship Id="rId490" Type="http://schemas.openxmlformats.org/officeDocument/2006/relationships/customXml" Target="../ink/ink593.xml"/><Relationship Id="rId504" Type="http://schemas.openxmlformats.org/officeDocument/2006/relationships/customXml" Target="../ink/ink600.xml"/><Relationship Id="rId546" Type="http://schemas.openxmlformats.org/officeDocument/2006/relationships/image" Target="../media/image299.png"/><Relationship Id="rId78" Type="http://schemas.openxmlformats.org/officeDocument/2006/relationships/customXml" Target="../ink/ink385.xml"/><Relationship Id="rId101" Type="http://schemas.openxmlformats.org/officeDocument/2006/relationships/image" Target="../media/image193.png"/><Relationship Id="rId143" Type="http://schemas.openxmlformats.org/officeDocument/2006/relationships/image" Target="../media/image400.png"/><Relationship Id="rId185" Type="http://schemas.openxmlformats.org/officeDocument/2006/relationships/image" Target="../media/image419.png"/><Relationship Id="rId350" Type="http://schemas.openxmlformats.org/officeDocument/2006/relationships/image" Target="../media/image496.png"/><Relationship Id="rId406" Type="http://schemas.openxmlformats.org/officeDocument/2006/relationships/image" Target="../media/image523.png"/><Relationship Id="rId9" Type="http://schemas.openxmlformats.org/officeDocument/2006/relationships/image" Target="../media/image336.png"/><Relationship Id="rId210" Type="http://schemas.openxmlformats.org/officeDocument/2006/relationships/customXml" Target="../ink/ink452.xml"/><Relationship Id="rId392" Type="http://schemas.openxmlformats.org/officeDocument/2006/relationships/image" Target="../media/image516.png"/><Relationship Id="rId448" Type="http://schemas.openxmlformats.org/officeDocument/2006/relationships/customXml" Target="../ink/ink572.xml"/><Relationship Id="rId252" Type="http://schemas.openxmlformats.org/officeDocument/2006/relationships/customXml" Target="../ink/ink473.xml"/><Relationship Id="rId294" Type="http://schemas.openxmlformats.org/officeDocument/2006/relationships/customXml" Target="../ink/ink494.xml"/><Relationship Id="rId308" Type="http://schemas.openxmlformats.org/officeDocument/2006/relationships/customXml" Target="../ink/ink501.xml"/><Relationship Id="rId515" Type="http://schemas.openxmlformats.org/officeDocument/2006/relationships/customXml" Target="../ink/ink606.xml"/><Relationship Id="rId47" Type="http://schemas.openxmlformats.org/officeDocument/2006/relationships/image" Target="../media/image355.png"/><Relationship Id="rId89" Type="http://schemas.openxmlformats.org/officeDocument/2006/relationships/image" Target="../media/image375.png"/><Relationship Id="rId112" Type="http://schemas.openxmlformats.org/officeDocument/2006/relationships/customXml" Target="../ink/ink402.xml"/><Relationship Id="rId154" Type="http://schemas.openxmlformats.org/officeDocument/2006/relationships/customXml" Target="../ink/ink423.xml"/><Relationship Id="rId361" Type="http://schemas.openxmlformats.org/officeDocument/2006/relationships/customXml" Target="../ink/ink528.xml"/><Relationship Id="rId557" Type="http://schemas.openxmlformats.org/officeDocument/2006/relationships/customXml" Target="../ink/ink628.xml"/><Relationship Id="rId196" Type="http://schemas.openxmlformats.org/officeDocument/2006/relationships/customXml" Target="../ink/ink445.xml"/><Relationship Id="rId417" Type="http://schemas.openxmlformats.org/officeDocument/2006/relationships/customXml" Target="../ink/ink556.xml"/><Relationship Id="rId459" Type="http://schemas.openxmlformats.org/officeDocument/2006/relationships/image" Target="../media/image548.png"/><Relationship Id="rId16" Type="http://schemas.openxmlformats.org/officeDocument/2006/relationships/customXml" Target="../ink/ink354.xml"/><Relationship Id="rId221" Type="http://schemas.openxmlformats.org/officeDocument/2006/relationships/image" Target="../media/image436.png"/><Relationship Id="rId263" Type="http://schemas.openxmlformats.org/officeDocument/2006/relationships/image" Target="../media/image455.png"/><Relationship Id="rId319" Type="http://schemas.openxmlformats.org/officeDocument/2006/relationships/image" Target="../media/image482.png"/><Relationship Id="rId470" Type="http://schemas.openxmlformats.org/officeDocument/2006/relationships/customXml" Target="../ink/ink583.xml"/><Relationship Id="rId526" Type="http://schemas.openxmlformats.org/officeDocument/2006/relationships/image" Target="../media/image580.png"/><Relationship Id="rId58" Type="http://schemas.openxmlformats.org/officeDocument/2006/relationships/customXml" Target="../ink/ink375.xml"/><Relationship Id="rId123" Type="http://schemas.openxmlformats.org/officeDocument/2006/relationships/image" Target="../media/image390.png"/><Relationship Id="rId330" Type="http://schemas.openxmlformats.org/officeDocument/2006/relationships/image" Target="../media/image487.png"/><Relationship Id="rId165" Type="http://schemas.openxmlformats.org/officeDocument/2006/relationships/image" Target="../media/image411.png"/><Relationship Id="rId372" Type="http://schemas.openxmlformats.org/officeDocument/2006/relationships/image" Target="../media/image507.png"/><Relationship Id="rId428" Type="http://schemas.openxmlformats.org/officeDocument/2006/relationships/image" Target="../media/image533.png"/><Relationship Id="rId232" Type="http://schemas.openxmlformats.org/officeDocument/2006/relationships/customXml" Target="../ink/ink463.xml"/><Relationship Id="rId274" Type="http://schemas.openxmlformats.org/officeDocument/2006/relationships/customXml" Target="../ink/ink484.xml"/><Relationship Id="rId481" Type="http://schemas.openxmlformats.org/officeDocument/2006/relationships/image" Target="../media/image559.png"/><Relationship Id="rId27" Type="http://schemas.openxmlformats.org/officeDocument/2006/relationships/image" Target="../media/image345.png"/><Relationship Id="rId69" Type="http://schemas.openxmlformats.org/officeDocument/2006/relationships/image" Target="../media/image365.png"/><Relationship Id="rId134" Type="http://schemas.openxmlformats.org/officeDocument/2006/relationships/customXml" Target="../ink/ink413.xml"/><Relationship Id="rId537" Type="http://schemas.openxmlformats.org/officeDocument/2006/relationships/customXml" Target="../ink/ink617.xml"/><Relationship Id="rId80" Type="http://schemas.openxmlformats.org/officeDocument/2006/relationships/customXml" Target="../ink/ink386.xml"/><Relationship Id="rId176" Type="http://schemas.openxmlformats.org/officeDocument/2006/relationships/customXml" Target="../ink/ink435.xml"/><Relationship Id="rId341" Type="http://schemas.openxmlformats.org/officeDocument/2006/relationships/customXml" Target="../ink/ink518.xml"/><Relationship Id="rId383" Type="http://schemas.openxmlformats.org/officeDocument/2006/relationships/customXml" Target="../ink/ink539.xml"/><Relationship Id="rId439" Type="http://schemas.openxmlformats.org/officeDocument/2006/relationships/image" Target="../media/image538.png"/><Relationship Id="rId201" Type="http://schemas.openxmlformats.org/officeDocument/2006/relationships/image" Target="../media/image427.png"/><Relationship Id="rId243" Type="http://schemas.openxmlformats.org/officeDocument/2006/relationships/image" Target="../media/image446.png"/><Relationship Id="rId285" Type="http://schemas.openxmlformats.org/officeDocument/2006/relationships/image" Target="../media/image465.png"/><Relationship Id="rId450" Type="http://schemas.openxmlformats.org/officeDocument/2006/relationships/customXml" Target="../ink/ink573.xml"/><Relationship Id="rId506" Type="http://schemas.openxmlformats.org/officeDocument/2006/relationships/customXml" Target="../ink/ink601.xml"/><Relationship Id="rId38" Type="http://schemas.openxmlformats.org/officeDocument/2006/relationships/customXml" Target="../ink/ink365.xml"/><Relationship Id="rId103" Type="http://schemas.openxmlformats.org/officeDocument/2006/relationships/image" Target="../media/image380.png"/><Relationship Id="rId310" Type="http://schemas.openxmlformats.org/officeDocument/2006/relationships/customXml" Target="../ink/ink502.xml"/><Relationship Id="rId492" Type="http://schemas.openxmlformats.org/officeDocument/2006/relationships/customXml" Target="../ink/ink594.xml"/><Relationship Id="rId548" Type="http://schemas.openxmlformats.org/officeDocument/2006/relationships/image" Target="../media/image588.png"/><Relationship Id="rId91" Type="http://schemas.openxmlformats.org/officeDocument/2006/relationships/image" Target="../media/image111.png"/><Relationship Id="rId145" Type="http://schemas.openxmlformats.org/officeDocument/2006/relationships/image" Target="../media/image401.png"/><Relationship Id="rId187" Type="http://schemas.openxmlformats.org/officeDocument/2006/relationships/image" Target="../media/image420.png"/><Relationship Id="rId352" Type="http://schemas.openxmlformats.org/officeDocument/2006/relationships/image" Target="../media/image497.png"/><Relationship Id="rId394" Type="http://schemas.openxmlformats.org/officeDocument/2006/relationships/image" Target="../media/image517.png"/><Relationship Id="rId408" Type="http://schemas.openxmlformats.org/officeDocument/2006/relationships/image" Target="../media/image524.png"/><Relationship Id="rId212" Type="http://schemas.openxmlformats.org/officeDocument/2006/relationships/customXml" Target="../ink/ink453.xml"/><Relationship Id="rId254" Type="http://schemas.openxmlformats.org/officeDocument/2006/relationships/customXml" Target="../ink/ink474.xml"/><Relationship Id="rId49" Type="http://schemas.openxmlformats.org/officeDocument/2006/relationships/image" Target="../media/image356.png"/><Relationship Id="rId114" Type="http://schemas.openxmlformats.org/officeDocument/2006/relationships/customXml" Target="../ink/ink403.xml"/><Relationship Id="rId296" Type="http://schemas.openxmlformats.org/officeDocument/2006/relationships/customXml" Target="../ink/ink495.xml"/><Relationship Id="rId461" Type="http://schemas.openxmlformats.org/officeDocument/2006/relationships/image" Target="../media/image549.png"/><Relationship Id="rId517" Type="http://schemas.openxmlformats.org/officeDocument/2006/relationships/customXml" Target="../ink/ink607.xml"/><Relationship Id="rId559" Type="http://schemas.openxmlformats.org/officeDocument/2006/relationships/customXml" Target="../ink/ink629.xml"/><Relationship Id="rId60" Type="http://schemas.openxmlformats.org/officeDocument/2006/relationships/customXml" Target="../ink/ink376.xml"/><Relationship Id="rId156" Type="http://schemas.openxmlformats.org/officeDocument/2006/relationships/customXml" Target="../ink/ink424.xml"/><Relationship Id="rId198" Type="http://schemas.openxmlformats.org/officeDocument/2006/relationships/customXml" Target="../ink/ink446.xml"/><Relationship Id="rId321" Type="http://schemas.openxmlformats.org/officeDocument/2006/relationships/image" Target="../media/image483.png"/><Relationship Id="rId363" Type="http://schemas.openxmlformats.org/officeDocument/2006/relationships/customXml" Target="../ink/ink529.xml"/><Relationship Id="rId419" Type="http://schemas.openxmlformats.org/officeDocument/2006/relationships/customXml" Target="../ink/ink557.xml"/><Relationship Id="rId223" Type="http://schemas.openxmlformats.org/officeDocument/2006/relationships/image" Target="../media/image437.png"/><Relationship Id="rId430" Type="http://schemas.openxmlformats.org/officeDocument/2006/relationships/image" Target="../media/image534.png"/><Relationship Id="rId18" Type="http://schemas.openxmlformats.org/officeDocument/2006/relationships/customXml" Target="../ink/ink355.xml"/><Relationship Id="rId265" Type="http://schemas.openxmlformats.org/officeDocument/2006/relationships/image" Target="../media/image456.png"/><Relationship Id="rId472" Type="http://schemas.openxmlformats.org/officeDocument/2006/relationships/customXml" Target="../ink/ink584.xml"/><Relationship Id="rId528" Type="http://schemas.openxmlformats.org/officeDocument/2006/relationships/image" Target="../media/image581.png"/><Relationship Id="rId125" Type="http://schemas.openxmlformats.org/officeDocument/2006/relationships/image" Target="../media/image391.png"/><Relationship Id="rId167" Type="http://schemas.openxmlformats.org/officeDocument/2006/relationships/customXml" Target="../ink/ink430.xml"/><Relationship Id="rId332" Type="http://schemas.openxmlformats.org/officeDocument/2006/relationships/image" Target="../media/image488.png"/><Relationship Id="rId374" Type="http://schemas.openxmlformats.org/officeDocument/2006/relationships/image" Target="../media/image508.png"/><Relationship Id="rId71" Type="http://schemas.openxmlformats.org/officeDocument/2006/relationships/image" Target="../media/image366.png"/><Relationship Id="rId234" Type="http://schemas.openxmlformats.org/officeDocument/2006/relationships/customXml" Target="../ink/ink464.xml"/><Relationship Id="rId2" Type="http://schemas.openxmlformats.org/officeDocument/2006/relationships/customXml" Target="../ink/ink347.xml"/><Relationship Id="rId29" Type="http://schemas.openxmlformats.org/officeDocument/2006/relationships/image" Target="../media/image346.png"/><Relationship Id="rId276" Type="http://schemas.openxmlformats.org/officeDocument/2006/relationships/customXml" Target="../ink/ink485.xml"/><Relationship Id="rId441" Type="http://schemas.openxmlformats.org/officeDocument/2006/relationships/image" Target="../media/image539.png"/><Relationship Id="rId483" Type="http://schemas.openxmlformats.org/officeDocument/2006/relationships/image" Target="../media/image560.png"/><Relationship Id="rId539" Type="http://schemas.openxmlformats.org/officeDocument/2006/relationships/image" Target="../media/image585.png"/><Relationship Id="rId40" Type="http://schemas.openxmlformats.org/officeDocument/2006/relationships/customXml" Target="../ink/ink366.xml"/><Relationship Id="rId136" Type="http://schemas.openxmlformats.org/officeDocument/2006/relationships/customXml" Target="../ink/ink414.xml"/><Relationship Id="rId178" Type="http://schemas.openxmlformats.org/officeDocument/2006/relationships/customXml" Target="../ink/ink436.xml"/><Relationship Id="rId301" Type="http://schemas.openxmlformats.org/officeDocument/2006/relationships/image" Target="../media/image473.png"/><Relationship Id="rId343" Type="http://schemas.openxmlformats.org/officeDocument/2006/relationships/customXml" Target="../ink/ink519.xml"/><Relationship Id="rId550" Type="http://schemas.openxmlformats.org/officeDocument/2006/relationships/image" Target="../media/image589.png"/><Relationship Id="rId82" Type="http://schemas.openxmlformats.org/officeDocument/2006/relationships/customXml" Target="../ink/ink387.xml"/><Relationship Id="rId203" Type="http://schemas.openxmlformats.org/officeDocument/2006/relationships/image" Target="../media/image428.png"/><Relationship Id="rId385" Type="http://schemas.openxmlformats.org/officeDocument/2006/relationships/customXml" Target="../ink/ink540.xml"/><Relationship Id="rId245" Type="http://schemas.openxmlformats.org/officeDocument/2006/relationships/image" Target="../media/image447.png"/><Relationship Id="rId287" Type="http://schemas.openxmlformats.org/officeDocument/2006/relationships/image" Target="../media/image466.png"/><Relationship Id="rId410" Type="http://schemas.openxmlformats.org/officeDocument/2006/relationships/image" Target="../media/image525.png"/><Relationship Id="rId452" Type="http://schemas.openxmlformats.org/officeDocument/2006/relationships/customXml" Target="../ink/ink574.xml"/><Relationship Id="rId494" Type="http://schemas.openxmlformats.org/officeDocument/2006/relationships/customXml" Target="../ink/ink595.xml"/><Relationship Id="rId508" Type="http://schemas.openxmlformats.org/officeDocument/2006/relationships/customXml" Target="../ink/ink602.xml"/><Relationship Id="rId105" Type="http://schemas.openxmlformats.org/officeDocument/2006/relationships/image" Target="../media/image381.png"/><Relationship Id="rId147" Type="http://schemas.openxmlformats.org/officeDocument/2006/relationships/image" Target="../media/image402.png"/><Relationship Id="rId312" Type="http://schemas.openxmlformats.org/officeDocument/2006/relationships/customXml" Target="../ink/ink503.xml"/><Relationship Id="rId354" Type="http://schemas.openxmlformats.org/officeDocument/2006/relationships/image" Target="../media/image498.png"/><Relationship Id="rId51" Type="http://schemas.openxmlformats.org/officeDocument/2006/relationships/image" Target="../media/image357.png"/><Relationship Id="rId93" Type="http://schemas.openxmlformats.org/officeDocument/2006/relationships/image" Target="../media/image376.png"/><Relationship Id="rId189" Type="http://schemas.openxmlformats.org/officeDocument/2006/relationships/image" Target="../media/image421.png"/><Relationship Id="rId396" Type="http://schemas.openxmlformats.org/officeDocument/2006/relationships/image" Target="../media/image518.png"/><Relationship Id="rId561" Type="http://schemas.openxmlformats.org/officeDocument/2006/relationships/customXml" Target="../ink/ink630.xml"/><Relationship Id="rId214" Type="http://schemas.openxmlformats.org/officeDocument/2006/relationships/customXml" Target="../ink/ink454.xml"/><Relationship Id="rId256" Type="http://schemas.openxmlformats.org/officeDocument/2006/relationships/customXml" Target="../ink/ink475.xml"/><Relationship Id="rId298" Type="http://schemas.openxmlformats.org/officeDocument/2006/relationships/customXml" Target="../ink/ink496.xml"/><Relationship Id="rId421" Type="http://schemas.openxmlformats.org/officeDocument/2006/relationships/customXml" Target="../ink/ink558.xml"/><Relationship Id="rId463" Type="http://schemas.openxmlformats.org/officeDocument/2006/relationships/image" Target="../media/image550.png"/><Relationship Id="rId519" Type="http://schemas.openxmlformats.org/officeDocument/2006/relationships/customXml" Target="../ink/ink608.xml"/><Relationship Id="rId116" Type="http://schemas.openxmlformats.org/officeDocument/2006/relationships/customXml" Target="../ink/ink404.xml"/><Relationship Id="rId158" Type="http://schemas.openxmlformats.org/officeDocument/2006/relationships/customXml" Target="../ink/ink425.xml"/><Relationship Id="rId323" Type="http://schemas.openxmlformats.org/officeDocument/2006/relationships/image" Target="../media/image484.png"/><Relationship Id="rId530" Type="http://schemas.openxmlformats.org/officeDocument/2006/relationships/image" Target="../media/image82.png"/><Relationship Id="rId20" Type="http://schemas.openxmlformats.org/officeDocument/2006/relationships/customXml" Target="../ink/ink356.xml"/><Relationship Id="rId62" Type="http://schemas.openxmlformats.org/officeDocument/2006/relationships/customXml" Target="../ink/ink377.xml"/><Relationship Id="rId365" Type="http://schemas.openxmlformats.org/officeDocument/2006/relationships/customXml" Target="../ink/ink530.xml"/><Relationship Id="rId225" Type="http://schemas.openxmlformats.org/officeDocument/2006/relationships/image" Target="../media/image438.png"/><Relationship Id="rId267" Type="http://schemas.openxmlformats.org/officeDocument/2006/relationships/image" Target="../media/image457.png"/><Relationship Id="rId432" Type="http://schemas.openxmlformats.org/officeDocument/2006/relationships/customXml" Target="../ink/ink564.xml"/><Relationship Id="rId474" Type="http://schemas.openxmlformats.org/officeDocument/2006/relationships/customXml" Target="../ink/ink585.xml"/><Relationship Id="rId127" Type="http://schemas.openxmlformats.org/officeDocument/2006/relationships/image" Target="../media/image392.png"/><Relationship Id="rId31" Type="http://schemas.openxmlformats.org/officeDocument/2006/relationships/image" Target="../media/image347.png"/><Relationship Id="rId73" Type="http://schemas.openxmlformats.org/officeDocument/2006/relationships/image" Target="../media/image367.png"/><Relationship Id="rId169" Type="http://schemas.openxmlformats.org/officeDocument/2006/relationships/image" Target="../media/image412.png"/><Relationship Id="rId334" Type="http://schemas.openxmlformats.org/officeDocument/2006/relationships/image" Target="../media/image489.png"/><Relationship Id="rId376" Type="http://schemas.openxmlformats.org/officeDocument/2006/relationships/image" Target="../media/image509.png"/><Relationship Id="rId541" Type="http://schemas.openxmlformats.org/officeDocument/2006/relationships/image" Target="../media/image586.png"/><Relationship Id="rId4" Type="http://schemas.openxmlformats.org/officeDocument/2006/relationships/customXml" Target="../ink/ink348.xml"/><Relationship Id="rId180" Type="http://schemas.openxmlformats.org/officeDocument/2006/relationships/customXml" Target="../ink/ink437.xml"/><Relationship Id="rId236" Type="http://schemas.openxmlformats.org/officeDocument/2006/relationships/customXml" Target="../ink/ink465.xml"/><Relationship Id="rId278" Type="http://schemas.openxmlformats.org/officeDocument/2006/relationships/customXml" Target="../ink/ink486.xml"/><Relationship Id="rId401" Type="http://schemas.openxmlformats.org/officeDocument/2006/relationships/customXml" Target="../ink/ink548.xml"/><Relationship Id="rId443" Type="http://schemas.openxmlformats.org/officeDocument/2006/relationships/image" Target="../media/image540.png"/><Relationship Id="rId303" Type="http://schemas.openxmlformats.org/officeDocument/2006/relationships/image" Target="../media/image474.png"/><Relationship Id="rId485" Type="http://schemas.openxmlformats.org/officeDocument/2006/relationships/image" Target="../media/image561.png"/><Relationship Id="rId42" Type="http://schemas.openxmlformats.org/officeDocument/2006/relationships/customXml" Target="../ink/ink367.xml"/><Relationship Id="rId84" Type="http://schemas.openxmlformats.org/officeDocument/2006/relationships/customXml" Target="../ink/ink388.xml"/><Relationship Id="rId138" Type="http://schemas.openxmlformats.org/officeDocument/2006/relationships/customXml" Target="../ink/ink415.xml"/><Relationship Id="rId345" Type="http://schemas.openxmlformats.org/officeDocument/2006/relationships/customXml" Target="../ink/ink520.xml"/><Relationship Id="rId387" Type="http://schemas.openxmlformats.org/officeDocument/2006/relationships/customXml" Target="../ink/ink541.xml"/><Relationship Id="rId510" Type="http://schemas.openxmlformats.org/officeDocument/2006/relationships/image" Target="../media/image572.png"/><Relationship Id="rId552" Type="http://schemas.openxmlformats.org/officeDocument/2006/relationships/image" Target="../media/image590.png"/><Relationship Id="rId191" Type="http://schemas.openxmlformats.org/officeDocument/2006/relationships/image" Target="../media/image422.png"/><Relationship Id="rId205" Type="http://schemas.openxmlformats.org/officeDocument/2006/relationships/image" Target="../media/image429.png"/><Relationship Id="rId247" Type="http://schemas.openxmlformats.org/officeDocument/2006/relationships/image" Target="../media/image182.png"/><Relationship Id="rId412" Type="http://schemas.openxmlformats.org/officeDocument/2006/relationships/image" Target="../media/image172.png"/><Relationship Id="rId107" Type="http://schemas.openxmlformats.org/officeDocument/2006/relationships/image" Target="../media/image382.png"/><Relationship Id="rId289" Type="http://schemas.openxmlformats.org/officeDocument/2006/relationships/image" Target="../media/image467.png"/><Relationship Id="rId454" Type="http://schemas.openxmlformats.org/officeDocument/2006/relationships/customXml" Target="../ink/ink575.xml"/><Relationship Id="rId496" Type="http://schemas.openxmlformats.org/officeDocument/2006/relationships/customXml" Target="../ink/ink596.xml"/><Relationship Id="rId11" Type="http://schemas.openxmlformats.org/officeDocument/2006/relationships/image" Target="../media/image337.png"/><Relationship Id="rId53" Type="http://schemas.openxmlformats.org/officeDocument/2006/relationships/image" Target="../media/image358.png"/><Relationship Id="rId149" Type="http://schemas.openxmlformats.org/officeDocument/2006/relationships/image" Target="../media/image403.png"/><Relationship Id="rId314" Type="http://schemas.openxmlformats.org/officeDocument/2006/relationships/customXml" Target="../ink/ink504.xml"/><Relationship Id="rId356" Type="http://schemas.openxmlformats.org/officeDocument/2006/relationships/image" Target="../media/image499.png"/><Relationship Id="rId398" Type="http://schemas.openxmlformats.org/officeDocument/2006/relationships/image" Target="../media/image519.png"/><Relationship Id="rId521" Type="http://schemas.openxmlformats.org/officeDocument/2006/relationships/customXml" Target="../ink/ink609.xml"/><Relationship Id="rId95" Type="http://schemas.openxmlformats.org/officeDocument/2006/relationships/image" Target="../media/image377.png"/><Relationship Id="rId160" Type="http://schemas.openxmlformats.org/officeDocument/2006/relationships/customXml" Target="../ink/ink426.xml"/><Relationship Id="rId216" Type="http://schemas.openxmlformats.org/officeDocument/2006/relationships/customXml" Target="../ink/ink455.xml"/><Relationship Id="rId423" Type="http://schemas.openxmlformats.org/officeDocument/2006/relationships/customXml" Target="../ink/ink559.xml"/><Relationship Id="rId258" Type="http://schemas.openxmlformats.org/officeDocument/2006/relationships/customXml" Target="../ink/ink476.xml"/><Relationship Id="rId465" Type="http://schemas.openxmlformats.org/officeDocument/2006/relationships/image" Target="../media/image551.png"/><Relationship Id="rId22" Type="http://schemas.openxmlformats.org/officeDocument/2006/relationships/customXml" Target="../ink/ink357.xml"/><Relationship Id="rId64" Type="http://schemas.openxmlformats.org/officeDocument/2006/relationships/customXml" Target="../ink/ink378.xml"/><Relationship Id="rId118" Type="http://schemas.openxmlformats.org/officeDocument/2006/relationships/customXml" Target="../ink/ink405.xml"/><Relationship Id="rId325" Type="http://schemas.openxmlformats.org/officeDocument/2006/relationships/customXml" Target="../ink/ink510.xml"/><Relationship Id="rId367" Type="http://schemas.openxmlformats.org/officeDocument/2006/relationships/customXml" Target="../ink/ink531.xml"/><Relationship Id="rId532" Type="http://schemas.openxmlformats.org/officeDocument/2006/relationships/image" Target="../media/image582.png"/><Relationship Id="rId171" Type="http://schemas.openxmlformats.org/officeDocument/2006/relationships/image" Target="../media/image126.png"/><Relationship Id="rId227" Type="http://schemas.openxmlformats.org/officeDocument/2006/relationships/image" Target="../media/image439.png"/><Relationship Id="rId269" Type="http://schemas.openxmlformats.org/officeDocument/2006/relationships/image" Target="../media/image458.png"/><Relationship Id="rId434" Type="http://schemas.openxmlformats.org/officeDocument/2006/relationships/customXml" Target="../ink/ink565.xml"/><Relationship Id="rId476" Type="http://schemas.openxmlformats.org/officeDocument/2006/relationships/customXml" Target="../ink/ink586.xml"/><Relationship Id="rId33" Type="http://schemas.openxmlformats.org/officeDocument/2006/relationships/image" Target="../media/image348.png"/><Relationship Id="rId129" Type="http://schemas.openxmlformats.org/officeDocument/2006/relationships/image" Target="../media/image393.png"/><Relationship Id="rId280" Type="http://schemas.openxmlformats.org/officeDocument/2006/relationships/customXml" Target="../ink/ink487.xml"/><Relationship Id="rId336" Type="http://schemas.openxmlformats.org/officeDocument/2006/relationships/image" Target="../media/image490.png"/><Relationship Id="rId501" Type="http://schemas.openxmlformats.org/officeDocument/2006/relationships/image" Target="../media/image569.png"/><Relationship Id="rId543" Type="http://schemas.openxmlformats.org/officeDocument/2006/relationships/image" Target="../media/image587.png"/><Relationship Id="rId75" Type="http://schemas.openxmlformats.org/officeDocument/2006/relationships/image" Target="../media/image368.png"/><Relationship Id="rId140" Type="http://schemas.openxmlformats.org/officeDocument/2006/relationships/customXml" Target="../ink/ink416.xml"/><Relationship Id="rId182" Type="http://schemas.openxmlformats.org/officeDocument/2006/relationships/customXml" Target="../ink/ink438.xml"/><Relationship Id="rId378" Type="http://schemas.openxmlformats.org/officeDocument/2006/relationships/image" Target="../media/image510.png"/><Relationship Id="rId403" Type="http://schemas.openxmlformats.org/officeDocument/2006/relationships/customXml" Target="../ink/ink549.xml"/><Relationship Id="rId6" Type="http://schemas.openxmlformats.org/officeDocument/2006/relationships/customXml" Target="../ink/ink349.xml"/><Relationship Id="rId238" Type="http://schemas.openxmlformats.org/officeDocument/2006/relationships/customXml" Target="../ink/ink466.xml"/><Relationship Id="rId445" Type="http://schemas.openxmlformats.org/officeDocument/2006/relationships/image" Target="../media/image541.png"/><Relationship Id="rId487" Type="http://schemas.openxmlformats.org/officeDocument/2006/relationships/image" Target="../media/image562.png"/><Relationship Id="rId291" Type="http://schemas.openxmlformats.org/officeDocument/2006/relationships/image" Target="../media/image468.png"/><Relationship Id="rId305" Type="http://schemas.openxmlformats.org/officeDocument/2006/relationships/image" Target="../media/image475.png"/><Relationship Id="rId347" Type="http://schemas.openxmlformats.org/officeDocument/2006/relationships/customXml" Target="../ink/ink521.xml"/><Relationship Id="rId512" Type="http://schemas.openxmlformats.org/officeDocument/2006/relationships/image" Target="../media/image573.png"/><Relationship Id="rId44" Type="http://schemas.openxmlformats.org/officeDocument/2006/relationships/customXml" Target="../ink/ink368.xml"/><Relationship Id="rId86" Type="http://schemas.openxmlformats.org/officeDocument/2006/relationships/customXml" Target="../ink/ink389.xml"/><Relationship Id="rId151" Type="http://schemas.openxmlformats.org/officeDocument/2006/relationships/image" Target="../media/image404.png"/><Relationship Id="rId389" Type="http://schemas.openxmlformats.org/officeDocument/2006/relationships/customXml" Target="../ink/ink542.xml"/><Relationship Id="rId554" Type="http://schemas.openxmlformats.org/officeDocument/2006/relationships/image" Target="../media/image591.png"/><Relationship Id="rId193" Type="http://schemas.openxmlformats.org/officeDocument/2006/relationships/image" Target="../media/image423.png"/><Relationship Id="rId207" Type="http://schemas.openxmlformats.org/officeDocument/2006/relationships/image" Target="../media/image430.png"/><Relationship Id="rId249" Type="http://schemas.openxmlformats.org/officeDocument/2006/relationships/image" Target="../media/image448.png"/><Relationship Id="rId414" Type="http://schemas.openxmlformats.org/officeDocument/2006/relationships/image" Target="../media/image526.png"/><Relationship Id="rId456" Type="http://schemas.openxmlformats.org/officeDocument/2006/relationships/customXml" Target="../ink/ink576.xml"/><Relationship Id="rId498" Type="http://schemas.openxmlformats.org/officeDocument/2006/relationships/customXml" Target="../ink/ink597.xml"/><Relationship Id="rId13" Type="http://schemas.openxmlformats.org/officeDocument/2006/relationships/image" Target="../media/image338.png"/><Relationship Id="rId109" Type="http://schemas.openxmlformats.org/officeDocument/2006/relationships/image" Target="../media/image383.png"/><Relationship Id="rId260" Type="http://schemas.openxmlformats.org/officeDocument/2006/relationships/customXml" Target="../ink/ink477.xml"/><Relationship Id="rId316" Type="http://schemas.openxmlformats.org/officeDocument/2006/relationships/customXml" Target="../ink/ink505.xml"/><Relationship Id="rId523" Type="http://schemas.openxmlformats.org/officeDocument/2006/relationships/customXml" Target="../ink/ink610.xml"/><Relationship Id="rId55" Type="http://schemas.openxmlformats.org/officeDocument/2006/relationships/image" Target="../media/image359.png"/><Relationship Id="rId97" Type="http://schemas.openxmlformats.org/officeDocument/2006/relationships/image" Target="../media/image378.png"/><Relationship Id="rId120" Type="http://schemas.openxmlformats.org/officeDocument/2006/relationships/customXml" Target="../ink/ink406.xml"/><Relationship Id="rId358" Type="http://schemas.openxmlformats.org/officeDocument/2006/relationships/image" Target="../media/image500.png"/><Relationship Id="rId162" Type="http://schemas.openxmlformats.org/officeDocument/2006/relationships/customXml" Target="../ink/ink427.xml"/><Relationship Id="rId218" Type="http://schemas.openxmlformats.org/officeDocument/2006/relationships/customXml" Target="../ink/ink456.xml"/><Relationship Id="rId425" Type="http://schemas.openxmlformats.org/officeDocument/2006/relationships/customXml" Target="../ink/ink560.xml"/><Relationship Id="rId467" Type="http://schemas.openxmlformats.org/officeDocument/2006/relationships/image" Target="../media/image552.png"/><Relationship Id="rId271" Type="http://schemas.openxmlformats.org/officeDocument/2006/relationships/image" Target="../media/image459.png"/><Relationship Id="rId24" Type="http://schemas.openxmlformats.org/officeDocument/2006/relationships/customXml" Target="../ink/ink358.xml"/><Relationship Id="rId66" Type="http://schemas.openxmlformats.org/officeDocument/2006/relationships/customXml" Target="../ink/ink379.xml"/><Relationship Id="rId131" Type="http://schemas.openxmlformats.org/officeDocument/2006/relationships/image" Target="../media/image394.png"/><Relationship Id="rId327" Type="http://schemas.openxmlformats.org/officeDocument/2006/relationships/customXml" Target="../ink/ink511.xml"/><Relationship Id="rId369" Type="http://schemas.openxmlformats.org/officeDocument/2006/relationships/customXml" Target="../ink/ink532.xml"/><Relationship Id="rId534" Type="http://schemas.openxmlformats.org/officeDocument/2006/relationships/image" Target="../media/image583.png"/><Relationship Id="rId173" Type="http://schemas.openxmlformats.org/officeDocument/2006/relationships/image" Target="../media/image413.png"/><Relationship Id="rId229" Type="http://schemas.openxmlformats.org/officeDocument/2006/relationships/image" Target="../media/image440.png"/><Relationship Id="rId380" Type="http://schemas.openxmlformats.org/officeDocument/2006/relationships/image" Target="../media/image511.png"/><Relationship Id="rId436" Type="http://schemas.openxmlformats.org/officeDocument/2006/relationships/customXml" Target="../ink/ink566.xml"/><Relationship Id="rId240" Type="http://schemas.openxmlformats.org/officeDocument/2006/relationships/customXml" Target="../ink/ink467.xml"/><Relationship Id="rId478" Type="http://schemas.openxmlformats.org/officeDocument/2006/relationships/customXml" Target="../ink/ink587.xml"/><Relationship Id="rId35" Type="http://schemas.openxmlformats.org/officeDocument/2006/relationships/image" Target="../media/image349.png"/><Relationship Id="rId77" Type="http://schemas.openxmlformats.org/officeDocument/2006/relationships/image" Target="../media/image369.png"/><Relationship Id="rId100" Type="http://schemas.openxmlformats.org/officeDocument/2006/relationships/customXml" Target="../ink/ink396.xml"/><Relationship Id="rId282" Type="http://schemas.openxmlformats.org/officeDocument/2006/relationships/customXml" Target="../ink/ink488.xml"/><Relationship Id="rId338" Type="http://schemas.openxmlformats.org/officeDocument/2006/relationships/image" Target="../media/image491.png"/><Relationship Id="rId503" Type="http://schemas.openxmlformats.org/officeDocument/2006/relationships/image" Target="../media/image570.png"/><Relationship Id="rId545" Type="http://schemas.openxmlformats.org/officeDocument/2006/relationships/customXml" Target="../ink/ink622.xml"/><Relationship Id="rId8" Type="http://schemas.openxmlformats.org/officeDocument/2006/relationships/customXml" Target="../ink/ink350.xml"/><Relationship Id="rId142" Type="http://schemas.openxmlformats.org/officeDocument/2006/relationships/customXml" Target="../ink/ink417.xml"/><Relationship Id="rId184" Type="http://schemas.openxmlformats.org/officeDocument/2006/relationships/customXml" Target="../ink/ink439.xml"/><Relationship Id="rId391" Type="http://schemas.openxmlformats.org/officeDocument/2006/relationships/customXml" Target="../ink/ink543.xml"/><Relationship Id="rId405" Type="http://schemas.openxmlformats.org/officeDocument/2006/relationships/customXml" Target="../ink/ink550.xml"/><Relationship Id="rId447" Type="http://schemas.openxmlformats.org/officeDocument/2006/relationships/image" Target="../media/image542.png"/><Relationship Id="rId251" Type="http://schemas.openxmlformats.org/officeDocument/2006/relationships/image" Target="../media/image449.png"/><Relationship Id="rId489" Type="http://schemas.openxmlformats.org/officeDocument/2006/relationships/image" Target="../media/image563.png"/><Relationship Id="rId46" Type="http://schemas.openxmlformats.org/officeDocument/2006/relationships/customXml" Target="../ink/ink369.xml"/><Relationship Id="rId293" Type="http://schemas.openxmlformats.org/officeDocument/2006/relationships/image" Target="../media/image469.png"/><Relationship Id="rId307" Type="http://schemas.openxmlformats.org/officeDocument/2006/relationships/image" Target="../media/image476.png"/><Relationship Id="rId349" Type="http://schemas.openxmlformats.org/officeDocument/2006/relationships/customXml" Target="../ink/ink522.xml"/><Relationship Id="rId514" Type="http://schemas.openxmlformats.org/officeDocument/2006/relationships/image" Target="../media/image574.png"/><Relationship Id="rId556" Type="http://schemas.openxmlformats.org/officeDocument/2006/relationships/image" Target="../media/image592.png"/><Relationship Id="rId88" Type="http://schemas.openxmlformats.org/officeDocument/2006/relationships/customXml" Target="../ink/ink390.xml"/><Relationship Id="rId111" Type="http://schemas.openxmlformats.org/officeDocument/2006/relationships/image" Target="../media/image384.png"/><Relationship Id="rId153" Type="http://schemas.openxmlformats.org/officeDocument/2006/relationships/image" Target="../media/image405.png"/><Relationship Id="rId195" Type="http://schemas.openxmlformats.org/officeDocument/2006/relationships/image" Target="../media/image424.png"/><Relationship Id="rId209" Type="http://schemas.openxmlformats.org/officeDocument/2006/relationships/image" Target="../media/image431.png"/><Relationship Id="rId360" Type="http://schemas.openxmlformats.org/officeDocument/2006/relationships/image" Target="../media/image501.png"/><Relationship Id="rId416" Type="http://schemas.openxmlformats.org/officeDocument/2006/relationships/image" Target="../media/image527.png"/><Relationship Id="rId220" Type="http://schemas.openxmlformats.org/officeDocument/2006/relationships/customXml" Target="../ink/ink457.xml"/><Relationship Id="rId458" Type="http://schemas.openxmlformats.org/officeDocument/2006/relationships/customXml" Target="../ink/ink577.xml"/><Relationship Id="rId15" Type="http://schemas.openxmlformats.org/officeDocument/2006/relationships/image" Target="../media/image339.png"/><Relationship Id="rId57" Type="http://schemas.openxmlformats.org/officeDocument/2006/relationships/image" Target="../media/image360.png"/><Relationship Id="rId262" Type="http://schemas.openxmlformats.org/officeDocument/2006/relationships/customXml" Target="../ink/ink478.xml"/><Relationship Id="rId318" Type="http://schemas.openxmlformats.org/officeDocument/2006/relationships/customXml" Target="../ink/ink506.xml"/><Relationship Id="rId525" Type="http://schemas.openxmlformats.org/officeDocument/2006/relationships/customXml" Target="../ink/ink611.xml"/><Relationship Id="rId99" Type="http://schemas.openxmlformats.org/officeDocument/2006/relationships/image" Target="../media/image379.png"/><Relationship Id="rId122" Type="http://schemas.openxmlformats.org/officeDocument/2006/relationships/customXml" Target="../ink/ink407.xml"/><Relationship Id="rId164" Type="http://schemas.openxmlformats.org/officeDocument/2006/relationships/customXml" Target="../ink/ink428.xml"/><Relationship Id="rId371" Type="http://schemas.openxmlformats.org/officeDocument/2006/relationships/customXml" Target="../ink/ink533.xml"/><Relationship Id="rId427" Type="http://schemas.openxmlformats.org/officeDocument/2006/relationships/customXml" Target="../ink/ink561.xml"/><Relationship Id="rId469" Type="http://schemas.openxmlformats.org/officeDocument/2006/relationships/image" Target="../media/image553.png"/><Relationship Id="rId26" Type="http://schemas.openxmlformats.org/officeDocument/2006/relationships/customXml" Target="../ink/ink359.xml"/><Relationship Id="rId231" Type="http://schemas.openxmlformats.org/officeDocument/2006/relationships/image" Target="../media/image441.png"/><Relationship Id="rId273" Type="http://schemas.openxmlformats.org/officeDocument/2006/relationships/image" Target="../media/image25.png"/><Relationship Id="rId329" Type="http://schemas.openxmlformats.org/officeDocument/2006/relationships/customXml" Target="../ink/ink512.xml"/><Relationship Id="rId480" Type="http://schemas.openxmlformats.org/officeDocument/2006/relationships/customXml" Target="../ink/ink588.xml"/><Relationship Id="rId536" Type="http://schemas.openxmlformats.org/officeDocument/2006/relationships/image" Target="../media/image584.png"/><Relationship Id="rId68" Type="http://schemas.openxmlformats.org/officeDocument/2006/relationships/customXml" Target="../ink/ink380.xml"/><Relationship Id="rId133" Type="http://schemas.openxmlformats.org/officeDocument/2006/relationships/image" Target="../media/image395.png"/><Relationship Id="rId175" Type="http://schemas.openxmlformats.org/officeDocument/2006/relationships/image" Target="../media/image414.png"/><Relationship Id="rId340" Type="http://schemas.openxmlformats.org/officeDocument/2006/relationships/image" Target="../media/image300.png"/><Relationship Id="rId200" Type="http://schemas.openxmlformats.org/officeDocument/2006/relationships/customXml" Target="../ink/ink447.xml"/><Relationship Id="rId382" Type="http://schemas.openxmlformats.org/officeDocument/2006/relationships/image" Target="../media/image512.png"/><Relationship Id="rId438" Type="http://schemas.openxmlformats.org/officeDocument/2006/relationships/customXml" Target="../ink/ink567.xml"/><Relationship Id="rId242" Type="http://schemas.openxmlformats.org/officeDocument/2006/relationships/customXml" Target="../ink/ink468.xml"/><Relationship Id="rId284" Type="http://schemas.openxmlformats.org/officeDocument/2006/relationships/customXml" Target="../ink/ink489.xml"/><Relationship Id="rId491" Type="http://schemas.openxmlformats.org/officeDocument/2006/relationships/image" Target="../media/image564.png"/><Relationship Id="rId505" Type="http://schemas.openxmlformats.org/officeDocument/2006/relationships/image" Target="../media/image571.png"/><Relationship Id="rId37" Type="http://schemas.openxmlformats.org/officeDocument/2006/relationships/image" Target="../media/image350.png"/><Relationship Id="rId79" Type="http://schemas.openxmlformats.org/officeDocument/2006/relationships/image" Target="../media/image370.png"/><Relationship Id="rId102" Type="http://schemas.openxmlformats.org/officeDocument/2006/relationships/customXml" Target="../ink/ink397.xml"/><Relationship Id="rId144" Type="http://schemas.openxmlformats.org/officeDocument/2006/relationships/customXml" Target="../ink/ink418.xml"/><Relationship Id="rId547" Type="http://schemas.openxmlformats.org/officeDocument/2006/relationships/customXml" Target="../ink/ink623.xml"/><Relationship Id="rId90" Type="http://schemas.openxmlformats.org/officeDocument/2006/relationships/customXml" Target="../ink/ink391.xml"/><Relationship Id="rId186" Type="http://schemas.openxmlformats.org/officeDocument/2006/relationships/customXml" Target="../ink/ink440.xml"/><Relationship Id="rId351" Type="http://schemas.openxmlformats.org/officeDocument/2006/relationships/customXml" Target="../ink/ink523.xml"/><Relationship Id="rId393" Type="http://schemas.openxmlformats.org/officeDocument/2006/relationships/customXml" Target="../ink/ink544.xml"/><Relationship Id="rId407" Type="http://schemas.openxmlformats.org/officeDocument/2006/relationships/customXml" Target="../ink/ink551.xml"/><Relationship Id="rId449" Type="http://schemas.openxmlformats.org/officeDocument/2006/relationships/image" Target="../media/image543.png"/><Relationship Id="rId211" Type="http://schemas.openxmlformats.org/officeDocument/2006/relationships/image" Target="../media/image432.png"/><Relationship Id="rId253" Type="http://schemas.openxmlformats.org/officeDocument/2006/relationships/image" Target="../media/image450.png"/><Relationship Id="rId295" Type="http://schemas.openxmlformats.org/officeDocument/2006/relationships/image" Target="../media/image470.png"/><Relationship Id="rId309" Type="http://schemas.openxmlformats.org/officeDocument/2006/relationships/image" Target="../media/image477.png"/><Relationship Id="rId460" Type="http://schemas.openxmlformats.org/officeDocument/2006/relationships/customXml" Target="../ink/ink578.xml"/><Relationship Id="rId516" Type="http://schemas.openxmlformats.org/officeDocument/2006/relationships/image" Target="../media/image575.png"/><Relationship Id="rId48" Type="http://schemas.openxmlformats.org/officeDocument/2006/relationships/customXml" Target="../ink/ink370.xml"/><Relationship Id="rId113" Type="http://schemas.openxmlformats.org/officeDocument/2006/relationships/image" Target="../media/image385.png"/><Relationship Id="rId320" Type="http://schemas.openxmlformats.org/officeDocument/2006/relationships/customXml" Target="../ink/ink507.xml"/><Relationship Id="rId558" Type="http://schemas.openxmlformats.org/officeDocument/2006/relationships/image" Target="../media/image593.png"/><Relationship Id="rId155" Type="http://schemas.openxmlformats.org/officeDocument/2006/relationships/image" Target="../media/image406.png"/><Relationship Id="rId197" Type="http://schemas.openxmlformats.org/officeDocument/2006/relationships/image" Target="../media/image425.png"/><Relationship Id="rId362" Type="http://schemas.openxmlformats.org/officeDocument/2006/relationships/image" Target="../media/image502.png"/><Relationship Id="rId418" Type="http://schemas.openxmlformats.org/officeDocument/2006/relationships/image" Target="../media/image528.png"/><Relationship Id="rId222" Type="http://schemas.openxmlformats.org/officeDocument/2006/relationships/customXml" Target="../ink/ink458.xml"/><Relationship Id="rId264" Type="http://schemas.openxmlformats.org/officeDocument/2006/relationships/customXml" Target="../ink/ink479.xml"/><Relationship Id="rId471" Type="http://schemas.openxmlformats.org/officeDocument/2006/relationships/image" Target="../media/image554.png"/><Relationship Id="rId17" Type="http://schemas.openxmlformats.org/officeDocument/2006/relationships/image" Target="../media/image340.png"/><Relationship Id="rId59" Type="http://schemas.openxmlformats.org/officeDocument/2006/relationships/image" Target="../media/image361.png"/><Relationship Id="rId124" Type="http://schemas.openxmlformats.org/officeDocument/2006/relationships/customXml" Target="../ink/ink408.xml"/><Relationship Id="rId527" Type="http://schemas.openxmlformats.org/officeDocument/2006/relationships/customXml" Target="../ink/ink612.xml"/><Relationship Id="rId70" Type="http://schemas.openxmlformats.org/officeDocument/2006/relationships/customXml" Target="../ink/ink381.xml"/><Relationship Id="rId166" Type="http://schemas.openxmlformats.org/officeDocument/2006/relationships/customXml" Target="../ink/ink429.xml"/><Relationship Id="rId331" Type="http://schemas.openxmlformats.org/officeDocument/2006/relationships/customXml" Target="../ink/ink513.xml"/><Relationship Id="rId373" Type="http://schemas.openxmlformats.org/officeDocument/2006/relationships/customXml" Target="../ink/ink534.xml"/><Relationship Id="rId429" Type="http://schemas.openxmlformats.org/officeDocument/2006/relationships/customXml" Target="../ink/ink562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42.png"/><Relationship Id="rId440" Type="http://schemas.openxmlformats.org/officeDocument/2006/relationships/customXml" Target="../ink/ink568.xml"/><Relationship Id="rId28" Type="http://schemas.openxmlformats.org/officeDocument/2006/relationships/customXml" Target="../ink/ink360.xml"/><Relationship Id="rId275" Type="http://schemas.openxmlformats.org/officeDocument/2006/relationships/image" Target="../media/image460.png"/><Relationship Id="rId300" Type="http://schemas.openxmlformats.org/officeDocument/2006/relationships/customXml" Target="../ink/ink497.xml"/><Relationship Id="rId482" Type="http://schemas.openxmlformats.org/officeDocument/2006/relationships/customXml" Target="../ink/ink589.xml"/><Relationship Id="rId538" Type="http://schemas.openxmlformats.org/officeDocument/2006/relationships/customXml" Target="../ink/ink618.xml"/><Relationship Id="rId81" Type="http://schemas.openxmlformats.org/officeDocument/2006/relationships/image" Target="../media/image371.png"/><Relationship Id="rId135" Type="http://schemas.openxmlformats.org/officeDocument/2006/relationships/image" Target="../media/image396.png"/><Relationship Id="rId177" Type="http://schemas.openxmlformats.org/officeDocument/2006/relationships/image" Target="../media/image415.png"/><Relationship Id="rId342" Type="http://schemas.openxmlformats.org/officeDocument/2006/relationships/image" Target="../media/image492.png"/><Relationship Id="rId384" Type="http://schemas.openxmlformats.org/officeDocument/2006/relationships/image" Target="../media/image513.png"/><Relationship Id="rId202" Type="http://schemas.openxmlformats.org/officeDocument/2006/relationships/customXml" Target="../ink/ink448.xml"/><Relationship Id="rId244" Type="http://schemas.openxmlformats.org/officeDocument/2006/relationships/customXml" Target="../ink/ink469.xml"/><Relationship Id="rId39" Type="http://schemas.openxmlformats.org/officeDocument/2006/relationships/image" Target="../media/image351.png"/><Relationship Id="rId286" Type="http://schemas.openxmlformats.org/officeDocument/2006/relationships/customXml" Target="../ink/ink490.xml"/><Relationship Id="rId451" Type="http://schemas.openxmlformats.org/officeDocument/2006/relationships/image" Target="../media/image544.png"/><Relationship Id="rId493" Type="http://schemas.openxmlformats.org/officeDocument/2006/relationships/image" Target="../media/image565.png"/><Relationship Id="rId507" Type="http://schemas.openxmlformats.org/officeDocument/2006/relationships/image" Target="../media/image281.png"/><Relationship Id="rId549" Type="http://schemas.openxmlformats.org/officeDocument/2006/relationships/customXml" Target="../ink/ink624.xml"/><Relationship Id="rId50" Type="http://schemas.openxmlformats.org/officeDocument/2006/relationships/customXml" Target="../ink/ink371.xml"/><Relationship Id="rId104" Type="http://schemas.openxmlformats.org/officeDocument/2006/relationships/customXml" Target="../ink/ink398.xml"/><Relationship Id="rId146" Type="http://schemas.openxmlformats.org/officeDocument/2006/relationships/customXml" Target="../ink/ink419.xml"/><Relationship Id="rId188" Type="http://schemas.openxmlformats.org/officeDocument/2006/relationships/customXml" Target="../ink/ink441.xml"/><Relationship Id="rId311" Type="http://schemas.openxmlformats.org/officeDocument/2006/relationships/image" Target="../media/image478.png"/><Relationship Id="rId353" Type="http://schemas.openxmlformats.org/officeDocument/2006/relationships/customXml" Target="../ink/ink524.xml"/><Relationship Id="rId395" Type="http://schemas.openxmlformats.org/officeDocument/2006/relationships/customXml" Target="../ink/ink545.xml"/><Relationship Id="rId409" Type="http://schemas.openxmlformats.org/officeDocument/2006/relationships/customXml" Target="../ink/ink552.xml"/><Relationship Id="rId560" Type="http://schemas.openxmlformats.org/officeDocument/2006/relationships/image" Target="../media/image594.png"/><Relationship Id="rId92" Type="http://schemas.openxmlformats.org/officeDocument/2006/relationships/customXml" Target="../ink/ink392.xml"/><Relationship Id="rId213" Type="http://schemas.openxmlformats.org/officeDocument/2006/relationships/image" Target="../media/image433.png"/><Relationship Id="rId420" Type="http://schemas.openxmlformats.org/officeDocument/2006/relationships/image" Target="../media/image529.png"/><Relationship Id="rId255" Type="http://schemas.openxmlformats.org/officeDocument/2006/relationships/image" Target="../media/image451.png"/><Relationship Id="rId297" Type="http://schemas.openxmlformats.org/officeDocument/2006/relationships/image" Target="../media/image471.png"/><Relationship Id="rId462" Type="http://schemas.openxmlformats.org/officeDocument/2006/relationships/customXml" Target="../ink/ink579.xml"/><Relationship Id="rId518" Type="http://schemas.openxmlformats.org/officeDocument/2006/relationships/image" Target="../media/image576.png"/><Relationship Id="rId115" Type="http://schemas.openxmlformats.org/officeDocument/2006/relationships/image" Target="../media/image386.png"/><Relationship Id="rId157" Type="http://schemas.openxmlformats.org/officeDocument/2006/relationships/image" Target="../media/image407.png"/><Relationship Id="rId322" Type="http://schemas.openxmlformats.org/officeDocument/2006/relationships/customXml" Target="../ink/ink508.xml"/><Relationship Id="rId364" Type="http://schemas.openxmlformats.org/officeDocument/2006/relationships/image" Target="../media/image503.png"/><Relationship Id="rId61" Type="http://schemas.openxmlformats.org/officeDocument/2006/relationships/image" Target="../media/image362.png"/><Relationship Id="rId199" Type="http://schemas.openxmlformats.org/officeDocument/2006/relationships/image" Target="../media/image426.png"/><Relationship Id="rId19" Type="http://schemas.openxmlformats.org/officeDocument/2006/relationships/image" Target="../media/image341.png"/><Relationship Id="rId224" Type="http://schemas.openxmlformats.org/officeDocument/2006/relationships/customXml" Target="../ink/ink459.xml"/><Relationship Id="rId266" Type="http://schemas.openxmlformats.org/officeDocument/2006/relationships/customXml" Target="../ink/ink480.xml"/><Relationship Id="rId431" Type="http://schemas.openxmlformats.org/officeDocument/2006/relationships/customXml" Target="../ink/ink563.xml"/><Relationship Id="rId473" Type="http://schemas.openxmlformats.org/officeDocument/2006/relationships/image" Target="../media/image555.png"/><Relationship Id="rId529" Type="http://schemas.openxmlformats.org/officeDocument/2006/relationships/customXml" Target="../ink/ink613.xml"/><Relationship Id="rId30" Type="http://schemas.openxmlformats.org/officeDocument/2006/relationships/customXml" Target="../ink/ink361.xml"/><Relationship Id="rId126" Type="http://schemas.openxmlformats.org/officeDocument/2006/relationships/customXml" Target="../ink/ink409.xml"/><Relationship Id="rId168" Type="http://schemas.openxmlformats.org/officeDocument/2006/relationships/customXml" Target="../ink/ink431.xml"/><Relationship Id="rId333" Type="http://schemas.openxmlformats.org/officeDocument/2006/relationships/customXml" Target="../ink/ink514.xml"/><Relationship Id="rId540" Type="http://schemas.openxmlformats.org/officeDocument/2006/relationships/customXml" Target="../ink/ink619.xml"/><Relationship Id="rId72" Type="http://schemas.openxmlformats.org/officeDocument/2006/relationships/customXml" Target="../ink/ink382.xml"/><Relationship Id="rId375" Type="http://schemas.openxmlformats.org/officeDocument/2006/relationships/customXml" Target="../ink/ink535.xml"/><Relationship Id="rId3" Type="http://schemas.openxmlformats.org/officeDocument/2006/relationships/image" Target="../media/image333.png"/><Relationship Id="rId235" Type="http://schemas.openxmlformats.org/officeDocument/2006/relationships/image" Target="../media/image41.png"/><Relationship Id="rId277" Type="http://schemas.openxmlformats.org/officeDocument/2006/relationships/image" Target="../media/image461.png"/><Relationship Id="rId400" Type="http://schemas.openxmlformats.org/officeDocument/2006/relationships/image" Target="../media/image520.png"/><Relationship Id="rId442" Type="http://schemas.openxmlformats.org/officeDocument/2006/relationships/customXml" Target="../ink/ink569.xml"/><Relationship Id="rId484" Type="http://schemas.openxmlformats.org/officeDocument/2006/relationships/customXml" Target="../ink/ink590.xml"/><Relationship Id="rId137" Type="http://schemas.openxmlformats.org/officeDocument/2006/relationships/image" Target="../media/image397.png"/><Relationship Id="rId302" Type="http://schemas.openxmlformats.org/officeDocument/2006/relationships/customXml" Target="../ink/ink498.xml"/><Relationship Id="rId344" Type="http://schemas.openxmlformats.org/officeDocument/2006/relationships/image" Target="../media/image493.png"/><Relationship Id="rId41" Type="http://schemas.openxmlformats.org/officeDocument/2006/relationships/image" Target="../media/image352.png"/><Relationship Id="rId83" Type="http://schemas.openxmlformats.org/officeDocument/2006/relationships/image" Target="../media/image372.png"/><Relationship Id="rId179" Type="http://schemas.openxmlformats.org/officeDocument/2006/relationships/image" Target="../media/image416.png"/><Relationship Id="rId386" Type="http://schemas.openxmlformats.org/officeDocument/2006/relationships/image" Target="../media/image514.png"/><Relationship Id="rId551" Type="http://schemas.openxmlformats.org/officeDocument/2006/relationships/customXml" Target="../ink/ink625.xml"/><Relationship Id="rId190" Type="http://schemas.openxmlformats.org/officeDocument/2006/relationships/customXml" Target="../ink/ink442.xml"/><Relationship Id="rId204" Type="http://schemas.openxmlformats.org/officeDocument/2006/relationships/customXml" Target="../ink/ink449.xml"/><Relationship Id="rId246" Type="http://schemas.openxmlformats.org/officeDocument/2006/relationships/customXml" Target="../ink/ink470.xml"/><Relationship Id="rId288" Type="http://schemas.openxmlformats.org/officeDocument/2006/relationships/customXml" Target="../ink/ink491.xml"/><Relationship Id="rId411" Type="http://schemas.openxmlformats.org/officeDocument/2006/relationships/customXml" Target="../ink/ink553.xml"/><Relationship Id="rId453" Type="http://schemas.openxmlformats.org/officeDocument/2006/relationships/image" Target="../media/image545.png"/><Relationship Id="rId509" Type="http://schemas.openxmlformats.org/officeDocument/2006/relationships/customXml" Target="../ink/ink603.xml"/><Relationship Id="rId106" Type="http://schemas.openxmlformats.org/officeDocument/2006/relationships/customXml" Target="../ink/ink399.xml"/><Relationship Id="rId313" Type="http://schemas.openxmlformats.org/officeDocument/2006/relationships/image" Target="../media/image479.png"/><Relationship Id="rId495" Type="http://schemas.openxmlformats.org/officeDocument/2006/relationships/image" Target="../media/image566.png"/><Relationship Id="rId10" Type="http://schemas.openxmlformats.org/officeDocument/2006/relationships/customXml" Target="../ink/ink351.xml"/><Relationship Id="rId52" Type="http://schemas.openxmlformats.org/officeDocument/2006/relationships/customXml" Target="../ink/ink372.xml"/><Relationship Id="rId94" Type="http://schemas.openxmlformats.org/officeDocument/2006/relationships/customXml" Target="../ink/ink393.xml"/><Relationship Id="rId148" Type="http://schemas.openxmlformats.org/officeDocument/2006/relationships/customXml" Target="../ink/ink420.xml"/><Relationship Id="rId355" Type="http://schemas.openxmlformats.org/officeDocument/2006/relationships/customXml" Target="../ink/ink525.xml"/><Relationship Id="rId397" Type="http://schemas.openxmlformats.org/officeDocument/2006/relationships/customXml" Target="../ink/ink546.xml"/><Relationship Id="rId520" Type="http://schemas.openxmlformats.org/officeDocument/2006/relationships/image" Target="../media/image577.png"/><Relationship Id="rId562" Type="http://schemas.openxmlformats.org/officeDocument/2006/relationships/image" Target="../media/image595.png"/><Relationship Id="rId215" Type="http://schemas.openxmlformats.org/officeDocument/2006/relationships/image" Target="../media/image434.png"/><Relationship Id="rId257" Type="http://schemas.openxmlformats.org/officeDocument/2006/relationships/image" Target="../media/image452.png"/><Relationship Id="rId422" Type="http://schemas.openxmlformats.org/officeDocument/2006/relationships/image" Target="../media/image530.png"/><Relationship Id="rId464" Type="http://schemas.openxmlformats.org/officeDocument/2006/relationships/customXml" Target="../ink/ink580.xml"/><Relationship Id="rId299" Type="http://schemas.openxmlformats.org/officeDocument/2006/relationships/image" Target="../media/image472.png"/><Relationship Id="rId63" Type="http://schemas.openxmlformats.org/officeDocument/2006/relationships/image" Target="../media/image363.png"/><Relationship Id="rId159" Type="http://schemas.openxmlformats.org/officeDocument/2006/relationships/image" Target="../media/image408.png"/><Relationship Id="rId366" Type="http://schemas.openxmlformats.org/officeDocument/2006/relationships/image" Target="../media/image504.png"/><Relationship Id="rId226" Type="http://schemas.openxmlformats.org/officeDocument/2006/relationships/customXml" Target="../ink/ink460.xml"/><Relationship Id="rId433" Type="http://schemas.openxmlformats.org/officeDocument/2006/relationships/image" Target="../media/image535.png"/><Relationship Id="rId74" Type="http://schemas.openxmlformats.org/officeDocument/2006/relationships/customXml" Target="../ink/ink383.xml"/><Relationship Id="rId377" Type="http://schemas.openxmlformats.org/officeDocument/2006/relationships/customXml" Target="../ink/ink536.xml"/><Relationship Id="rId500" Type="http://schemas.openxmlformats.org/officeDocument/2006/relationships/customXml" Target="../ink/ink598.xml"/><Relationship Id="rId5" Type="http://schemas.openxmlformats.org/officeDocument/2006/relationships/image" Target="../media/image334.png"/><Relationship Id="rId237" Type="http://schemas.openxmlformats.org/officeDocument/2006/relationships/image" Target="../media/image443.png"/><Relationship Id="rId444" Type="http://schemas.openxmlformats.org/officeDocument/2006/relationships/customXml" Target="../ink/ink570.xml"/><Relationship Id="rId290" Type="http://schemas.openxmlformats.org/officeDocument/2006/relationships/customXml" Target="../ink/ink492.xml"/><Relationship Id="rId304" Type="http://schemas.openxmlformats.org/officeDocument/2006/relationships/customXml" Target="../ink/ink499.xml"/><Relationship Id="rId388" Type="http://schemas.openxmlformats.org/officeDocument/2006/relationships/image" Target="../media/image515.png"/><Relationship Id="rId511" Type="http://schemas.openxmlformats.org/officeDocument/2006/relationships/customXml" Target="../ink/ink604.xml"/><Relationship Id="rId85" Type="http://schemas.openxmlformats.org/officeDocument/2006/relationships/image" Target="../media/image373.png"/><Relationship Id="rId150" Type="http://schemas.openxmlformats.org/officeDocument/2006/relationships/customXml" Target="../ink/ink421.xml"/><Relationship Id="rId248" Type="http://schemas.openxmlformats.org/officeDocument/2006/relationships/customXml" Target="../ink/ink471.xml"/><Relationship Id="rId455" Type="http://schemas.openxmlformats.org/officeDocument/2006/relationships/image" Target="../media/image546.png"/><Relationship Id="rId12" Type="http://schemas.openxmlformats.org/officeDocument/2006/relationships/customXml" Target="../ink/ink352.xml"/><Relationship Id="rId108" Type="http://schemas.openxmlformats.org/officeDocument/2006/relationships/customXml" Target="../ink/ink400.xml"/><Relationship Id="rId315" Type="http://schemas.openxmlformats.org/officeDocument/2006/relationships/image" Target="../media/image480.png"/><Relationship Id="rId522" Type="http://schemas.openxmlformats.org/officeDocument/2006/relationships/image" Target="../media/image578.png"/><Relationship Id="rId96" Type="http://schemas.openxmlformats.org/officeDocument/2006/relationships/customXml" Target="../ink/ink394.xml"/><Relationship Id="rId161" Type="http://schemas.openxmlformats.org/officeDocument/2006/relationships/image" Target="../media/image409.png"/><Relationship Id="rId399" Type="http://schemas.openxmlformats.org/officeDocument/2006/relationships/customXml" Target="../ink/ink547.xml"/><Relationship Id="rId259" Type="http://schemas.openxmlformats.org/officeDocument/2006/relationships/image" Target="../media/image453.png"/><Relationship Id="rId466" Type="http://schemas.openxmlformats.org/officeDocument/2006/relationships/customXml" Target="../ink/ink5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557F1B6-D6C5-4C82-8BB5-05298F76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40" y="81967"/>
            <a:ext cx="10555896" cy="650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8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8BA2423-A020-661E-5492-CA15F33B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40" y="67991"/>
            <a:ext cx="10863617" cy="672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522DB1-FEF8-0A99-DC58-68B51DA26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2" y="111700"/>
            <a:ext cx="11668836" cy="660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3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4FE31D-32D1-CF2C-B4A8-B18D27041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1" y="94695"/>
            <a:ext cx="11818961" cy="66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44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4A3867-F8FD-7A3E-9C3C-11C2F62B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2" y="0"/>
            <a:ext cx="12163278" cy="68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56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03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858A767-88B5-48B9-DF66-6927AD3BD78F}"/>
              </a:ext>
            </a:extLst>
          </p:cNvPr>
          <p:cNvCxnSpPr/>
          <p:nvPr/>
        </p:nvCxnSpPr>
        <p:spPr>
          <a:xfrm>
            <a:off x="1774209" y="1241946"/>
            <a:ext cx="0" cy="28387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C2EC3F2-2C96-62FD-D2C4-52E7D017C173}"/>
              </a:ext>
            </a:extLst>
          </p:cNvPr>
          <p:cNvCxnSpPr>
            <a:cxnSpLocks/>
          </p:cNvCxnSpPr>
          <p:nvPr/>
        </p:nvCxnSpPr>
        <p:spPr>
          <a:xfrm>
            <a:off x="1774209" y="1241946"/>
            <a:ext cx="3769890" cy="110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AB12486-ECAA-5625-EE0F-4A6DDDE12EB6}"/>
              </a:ext>
            </a:extLst>
          </p:cNvPr>
          <p:cNvCxnSpPr>
            <a:cxnSpLocks/>
          </p:cNvCxnSpPr>
          <p:nvPr/>
        </p:nvCxnSpPr>
        <p:spPr>
          <a:xfrm>
            <a:off x="5535561" y="733750"/>
            <a:ext cx="0" cy="1002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A2A8588-4C4B-0297-22B6-E3FAD38E466F}"/>
              </a:ext>
            </a:extLst>
          </p:cNvPr>
          <p:cNvCxnSpPr>
            <a:cxnSpLocks/>
          </p:cNvCxnSpPr>
          <p:nvPr/>
        </p:nvCxnSpPr>
        <p:spPr>
          <a:xfrm>
            <a:off x="6091083" y="962056"/>
            <a:ext cx="0" cy="58193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C5BE7F1-957D-4A9A-19CC-DDB8B213BE2F}"/>
              </a:ext>
            </a:extLst>
          </p:cNvPr>
          <p:cNvCxnSpPr>
            <a:cxnSpLocks/>
          </p:cNvCxnSpPr>
          <p:nvPr/>
        </p:nvCxnSpPr>
        <p:spPr>
          <a:xfrm flipV="1">
            <a:off x="6091083" y="1231525"/>
            <a:ext cx="3665358" cy="104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2ADECD0-6A5E-B8BD-8362-EC82F721311E}"/>
              </a:ext>
            </a:extLst>
          </p:cNvPr>
          <p:cNvCxnSpPr>
            <a:cxnSpLocks/>
          </p:cNvCxnSpPr>
          <p:nvPr/>
        </p:nvCxnSpPr>
        <p:spPr>
          <a:xfrm>
            <a:off x="9756441" y="1253025"/>
            <a:ext cx="1" cy="29355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8C33F7A-F29E-2D03-C906-8D15D293CD8B}"/>
              </a:ext>
            </a:extLst>
          </p:cNvPr>
          <p:cNvCxnSpPr>
            <a:cxnSpLocks/>
          </p:cNvCxnSpPr>
          <p:nvPr/>
        </p:nvCxnSpPr>
        <p:spPr>
          <a:xfrm>
            <a:off x="2502053" y="3429000"/>
            <a:ext cx="0" cy="1437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5A1D88A-4705-89CE-E629-E481BEDE271C}"/>
              </a:ext>
            </a:extLst>
          </p:cNvPr>
          <p:cNvCxnSpPr>
            <a:cxnSpLocks/>
          </p:cNvCxnSpPr>
          <p:nvPr/>
        </p:nvCxnSpPr>
        <p:spPr>
          <a:xfrm>
            <a:off x="1774209" y="4073930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581CD33-848C-4414-3CF7-335BFE94C8D2}"/>
              </a:ext>
            </a:extLst>
          </p:cNvPr>
          <p:cNvCxnSpPr>
            <a:cxnSpLocks/>
          </p:cNvCxnSpPr>
          <p:nvPr/>
        </p:nvCxnSpPr>
        <p:spPr>
          <a:xfrm>
            <a:off x="2502053" y="4080681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DFAA875-70D2-6D72-92E5-A30173D41FFC}"/>
              </a:ext>
            </a:extLst>
          </p:cNvPr>
          <p:cNvCxnSpPr>
            <a:cxnSpLocks/>
          </p:cNvCxnSpPr>
          <p:nvPr/>
        </p:nvCxnSpPr>
        <p:spPr>
          <a:xfrm>
            <a:off x="2502053" y="3429000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19FAEB1-4921-B12E-EC43-C97BD8FEDC96}"/>
              </a:ext>
            </a:extLst>
          </p:cNvPr>
          <p:cNvCxnSpPr>
            <a:cxnSpLocks/>
          </p:cNvCxnSpPr>
          <p:nvPr/>
        </p:nvCxnSpPr>
        <p:spPr>
          <a:xfrm>
            <a:off x="2502053" y="4860217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DD2B033-0EEA-2F56-D468-535FCC8C4D22}"/>
              </a:ext>
            </a:extLst>
          </p:cNvPr>
          <p:cNvCxnSpPr>
            <a:cxnSpLocks/>
          </p:cNvCxnSpPr>
          <p:nvPr/>
        </p:nvCxnSpPr>
        <p:spPr>
          <a:xfrm>
            <a:off x="3949724" y="4087432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31BCA91-6B0A-863E-AC87-EF3983DB9FFE}"/>
              </a:ext>
            </a:extLst>
          </p:cNvPr>
          <p:cNvCxnSpPr>
            <a:cxnSpLocks/>
          </p:cNvCxnSpPr>
          <p:nvPr/>
        </p:nvCxnSpPr>
        <p:spPr>
          <a:xfrm>
            <a:off x="3949724" y="3435751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26130BA-4CDF-CB3F-C826-004ED941B992}"/>
              </a:ext>
            </a:extLst>
          </p:cNvPr>
          <p:cNvCxnSpPr>
            <a:cxnSpLocks/>
          </p:cNvCxnSpPr>
          <p:nvPr/>
        </p:nvCxnSpPr>
        <p:spPr>
          <a:xfrm>
            <a:off x="3949724" y="4866968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0112D74-DC2C-1B44-D391-7C6B56955131}"/>
              </a:ext>
            </a:extLst>
          </p:cNvPr>
          <p:cNvCxnSpPr>
            <a:cxnSpLocks/>
          </p:cNvCxnSpPr>
          <p:nvPr/>
        </p:nvCxnSpPr>
        <p:spPr>
          <a:xfrm>
            <a:off x="4677568" y="3442502"/>
            <a:ext cx="0" cy="1437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6B79382-B985-F177-638A-42415CA599F1}"/>
              </a:ext>
            </a:extLst>
          </p:cNvPr>
          <p:cNvCxnSpPr>
            <a:cxnSpLocks/>
          </p:cNvCxnSpPr>
          <p:nvPr/>
        </p:nvCxnSpPr>
        <p:spPr>
          <a:xfrm>
            <a:off x="4694647" y="4114489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C3033D6E-7CE8-61D3-4EBB-9011CD37B36C}"/>
              </a:ext>
            </a:extLst>
          </p:cNvPr>
          <p:cNvCxnSpPr>
            <a:cxnSpLocks/>
          </p:cNvCxnSpPr>
          <p:nvPr/>
        </p:nvCxnSpPr>
        <p:spPr>
          <a:xfrm>
            <a:off x="6853082" y="3449253"/>
            <a:ext cx="0" cy="1437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5511329-17D8-CC98-2F41-EE93CA058045}"/>
              </a:ext>
            </a:extLst>
          </p:cNvPr>
          <p:cNvCxnSpPr>
            <a:cxnSpLocks/>
          </p:cNvCxnSpPr>
          <p:nvPr/>
        </p:nvCxnSpPr>
        <p:spPr>
          <a:xfrm>
            <a:off x="6125238" y="4094183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CA92909E-1AB6-80C9-DA5D-8F739ADB2D61}"/>
              </a:ext>
            </a:extLst>
          </p:cNvPr>
          <p:cNvCxnSpPr>
            <a:cxnSpLocks/>
          </p:cNvCxnSpPr>
          <p:nvPr/>
        </p:nvCxnSpPr>
        <p:spPr>
          <a:xfrm>
            <a:off x="6853082" y="4100934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9274375-D4FD-7D26-97ED-FE490BE4ACE5}"/>
              </a:ext>
            </a:extLst>
          </p:cNvPr>
          <p:cNvCxnSpPr>
            <a:cxnSpLocks/>
          </p:cNvCxnSpPr>
          <p:nvPr/>
        </p:nvCxnSpPr>
        <p:spPr>
          <a:xfrm>
            <a:off x="6853082" y="3449253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B4A06B1-25BE-4025-642F-5322437CAC98}"/>
              </a:ext>
            </a:extLst>
          </p:cNvPr>
          <p:cNvCxnSpPr>
            <a:cxnSpLocks/>
          </p:cNvCxnSpPr>
          <p:nvPr/>
        </p:nvCxnSpPr>
        <p:spPr>
          <a:xfrm>
            <a:off x="6853082" y="4880470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C95AE67-0253-8B89-EF5B-B8A92808CAE6}"/>
              </a:ext>
            </a:extLst>
          </p:cNvPr>
          <p:cNvCxnSpPr>
            <a:cxnSpLocks/>
          </p:cNvCxnSpPr>
          <p:nvPr/>
        </p:nvCxnSpPr>
        <p:spPr>
          <a:xfrm>
            <a:off x="8300753" y="4107685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F3BAEDFF-55A8-FB18-0CA2-508264A17BBE}"/>
              </a:ext>
            </a:extLst>
          </p:cNvPr>
          <p:cNvCxnSpPr>
            <a:cxnSpLocks/>
          </p:cNvCxnSpPr>
          <p:nvPr/>
        </p:nvCxnSpPr>
        <p:spPr>
          <a:xfrm>
            <a:off x="8300753" y="3456004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79B4352-9188-1581-37BD-B838F16D981F}"/>
              </a:ext>
            </a:extLst>
          </p:cNvPr>
          <p:cNvCxnSpPr>
            <a:cxnSpLocks/>
          </p:cNvCxnSpPr>
          <p:nvPr/>
        </p:nvCxnSpPr>
        <p:spPr>
          <a:xfrm>
            <a:off x="8300753" y="4887221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669D742-0DEC-8CF8-87DE-88285DE04927}"/>
              </a:ext>
            </a:extLst>
          </p:cNvPr>
          <p:cNvCxnSpPr>
            <a:cxnSpLocks/>
          </p:cNvCxnSpPr>
          <p:nvPr/>
        </p:nvCxnSpPr>
        <p:spPr>
          <a:xfrm>
            <a:off x="9028597" y="3462755"/>
            <a:ext cx="0" cy="1437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C383BC0-E52A-8C02-0851-126B5860D2F7}"/>
              </a:ext>
            </a:extLst>
          </p:cNvPr>
          <p:cNvCxnSpPr>
            <a:cxnSpLocks/>
          </p:cNvCxnSpPr>
          <p:nvPr/>
        </p:nvCxnSpPr>
        <p:spPr>
          <a:xfrm>
            <a:off x="9028598" y="4181792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6487AF3-7628-3F64-CBC9-38452D234207}"/>
              </a:ext>
            </a:extLst>
          </p:cNvPr>
          <p:cNvSpPr/>
          <p:nvPr/>
        </p:nvSpPr>
        <p:spPr>
          <a:xfrm>
            <a:off x="3229897" y="3318387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5 Ჲ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07B1084-00EE-018D-6F29-45BFF378D51A}"/>
              </a:ext>
            </a:extLst>
          </p:cNvPr>
          <p:cNvSpPr/>
          <p:nvPr/>
        </p:nvSpPr>
        <p:spPr>
          <a:xfrm>
            <a:off x="3221879" y="3984817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20 Ჲ</a:t>
            </a:r>
            <a:endParaRPr lang="es-NI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711359C-D12A-4E07-8F27-E6C778DDBFFB}"/>
              </a:ext>
            </a:extLst>
          </p:cNvPr>
          <p:cNvSpPr/>
          <p:nvPr/>
        </p:nvSpPr>
        <p:spPr>
          <a:xfrm>
            <a:off x="3221878" y="4753862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15 Ჲ</a:t>
            </a:r>
            <a:endParaRPr lang="es-NI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6436B65-3732-1E46-1F9D-5491C2254006}"/>
              </a:ext>
            </a:extLst>
          </p:cNvPr>
          <p:cNvSpPr/>
          <p:nvPr/>
        </p:nvSpPr>
        <p:spPr>
          <a:xfrm>
            <a:off x="5413104" y="3998319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5.5 Ჲ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46E6D25-55A4-7CA8-E319-1EE5315C2A18}"/>
              </a:ext>
            </a:extLst>
          </p:cNvPr>
          <p:cNvSpPr/>
          <p:nvPr/>
        </p:nvSpPr>
        <p:spPr>
          <a:xfrm>
            <a:off x="7586872" y="3335629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10 Ჲ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067D572-CEFE-5F2F-6321-2BA117C214B7}"/>
              </a:ext>
            </a:extLst>
          </p:cNvPr>
          <p:cNvSpPr/>
          <p:nvPr/>
        </p:nvSpPr>
        <p:spPr>
          <a:xfrm>
            <a:off x="7578854" y="4002059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40 Ჲ</a:t>
            </a:r>
            <a:endParaRPr lang="es-NI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84B7474-89A3-C612-2F13-9FB0C262D8DF}"/>
              </a:ext>
            </a:extLst>
          </p:cNvPr>
          <p:cNvSpPr/>
          <p:nvPr/>
        </p:nvSpPr>
        <p:spPr>
          <a:xfrm>
            <a:off x="7578853" y="4771104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30 Ჲ</a:t>
            </a:r>
            <a:endParaRPr lang="es-NI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EED0F12-94AC-8DEF-805C-922687082CBC}"/>
              </a:ext>
            </a:extLst>
          </p:cNvPr>
          <p:cNvSpPr txBox="1"/>
          <p:nvPr/>
        </p:nvSpPr>
        <p:spPr>
          <a:xfrm>
            <a:off x="6140947" y="872144"/>
            <a:ext cx="72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360 v</a:t>
            </a:r>
          </a:p>
        </p:txBody>
      </p:sp>
    </p:spTree>
    <p:extLst>
      <p:ext uri="{BB962C8B-B14F-4D97-AF65-F5344CB8AC3E}">
        <p14:creationId xmlns:p14="http://schemas.microsoft.com/office/powerpoint/2010/main" val="201515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C321CACD-DBAE-6403-E276-493F90A4BF9D}"/>
              </a:ext>
            </a:extLst>
          </p:cNvPr>
          <p:cNvGrpSpPr/>
          <p:nvPr/>
        </p:nvGrpSpPr>
        <p:grpSpPr>
          <a:xfrm>
            <a:off x="1910375" y="286162"/>
            <a:ext cx="1470600" cy="1080720"/>
            <a:chOff x="1910375" y="286162"/>
            <a:chExt cx="1470600" cy="10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D2ABF37C-9FC5-5C41-E36B-AA8E8FE65F78}"/>
                    </a:ext>
                  </a:extLst>
                </p14:cNvPr>
                <p14:cNvContentPartPr/>
                <p14:nvPr/>
              </p14:nvContentPartPr>
              <p14:xfrm>
                <a:off x="1910375" y="763882"/>
                <a:ext cx="311400" cy="406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D2ABF37C-9FC5-5C41-E36B-AA8E8FE65F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01735" y="754882"/>
                  <a:ext cx="329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543185D-3472-A5E9-7CF1-D81666494D1E}"/>
                    </a:ext>
                  </a:extLst>
                </p14:cNvPr>
                <p14:cNvContentPartPr/>
                <p14:nvPr/>
              </p14:nvContentPartPr>
              <p14:xfrm>
                <a:off x="1937735" y="941362"/>
                <a:ext cx="261720" cy="144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543185D-3472-A5E9-7CF1-D81666494D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29095" y="932362"/>
                  <a:ext cx="279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4CFD1B2-BDED-B062-8809-6420F8300EC9}"/>
                    </a:ext>
                  </a:extLst>
                </p14:cNvPr>
                <p14:cNvContentPartPr/>
                <p14:nvPr/>
              </p14:nvContentPartPr>
              <p14:xfrm>
                <a:off x="2333375" y="846322"/>
                <a:ext cx="710640" cy="140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4CFD1B2-BDED-B062-8809-6420F8300E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24735" y="837322"/>
                  <a:ext cx="728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954CCAD-1275-C32A-1128-884575395E9A}"/>
                    </a:ext>
                  </a:extLst>
                </p14:cNvPr>
                <p14:cNvContentPartPr/>
                <p14:nvPr/>
              </p14:nvContentPartPr>
              <p14:xfrm>
                <a:off x="2756375" y="286162"/>
                <a:ext cx="360" cy="3841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954CCAD-1275-C32A-1128-884575395E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47735" y="277522"/>
                  <a:ext cx="180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E8E83139-470B-321E-E290-7AEE30327A25}"/>
                    </a:ext>
                  </a:extLst>
                </p14:cNvPr>
                <p14:cNvContentPartPr/>
                <p14:nvPr/>
              </p14:nvContentPartPr>
              <p14:xfrm>
                <a:off x="2708855" y="992122"/>
                <a:ext cx="255240" cy="3747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E8E83139-470B-321E-E290-7AEE30327A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99855" y="983482"/>
                  <a:ext cx="2728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AC11912-0F9C-438C-DB1C-532DDCF95A13}"/>
                    </a:ext>
                  </a:extLst>
                </p14:cNvPr>
                <p14:cNvContentPartPr/>
                <p14:nvPr/>
              </p14:nvContentPartPr>
              <p14:xfrm>
                <a:off x="3248135" y="559042"/>
                <a:ext cx="62280" cy="3862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AC11912-0F9C-438C-DB1C-532DDCF95A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39135" y="550402"/>
                  <a:ext cx="799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C5E273C-2F06-725E-9343-34F92F9ACC22}"/>
                    </a:ext>
                  </a:extLst>
                </p14:cNvPr>
                <p14:cNvContentPartPr/>
                <p14:nvPr/>
              </p14:nvContentPartPr>
              <p14:xfrm>
                <a:off x="3083975" y="741922"/>
                <a:ext cx="297000" cy="90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C5E273C-2F06-725E-9343-34F92F9ACC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4975" y="732922"/>
                  <a:ext cx="31464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88507708-1D7C-F69D-EA08-CBB41DB7D527}"/>
                  </a:ext>
                </a:extLst>
              </p14:cNvPr>
              <p14:cNvContentPartPr/>
              <p14:nvPr/>
            </p14:nvContentPartPr>
            <p14:xfrm>
              <a:off x="3793535" y="286162"/>
              <a:ext cx="14400" cy="2595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88507708-1D7C-F69D-EA08-CBB41DB7D5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84895" y="277522"/>
                <a:ext cx="32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D6468F65-C07B-DA53-0047-124D7C58216A}"/>
                  </a:ext>
                </a:extLst>
              </p14:cNvPr>
              <p14:cNvContentPartPr/>
              <p14:nvPr/>
            </p14:nvContentPartPr>
            <p14:xfrm>
              <a:off x="3616415" y="803482"/>
              <a:ext cx="450000" cy="1548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D6468F65-C07B-DA53-0047-124D7C5821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07415" y="794842"/>
                <a:ext cx="46764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o 23">
            <a:extLst>
              <a:ext uri="{FF2B5EF4-FFF2-40B4-BE49-F238E27FC236}">
                <a16:creationId xmlns:a16="http://schemas.microsoft.com/office/drawing/2014/main" id="{022AC690-276D-8125-AE6B-708ADE0E7FC3}"/>
              </a:ext>
            </a:extLst>
          </p:cNvPr>
          <p:cNvGrpSpPr/>
          <p:nvPr/>
        </p:nvGrpSpPr>
        <p:grpSpPr>
          <a:xfrm>
            <a:off x="3698135" y="998602"/>
            <a:ext cx="508680" cy="297720"/>
            <a:chOff x="3698135" y="998602"/>
            <a:chExt cx="50868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940C1D7-8161-5771-483D-E79C2A8365BD}"/>
                    </a:ext>
                  </a:extLst>
                </p14:cNvPr>
                <p14:cNvContentPartPr/>
                <p14:nvPr/>
              </p14:nvContentPartPr>
              <p14:xfrm>
                <a:off x="3698135" y="1023082"/>
                <a:ext cx="256680" cy="2494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940C1D7-8161-5771-483D-E79C2A8365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89495" y="1014082"/>
                  <a:ext cx="274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954CA16-29F4-1859-4554-CF8721895037}"/>
                    </a:ext>
                  </a:extLst>
                </p14:cNvPr>
                <p14:cNvContentPartPr/>
                <p14:nvPr/>
              </p14:nvContentPartPr>
              <p14:xfrm>
                <a:off x="4077935" y="998602"/>
                <a:ext cx="128880" cy="2977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954CA16-29F4-1859-4554-CF87218950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68935" y="989602"/>
                  <a:ext cx="14652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9F3E1CDD-EF35-B62E-4283-670C2628D5B1}"/>
              </a:ext>
            </a:extLst>
          </p:cNvPr>
          <p:cNvGrpSpPr/>
          <p:nvPr/>
        </p:nvGrpSpPr>
        <p:grpSpPr>
          <a:xfrm>
            <a:off x="4325975" y="258802"/>
            <a:ext cx="913680" cy="482400"/>
            <a:chOff x="4325975" y="258802"/>
            <a:chExt cx="91368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EF93F970-4D33-3EB0-CA02-1D00376F70CC}"/>
                    </a:ext>
                  </a:extLst>
                </p14:cNvPr>
                <p14:cNvContentPartPr/>
                <p14:nvPr/>
              </p14:nvContentPartPr>
              <p14:xfrm>
                <a:off x="4394015" y="436282"/>
                <a:ext cx="43920" cy="3049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EF93F970-4D33-3EB0-CA02-1D00376F70C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85375" y="427642"/>
                  <a:ext cx="615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2CEBFD06-21DB-E091-C1CD-AC241B899ED0}"/>
                    </a:ext>
                  </a:extLst>
                </p14:cNvPr>
                <p14:cNvContentPartPr/>
                <p14:nvPr/>
              </p14:nvContentPartPr>
              <p14:xfrm>
                <a:off x="4325975" y="560122"/>
                <a:ext cx="286920" cy="266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2CEBFD06-21DB-E091-C1CD-AC241B899ED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17335" y="551122"/>
                  <a:ext cx="304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94AE9BB-BF6F-7563-7E04-CE60A81CBC12}"/>
                    </a:ext>
                  </a:extLst>
                </p14:cNvPr>
                <p14:cNvContentPartPr/>
                <p14:nvPr/>
              </p14:nvContentPartPr>
              <p14:xfrm>
                <a:off x="4913135" y="258802"/>
                <a:ext cx="41400" cy="2764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94AE9BB-BF6F-7563-7E04-CE60A81CBC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135" y="250162"/>
                  <a:ext cx="590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E8F5A85-8AF3-B22D-4B5B-A54EB95DED1C}"/>
                    </a:ext>
                  </a:extLst>
                </p14:cNvPr>
                <p14:cNvContentPartPr/>
                <p14:nvPr/>
              </p14:nvContentPartPr>
              <p14:xfrm>
                <a:off x="4762295" y="667042"/>
                <a:ext cx="477360" cy="565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E8F5A85-8AF3-B22D-4B5B-A54EB95DED1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3655" y="658042"/>
                  <a:ext cx="49500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81CFA05-605B-E023-66FE-D90E3640542A}"/>
              </a:ext>
            </a:extLst>
          </p:cNvPr>
          <p:cNvGrpSpPr/>
          <p:nvPr/>
        </p:nvGrpSpPr>
        <p:grpSpPr>
          <a:xfrm>
            <a:off x="4885775" y="886642"/>
            <a:ext cx="337320" cy="318960"/>
            <a:chOff x="4885775" y="886642"/>
            <a:chExt cx="33732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A844EA6-A36E-A2D9-2FE7-DE5F9CACC422}"/>
                    </a:ext>
                  </a:extLst>
                </p14:cNvPr>
                <p14:cNvContentPartPr/>
                <p14:nvPr/>
              </p14:nvContentPartPr>
              <p14:xfrm>
                <a:off x="4885775" y="900682"/>
                <a:ext cx="45000" cy="2944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A844EA6-A36E-A2D9-2FE7-DE5F9CACC4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76775" y="891682"/>
                  <a:ext cx="62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CCE45D1-6802-AF08-FFDE-BD61E1338D05}"/>
                    </a:ext>
                  </a:extLst>
                </p14:cNvPr>
                <p14:cNvContentPartPr/>
                <p14:nvPr/>
              </p14:nvContentPartPr>
              <p14:xfrm>
                <a:off x="4978655" y="901402"/>
                <a:ext cx="196560" cy="3042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CCE45D1-6802-AF08-FFDE-BD61E1338D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70015" y="892762"/>
                  <a:ext cx="214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385511E-35A4-0E2D-5F9A-9AF86CE79A6A}"/>
                    </a:ext>
                  </a:extLst>
                </p14:cNvPr>
                <p14:cNvContentPartPr/>
                <p14:nvPr/>
              </p14:nvContentPartPr>
              <p14:xfrm>
                <a:off x="5117255" y="886642"/>
                <a:ext cx="105840" cy="3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385511E-35A4-0E2D-5F9A-9AF86CE79A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8615" y="878002"/>
                  <a:ext cx="123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CFF06D8-CDDB-3FE9-12C0-1F8851C8FBD2}"/>
              </a:ext>
            </a:extLst>
          </p:cNvPr>
          <p:cNvGrpSpPr/>
          <p:nvPr/>
        </p:nvGrpSpPr>
        <p:grpSpPr>
          <a:xfrm>
            <a:off x="5390855" y="572002"/>
            <a:ext cx="2377440" cy="164880"/>
            <a:chOff x="5390855" y="572002"/>
            <a:chExt cx="237744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59D07DB4-6746-4129-A2B9-26186D2F5914}"/>
                    </a:ext>
                  </a:extLst>
                </p14:cNvPr>
                <p14:cNvContentPartPr/>
                <p14:nvPr/>
              </p14:nvContentPartPr>
              <p14:xfrm>
                <a:off x="5390855" y="572002"/>
                <a:ext cx="299520" cy="147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59D07DB4-6746-4129-A2B9-26186D2F59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81855" y="563002"/>
                  <a:ext cx="317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23E633C-196B-FCA3-CC38-AE70CDE5137B}"/>
                    </a:ext>
                  </a:extLst>
                </p14:cNvPr>
                <p14:cNvContentPartPr/>
                <p14:nvPr/>
              </p14:nvContentPartPr>
              <p14:xfrm>
                <a:off x="5417495" y="736522"/>
                <a:ext cx="315360" cy="3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23E633C-196B-FCA3-CC38-AE70CDE513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08855" y="727882"/>
                  <a:ext cx="333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FEC6EAF6-F66B-9705-CD4F-0968374AF653}"/>
                    </a:ext>
                  </a:extLst>
                </p14:cNvPr>
                <p14:cNvContentPartPr/>
                <p14:nvPr/>
              </p14:nvContentPartPr>
              <p14:xfrm>
                <a:off x="5990975" y="653002"/>
                <a:ext cx="1777320" cy="154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FEC6EAF6-F66B-9705-CD4F-0968374AF6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82335" y="644362"/>
                  <a:ext cx="1794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009B767B-33DB-6E85-D67B-4A4C567E12C5}"/>
              </a:ext>
            </a:extLst>
          </p:cNvPr>
          <p:cNvGrpSpPr/>
          <p:nvPr/>
        </p:nvGrpSpPr>
        <p:grpSpPr>
          <a:xfrm>
            <a:off x="6316055" y="845962"/>
            <a:ext cx="865440" cy="479520"/>
            <a:chOff x="6316055" y="845962"/>
            <a:chExt cx="86544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91FEEAF4-B60C-35DA-2B94-85E5F0069378}"/>
                    </a:ext>
                  </a:extLst>
                </p14:cNvPr>
                <p14:cNvContentPartPr/>
                <p14:nvPr/>
              </p14:nvContentPartPr>
              <p14:xfrm>
                <a:off x="6316055" y="845962"/>
                <a:ext cx="385200" cy="4795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91FEEAF4-B60C-35DA-2B94-85E5F006937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07055" y="836962"/>
                  <a:ext cx="4028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50D07281-F7C4-44B5-DB07-142A1E2FEA2E}"/>
                    </a:ext>
                  </a:extLst>
                </p14:cNvPr>
                <p14:cNvContentPartPr/>
                <p14:nvPr/>
              </p14:nvContentPartPr>
              <p14:xfrm>
                <a:off x="6809255" y="884842"/>
                <a:ext cx="372240" cy="3870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50D07281-F7C4-44B5-DB07-142A1E2FEA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00615" y="875842"/>
                  <a:ext cx="38988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CCA73394-D0DF-1F70-64C7-8F903F6ED3FF}"/>
              </a:ext>
            </a:extLst>
          </p:cNvPr>
          <p:cNvGrpSpPr/>
          <p:nvPr/>
        </p:nvGrpSpPr>
        <p:grpSpPr>
          <a:xfrm>
            <a:off x="6032015" y="195802"/>
            <a:ext cx="1351440" cy="354240"/>
            <a:chOff x="6032015" y="195802"/>
            <a:chExt cx="135144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DFCD109B-2577-D159-8502-4FB9F678322A}"/>
                    </a:ext>
                  </a:extLst>
                </p14:cNvPr>
                <p14:cNvContentPartPr/>
                <p14:nvPr/>
              </p14:nvContentPartPr>
              <p14:xfrm>
                <a:off x="6032015" y="231442"/>
                <a:ext cx="28440" cy="27180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DFCD109B-2577-D159-8502-4FB9F67832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23015" y="222802"/>
                  <a:ext cx="460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C7E16D1-520C-1AE4-8245-8D696788BA70}"/>
                    </a:ext>
                  </a:extLst>
                </p14:cNvPr>
                <p14:cNvContentPartPr/>
                <p14:nvPr/>
              </p14:nvContentPartPr>
              <p14:xfrm>
                <a:off x="6100055" y="233602"/>
                <a:ext cx="187920" cy="3132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C7E16D1-520C-1AE4-8245-8D696788BA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91055" y="224962"/>
                  <a:ext cx="205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B3B9282C-5074-93E0-7B2F-DBCF9FD1FF09}"/>
                    </a:ext>
                  </a:extLst>
                </p14:cNvPr>
                <p14:cNvContentPartPr/>
                <p14:nvPr/>
              </p14:nvContentPartPr>
              <p14:xfrm>
                <a:off x="6413975" y="272122"/>
                <a:ext cx="64440" cy="2516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B3B9282C-5074-93E0-7B2F-DBCF9FD1FF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05335" y="263482"/>
                  <a:ext cx="820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F6370A4F-52B1-0F8E-5E0B-4DA20FB08653}"/>
                    </a:ext>
                  </a:extLst>
                </p14:cNvPr>
                <p14:cNvContentPartPr/>
                <p14:nvPr/>
              </p14:nvContentPartPr>
              <p14:xfrm>
                <a:off x="6345935" y="408922"/>
                <a:ext cx="176400" cy="3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F6370A4F-52B1-0F8E-5E0B-4DA20FB086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37295" y="400282"/>
                  <a:ext cx="194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C98B5222-5848-F113-3AD2-29A6B33522D3}"/>
                    </a:ext>
                  </a:extLst>
                </p14:cNvPr>
                <p14:cNvContentPartPr/>
                <p14:nvPr/>
              </p14:nvContentPartPr>
              <p14:xfrm>
                <a:off x="6577415" y="195802"/>
                <a:ext cx="275760" cy="3542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C98B5222-5848-F113-3AD2-29A6B33522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68775" y="187162"/>
                  <a:ext cx="293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496F712-F4FD-868E-152F-26D7569BC285}"/>
                    </a:ext>
                  </a:extLst>
                </p14:cNvPr>
                <p14:cNvContentPartPr/>
                <p14:nvPr/>
              </p14:nvContentPartPr>
              <p14:xfrm>
                <a:off x="7014455" y="245482"/>
                <a:ext cx="39240" cy="2869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496F712-F4FD-868E-152F-26D7569BC2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05815" y="236482"/>
                  <a:ext cx="568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CD08097F-01B5-FDED-BF6D-6DC5659BD525}"/>
                    </a:ext>
                  </a:extLst>
                </p14:cNvPr>
                <p14:cNvContentPartPr/>
                <p14:nvPr/>
              </p14:nvContentPartPr>
              <p14:xfrm>
                <a:off x="6932375" y="395602"/>
                <a:ext cx="177480" cy="3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CD08097F-01B5-FDED-BF6D-6DC5659BD5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23735" y="386602"/>
                  <a:ext cx="195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E5D1530-68D2-6453-9026-1CCDBFF322FB}"/>
                    </a:ext>
                  </a:extLst>
                </p14:cNvPr>
                <p14:cNvContentPartPr/>
                <p14:nvPr/>
              </p14:nvContentPartPr>
              <p14:xfrm>
                <a:off x="7232255" y="218122"/>
                <a:ext cx="144000" cy="2221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E5D1530-68D2-6453-9026-1CCDBFF322F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223615" y="209482"/>
                  <a:ext cx="161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42188E76-34C7-19E5-C69B-529C78C76775}"/>
                    </a:ext>
                  </a:extLst>
                </p14:cNvPr>
                <p14:cNvContentPartPr/>
                <p14:nvPr/>
              </p14:nvContentPartPr>
              <p14:xfrm>
                <a:off x="7342055" y="231442"/>
                <a:ext cx="41400" cy="3132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42188E76-34C7-19E5-C69B-529C78C7677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33055" y="222802"/>
                  <a:ext cx="59040" cy="3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0789CD88-FAE9-E8A3-8E79-68AADF9728F7}"/>
                  </a:ext>
                </a:extLst>
              </p14:cNvPr>
              <p14:cNvContentPartPr/>
              <p14:nvPr/>
            </p14:nvContentPartPr>
            <p14:xfrm>
              <a:off x="7724375" y="491002"/>
              <a:ext cx="149400" cy="2628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0789CD88-FAE9-E8A3-8E79-68AADF9728F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715375" y="482362"/>
                <a:ext cx="1670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460780DA-322C-5D67-BAF1-56EEE3584BDA}"/>
                  </a:ext>
                </a:extLst>
              </p14:cNvPr>
              <p14:cNvContentPartPr/>
              <p14:nvPr/>
            </p14:nvContentPartPr>
            <p14:xfrm>
              <a:off x="7779095" y="723202"/>
              <a:ext cx="91080" cy="36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460780DA-322C-5D67-BAF1-56EEE3584BD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770095" y="714202"/>
                <a:ext cx="1087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upo 63">
            <a:extLst>
              <a:ext uri="{FF2B5EF4-FFF2-40B4-BE49-F238E27FC236}">
                <a16:creationId xmlns:a16="http://schemas.microsoft.com/office/drawing/2014/main" id="{2EFB8E63-2B78-F46B-A00C-951B2EA86C2D}"/>
              </a:ext>
            </a:extLst>
          </p:cNvPr>
          <p:cNvGrpSpPr/>
          <p:nvPr/>
        </p:nvGrpSpPr>
        <p:grpSpPr>
          <a:xfrm>
            <a:off x="8267255" y="245482"/>
            <a:ext cx="1193040" cy="777240"/>
            <a:chOff x="8267255" y="245482"/>
            <a:chExt cx="1193040" cy="77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C294E4F-2394-3965-5B6A-C2B5155AB713}"/>
                    </a:ext>
                  </a:extLst>
                </p14:cNvPr>
                <p14:cNvContentPartPr/>
                <p14:nvPr/>
              </p14:nvContentPartPr>
              <p14:xfrm>
                <a:off x="8311175" y="245482"/>
                <a:ext cx="360" cy="2455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C294E4F-2394-3965-5B6A-C2B5155AB71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02535" y="236482"/>
                  <a:ext cx="18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93AE6F62-A3DD-C06A-1A6B-40C3A999DDC8}"/>
                    </a:ext>
                  </a:extLst>
                </p14:cNvPr>
                <p14:cNvContentPartPr/>
                <p14:nvPr/>
              </p14:nvContentPartPr>
              <p14:xfrm>
                <a:off x="8459855" y="254482"/>
                <a:ext cx="99000" cy="2210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93AE6F62-A3DD-C06A-1A6B-40C3A999DD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50855" y="245842"/>
                  <a:ext cx="116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4A960EAF-4FD3-4F78-CF41-F316A6E5A647}"/>
                    </a:ext>
                  </a:extLst>
                </p14:cNvPr>
                <p14:cNvContentPartPr/>
                <p14:nvPr/>
              </p14:nvContentPartPr>
              <p14:xfrm>
                <a:off x="8297495" y="586402"/>
                <a:ext cx="339120" cy="3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4A960EAF-4FD3-4F78-CF41-F316A6E5A6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288495" y="577762"/>
                  <a:ext cx="356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BEE7E6B-D5B8-F21F-5C7E-C4E467EC9B04}"/>
                    </a:ext>
                  </a:extLst>
                </p14:cNvPr>
                <p14:cNvContentPartPr/>
                <p14:nvPr/>
              </p14:nvContentPartPr>
              <p14:xfrm>
                <a:off x="8267255" y="722842"/>
                <a:ext cx="237960" cy="2998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BEE7E6B-D5B8-F21F-5C7E-C4E467EC9B0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58255" y="713842"/>
                  <a:ext cx="2556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249809F2-F36D-0355-A1D0-A8B5BB228F0C}"/>
                    </a:ext>
                  </a:extLst>
                </p14:cNvPr>
                <p14:cNvContentPartPr/>
                <p14:nvPr/>
              </p14:nvContentPartPr>
              <p14:xfrm>
                <a:off x="8501975" y="668842"/>
                <a:ext cx="138960" cy="2552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249809F2-F36D-0355-A1D0-A8B5BB228F0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93335" y="660202"/>
                  <a:ext cx="156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2B98FE4-24AD-87DA-0320-AF7165177EEF}"/>
                    </a:ext>
                  </a:extLst>
                </p14:cNvPr>
                <p14:cNvContentPartPr/>
                <p14:nvPr/>
              </p14:nvContentPartPr>
              <p14:xfrm>
                <a:off x="8829575" y="475882"/>
                <a:ext cx="394560" cy="702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2B98FE4-24AD-87DA-0320-AF7165177EE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20935" y="467242"/>
                  <a:ext cx="4122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1B9C3EA5-EFC5-E1B0-5A45-D8259CD287DC}"/>
                    </a:ext>
                  </a:extLst>
                </p14:cNvPr>
                <p14:cNvContentPartPr/>
                <p14:nvPr/>
              </p14:nvContentPartPr>
              <p14:xfrm>
                <a:off x="9129815" y="381562"/>
                <a:ext cx="330480" cy="2548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1B9C3EA5-EFC5-E1B0-5A45-D8259CD287D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21175" y="372922"/>
                  <a:ext cx="34812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06A45BA3-1F43-0D33-458A-1D9BA255390D}"/>
              </a:ext>
            </a:extLst>
          </p:cNvPr>
          <p:cNvGrpSpPr/>
          <p:nvPr/>
        </p:nvGrpSpPr>
        <p:grpSpPr>
          <a:xfrm>
            <a:off x="504215" y="108682"/>
            <a:ext cx="792000" cy="438480"/>
            <a:chOff x="504215" y="108682"/>
            <a:chExt cx="79200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5545637-23E8-1765-94CF-6C4ED17731A9}"/>
                    </a:ext>
                  </a:extLst>
                </p14:cNvPr>
                <p14:cNvContentPartPr/>
                <p14:nvPr/>
              </p14:nvContentPartPr>
              <p14:xfrm>
                <a:off x="886535" y="108682"/>
                <a:ext cx="14040" cy="40860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5545637-23E8-1765-94CF-6C4ED17731A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7535" y="100042"/>
                  <a:ext cx="316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3A9DBDDD-E88F-7554-046E-9044DA1020C8}"/>
                    </a:ext>
                  </a:extLst>
                </p14:cNvPr>
                <p14:cNvContentPartPr/>
                <p14:nvPr/>
              </p14:nvContentPartPr>
              <p14:xfrm>
                <a:off x="504215" y="518362"/>
                <a:ext cx="792000" cy="288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3A9DBDDD-E88F-7554-046E-9044DA1020C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5575" y="509362"/>
                  <a:ext cx="80964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20CFFB1A-8D4D-5522-B7F3-D31D90B687DF}"/>
              </a:ext>
            </a:extLst>
          </p:cNvPr>
          <p:cNvGrpSpPr/>
          <p:nvPr/>
        </p:nvGrpSpPr>
        <p:grpSpPr>
          <a:xfrm>
            <a:off x="422855" y="725002"/>
            <a:ext cx="1135080" cy="615600"/>
            <a:chOff x="422855" y="725002"/>
            <a:chExt cx="113508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9CBDBCC8-909D-5E3D-FCB8-296EE186EB2E}"/>
                    </a:ext>
                  </a:extLst>
                </p14:cNvPr>
                <p14:cNvContentPartPr/>
                <p14:nvPr/>
              </p14:nvContentPartPr>
              <p14:xfrm>
                <a:off x="422855" y="725002"/>
                <a:ext cx="397800" cy="5310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9CBDBCC8-909D-5E3D-FCB8-296EE186EB2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3855" y="716362"/>
                  <a:ext cx="4154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330B6934-AAAE-C24C-07D5-6B40F6A3987F}"/>
                    </a:ext>
                  </a:extLst>
                </p14:cNvPr>
                <p14:cNvContentPartPr/>
                <p14:nvPr/>
              </p14:nvContentPartPr>
              <p14:xfrm>
                <a:off x="831815" y="1009402"/>
                <a:ext cx="88200" cy="1767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330B6934-AAAE-C24C-07D5-6B40F6A3987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3175" y="1000762"/>
                  <a:ext cx="105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FCD53647-8156-218D-E753-6832EEA1112E}"/>
                    </a:ext>
                  </a:extLst>
                </p14:cNvPr>
                <p14:cNvContentPartPr/>
                <p14:nvPr/>
              </p14:nvContentPartPr>
              <p14:xfrm>
                <a:off x="980855" y="1159522"/>
                <a:ext cx="70200" cy="1810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FCD53647-8156-218D-E753-6832EEA1112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1855" y="1150522"/>
                  <a:ext cx="87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39AA60CA-A7A5-C657-0FCF-DB3929711EB5}"/>
                    </a:ext>
                  </a:extLst>
                </p14:cNvPr>
                <p14:cNvContentPartPr/>
                <p14:nvPr/>
              </p14:nvContentPartPr>
              <p14:xfrm>
                <a:off x="1091375" y="939922"/>
                <a:ext cx="132120" cy="2358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39AA60CA-A7A5-C657-0FCF-DB3929711EB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2375" y="931282"/>
                  <a:ext cx="149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2D60C664-37C9-E4AB-C517-7395C882BFE7}"/>
                    </a:ext>
                  </a:extLst>
                </p14:cNvPr>
                <p14:cNvContentPartPr/>
                <p14:nvPr/>
              </p14:nvContentPartPr>
              <p14:xfrm>
                <a:off x="1323215" y="1091482"/>
                <a:ext cx="14040" cy="1299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2D60C664-37C9-E4AB-C517-7395C882BFE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14575" y="1082482"/>
                  <a:ext cx="31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2E8B158-B236-F604-5587-8784DAD98720}"/>
                    </a:ext>
                  </a:extLst>
                </p14:cNvPr>
                <p14:cNvContentPartPr/>
                <p14:nvPr/>
              </p14:nvContentPartPr>
              <p14:xfrm>
                <a:off x="1336895" y="845602"/>
                <a:ext cx="221040" cy="2617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2E8B158-B236-F604-5587-8784DAD9872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27895" y="836962"/>
                  <a:ext cx="238680" cy="27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40830D45-7DEF-7850-9D85-B7004AFE1670}"/>
                  </a:ext>
                </a:extLst>
              </p14:cNvPr>
              <p14:cNvContentPartPr/>
              <p14:nvPr/>
            </p14:nvContentPartPr>
            <p14:xfrm>
              <a:off x="9853055" y="2019562"/>
              <a:ext cx="360" cy="36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40830D45-7DEF-7850-9D85-B7004AFE167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844415" y="201056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upo 90">
            <a:extLst>
              <a:ext uri="{FF2B5EF4-FFF2-40B4-BE49-F238E27FC236}">
                <a16:creationId xmlns:a16="http://schemas.microsoft.com/office/drawing/2014/main" id="{60268B78-FFC7-F972-ECDC-E220A67F6093}"/>
              </a:ext>
            </a:extLst>
          </p:cNvPr>
          <p:cNvGrpSpPr/>
          <p:nvPr/>
        </p:nvGrpSpPr>
        <p:grpSpPr>
          <a:xfrm>
            <a:off x="9580175" y="149362"/>
            <a:ext cx="1620360" cy="968400"/>
            <a:chOff x="9580175" y="149362"/>
            <a:chExt cx="1620360" cy="9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89FC1092-EB93-1AB4-A15B-4D663B20A702}"/>
                    </a:ext>
                  </a:extLst>
                </p14:cNvPr>
                <p14:cNvContentPartPr/>
                <p14:nvPr/>
              </p14:nvContentPartPr>
              <p14:xfrm>
                <a:off x="9605375" y="149362"/>
                <a:ext cx="152640" cy="38700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89FC1092-EB93-1AB4-A15B-4D663B20A70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96375" y="140722"/>
                  <a:ext cx="1702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4DD65D9-39B9-168D-E0AB-7F24C8DEB264}"/>
                    </a:ext>
                  </a:extLst>
                </p14:cNvPr>
                <p14:cNvContentPartPr/>
                <p14:nvPr/>
              </p14:nvContentPartPr>
              <p14:xfrm>
                <a:off x="9866375" y="178522"/>
                <a:ext cx="151560" cy="3826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4DD65D9-39B9-168D-E0AB-7F24C8DEB2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857735" y="169882"/>
                  <a:ext cx="1692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90E94E03-EC94-13B8-46F6-DB965F22E3C9}"/>
                    </a:ext>
                  </a:extLst>
                </p14:cNvPr>
                <p14:cNvContentPartPr/>
                <p14:nvPr/>
              </p14:nvContentPartPr>
              <p14:xfrm>
                <a:off x="9580175" y="612682"/>
                <a:ext cx="422280" cy="147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90E94E03-EC94-13B8-46F6-DB965F22E3C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71535" y="603682"/>
                  <a:ext cx="439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2E2008C6-E14E-65F1-F8A3-9FAFF26E1CF4}"/>
                    </a:ext>
                  </a:extLst>
                </p14:cNvPr>
                <p14:cNvContentPartPr/>
                <p14:nvPr/>
              </p14:nvContentPartPr>
              <p14:xfrm>
                <a:off x="9621575" y="804562"/>
                <a:ext cx="42480" cy="3049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2E2008C6-E14E-65F1-F8A3-9FAFF26E1CF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612575" y="795922"/>
                  <a:ext cx="601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669947BA-958E-71F9-EA6D-D8C4B7CAEA2D}"/>
                    </a:ext>
                  </a:extLst>
                </p14:cNvPr>
                <p14:cNvContentPartPr/>
                <p14:nvPr/>
              </p14:nvContentPartPr>
              <p14:xfrm>
                <a:off x="9741815" y="755242"/>
                <a:ext cx="153360" cy="3625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669947BA-958E-71F9-EA6D-D8C4B7CAEA2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33175" y="746602"/>
                  <a:ext cx="1710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71AC40E1-6ED4-1D1D-FB7D-015EF808AB36}"/>
                    </a:ext>
                  </a:extLst>
                </p14:cNvPr>
                <p14:cNvContentPartPr/>
                <p14:nvPr/>
              </p14:nvContentPartPr>
              <p14:xfrm>
                <a:off x="10180655" y="518362"/>
                <a:ext cx="121680" cy="3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71AC40E1-6ED4-1D1D-FB7D-015EF808AB3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171655" y="509362"/>
                  <a:ext cx="139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D453EC4-789C-89FC-0679-0D0139539A39}"/>
                    </a:ext>
                  </a:extLst>
                </p14:cNvPr>
                <p14:cNvContentPartPr/>
                <p14:nvPr/>
              </p14:nvContentPartPr>
              <p14:xfrm>
                <a:off x="10167335" y="709162"/>
                <a:ext cx="146520" cy="3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D453EC4-789C-89FC-0679-0D0139539A3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158335" y="700522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24F5367A-D0F9-2972-BD10-7D181E647021}"/>
                    </a:ext>
                  </a:extLst>
                </p14:cNvPr>
                <p14:cNvContentPartPr/>
                <p14:nvPr/>
              </p14:nvContentPartPr>
              <p14:xfrm>
                <a:off x="10440215" y="288322"/>
                <a:ext cx="258840" cy="3409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24F5367A-D0F9-2972-BD10-7D181E64702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431215" y="279682"/>
                  <a:ext cx="276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9CF8D99-F941-93EB-6F4E-D66786C7F85B}"/>
                    </a:ext>
                  </a:extLst>
                </p14:cNvPr>
                <p14:cNvContentPartPr/>
                <p14:nvPr/>
              </p14:nvContentPartPr>
              <p14:xfrm>
                <a:off x="10781495" y="559042"/>
                <a:ext cx="360" cy="3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9CF8D99-F941-93EB-6F4E-D66786C7F85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772855" y="5504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AE3D02E-D807-1EC3-6059-21FE007C9992}"/>
                    </a:ext>
                  </a:extLst>
                </p14:cNvPr>
                <p14:cNvContentPartPr/>
                <p14:nvPr/>
              </p14:nvContentPartPr>
              <p14:xfrm>
                <a:off x="10931615" y="231442"/>
                <a:ext cx="360" cy="4050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AE3D02E-D807-1EC3-6059-21FE007C99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22975" y="222802"/>
                  <a:ext cx="180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C6CC553A-4DC7-753A-A4AE-D389E1751770}"/>
                    </a:ext>
                  </a:extLst>
                </p14:cNvPr>
                <p14:cNvContentPartPr/>
                <p14:nvPr/>
              </p14:nvContentPartPr>
              <p14:xfrm>
                <a:off x="11011895" y="272122"/>
                <a:ext cx="188640" cy="3974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C6CC553A-4DC7-753A-A4AE-D389E17517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02895" y="263482"/>
                  <a:ext cx="2062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8274CADC-A47E-04C2-7418-600EFDDF1835}"/>
                    </a:ext>
                  </a:extLst>
                </p14:cNvPr>
                <p14:cNvContentPartPr/>
                <p14:nvPr/>
              </p14:nvContentPartPr>
              <p14:xfrm>
                <a:off x="10754135" y="545722"/>
                <a:ext cx="52200" cy="622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8274CADC-A47E-04C2-7418-600EFDDF18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745495" y="536722"/>
                  <a:ext cx="6984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C6885CAF-489F-8C54-CAAD-9AC7E52F94E0}"/>
                  </a:ext>
                </a:extLst>
              </p14:cNvPr>
              <p14:cNvContentPartPr/>
              <p14:nvPr/>
            </p14:nvContentPartPr>
            <p14:xfrm>
              <a:off x="11313215" y="214882"/>
              <a:ext cx="653040" cy="46728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C6885CAF-489F-8C54-CAAD-9AC7E52F94E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304575" y="206242"/>
                <a:ext cx="67068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F436DC44-A877-80A2-F1AD-EDCF7CA6024F}"/>
                  </a:ext>
                </a:extLst>
              </p14:cNvPr>
              <p14:cNvContentPartPr/>
              <p14:nvPr/>
            </p14:nvContentPartPr>
            <p14:xfrm>
              <a:off x="5636375" y="4244002"/>
              <a:ext cx="360" cy="36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F436DC44-A877-80A2-F1AD-EDCF7CA6024F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627375" y="423536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E13F47F2-D9B4-982C-AD96-43902634AD1C}"/>
                  </a:ext>
                </a:extLst>
              </p14:cNvPr>
              <p14:cNvContentPartPr/>
              <p14:nvPr/>
            </p14:nvContentPartPr>
            <p14:xfrm>
              <a:off x="327455" y="1499002"/>
              <a:ext cx="12031920" cy="24804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E13F47F2-D9B4-982C-AD96-43902634AD1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18455" y="1490002"/>
                <a:ext cx="1204956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upo 96">
            <a:extLst>
              <a:ext uri="{FF2B5EF4-FFF2-40B4-BE49-F238E27FC236}">
                <a16:creationId xmlns:a16="http://schemas.microsoft.com/office/drawing/2014/main" id="{DA9B06F6-8172-AE86-539E-A6FC72F178CE}"/>
              </a:ext>
            </a:extLst>
          </p:cNvPr>
          <p:cNvGrpSpPr/>
          <p:nvPr/>
        </p:nvGrpSpPr>
        <p:grpSpPr>
          <a:xfrm>
            <a:off x="272735" y="1937482"/>
            <a:ext cx="652320" cy="355320"/>
            <a:chOff x="272735" y="1937482"/>
            <a:chExt cx="65232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34B55E84-04A6-65C8-EAEE-52202015D9EB}"/>
                    </a:ext>
                  </a:extLst>
                </p14:cNvPr>
                <p14:cNvContentPartPr/>
                <p14:nvPr/>
              </p14:nvContentPartPr>
              <p14:xfrm>
                <a:off x="600335" y="1937482"/>
                <a:ext cx="360" cy="2854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34B55E84-04A6-65C8-EAEE-52202015D9E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91335" y="1928482"/>
                  <a:ext cx="18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9DBA9CD0-FEC3-15A1-F9ED-41775EA0D7CD}"/>
                    </a:ext>
                  </a:extLst>
                </p14:cNvPr>
                <p14:cNvContentPartPr/>
                <p14:nvPr/>
              </p14:nvContentPartPr>
              <p14:xfrm>
                <a:off x="272735" y="2223682"/>
                <a:ext cx="652320" cy="691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9DBA9CD0-FEC3-15A1-F9ED-41775EA0D7C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63735" y="2214682"/>
                  <a:ext cx="669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1A436784-25C1-87FD-A31E-7C955D604CF5}"/>
              </a:ext>
            </a:extLst>
          </p:cNvPr>
          <p:cNvGrpSpPr/>
          <p:nvPr/>
        </p:nvGrpSpPr>
        <p:grpSpPr>
          <a:xfrm>
            <a:off x="327455" y="2480362"/>
            <a:ext cx="1101960" cy="511560"/>
            <a:chOff x="327455" y="2480362"/>
            <a:chExt cx="110196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E2AB408F-3805-57BF-85D4-13C68CA65E15}"/>
                    </a:ext>
                  </a:extLst>
                </p14:cNvPr>
                <p14:cNvContentPartPr/>
                <p14:nvPr/>
              </p14:nvContentPartPr>
              <p14:xfrm>
                <a:off x="327455" y="2480362"/>
                <a:ext cx="230040" cy="4197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E2AB408F-3805-57BF-85D4-13C68CA65E1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8455" y="2471362"/>
                  <a:ext cx="2476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12A7F155-A4B2-BD9E-B985-4B0EE0A6FCF3}"/>
                    </a:ext>
                  </a:extLst>
                </p14:cNvPr>
                <p14:cNvContentPartPr/>
                <p14:nvPr/>
              </p14:nvContentPartPr>
              <p14:xfrm>
                <a:off x="627695" y="2756482"/>
                <a:ext cx="182520" cy="19260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12A7F155-A4B2-BD9E-B985-4B0EE0A6FCF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18695" y="2747842"/>
                  <a:ext cx="200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070229D0-D92A-9463-1B35-0F2CF89E25CF}"/>
                    </a:ext>
                  </a:extLst>
                </p14:cNvPr>
                <p14:cNvContentPartPr/>
                <p14:nvPr/>
              </p14:nvContentPartPr>
              <p14:xfrm>
                <a:off x="627695" y="2683042"/>
                <a:ext cx="129240" cy="576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070229D0-D92A-9463-1B35-0F2CF89E25C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8695" y="2674042"/>
                  <a:ext cx="146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F84E57A5-3927-3419-8ED8-E6FC9BC4E6E7}"/>
                    </a:ext>
                  </a:extLst>
                </p14:cNvPr>
                <p14:cNvContentPartPr/>
                <p14:nvPr/>
              </p14:nvContentPartPr>
              <p14:xfrm>
                <a:off x="865655" y="2906602"/>
                <a:ext cx="21240" cy="853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F84E57A5-3927-3419-8ED8-E6FC9BC4E6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7015" y="2897602"/>
                  <a:ext cx="38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7CD84D98-9791-6158-72B0-7306B3540705}"/>
                    </a:ext>
                  </a:extLst>
                </p14:cNvPr>
                <p14:cNvContentPartPr/>
                <p14:nvPr/>
              </p14:nvContentPartPr>
              <p14:xfrm>
                <a:off x="967895" y="2606362"/>
                <a:ext cx="167760" cy="2491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7CD84D98-9791-6158-72B0-7306B354070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9255" y="2597722"/>
                  <a:ext cx="1854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063D853C-5319-851E-80C1-D57A1F493536}"/>
                    </a:ext>
                  </a:extLst>
                </p14:cNvPr>
                <p14:cNvContentPartPr/>
                <p14:nvPr/>
              </p14:nvContentPartPr>
              <p14:xfrm>
                <a:off x="1173455" y="2811202"/>
                <a:ext cx="13680" cy="1634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063D853C-5319-851E-80C1-D57A1F49353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64815" y="2802202"/>
                  <a:ext cx="31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FE51D43C-5FF7-76F6-422D-0A2BC2E8C353}"/>
                    </a:ext>
                  </a:extLst>
                </p14:cNvPr>
                <p14:cNvContentPartPr/>
                <p14:nvPr/>
              </p14:nvContentPartPr>
              <p14:xfrm>
                <a:off x="1159415" y="2549842"/>
                <a:ext cx="221040" cy="2664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FE51D43C-5FF7-76F6-422D-0A2BC2E8C35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50415" y="2541202"/>
                  <a:ext cx="238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FBFC6E7B-8C0B-4C7F-8C8C-0FC352DC7DBA}"/>
                    </a:ext>
                  </a:extLst>
                </p14:cNvPr>
                <p14:cNvContentPartPr/>
                <p14:nvPr/>
              </p14:nvContentPartPr>
              <p14:xfrm>
                <a:off x="1268855" y="2723722"/>
                <a:ext cx="160560" cy="576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FBFC6E7B-8C0B-4C7F-8C8C-0FC352DC7DB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59855" y="2714722"/>
                  <a:ext cx="178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68D46567-99DD-F5B1-57F6-0603AD09B40C}"/>
              </a:ext>
            </a:extLst>
          </p:cNvPr>
          <p:cNvGrpSpPr/>
          <p:nvPr/>
        </p:nvGrpSpPr>
        <p:grpSpPr>
          <a:xfrm>
            <a:off x="1528055" y="1896442"/>
            <a:ext cx="1065240" cy="473040"/>
            <a:chOff x="1528055" y="1896442"/>
            <a:chExt cx="106524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CCC17365-E3B7-EFCD-0440-A8988E7EE90C}"/>
                    </a:ext>
                  </a:extLst>
                </p14:cNvPr>
                <p14:cNvContentPartPr/>
                <p14:nvPr/>
              </p14:nvContentPartPr>
              <p14:xfrm>
                <a:off x="1528055" y="2142322"/>
                <a:ext cx="388080" cy="417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CCC17365-E3B7-EFCD-0440-A8988E7EE90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19415" y="2133322"/>
                  <a:ext cx="405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3A6AD10B-1616-1D70-E86B-A80700E67C98}"/>
                    </a:ext>
                  </a:extLst>
                </p14:cNvPr>
                <p14:cNvContentPartPr/>
                <p14:nvPr/>
              </p14:nvContentPartPr>
              <p14:xfrm>
                <a:off x="1623815" y="2346802"/>
                <a:ext cx="295200" cy="226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3A6AD10B-1616-1D70-E86B-A80700E67C9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14815" y="2338162"/>
                  <a:ext cx="312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737BCF3B-8834-7F65-ED83-9A3DF2A69607}"/>
                    </a:ext>
                  </a:extLst>
                </p14:cNvPr>
                <p14:cNvContentPartPr/>
                <p14:nvPr/>
              </p14:nvContentPartPr>
              <p14:xfrm>
                <a:off x="2360735" y="1896442"/>
                <a:ext cx="14400" cy="3621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737BCF3B-8834-7F65-ED83-9A3DF2A6960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352095" y="1887802"/>
                  <a:ext cx="32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A7FB0370-6994-7AD4-1041-016154A13DD0}"/>
                    </a:ext>
                  </a:extLst>
                </p14:cNvPr>
                <p14:cNvContentPartPr/>
                <p14:nvPr/>
              </p14:nvContentPartPr>
              <p14:xfrm>
                <a:off x="2128535" y="2318002"/>
                <a:ext cx="464760" cy="432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A7FB0370-6994-7AD4-1041-016154A13DD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119895" y="2309362"/>
                  <a:ext cx="4824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D8A53A13-65C0-4034-753D-73900DDF01DA}"/>
              </a:ext>
            </a:extLst>
          </p:cNvPr>
          <p:cNvGrpSpPr/>
          <p:nvPr/>
        </p:nvGrpSpPr>
        <p:grpSpPr>
          <a:xfrm>
            <a:off x="2223935" y="2510962"/>
            <a:ext cx="248040" cy="358920"/>
            <a:chOff x="2223935" y="2510962"/>
            <a:chExt cx="24804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5535A17E-8C6B-BC3D-3F96-6234F7642643}"/>
                    </a:ext>
                  </a:extLst>
                </p14:cNvPr>
                <p14:cNvContentPartPr/>
                <p14:nvPr/>
              </p14:nvContentPartPr>
              <p14:xfrm>
                <a:off x="2223935" y="2510962"/>
                <a:ext cx="360" cy="32688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5535A17E-8C6B-BC3D-3F96-6234F764264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215295" y="2502322"/>
                  <a:ext cx="18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14BA2E1D-4633-E0C1-B484-6C91BA4EDF53}"/>
                    </a:ext>
                  </a:extLst>
                </p14:cNvPr>
                <p14:cNvContentPartPr/>
                <p14:nvPr/>
              </p14:nvContentPartPr>
              <p14:xfrm>
                <a:off x="2319335" y="2520322"/>
                <a:ext cx="152640" cy="3495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14BA2E1D-4633-E0C1-B484-6C91BA4EDF5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10335" y="2511322"/>
                  <a:ext cx="17028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A4FE47C7-5ED9-7C72-3620-F3A069A5C8ED}"/>
              </a:ext>
            </a:extLst>
          </p:cNvPr>
          <p:cNvGrpSpPr/>
          <p:nvPr/>
        </p:nvGrpSpPr>
        <p:grpSpPr>
          <a:xfrm>
            <a:off x="2988575" y="1896442"/>
            <a:ext cx="5085360" cy="1008720"/>
            <a:chOff x="2988575" y="1896442"/>
            <a:chExt cx="5085360" cy="10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598D2B74-CE0D-2387-13FE-3AA179C15320}"/>
                    </a:ext>
                  </a:extLst>
                </p14:cNvPr>
                <p14:cNvContentPartPr/>
                <p14:nvPr/>
              </p14:nvContentPartPr>
              <p14:xfrm>
                <a:off x="3070655" y="1992202"/>
                <a:ext cx="82440" cy="3679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598D2B74-CE0D-2387-13FE-3AA179C1532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061655" y="1983202"/>
                  <a:ext cx="1000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69F07429-3AED-BB16-F340-91370DDFF6C7}"/>
                    </a:ext>
                  </a:extLst>
                </p14:cNvPr>
                <p14:cNvContentPartPr/>
                <p14:nvPr/>
              </p14:nvContentPartPr>
              <p14:xfrm>
                <a:off x="2988575" y="2182282"/>
                <a:ext cx="272520" cy="558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69F07429-3AED-BB16-F340-91370DDFF6C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979575" y="2173282"/>
                  <a:ext cx="290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363FFD1F-F4E7-8988-249E-220A377463B6}"/>
                    </a:ext>
                  </a:extLst>
                </p14:cNvPr>
                <p14:cNvContentPartPr/>
                <p14:nvPr/>
              </p14:nvContentPartPr>
              <p14:xfrm>
                <a:off x="3452255" y="1978522"/>
                <a:ext cx="360" cy="2588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363FFD1F-F4E7-8988-249E-220A377463B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443255" y="1969882"/>
                  <a:ext cx="18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71C70A88-C3F1-6E08-C531-C536CCB47772}"/>
                    </a:ext>
                  </a:extLst>
                </p14:cNvPr>
                <p14:cNvContentPartPr/>
                <p14:nvPr/>
              </p14:nvContentPartPr>
              <p14:xfrm>
                <a:off x="3275135" y="2278762"/>
                <a:ext cx="347760" cy="3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71C70A88-C3F1-6E08-C531-C536CCB4777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66495" y="2270122"/>
                  <a:ext cx="365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E2B45160-6013-63D6-D3BF-B3EB67B36338}"/>
                    </a:ext>
                  </a:extLst>
                </p14:cNvPr>
                <p14:cNvContentPartPr/>
                <p14:nvPr/>
              </p14:nvContentPartPr>
              <p14:xfrm>
                <a:off x="3889295" y="1951162"/>
                <a:ext cx="14760" cy="2739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E2B45160-6013-63D6-D3BF-B3EB67B3633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880295" y="1942522"/>
                  <a:ext cx="32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B8AD408-8A1E-C75F-F573-46D394955218}"/>
                    </a:ext>
                  </a:extLst>
                </p14:cNvPr>
                <p14:cNvContentPartPr/>
                <p14:nvPr/>
              </p14:nvContentPartPr>
              <p14:xfrm>
                <a:off x="3807215" y="2142322"/>
                <a:ext cx="135720" cy="36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B8AD408-8A1E-C75F-F573-46D39495521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98215" y="2133322"/>
                  <a:ext cx="153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90EE6950-07F9-992C-6F2A-B16F314B1759}"/>
                    </a:ext>
                  </a:extLst>
                </p14:cNvPr>
                <p14:cNvContentPartPr/>
                <p14:nvPr/>
              </p14:nvContentPartPr>
              <p14:xfrm>
                <a:off x="4203215" y="1923802"/>
                <a:ext cx="33120" cy="2224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90EE6950-07F9-992C-6F2A-B16F314B175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194575" y="1915162"/>
                  <a:ext cx="50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C49B5C2-ADFB-3E3D-ECE0-54342D49F47E}"/>
                    </a:ext>
                  </a:extLst>
                </p14:cNvPr>
                <p14:cNvContentPartPr/>
                <p14:nvPr/>
              </p14:nvContentPartPr>
              <p14:xfrm>
                <a:off x="4077935" y="2210722"/>
                <a:ext cx="424800" cy="424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C49B5C2-ADFB-3E3D-ECE0-54342D49F47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068935" y="2202082"/>
                  <a:ext cx="442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46F07267-6661-42A6-C544-E5A1DBA80BE1}"/>
                    </a:ext>
                  </a:extLst>
                </p14:cNvPr>
                <p14:cNvContentPartPr/>
                <p14:nvPr/>
              </p14:nvContentPartPr>
              <p14:xfrm>
                <a:off x="3309335" y="2442202"/>
                <a:ext cx="86040" cy="1533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46F07267-6661-42A6-C544-E5A1DBA80BE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300335" y="2433562"/>
                  <a:ext cx="103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448BFDB5-1770-6E40-E8D3-24EBA7D360CF}"/>
                    </a:ext>
                  </a:extLst>
                </p14:cNvPr>
                <p14:cNvContentPartPr/>
                <p14:nvPr/>
              </p14:nvContentPartPr>
              <p14:xfrm>
                <a:off x="3397175" y="2469562"/>
                <a:ext cx="16200" cy="25812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448BFDB5-1770-6E40-E8D3-24EBA7D360C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388535" y="2460922"/>
                  <a:ext cx="33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208BE7C0-6E0B-AF6B-F8D6-6971AC659A9B}"/>
                    </a:ext>
                  </a:extLst>
                </p14:cNvPr>
                <p14:cNvContentPartPr/>
                <p14:nvPr/>
              </p14:nvContentPartPr>
              <p14:xfrm>
                <a:off x="3490775" y="2496562"/>
                <a:ext cx="154800" cy="2772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208BE7C0-6E0B-AF6B-F8D6-6971AC659A9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82135" y="2487562"/>
                  <a:ext cx="172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532EB0C0-1464-FE03-D364-C3B418347D15}"/>
                    </a:ext>
                  </a:extLst>
                </p14:cNvPr>
                <p14:cNvContentPartPr/>
                <p14:nvPr/>
              </p14:nvContentPartPr>
              <p14:xfrm>
                <a:off x="4639535" y="2169322"/>
                <a:ext cx="198720" cy="36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532EB0C0-1464-FE03-D364-C3B418347D1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630895" y="2160682"/>
                  <a:ext cx="216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8CFF21A-937E-15A3-8DE2-6036673C8BE6}"/>
                    </a:ext>
                  </a:extLst>
                </p14:cNvPr>
                <p14:cNvContentPartPr/>
                <p14:nvPr/>
              </p14:nvContentPartPr>
              <p14:xfrm>
                <a:off x="4108535" y="2374162"/>
                <a:ext cx="219240" cy="3016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8CFF21A-937E-15A3-8DE2-6036673C8BE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99535" y="2365162"/>
                  <a:ext cx="2368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7799F74-850B-046E-116E-7497CE48496A}"/>
                    </a:ext>
                  </a:extLst>
                </p14:cNvPr>
                <p14:cNvContentPartPr/>
                <p14:nvPr/>
              </p14:nvContentPartPr>
              <p14:xfrm>
                <a:off x="4391495" y="2373442"/>
                <a:ext cx="126720" cy="3142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7799F74-850B-046E-116E-7497CE48496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382495" y="2364802"/>
                  <a:ext cx="1443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9C48D523-9D80-BB04-59AE-7540A2A4C642}"/>
                    </a:ext>
                  </a:extLst>
                </p14:cNvPr>
                <p14:cNvContentPartPr/>
                <p14:nvPr/>
              </p14:nvContentPartPr>
              <p14:xfrm>
                <a:off x="4653575" y="2346802"/>
                <a:ext cx="135000" cy="147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9C48D523-9D80-BB04-59AE-7540A2A4C64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644935" y="2338162"/>
                  <a:ext cx="152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16EF3A2-7DB6-F5E3-9F40-54F2F9EB23B7}"/>
                    </a:ext>
                  </a:extLst>
                </p14:cNvPr>
                <p14:cNvContentPartPr/>
                <p14:nvPr/>
              </p14:nvContentPartPr>
              <p14:xfrm>
                <a:off x="4981175" y="2327362"/>
                <a:ext cx="1568160" cy="475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16EF3A2-7DB6-F5E3-9F40-54F2F9EB23B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72175" y="2318722"/>
                  <a:ext cx="1585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F8BB2D2D-E7F3-D6A3-E7A4-BD3CFD170D75}"/>
                    </a:ext>
                  </a:extLst>
                </p14:cNvPr>
                <p14:cNvContentPartPr/>
                <p14:nvPr/>
              </p14:nvContentPartPr>
              <p14:xfrm>
                <a:off x="5322095" y="2456242"/>
                <a:ext cx="109080" cy="4230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F8BB2D2D-E7F3-D6A3-E7A4-BD3CFD170D7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313095" y="2447602"/>
                  <a:ext cx="1267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257BDB48-D8DB-EA16-EC08-ABFFA2148802}"/>
                    </a:ext>
                  </a:extLst>
                </p14:cNvPr>
                <p14:cNvContentPartPr/>
                <p14:nvPr/>
              </p14:nvContentPartPr>
              <p14:xfrm>
                <a:off x="5444855" y="2438962"/>
                <a:ext cx="231480" cy="3765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257BDB48-D8DB-EA16-EC08-ABFFA214880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435855" y="2430322"/>
                  <a:ext cx="2491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AE1144A2-5016-5C6D-334A-683BEB512A8F}"/>
                    </a:ext>
                  </a:extLst>
                </p14:cNvPr>
                <p14:cNvContentPartPr/>
                <p14:nvPr/>
              </p14:nvContentPartPr>
              <p14:xfrm>
                <a:off x="5637095" y="2496922"/>
                <a:ext cx="317880" cy="3319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AE1144A2-5016-5C6D-334A-683BEB512A8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628095" y="2488282"/>
                  <a:ext cx="3355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59A22257-2DEE-12E2-78E2-73DD576CAF16}"/>
                    </a:ext>
                  </a:extLst>
                </p14:cNvPr>
                <p14:cNvContentPartPr/>
                <p14:nvPr/>
              </p14:nvContentPartPr>
              <p14:xfrm>
                <a:off x="5008535" y="1951162"/>
                <a:ext cx="115920" cy="3715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59A22257-2DEE-12E2-78E2-73DD576CAF1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999535" y="1942522"/>
                  <a:ext cx="1335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5ADD8211-7B1A-54B9-0B54-64751892645A}"/>
                    </a:ext>
                  </a:extLst>
                </p14:cNvPr>
                <p14:cNvContentPartPr/>
                <p14:nvPr/>
              </p14:nvContentPartPr>
              <p14:xfrm>
                <a:off x="5144615" y="1921282"/>
                <a:ext cx="227520" cy="3340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5ADD8211-7B1A-54B9-0B54-64751892645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135975" y="1912282"/>
                  <a:ext cx="245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B5B7C5F8-2451-3731-69AE-1FC15BAF2C12}"/>
                    </a:ext>
                  </a:extLst>
                </p14:cNvPr>
                <p14:cNvContentPartPr/>
                <p14:nvPr/>
              </p14:nvContentPartPr>
              <p14:xfrm>
                <a:off x="5512895" y="1937482"/>
                <a:ext cx="31320" cy="3434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B5B7C5F8-2451-3731-69AE-1FC15BAF2C1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503895" y="1928482"/>
                  <a:ext cx="489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9C11C666-ED75-0277-167B-A9AF3D6F7A23}"/>
                    </a:ext>
                  </a:extLst>
                </p14:cNvPr>
                <p14:cNvContentPartPr/>
                <p14:nvPr/>
              </p14:nvContentPartPr>
              <p14:xfrm>
                <a:off x="5417495" y="2087242"/>
                <a:ext cx="135720" cy="277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9C11C666-ED75-0277-167B-A9AF3D6F7A2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408855" y="2078602"/>
                  <a:ext cx="153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5C492A6D-115C-888E-370A-5BE334ECF91A}"/>
                    </a:ext>
                  </a:extLst>
                </p14:cNvPr>
                <p14:cNvContentPartPr/>
                <p14:nvPr/>
              </p14:nvContentPartPr>
              <p14:xfrm>
                <a:off x="5636375" y="1896442"/>
                <a:ext cx="220320" cy="3315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5C492A6D-115C-888E-370A-5BE334ECF9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627375" y="1887802"/>
                  <a:ext cx="2379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B03717F2-C161-E3AB-6FF3-5729DBA506D2}"/>
                    </a:ext>
                  </a:extLst>
                </p14:cNvPr>
                <p14:cNvContentPartPr/>
                <p14:nvPr/>
              </p14:nvContentPartPr>
              <p14:xfrm>
                <a:off x="5949935" y="1910122"/>
                <a:ext cx="360" cy="3686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B03717F2-C161-E3AB-6FF3-5729DBA506D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940935" y="1901122"/>
                  <a:ext cx="180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77DDD39-4FD7-1B47-ECDE-0AA54A99A861}"/>
                    </a:ext>
                  </a:extLst>
                </p14:cNvPr>
                <p14:cNvContentPartPr/>
                <p14:nvPr/>
              </p14:nvContentPartPr>
              <p14:xfrm>
                <a:off x="5868215" y="2046562"/>
                <a:ext cx="211680" cy="576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77DDD39-4FD7-1B47-ECDE-0AA54A99A86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59575" y="2037922"/>
                  <a:ext cx="229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BFF45D39-DD70-74B9-9738-8C075518240C}"/>
                    </a:ext>
                  </a:extLst>
                </p14:cNvPr>
                <p14:cNvContentPartPr/>
                <p14:nvPr/>
              </p14:nvContentPartPr>
              <p14:xfrm>
                <a:off x="6154775" y="1896442"/>
                <a:ext cx="187200" cy="1944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BFF45D39-DD70-74B9-9738-8C075518240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145775" y="1887802"/>
                  <a:ext cx="2048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F46AD7EB-1109-1898-F576-C965A21B1802}"/>
                    </a:ext>
                  </a:extLst>
                </p14:cNvPr>
                <p14:cNvContentPartPr/>
                <p14:nvPr/>
              </p14:nvContentPartPr>
              <p14:xfrm>
                <a:off x="6331895" y="1951162"/>
                <a:ext cx="360" cy="31392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F46AD7EB-1109-1898-F576-C965A21B180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323255" y="1942522"/>
                  <a:ext cx="18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49B42ACC-A6FB-633B-DC5C-4C89FF0A8896}"/>
                    </a:ext>
                  </a:extLst>
                </p14:cNvPr>
                <p14:cNvContentPartPr/>
                <p14:nvPr/>
              </p14:nvContentPartPr>
              <p14:xfrm>
                <a:off x="6550775" y="2333482"/>
                <a:ext cx="177120" cy="3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49B42ACC-A6FB-633B-DC5C-4C89FF0A88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41775" y="2324842"/>
                  <a:ext cx="194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BEA4AA9A-6CEC-DBB3-A0B5-605D4F864228}"/>
                    </a:ext>
                  </a:extLst>
                </p14:cNvPr>
                <p14:cNvContentPartPr/>
                <p14:nvPr/>
              </p14:nvContentPartPr>
              <p14:xfrm>
                <a:off x="6618815" y="2483602"/>
                <a:ext cx="135000" cy="3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BEA4AA9A-6CEC-DBB3-A0B5-605D4F86422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10175" y="2474962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51C0F421-BCAE-1D8C-D79A-8743565493C5}"/>
                    </a:ext>
                  </a:extLst>
                </p14:cNvPr>
                <p14:cNvContentPartPr/>
                <p14:nvPr/>
              </p14:nvContentPartPr>
              <p14:xfrm>
                <a:off x="6836975" y="2033242"/>
                <a:ext cx="63720" cy="2948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51C0F421-BCAE-1D8C-D79A-8743565493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828335" y="2024602"/>
                  <a:ext cx="81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0A97BDCE-FA27-70A1-B260-F0D8EE05DF3F}"/>
                    </a:ext>
                  </a:extLst>
                </p14:cNvPr>
                <p14:cNvContentPartPr/>
                <p14:nvPr/>
              </p14:nvContentPartPr>
              <p14:xfrm>
                <a:off x="6982775" y="1977802"/>
                <a:ext cx="142200" cy="3009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0A97BDCE-FA27-70A1-B260-F0D8EE05DF3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973775" y="1969162"/>
                  <a:ext cx="159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C21D81E0-A362-E2F9-4B2E-C54BE0FA542C}"/>
                    </a:ext>
                  </a:extLst>
                </p14:cNvPr>
                <p14:cNvContentPartPr/>
                <p14:nvPr/>
              </p14:nvContentPartPr>
              <p14:xfrm>
                <a:off x="6714215" y="2360122"/>
                <a:ext cx="535680" cy="550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C21D81E0-A362-E2F9-4B2E-C54BE0FA542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705575" y="2351482"/>
                  <a:ext cx="553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B1529DDC-8CA1-8D58-DA56-68ADFE708B13}"/>
                    </a:ext>
                  </a:extLst>
                </p14:cNvPr>
                <p14:cNvContentPartPr/>
                <p14:nvPr/>
              </p14:nvContentPartPr>
              <p14:xfrm>
                <a:off x="6782255" y="2564962"/>
                <a:ext cx="115920" cy="3402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B1529DDC-8CA1-8D58-DA56-68ADFE708B1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73615" y="2556322"/>
                  <a:ext cx="1335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6D6A82CB-C930-7C25-980D-66EB21957E13}"/>
                    </a:ext>
                  </a:extLst>
                </p14:cNvPr>
                <p14:cNvContentPartPr/>
                <p14:nvPr/>
              </p14:nvContentPartPr>
              <p14:xfrm>
                <a:off x="6946415" y="2606722"/>
                <a:ext cx="217080" cy="27468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6D6A82CB-C930-7C25-980D-66EB21957E1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937415" y="2597722"/>
                  <a:ext cx="2347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D63CA7C0-56BF-0A0A-A42E-024CB48C8273}"/>
                    </a:ext>
                  </a:extLst>
                </p14:cNvPr>
                <p14:cNvContentPartPr/>
                <p14:nvPr/>
              </p14:nvContentPartPr>
              <p14:xfrm>
                <a:off x="7153055" y="2494042"/>
                <a:ext cx="220680" cy="34560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D63CA7C0-56BF-0A0A-A42E-024CB48C827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44055" y="2485402"/>
                  <a:ext cx="238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D60EDE2E-CC9E-664A-14CB-19752B11396E}"/>
                    </a:ext>
                  </a:extLst>
                </p14:cNvPr>
                <p14:cNvContentPartPr/>
                <p14:nvPr/>
              </p14:nvContentPartPr>
              <p14:xfrm>
                <a:off x="7451495" y="2278762"/>
                <a:ext cx="299880" cy="3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D60EDE2E-CC9E-664A-14CB-19752B11396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42495" y="2270122"/>
                  <a:ext cx="317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0ECBCDCA-A648-5729-0D83-2A6ADB53CD89}"/>
                    </a:ext>
                  </a:extLst>
                </p14:cNvPr>
                <p14:cNvContentPartPr/>
                <p14:nvPr/>
              </p14:nvContentPartPr>
              <p14:xfrm>
                <a:off x="7697015" y="2196682"/>
                <a:ext cx="376920" cy="2257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0ECBCDCA-A648-5729-0D83-2A6ADB53CD8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688015" y="2188042"/>
                  <a:ext cx="3945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293292AB-4E6C-390E-60E5-E265218D64BC}"/>
              </a:ext>
            </a:extLst>
          </p:cNvPr>
          <p:cNvGrpSpPr/>
          <p:nvPr/>
        </p:nvGrpSpPr>
        <p:grpSpPr>
          <a:xfrm>
            <a:off x="8242775" y="1854322"/>
            <a:ext cx="3296520" cy="978840"/>
            <a:chOff x="8242775" y="1854322"/>
            <a:chExt cx="3296520" cy="9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56D5478A-5703-AF06-6AFC-40CB2E15636D}"/>
                    </a:ext>
                  </a:extLst>
                </p14:cNvPr>
                <p14:cNvContentPartPr/>
                <p14:nvPr/>
              </p14:nvContentPartPr>
              <p14:xfrm>
                <a:off x="8338535" y="1896442"/>
                <a:ext cx="74520" cy="35712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56D5478A-5703-AF06-6AFC-40CB2E15636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329895" y="1887802"/>
                  <a:ext cx="921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C26ED4C2-94FA-1B56-0635-5751FC143B7C}"/>
                    </a:ext>
                  </a:extLst>
                </p14:cNvPr>
                <p14:cNvContentPartPr/>
                <p14:nvPr/>
              </p14:nvContentPartPr>
              <p14:xfrm>
                <a:off x="8516015" y="1881682"/>
                <a:ext cx="238320" cy="3042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C26ED4C2-94FA-1B56-0635-5751FC143B7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507375" y="1872682"/>
                  <a:ext cx="2559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DD6D8940-EE56-DF54-A070-ACF43E6DF779}"/>
                    </a:ext>
                  </a:extLst>
                </p14:cNvPr>
                <p14:cNvContentPartPr/>
                <p14:nvPr/>
              </p14:nvContentPartPr>
              <p14:xfrm>
                <a:off x="8855855" y="1868722"/>
                <a:ext cx="207720" cy="3427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DD6D8940-EE56-DF54-A070-ACF43E6DF77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847215" y="1860082"/>
                  <a:ext cx="2253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19CAEEEC-D7BD-D7BD-F950-9021D0D5AA86}"/>
                    </a:ext>
                  </a:extLst>
                </p14:cNvPr>
                <p14:cNvContentPartPr/>
                <p14:nvPr/>
              </p14:nvContentPartPr>
              <p14:xfrm>
                <a:off x="8242775" y="2250322"/>
                <a:ext cx="804240" cy="972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19CAEEEC-D7BD-D7BD-F950-9021D0D5AA8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233775" y="2241322"/>
                  <a:ext cx="821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5ADD72FD-F206-37F9-2483-EBA9F61B9EED}"/>
                    </a:ext>
                  </a:extLst>
                </p14:cNvPr>
                <p14:cNvContentPartPr/>
                <p14:nvPr/>
              </p14:nvContentPartPr>
              <p14:xfrm>
                <a:off x="8516015" y="2469562"/>
                <a:ext cx="49320" cy="3636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5ADD72FD-F206-37F9-2483-EBA9F61B9EE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507375" y="2460922"/>
                  <a:ext cx="669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CCC10E56-31C6-384D-2F5E-89F7F64E1CEF}"/>
                    </a:ext>
                  </a:extLst>
                </p14:cNvPr>
                <p14:cNvContentPartPr/>
                <p14:nvPr/>
              </p14:nvContentPartPr>
              <p14:xfrm>
                <a:off x="8663255" y="2406922"/>
                <a:ext cx="182160" cy="32148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CCC10E56-31C6-384D-2F5E-89F7F64E1CE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654255" y="2397922"/>
                  <a:ext cx="1998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3C009AA5-15AD-9EE7-95D2-5373F97FF24E}"/>
                    </a:ext>
                  </a:extLst>
                </p14:cNvPr>
                <p14:cNvContentPartPr/>
                <p14:nvPr/>
              </p14:nvContentPartPr>
              <p14:xfrm>
                <a:off x="9225215" y="2210722"/>
                <a:ext cx="234720" cy="36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3C009AA5-15AD-9EE7-95D2-5373F97FF24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16575" y="2202082"/>
                  <a:ext cx="252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64A5311-3F3A-636A-C0DE-D479A33AFC89}"/>
                    </a:ext>
                  </a:extLst>
                </p14:cNvPr>
                <p14:cNvContentPartPr/>
                <p14:nvPr/>
              </p14:nvContentPartPr>
              <p14:xfrm>
                <a:off x="9334655" y="2333482"/>
                <a:ext cx="291960" cy="108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64A5311-3F3A-636A-C0DE-D479A33AFC8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326015" y="2324842"/>
                  <a:ext cx="309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A2FA3879-3279-A2D4-CB24-C53F16D22B66}"/>
                    </a:ext>
                  </a:extLst>
                </p14:cNvPr>
                <p14:cNvContentPartPr/>
                <p14:nvPr/>
              </p14:nvContentPartPr>
              <p14:xfrm>
                <a:off x="9701135" y="1896442"/>
                <a:ext cx="265320" cy="3981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A2FA3879-3279-A2D4-CB24-C53F16D22B6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92135" y="1887802"/>
                  <a:ext cx="2829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BA4240D6-2562-3961-65B9-8E44CB5DBD99}"/>
                    </a:ext>
                  </a:extLst>
                </p14:cNvPr>
                <p14:cNvContentPartPr/>
                <p14:nvPr/>
              </p14:nvContentPartPr>
              <p14:xfrm>
                <a:off x="10073735" y="2275882"/>
                <a:ext cx="53640" cy="1033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BA4240D6-2562-3961-65B9-8E44CB5DBD9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065095" y="2267242"/>
                  <a:ext cx="71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228E39BE-BFE1-B595-2782-D801DC1D0E60}"/>
                    </a:ext>
                  </a:extLst>
                </p14:cNvPr>
                <p14:cNvContentPartPr/>
                <p14:nvPr/>
              </p14:nvContentPartPr>
              <p14:xfrm>
                <a:off x="10126295" y="1896442"/>
                <a:ext cx="371160" cy="4798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228E39BE-BFE1-B595-2782-D801DC1D0E6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117655" y="1887442"/>
                  <a:ext cx="3888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2EEF411C-8FC7-AACD-A7EB-F74C5E1EB258}"/>
                    </a:ext>
                  </a:extLst>
                </p14:cNvPr>
                <p14:cNvContentPartPr/>
                <p14:nvPr/>
              </p14:nvContentPartPr>
              <p14:xfrm>
                <a:off x="10562975" y="1937122"/>
                <a:ext cx="286560" cy="38340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2EEF411C-8FC7-AACD-A7EB-F74C5E1EB25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553975" y="1928122"/>
                  <a:ext cx="3042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B168DCED-2CB6-7CE3-289B-FA3ECADD28B9}"/>
                    </a:ext>
                  </a:extLst>
                </p14:cNvPr>
                <p14:cNvContentPartPr/>
                <p14:nvPr/>
              </p14:nvContentPartPr>
              <p14:xfrm>
                <a:off x="10910015" y="1854322"/>
                <a:ext cx="629280" cy="42480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B168DCED-2CB6-7CE3-289B-FA3ECADD28B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901015" y="1845682"/>
                  <a:ext cx="6469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F1FE3D52-D499-CB68-7CEE-5FB14F671E60}"/>
                    </a:ext>
                  </a:extLst>
                </p14:cNvPr>
                <p14:cNvContentPartPr/>
                <p14:nvPr/>
              </p14:nvContentPartPr>
              <p14:xfrm>
                <a:off x="10781495" y="2251402"/>
                <a:ext cx="266400" cy="374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F1FE3D52-D499-CB68-7CEE-5FB14F671E6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72855" y="2242762"/>
                  <a:ext cx="2840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F84D714E-7E05-BB58-FD55-F997713321F5}"/>
                  </a:ext>
                </a:extLst>
              </p14:cNvPr>
              <p14:cNvContentPartPr/>
              <p14:nvPr/>
            </p14:nvContentPartPr>
            <p14:xfrm>
              <a:off x="300095" y="3355522"/>
              <a:ext cx="11890440" cy="6984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F84D714E-7E05-BB58-FD55-F997713321F5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291095" y="3346522"/>
                <a:ext cx="119080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BA830DBC-42A9-5E89-F7E3-D6F154D77439}"/>
                  </a:ext>
                </a:extLst>
              </p14:cNvPr>
              <p14:cNvContentPartPr/>
              <p14:nvPr/>
            </p14:nvContentPartPr>
            <p14:xfrm>
              <a:off x="1527423" y="4870478"/>
              <a:ext cx="471600" cy="435960"/>
            </p14:xfrm>
          </p:contentPart>
        </mc:Choice>
        <mc:Fallback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BA830DBC-42A9-5E89-F7E3-D6F154D77439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518783" y="4861838"/>
                <a:ext cx="48924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A9F9A5CE-5169-E73B-E2EF-91CCD0A6413A}"/>
                  </a:ext>
                </a:extLst>
              </p14:cNvPr>
              <p14:cNvContentPartPr/>
              <p14:nvPr/>
            </p14:nvContentPartPr>
            <p14:xfrm>
              <a:off x="2925663" y="4763918"/>
              <a:ext cx="166680" cy="72072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A9F9A5CE-5169-E73B-E2EF-91CCD0A6413A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2916663" y="4755278"/>
                <a:ext cx="184320" cy="73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ACDA1B72-C153-2F4C-3680-121D68C017E3}"/>
                  </a:ext>
                </a:extLst>
              </p14:cNvPr>
              <p14:cNvContentPartPr/>
              <p14:nvPr/>
            </p14:nvContentPartPr>
            <p14:xfrm>
              <a:off x="2114943" y="4871918"/>
              <a:ext cx="185760" cy="399240"/>
            </p14:xfrm>
          </p:contentPart>
        </mc:Choice>
        <mc:Fallback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ACDA1B72-C153-2F4C-3680-121D68C017E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2106303" y="4863278"/>
                <a:ext cx="2034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33" name="Entrada de lápiz 232">
                <a:extLst>
                  <a:ext uri="{FF2B5EF4-FFF2-40B4-BE49-F238E27FC236}">
                    <a16:creationId xmlns:a16="http://schemas.microsoft.com/office/drawing/2014/main" id="{179DC2C8-F35C-0563-0495-73D44CF135E2}"/>
                  </a:ext>
                </a:extLst>
              </p14:cNvPr>
              <p14:cNvContentPartPr/>
              <p14:nvPr/>
            </p14:nvContentPartPr>
            <p14:xfrm>
              <a:off x="497823" y="4920518"/>
              <a:ext cx="96120" cy="411840"/>
            </p14:xfrm>
          </p:contentPart>
        </mc:Choice>
        <mc:Fallback>
          <p:pic>
            <p:nvPicPr>
              <p:cNvPr id="233" name="Entrada de lápiz 232">
                <a:extLst>
                  <a:ext uri="{FF2B5EF4-FFF2-40B4-BE49-F238E27FC236}">
                    <a16:creationId xmlns:a16="http://schemas.microsoft.com/office/drawing/2014/main" id="{179DC2C8-F35C-0563-0495-73D44CF135E2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88823" y="4911518"/>
                <a:ext cx="11376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D5602D38-0852-9649-8E11-42C8600A1DAB}"/>
                  </a:ext>
                </a:extLst>
              </p14:cNvPr>
              <p14:cNvContentPartPr/>
              <p14:nvPr/>
            </p14:nvContentPartPr>
            <p14:xfrm>
              <a:off x="336543" y="5280518"/>
              <a:ext cx="504720" cy="73440"/>
            </p14:xfrm>
          </p:contentPart>
        </mc:Choice>
        <mc:Fallback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D5602D38-0852-9649-8E11-42C8600A1DA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327903" y="5271878"/>
                <a:ext cx="5223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E59FE466-D4C9-FF22-2E96-0AC5608F7B3B}"/>
                  </a:ext>
                </a:extLst>
              </p14:cNvPr>
              <p14:cNvContentPartPr/>
              <p14:nvPr/>
            </p14:nvContentPartPr>
            <p14:xfrm>
              <a:off x="372543" y="4858238"/>
              <a:ext cx="461880" cy="99000"/>
            </p14:xfrm>
          </p:contentPart>
        </mc:Choice>
        <mc:Fallback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E59FE466-D4C9-FF22-2E96-0AC5608F7B3B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63543" y="4849598"/>
                <a:ext cx="4795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90E36D77-209E-EB05-A1D0-3AEFF29D369E}"/>
                  </a:ext>
                </a:extLst>
              </p14:cNvPr>
              <p14:cNvContentPartPr/>
              <p14:nvPr/>
            </p14:nvContentPartPr>
            <p14:xfrm>
              <a:off x="925863" y="5028518"/>
              <a:ext cx="117720" cy="31608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90E36D77-209E-EB05-A1D0-3AEFF29D369E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917223" y="5019878"/>
                <a:ext cx="1353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07B2F3E3-C6FA-E6BF-B8C2-C23725184BF5}"/>
                  </a:ext>
                </a:extLst>
              </p14:cNvPr>
              <p14:cNvContentPartPr/>
              <p14:nvPr/>
            </p14:nvContentPartPr>
            <p14:xfrm>
              <a:off x="805983" y="5112758"/>
              <a:ext cx="217080" cy="36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07B2F3E3-C6FA-E6BF-B8C2-C23725184BF5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796983" y="5104118"/>
                <a:ext cx="234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3347CA63-DC0C-0788-2672-1CFFF50E0D54}"/>
                  </a:ext>
                </a:extLst>
              </p14:cNvPr>
              <p14:cNvContentPartPr/>
              <p14:nvPr/>
            </p14:nvContentPartPr>
            <p14:xfrm>
              <a:off x="1214583" y="5112758"/>
              <a:ext cx="153720" cy="36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3347CA63-DC0C-0788-2672-1CFFF50E0D5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205943" y="5104118"/>
                <a:ext cx="171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39" name="Entrada de lápiz 238">
                <a:extLst>
                  <a:ext uri="{FF2B5EF4-FFF2-40B4-BE49-F238E27FC236}">
                    <a16:creationId xmlns:a16="http://schemas.microsoft.com/office/drawing/2014/main" id="{930257F2-CBC4-93D2-B524-DD307520685C}"/>
                  </a:ext>
                </a:extLst>
              </p14:cNvPr>
              <p14:cNvContentPartPr/>
              <p14:nvPr/>
            </p14:nvContentPartPr>
            <p14:xfrm>
              <a:off x="1226823" y="5221478"/>
              <a:ext cx="155880" cy="360"/>
            </p14:xfrm>
          </p:contentPart>
        </mc:Choice>
        <mc:Fallback>
          <p:pic>
            <p:nvPicPr>
              <p:cNvPr id="239" name="Entrada de lápiz 238">
                <a:extLst>
                  <a:ext uri="{FF2B5EF4-FFF2-40B4-BE49-F238E27FC236}">
                    <a16:creationId xmlns:a16="http://schemas.microsoft.com/office/drawing/2014/main" id="{930257F2-CBC4-93D2-B524-DD307520685C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218183" y="5212838"/>
                <a:ext cx="173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4E3B5D07-3A1B-0E28-0572-F5449F5A2421}"/>
                  </a:ext>
                </a:extLst>
              </p14:cNvPr>
              <p14:cNvContentPartPr/>
              <p14:nvPr/>
            </p14:nvContentPartPr>
            <p14:xfrm>
              <a:off x="2405463" y="4994678"/>
              <a:ext cx="219960" cy="379800"/>
            </p14:xfrm>
          </p:contentPart>
        </mc:Choice>
        <mc:Fallback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4E3B5D07-3A1B-0E28-0572-F5449F5A242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396463" y="4986038"/>
                <a:ext cx="2376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46" name="Entrada de lápiz 245">
                <a:extLst>
                  <a:ext uri="{FF2B5EF4-FFF2-40B4-BE49-F238E27FC236}">
                    <a16:creationId xmlns:a16="http://schemas.microsoft.com/office/drawing/2014/main" id="{52FCCAE2-E919-208E-783E-30B6B961B068}"/>
                  </a:ext>
                </a:extLst>
              </p14:cNvPr>
              <p14:cNvContentPartPr/>
              <p14:nvPr/>
            </p14:nvContentPartPr>
            <p14:xfrm>
              <a:off x="2743143" y="4968758"/>
              <a:ext cx="121680" cy="311400"/>
            </p14:xfrm>
          </p:contentPart>
        </mc:Choice>
        <mc:Fallback>
          <p:pic>
            <p:nvPicPr>
              <p:cNvPr id="246" name="Entrada de lápiz 245">
                <a:extLst>
                  <a:ext uri="{FF2B5EF4-FFF2-40B4-BE49-F238E27FC236}">
                    <a16:creationId xmlns:a16="http://schemas.microsoft.com/office/drawing/2014/main" id="{52FCCAE2-E919-208E-783E-30B6B961B068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734143" y="4959758"/>
                <a:ext cx="13932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59FC85BF-FB07-AF9A-8721-2D5A00637DC3}"/>
                  </a:ext>
                </a:extLst>
              </p14:cNvPr>
              <p14:cNvContentPartPr/>
              <p14:nvPr/>
            </p14:nvContentPartPr>
            <p14:xfrm>
              <a:off x="3138783" y="4992878"/>
              <a:ext cx="49320" cy="31284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59FC85BF-FB07-AF9A-8721-2D5A00637DC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130143" y="4983878"/>
                <a:ext cx="6696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6D69379A-1397-FE01-02EE-7FE7FDEDE738}"/>
                  </a:ext>
                </a:extLst>
              </p14:cNvPr>
              <p14:cNvContentPartPr/>
              <p14:nvPr/>
            </p14:nvContentPartPr>
            <p14:xfrm>
              <a:off x="3212223" y="5016998"/>
              <a:ext cx="315360" cy="340560"/>
            </p14:xfrm>
          </p:contentPart>
        </mc:Choice>
        <mc:Fallback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6D69379A-1397-FE01-02EE-7FE7FDEDE738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3203223" y="5007998"/>
                <a:ext cx="33300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C2A8365C-55C1-9D92-C0AD-FD6CBA631265}"/>
                  </a:ext>
                </a:extLst>
              </p14:cNvPr>
              <p14:cNvContentPartPr/>
              <p14:nvPr/>
            </p14:nvContentPartPr>
            <p14:xfrm>
              <a:off x="3356583" y="5016998"/>
              <a:ext cx="192240" cy="360"/>
            </p14:xfrm>
          </p:contentPart>
        </mc:Choice>
        <mc:Fallback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C2A8365C-55C1-9D92-C0AD-FD6CBA63126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3347583" y="5007998"/>
                <a:ext cx="209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AD7F2795-E5E2-295A-C2D2-1ED30505FD37}"/>
                  </a:ext>
                </a:extLst>
              </p14:cNvPr>
              <p14:cNvContentPartPr/>
              <p14:nvPr/>
            </p14:nvContentPartPr>
            <p14:xfrm>
              <a:off x="3585183" y="4977038"/>
              <a:ext cx="407880" cy="352800"/>
            </p14:xfrm>
          </p:contentPart>
        </mc:Choice>
        <mc:Fallback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AD7F2795-E5E2-295A-C2D2-1ED30505FD3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3576543" y="4968398"/>
                <a:ext cx="4255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0AB6A1A0-6614-4F3F-4ECE-6BB82840F038}"/>
                  </a:ext>
                </a:extLst>
              </p14:cNvPr>
              <p14:cNvContentPartPr/>
              <p14:nvPr/>
            </p14:nvContentPartPr>
            <p14:xfrm>
              <a:off x="4114383" y="5041118"/>
              <a:ext cx="180720" cy="360"/>
            </p14:xfrm>
          </p:contentPart>
        </mc:Choice>
        <mc:Fallback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0AB6A1A0-6614-4F3F-4ECE-6BB82840F038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4105743" y="5032118"/>
                <a:ext cx="198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AFFD7003-E0E9-A1AA-AC35-C338CE3355D5}"/>
                  </a:ext>
                </a:extLst>
              </p14:cNvPr>
              <p14:cNvContentPartPr/>
              <p14:nvPr/>
            </p14:nvContentPartPr>
            <p14:xfrm>
              <a:off x="4114383" y="5184038"/>
              <a:ext cx="259200" cy="37800"/>
            </p14:xfrm>
          </p:contentPart>
        </mc:Choice>
        <mc:Fallback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AFFD7003-E0E9-A1AA-AC35-C338CE3355D5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105743" y="5175398"/>
                <a:ext cx="276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E393A0E7-62C1-600C-A9F6-DFC1A7C5821E}"/>
                  </a:ext>
                </a:extLst>
              </p14:cNvPr>
              <p14:cNvContentPartPr/>
              <p14:nvPr/>
            </p14:nvContentPartPr>
            <p14:xfrm>
              <a:off x="4439103" y="4920518"/>
              <a:ext cx="276840" cy="32904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E393A0E7-62C1-600C-A9F6-DFC1A7C5821E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430463" y="4911518"/>
                <a:ext cx="2944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2891D935-5FA6-AF7A-0768-36630F379184}"/>
                  </a:ext>
                </a:extLst>
              </p14:cNvPr>
              <p14:cNvContentPartPr/>
              <p14:nvPr/>
            </p14:nvContentPartPr>
            <p14:xfrm>
              <a:off x="4762383" y="4872278"/>
              <a:ext cx="225720" cy="16128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2891D935-5FA6-AF7A-0768-36630F379184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753383" y="4863278"/>
                <a:ext cx="2433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A1FA17AA-24B0-E138-6203-C19E8BE722D0}"/>
                  </a:ext>
                </a:extLst>
              </p14:cNvPr>
              <p14:cNvContentPartPr/>
              <p14:nvPr/>
            </p14:nvContentPartPr>
            <p14:xfrm>
              <a:off x="4968663" y="4812158"/>
              <a:ext cx="360" cy="49536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A1FA17AA-24B0-E138-6203-C19E8BE722D0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959663" y="4803518"/>
                <a:ext cx="1800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0E5D4196-AB0B-1B73-8E6F-92BA25D8406B}"/>
                  </a:ext>
                </a:extLst>
              </p14:cNvPr>
              <p14:cNvContentPartPr/>
              <p14:nvPr/>
            </p14:nvContentPartPr>
            <p14:xfrm>
              <a:off x="5135703" y="4860758"/>
              <a:ext cx="218160" cy="514440"/>
            </p14:xfrm>
          </p:contentPart>
        </mc:Choice>
        <mc:Fallback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0E5D4196-AB0B-1B73-8E6F-92BA25D8406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126703" y="4852118"/>
                <a:ext cx="23580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2B6F2291-3FA8-6844-B441-92C34A5D6636}"/>
                  </a:ext>
                </a:extLst>
              </p14:cNvPr>
              <p14:cNvContentPartPr/>
              <p14:nvPr/>
            </p14:nvContentPartPr>
            <p14:xfrm>
              <a:off x="5137143" y="5196998"/>
              <a:ext cx="174240" cy="12600"/>
            </p14:xfrm>
          </p:contentPart>
        </mc:Choice>
        <mc:Fallback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2B6F2291-3FA8-6844-B441-92C34A5D663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5128503" y="5187998"/>
                <a:ext cx="191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D81637AA-61BF-3FD8-382B-930C335B2885}"/>
                  </a:ext>
                </a:extLst>
              </p14:cNvPr>
              <p14:cNvContentPartPr/>
              <p14:nvPr/>
            </p14:nvContentPartPr>
            <p14:xfrm>
              <a:off x="202983" y="4377998"/>
              <a:ext cx="5805360" cy="1436760"/>
            </p14:xfrm>
          </p:contentPart>
        </mc:Choice>
        <mc:Fallback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D81637AA-61BF-3FD8-382B-930C335B2885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94343" y="4368998"/>
                <a:ext cx="5823000" cy="145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upo 296">
            <a:extLst>
              <a:ext uri="{FF2B5EF4-FFF2-40B4-BE49-F238E27FC236}">
                <a16:creationId xmlns:a16="http://schemas.microsoft.com/office/drawing/2014/main" id="{06BCE533-D06C-78EA-68C8-EA04F2B81F76}"/>
              </a:ext>
            </a:extLst>
          </p:cNvPr>
          <p:cNvGrpSpPr/>
          <p:nvPr/>
        </p:nvGrpSpPr>
        <p:grpSpPr>
          <a:xfrm>
            <a:off x="47823" y="5966792"/>
            <a:ext cx="4354560" cy="660600"/>
            <a:chOff x="47823" y="5966792"/>
            <a:chExt cx="4354560" cy="66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281548A8-6F6C-517F-8636-1CBD47CEA7D8}"/>
                    </a:ext>
                  </a:extLst>
                </p14:cNvPr>
                <p14:cNvContentPartPr/>
                <p14:nvPr/>
              </p14:nvContentPartPr>
              <p14:xfrm>
                <a:off x="222423" y="6039512"/>
                <a:ext cx="30240" cy="32328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281548A8-6F6C-517F-8636-1CBD47CEA7D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13783" y="6030512"/>
                  <a:ext cx="47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13FEECCF-EDB5-CEB4-7E5A-C22BABD22FD9}"/>
                    </a:ext>
                  </a:extLst>
                </p14:cNvPr>
                <p14:cNvContentPartPr/>
                <p14:nvPr/>
              </p14:nvContentPartPr>
              <p14:xfrm>
                <a:off x="47823" y="6423632"/>
                <a:ext cx="420840" cy="374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13FEECCF-EDB5-CEB4-7E5A-C22BABD22FD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8823" y="6414632"/>
                  <a:ext cx="438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1FF189EE-1B55-8C78-82CD-94F0FA0A1BF6}"/>
                    </a:ext>
                  </a:extLst>
                </p14:cNvPr>
                <p14:cNvContentPartPr/>
                <p14:nvPr/>
              </p14:nvContentPartPr>
              <p14:xfrm>
                <a:off x="59703" y="6086312"/>
                <a:ext cx="409320" cy="1332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1FF189EE-1B55-8C78-82CD-94F0FA0A1B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0703" y="6077672"/>
                  <a:ext cx="426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B119023B-F274-EE59-BDC4-553BF6AC4037}"/>
                    </a:ext>
                  </a:extLst>
                </p14:cNvPr>
                <p14:cNvContentPartPr/>
                <p14:nvPr/>
              </p14:nvContentPartPr>
              <p14:xfrm>
                <a:off x="517263" y="6364592"/>
                <a:ext cx="50760" cy="17928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B119023B-F274-EE59-BDC4-553BF6AC403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8263" y="6355592"/>
                  <a:ext cx="68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D280BC98-C290-BD8B-5EE9-F2A95626DF1C}"/>
                    </a:ext>
                  </a:extLst>
                </p14:cNvPr>
                <p14:cNvContentPartPr/>
                <p14:nvPr/>
              </p14:nvContentPartPr>
              <p14:xfrm>
                <a:off x="597543" y="6484472"/>
                <a:ext cx="40320" cy="14292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D280BC98-C290-BD8B-5EE9-F2A95626DF1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88903" y="6475832"/>
                  <a:ext cx="57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21F99522-0011-7471-B5A6-80C2BE9D5FE1}"/>
                    </a:ext>
                  </a:extLst>
                </p14:cNvPr>
                <p14:cNvContentPartPr/>
                <p14:nvPr/>
              </p14:nvContentPartPr>
              <p14:xfrm>
                <a:off x="649383" y="6339392"/>
                <a:ext cx="179640" cy="13500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21F99522-0011-7471-B5A6-80C2BE9D5FE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40743" y="6330392"/>
                  <a:ext cx="197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63DB5866-BD79-38D9-4B2C-3EDBD005F2F9}"/>
                    </a:ext>
                  </a:extLst>
                </p14:cNvPr>
                <p14:cNvContentPartPr/>
                <p14:nvPr/>
              </p14:nvContentPartPr>
              <p14:xfrm>
                <a:off x="825063" y="6484472"/>
                <a:ext cx="89640" cy="6984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63DB5866-BD79-38D9-4B2C-3EDBD005F2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16063" y="6475832"/>
                  <a:ext cx="107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BD8AB407-34F0-53C7-7D03-E4FE6F4B4C40}"/>
                    </a:ext>
                  </a:extLst>
                </p14:cNvPr>
                <p14:cNvContentPartPr/>
                <p14:nvPr/>
              </p14:nvContentPartPr>
              <p14:xfrm>
                <a:off x="877623" y="6219872"/>
                <a:ext cx="299880" cy="30276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BD8AB407-34F0-53C7-7D03-E4FE6F4B4C4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68983" y="6211232"/>
                  <a:ext cx="3175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E79D688A-836F-3761-1024-C119A11EBB6D}"/>
                    </a:ext>
                  </a:extLst>
                </p14:cNvPr>
                <p14:cNvContentPartPr/>
                <p14:nvPr/>
              </p14:nvContentPartPr>
              <p14:xfrm>
                <a:off x="1383423" y="6207992"/>
                <a:ext cx="300240" cy="36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E79D688A-836F-3761-1024-C119A11EBB6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374423" y="6199352"/>
                  <a:ext cx="317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082B30AA-62E6-043E-FD45-FB6A7420C29A}"/>
                    </a:ext>
                  </a:extLst>
                </p14:cNvPr>
                <p14:cNvContentPartPr/>
                <p14:nvPr/>
              </p14:nvContentPartPr>
              <p14:xfrm>
                <a:off x="1503303" y="6340472"/>
                <a:ext cx="352440" cy="255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082B30AA-62E6-043E-FD45-FB6A7420C29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494663" y="6331472"/>
                  <a:ext cx="370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89AC5AB2-72DD-5182-BDB6-F16B01943716}"/>
                    </a:ext>
                  </a:extLst>
                </p14:cNvPr>
                <p14:cNvContentPartPr/>
                <p14:nvPr/>
              </p14:nvContentPartPr>
              <p14:xfrm>
                <a:off x="2093343" y="5979392"/>
                <a:ext cx="69480" cy="41508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89AC5AB2-72DD-5182-BDB6-F16B0194371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084343" y="5970392"/>
                  <a:ext cx="871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6F24B0AB-9BA0-3172-D03B-000E272CF3DE}"/>
                    </a:ext>
                  </a:extLst>
                </p14:cNvPr>
                <p14:cNvContentPartPr/>
                <p14:nvPr/>
              </p14:nvContentPartPr>
              <p14:xfrm>
                <a:off x="2045103" y="6350552"/>
                <a:ext cx="360000" cy="8640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6F24B0AB-9BA0-3172-D03B-000E272CF3D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036103" y="6341552"/>
                  <a:ext cx="3776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5E0BA846-68C4-3E2C-C7B9-91B9B107611E}"/>
                    </a:ext>
                  </a:extLst>
                </p14:cNvPr>
                <p14:cNvContentPartPr/>
                <p14:nvPr/>
              </p14:nvContentPartPr>
              <p14:xfrm>
                <a:off x="1900383" y="5966792"/>
                <a:ext cx="447120" cy="3708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5E0BA846-68C4-3E2C-C7B9-91B9B107611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891743" y="5957792"/>
                  <a:ext cx="464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B40CFA50-938C-B96A-754A-307C51303846}"/>
                    </a:ext>
                  </a:extLst>
                </p14:cNvPr>
                <p14:cNvContentPartPr/>
                <p14:nvPr/>
              </p14:nvContentPartPr>
              <p14:xfrm>
                <a:off x="2490063" y="6147512"/>
                <a:ext cx="151560" cy="30420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B40CFA50-938C-B96A-754A-307C5130384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481423" y="6138872"/>
                  <a:ext cx="169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5EE78A79-09F0-D435-9F3E-18402FB4AF27}"/>
                    </a:ext>
                  </a:extLst>
                </p14:cNvPr>
                <p14:cNvContentPartPr/>
                <p14:nvPr/>
              </p14:nvContentPartPr>
              <p14:xfrm>
                <a:off x="2406183" y="6267752"/>
                <a:ext cx="230040" cy="1260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5EE78A79-09F0-D435-9F3E-18402FB4AF2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397183" y="6258752"/>
                  <a:ext cx="247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44B5AA6D-E70F-179E-CFC5-A752C0E0061B}"/>
                    </a:ext>
                  </a:extLst>
                </p14:cNvPr>
                <p14:cNvContentPartPr/>
                <p14:nvPr/>
              </p14:nvContentPartPr>
              <p14:xfrm>
                <a:off x="2790663" y="6111512"/>
                <a:ext cx="105840" cy="36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44B5AA6D-E70F-179E-CFC5-A752C0E0061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82023" y="6102872"/>
                  <a:ext cx="123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856E01A8-51F7-73A8-3C57-4DCE514E0DE3}"/>
                    </a:ext>
                  </a:extLst>
                </p14:cNvPr>
                <p14:cNvContentPartPr/>
                <p14:nvPr/>
              </p14:nvContentPartPr>
              <p14:xfrm>
                <a:off x="2778783" y="6268112"/>
                <a:ext cx="242280" cy="36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856E01A8-51F7-73A8-3C57-4DCE514E0DE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770143" y="6259112"/>
                  <a:ext cx="25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4276194A-659B-2F64-415A-9D3511A9571A}"/>
                    </a:ext>
                  </a:extLst>
                </p14:cNvPr>
                <p14:cNvContentPartPr/>
                <p14:nvPr/>
              </p14:nvContentPartPr>
              <p14:xfrm>
                <a:off x="3187743" y="5991272"/>
                <a:ext cx="101880" cy="38052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4276194A-659B-2F64-415A-9D3511A9571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79103" y="5982272"/>
                  <a:ext cx="1195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F22E02D7-B119-4668-E067-DD947F527DDC}"/>
                    </a:ext>
                  </a:extLst>
                </p14:cNvPr>
                <p14:cNvContentPartPr/>
                <p14:nvPr/>
              </p14:nvContentPartPr>
              <p14:xfrm>
                <a:off x="3067863" y="6400592"/>
                <a:ext cx="387360" cy="36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F22E02D7-B119-4668-E067-DD947F527DD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058863" y="6391592"/>
                  <a:ext cx="405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045D8FF3-FEE0-1E34-A608-44AD0DE2183E}"/>
                    </a:ext>
                  </a:extLst>
                </p14:cNvPr>
                <p14:cNvContentPartPr/>
                <p14:nvPr/>
              </p14:nvContentPartPr>
              <p14:xfrm>
                <a:off x="3043743" y="5970032"/>
                <a:ext cx="336960" cy="4572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045D8FF3-FEE0-1E34-A608-44AD0DE218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034743" y="5961032"/>
                  <a:ext cx="354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85B057AB-3589-584D-92A5-2F9EEF097155}"/>
                    </a:ext>
                  </a:extLst>
                </p14:cNvPr>
                <p14:cNvContentPartPr/>
                <p14:nvPr/>
              </p14:nvContentPartPr>
              <p14:xfrm>
                <a:off x="3524703" y="6232112"/>
                <a:ext cx="203760" cy="15912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85B057AB-3589-584D-92A5-2F9EEF09715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516063" y="6223472"/>
                  <a:ext cx="221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D4905950-21FB-44CB-36B9-E116DCA3C2A5}"/>
                    </a:ext>
                  </a:extLst>
                </p14:cNvPr>
                <p14:cNvContentPartPr/>
                <p14:nvPr/>
              </p14:nvContentPartPr>
              <p14:xfrm>
                <a:off x="3673383" y="6232112"/>
                <a:ext cx="32400" cy="31356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D4905950-21FB-44CB-36B9-E116DCA3C2A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664383" y="6223472"/>
                  <a:ext cx="500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EE488873-4064-33D9-FF53-EC9AA68B1096}"/>
                    </a:ext>
                  </a:extLst>
                </p14:cNvPr>
                <p14:cNvContentPartPr/>
                <p14:nvPr/>
              </p14:nvContentPartPr>
              <p14:xfrm>
                <a:off x="3801543" y="6135632"/>
                <a:ext cx="214560" cy="36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EE488873-4064-33D9-FF53-EC9AA68B109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792903" y="6126992"/>
                  <a:ext cx="232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9DF8E735-358F-AA4E-78A6-EF4C8DC1C100}"/>
                    </a:ext>
                  </a:extLst>
                </p14:cNvPr>
                <p14:cNvContentPartPr/>
                <p14:nvPr/>
              </p14:nvContentPartPr>
              <p14:xfrm>
                <a:off x="3898023" y="6292232"/>
                <a:ext cx="167040" cy="36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9DF8E735-358F-AA4E-78A6-EF4C8DC1C10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89383" y="6283232"/>
                  <a:ext cx="184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444B0322-2F7D-975D-F336-EE21E9BD5211}"/>
                    </a:ext>
                  </a:extLst>
                </p14:cNvPr>
                <p14:cNvContentPartPr/>
                <p14:nvPr/>
              </p14:nvContentPartPr>
              <p14:xfrm>
                <a:off x="4222383" y="6015392"/>
                <a:ext cx="24840" cy="3596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444B0322-2F7D-975D-F336-EE21E9BD521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213743" y="6006392"/>
                  <a:ext cx="424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05F08834-5724-BFBA-37F6-479395E99D36}"/>
                    </a:ext>
                  </a:extLst>
                </p14:cNvPr>
                <p14:cNvContentPartPr/>
                <p14:nvPr/>
              </p14:nvContentPartPr>
              <p14:xfrm>
                <a:off x="4138503" y="6395192"/>
                <a:ext cx="263880" cy="7776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05F08834-5724-BFBA-37F6-479395E99D3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29863" y="6386192"/>
                  <a:ext cx="281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230F392E-EDFA-4D0A-EF4F-A5791A4CDA77}"/>
                    </a:ext>
                  </a:extLst>
                </p14:cNvPr>
                <p14:cNvContentPartPr/>
                <p14:nvPr/>
              </p14:nvContentPartPr>
              <p14:xfrm>
                <a:off x="4102143" y="6015392"/>
                <a:ext cx="253440" cy="36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230F392E-EDFA-4D0A-EF4F-A5791A4CDA7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093503" y="6006392"/>
                  <a:ext cx="2710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upo 305">
            <a:extLst>
              <a:ext uri="{FF2B5EF4-FFF2-40B4-BE49-F238E27FC236}">
                <a16:creationId xmlns:a16="http://schemas.microsoft.com/office/drawing/2014/main" id="{7FD377B9-2EAA-528A-9773-F893FDD38B81}"/>
              </a:ext>
            </a:extLst>
          </p:cNvPr>
          <p:cNvGrpSpPr/>
          <p:nvPr/>
        </p:nvGrpSpPr>
        <p:grpSpPr>
          <a:xfrm>
            <a:off x="4478343" y="6224192"/>
            <a:ext cx="743400" cy="360000"/>
            <a:chOff x="4478343" y="6224192"/>
            <a:chExt cx="74340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E6A91DDA-CE41-CB97-E27B-E2DB4DE08B91}"/>
                    </a:ext>
                  </a:extLst>
                </p14:cNvPr>
                <p14:cNvContentPartPr/>
                <p14:nvPr/>
              </p14:nvContentPartPr>
              <p14:xfrm>
                <a:off x="4478343" y="6287552"/>
                <a:ext cx="181080" cy="19548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E6A91DDA-CE41-CB97-E27B-E2DB4DE08B9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69703" y="6278912"/>
                  <a:ext cx="198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9F914094-72A8-5BDA-6A69-C792EAFCF216}"/>
                    </a:ext>
                  </a:extLst>
                </p14:cNvPr>
                <p14:cNvContentPartPr/>
                <p14:nvPr/>
              </p14:nvContentPartPr>
              <p14:xfrm>
                <a:off x="4487343" y="6246512"/>
                <a:ext cx="84240" cy="3384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9F914094-72A8-5BDA-6A69-C792EAFCF21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478703" y="6237512"/>
                  <a:ext cx="101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E34E3DF7-B4CD-3579-F721-C8DDB5D415BF}"/>
                    </a:ext>
                  </a:extLst>
                </p14:cNvPr>
                <p14:cNvContentPartPr/>
                <p14:nvPr/>
              </p14:nvContentPartPr>
              <p14:xfrm>
                <a:off x="4623783" y="6484472"/>
                <a:ext cx="92520" cy="9972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E34E3DF7-B4CD-3579-F721-C8DDB5D415B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615143" y="6475832"/>
                  <a:ext cx="1101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5583015D-569E-774F-F0B8-BBF588A7B201}"/>
                    </a:ext>
                  </a:extLst>
                </p14:cNvPr>
                <p14:cNvContentPartPr/>
                <p14:nvPr/>
              </p14:nvContentPartPr>
              <p14:xfrm>
                <a:off x="4774623" y="6243992"/>
                <a:ext cx="135720" cy="24372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5583015D-569E-774F-F0B8-BBF588A7B20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765983" y="6235352"/>
                  <a:ext cx="1533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701D55B1-668E-F185-A8F9-1DB770B195C2}"/>
                    </a:ext>
                  </a:extLst>
                </p14:cNvPr>
                <p14:cNvContentPartPr/>
                <p14:nvPr/>
              </p14:nvContentPartPr>
              <p14:xfrm>
                <a:off x="4877943" y="6472592"/>
                <a:ext cx="114840" cy="9936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701D55B1-668E-F185-A8F9-1DB770B195C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869303" y="6463952"/>
                  <a:ext cx="132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51CB6F3D-6ED7-D089-BE72-7E8933D24649}"/>
                    </a:ext>
                  </a:extLst>
                </p14:cNvPr>
                <p14:cNvContentPartPr/>
                <p14:nvPr/>
              </p14:nvContentPartPr>
              <p14:xfrm>
                <a:off x="4956783" y="6224192"/>
                <a:ext cx="192960" cy="24912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51CB6F3D-6ED7-D089-BE72-7E8933D2464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947783" y="6215192"/>
                  <a:ext cx="2106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A378445A-1C3A-0685-3B2F-EA1C45FF45A6}"/>
                    </a:ext>
                  </a:extLst>
                </p14:cNvPr>
                <p14:cNvContentPartPr/>
                <p14:nvPr/>
              </p14:nvContentPartPr>
              <p14:xfrm>
                <a:off x="5040663" y="6328232"/>
                <a:ext cx="181080" cy="36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A378445A-1C3A-0685-3B2F-EA1C45FF45A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32023" y="6319232"/>
                  <a:ext cx="1987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307" name="Entrada de lápiz 306">
                <a:extLst>
                  <a:ext uri="{FF2B5EF4-FFF2-40B4-BE49-F238E27FC236}">
                    <a16:creationId xmlns:a16="http://schemas.microsoft.com/office/drawing/2014/main" id="{6DCAA795-E1FD-D34B-D041-0F06F2EA36E4}"/>
                  </a:ext>
                </a:extLst>
              </p14:cNvPr>
              <p14:cNvContentPartPr/>
              <p14:nvPr/>
            </p14:nvContentPartPr>
            <p14:xfrm>
              <a:off x="5895303" y="5654672"/>
              <a:ext cx="72720" cy="1178280"/>
            </p14:xfrm>
          </p:contentPart>
        </mc:Choice>
        <mc:Fallback>
          <p:pic>
            <p:nvPicPr>
              <p:cNvPr id="307" name="Entrada de lápiz 306">
                <a:extLst>
                  <a:ext uri="{FF2B5EF4-FFF2-40B4-BE49-F238E27FC236}">
                    <a16:creationId xmlns:a16="http://schemas.microsoft.com/office/drawing/2014/main" id="{6DCAA795-E1FD-D34B-D041-0F06F2EA36E4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5886303" y="5645672"/>
                <a:ext cx="90360" cy="11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308" name="Entrada de lápiz 307">
                <a:extLst>
                  <a:ext uri="{FF2B5EF4-FFF2-40B4-BE49-F238E27FC236}">
                    <a16:creationId xmlns:a16="http://schemas.microsoft.com/office/drawing/2014/main" id="{70193403-DAE2-D874-B169-BC578F3CA791}"/>
                  </a:ext>
                </a:extLst>
              </p14:cNvPr>
              <p14:cNvContentPartPr/>
              <p14:nvPr/>
            </p14:nvContentPartPr>
            <p14:xfrm>
              <a:off x="4126263" y="4126472"/>
              <a:ext cx="360" cy="360"/>
            </p14:xfrm>
          </p:contentPart>
        </mc:Choice>
        <mc:Fallback>
          <p:pic>
            <p:nvPicPr>
              <p:cNvPr id="308" name="Entrada de lápiz 307">
                <a:extLst>
                  <a:ext uri="{FF2B5EF4-FFF2-40B4-BE49-F238E27FC236}">
                    <a16:creationId xmlns:a16="http://schemas.microsoft.com/office/drawing/2014/main" id="{70193403-DAE2-D874-B169-BC578F3CA79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117623" y="411747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310" name="Entrada de lápiz 309">
                <a:extLst>
                  <a:ext uri="{FF2B5EF4-FFF2-40B4-BE49-F238E27FC236}">
                    <a16:creationId xmlns:a16="http://schemas.microsoft.com/office/drawing/2014/main" id="{4F5543C3-8818-173B-7DB5-2CA2D511AEA9}"/>
                  </a:ext>
                </a:extLst>
              </p14:cNvPr>
              <p14:cNvContentPartPr/>
              <p14:nvPr/>
            </p14:nvContentPartPr>
            <p14:xfrm>
              <a:off x="5953623" y="3452912"/>
              <a:ext cx="134280" cy="3367800"/>
            </p14:xfrm>
          </p:contentPart>
        </mc:Choice>
        <mc:Fallback>
          <p:pic>
            <p:nvPicPr>
              <p:cNvPr id="310" name="Entrada de lápiz 309">
                <a:extLst>
                  <a:ext uri="{FF2B5EF4-FFF2-40B4-BE49-F238E27FC236}">
                    <a16:creationId xmlns:a16="http://schemas.microsoft.com/office/drawing/2014/main" id="{4F5543C3-8818-173B-7DB5-2CA2D511AEA9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944983" y="3443912"/>
                <a:ext cx="151920" cy="338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upo 311">
            <a:extLst>
              <a:ext uri="{FF2B5EF4-FFF2-40B4-BE49-F238E27FC236}">
                <a16:creationId xmlns:a16="http://schemas.microsoft.com/office/drawing/2014/main" id="{76DE9586-91CE-04B2-F95B-67CE7F39D20A}"/>
              </a:ext>
            </a:extLst>
          </p:cNvPr>
          <p:cNvGrpSpPr/>
          <p:nvPr/>
        </p:nvGrpSpPr>
        <p:grpSpPr>
          <a:xfrm>
            <a:off x="169143" y="3414392"/>
            <a:ext cx="5931720" cy="1242720"/>
            <a:chOff x="169143" y="3414392"/>
            <a:chExt cx="5931720" cy="12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C3C95097-99A1-963A-6915-E3A13BC141AE}"/>
                    </a:ext>
                  </a:extLst>
                </p14:cNvPr>
                <p14:cNvContentPartPr/>
                <p14:nvPr/>
              </p14:nvContentPartPr>
              <p14:xfrm>
                <a:off x="420335" y="3777802"/>
                <a:ext cx="291600" cy="53100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C3C95097-99A1-963A-6915-E3A13BC141A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1695" y="3769162"/>
                  <a:ext cx="3092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61500A4A-44BE-C58B-5F28-426A00EF8B53}"/>
                    </a:ext>
                  </a:extLst>
                </p14:cNvPr>
                <p14:cNvContentPartPr/>
                <p14:nvPr/>
              </p14:nvContentPartPr>
              <p14:xfrm>
                <a:off x="831815" y="4025482"/>
                <a:ext cx="226800" cy="3848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61500A4A-44BE-C58B-5F28-426A00EF8B5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23175" y="4016482"/>
                  <a:ext cx="244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E4E6230E-F9F4-669D-8EAC-5A353C4C71DD}"/>
                    </a:ext>
                  </a:extLst>
                </p14:cNvPr>
                <p14:cNvContentPartPr/>
                <p14:nvPr/>
              </p14:nvContentPartPr>
              <p14:xfrm>
                <a:off x="750455" y="4170562"/>
                <a:ext cx="177120" cy="576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E4E6230E-F9F4-669D-8EAC-5A353C4C71D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41455" y="4161562"/>
                  <a:ext cx="194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A0A83D21-07D8-379E-14BC-26839ECD216D}"/>
                    </a:ext>
                  </a:extLst>
                </p14:cNvPr>
                <p14:cNvContentPartPr/>
                <p14:nvPr/>
              </p14:nvContentPartPr>
              <p14:xfrm>
                <a:off x="1214135" y="4121242"/>
                <a:ext cx="183960" cy="3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A0A83D21-07D8-379E-14BC-26839ECD216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205135" y="4112602"/>
                  <a:ext cx="20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28033BD9-3608-3646-E233-681D85DE68E7}"/>
                    </a:ext>
                  </a:extLst>
                </p14:cNvPr>
                <p14:cNvContentPartPr/>
                <p14:nvPr/>
              </p14:nvContentPartPr>
              <p14:xfrm>
                <a:off x="1241495" y="4312042"/>
                <a:ext cx="218160" cy="36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28033BD9-3608-3646-E233-681D85DE68E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232495" y="4303402"/>
                  <a:ext cx="235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627BF396-9D13-02B4-6AA3-07E3B3D3BECF}"/>
                    </a:ext>
                  </a:extLst>
                </p14:cNvPr>
                <p14:cNvContentPartPr/>
                <p14:nvPr/>
              </p14:nvContentPartPr>
              <p14:xfrm>
                <a:off x="1650815" y="3916042"/>
                <a:ext cx="207720" cy="3855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627BF396-9D13-02B4-6AA3-07E3B3D3BECF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642175" y="3907042"/>
                  <a:ext cx="225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E025B724-228C-15D6-2D4D-E9AB48F780D4}"/>
                    </a:ext>
                  </a:extLst>
                </p14:cNvPr>
                <p14:cNvContentPartPr/>
                <p14:nvPr/>
              </p14:nvContentPartPr>
              <p14:xfrm>
                <a:off x="1982375" y="4197562"/>
                <a:ext cx="74880" cy="7380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E025B724-228C-15D6-2D4D-E9AB48F780D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973375" y="4188562"/>
                  <a:ext cx="92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373C3E0E-13E6-059B-726A-8102C3E7352A}"/>
                    </a:ext>
                  </a:extLst>
                </p14:cNvPr>
                <p14:cNvContentPartPr/>
                <p14:nvPr/>
              </p14:nvContentPartPr>
              <p14:xfrm>
                <a:off x="2265335" y="3862042"/>
                <a:ext cx="22680" cy="40572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373C3E0E-13E6-059B-726A-8102C3E7352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256335" y="3853042"/>
                  <a:ext cx="403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F2291DBA-CA1B-3F03-BC16-1D83BE86CD46}"/>
                    </a:ext>
                  </a:extLst>
                </p14:cNvPr>
                <p14:cNvContentPartPr/>
                <p14:nvPr/>
              </p14:nvContentPartPr>
              <p14:xfrm>
                <a:off x="2372975" y="3902722"/>
                <a:ext cx="168840" cy="4219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F2291DBA-CA1B-3F03-BC16-1D83BE86CD4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363975" y="3893722"/>
                  <a:ext cx="1864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61E5BAC2-E72A-D38A-FA55-AF8F41175892}"/>
                    </a:ext>
                  </a:extLst>
                </p14:cNvPr>
                <p14:cNvContentPartPr/>
                <p14:nvPr/>
              </p14:nvContentPartPr>
              <p14:xfrm>
                <a:off x="2701655" y="3916402"/>
                <a:ext cx="55440" cy="32868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61E5BAC2-E72A-D38A-FA55-AF8F4117589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693015" y="3907762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6627AC23-5660-7B29-A0A5-46EB7655C89D}"/>
                    </a:ext>
                  </a:extLst>
                </p14:cNvPr>
                <p14:cNvContentPartPr/>
                <p14:nvPr/>
              </p14:nvContentPartPr>
              <p14:xfrm>
                <a:off x="2620295" y="4061122"/>
                <a:ext cx="272880" cy="576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6627AC23-5660-7B29-A0A5-46EB7655C89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611295" y="4052482"/>
                  <a:ext cx="290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0FC54CB6-C55E-E270-B6EA-1D83A9340E23}"/>
                    </a:ext>
                  </a:extLst>
                </p14:cNvPr>
                <p14:cNvContentPartPr/>
                <p14:nvPr/>
              </p14:nvContentPartPr>
              <p14:xfrm>
                <a:off x="5221383" y="3813518"/>
                <a:ext cx="60840" cy="43164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0FC54CB6-C55E-E270-B6EA-1D83A9340E2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212383" y="3804878"/>
                  <a:ext cx="784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568360B7-0F47-0317-8091-CB40E0FB2BA9}"/>
                    </a:ext>
                  </a:extLst>
                </p14:cNvPr>
                <p14:cNvContentPartPr/>
                <p14:nvPr/>
              </p14:nvContentPartPr>
              <p14:xfrm>
                <a:off x="5399943" y="3830798"/>
                <a:ext cx="161640" cy="40428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568360B7-0F47-0317-8091-CB40E0FB2BA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390943" y="3822158"/>
                  <a:ext cx="1792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3E0024EC-9D1D-28D3-3BAC-CE34C8980657}"/>
                    </a:ext>
                  </a:extLst>
                </p14:cNvPr>
                <p14:cNvContentPartPr/>
                <p14:nvPr/>
              </p14:nvContentPartPr>
              <p14:xfrm>
                <a:off x="5582463" y="3846638"/>
                <a:ext cx="450360" cy="38880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3E0024EC-9D1D-28D3-3BAC-CE34C898065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573463" y="3837638"/>
                  <a:ext cx="4680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73CC2F04-2B1B-6520-5540-6C75F3B0BBD0}"/>
                    </a:ext>
                  </a:extLst>
                </p14:cNvPr>
                <p14:cNvContentPartPr/>
                <p14:nvPr/>
              </p14:nvContentPartPr>
              <p14:xfrm>
                <a:off x="5401743" y="3813878"/>
                <a:ext cx="204840" cy="3600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73CC2F04-2B1B-6520-5540-6C75F3B0BBD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393103" y="3805238"/>
                  <a:ext cx="222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1C805910-2FF7-9AFC-009B-23F3F02024C3}"/>
                    </a:ext>
                  </a:extLst>
                </p14:cNvPr>
                <p14:cNvContentPartPr/>
                <p14:nvPr/>
              </p14:nvContentPartPr>
              <p14:xfrm>
                <a:off x="3166055" y="3862042"/>
                <a:ext cx="151920" cy="38304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1C805910-2FF7-9AFC-009B-23F3F02024C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157055" y="3853042"/>
                  <a:ext cx="1695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B1D1133E-7A24-7DF8-BF8E-B0C0008BAC52}"/>
                    </a:ext>
                  </a:extLst>
                </p14:cNvPr>
                <p14:cNvContentPartPr/>
                <p14:nvPr/>
              </p14:nvContentPartPr>
              <p14:xfrm>
                <a:off x="3356855" y="4162282"/>
                <a:ext cx="2880" cy="36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B1D1133E-7A24-7DF8-BF8E-B0C0008BAC5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47855" y="4153282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7F4F021D-5EC6-6837-9302-2B5F68683CDD}"/>
                    </a:ext>
                  </a:extLst>
                </p14:cNvPr>
                <p14:cNvContentPartPr/>
                <p14:nvPr/>
              </p14:nvContentPartPr>
              <p14:xfrm>
                <a:off x="3410495" y="4155442"/>
                <a:ext cx="85320" cy="13392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7F4F021D-5EC6-6837-9302-2B5F68683CD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401495" y="4146442"/>
                  <a:ext cx="102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12CB2F9E-ED27-3F82-2919-A3EA15CD83E6}"/>
                    </a:ext>
                  </a:extLst>
                </p14:cNvPr>
                <p14:cNvContentPartPr/>
                <p14:nvPr/>
              </p14:nvContentPartPr>
              <p14:xfrm>
                <a:off x="3561695" y="3889042"/>
                <a:ext cx="264960" cy="37152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12CB2F9E-ED27-3F82-2919-A3EA15CD83E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552695" y="3880402"/>
                  <a:ext cx="2826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8CA2C34F-77B8-3B3B-F62D-F75A7AB62491}"/>
                    </a:ext>
                  </a:extLst>
                </p14:cNvPr>
                <p14:cNvContentPartPr/>
                <p14:nvPr/>
              </p14:nvContentPartPr>
              <p14:xfrm>
                <a:off x="3766535" y="3900922"/>
                <a:ext cx="299520" cy="30492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8CA2C34F-77B8-3B3B-F62D-F75A7AB6249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757535" y="3891922"/>
                  <a:ext cx="3171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3313152F-472E-D7F4-ABBB-98FC84DB02C5}"/>
                    </a:ext>
                  </a:extLst>
                </p14:cNvPr>
                <p14:cNvContentPartPr/>
                <p14:nvPr/>
              </p14:nvContentPartPr>
              <p14:xfrm>
                <a:off x="4216535" y="3779962"/>
                <a:ext cx="360" cy="39492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3313152F-472E-D7F4-ABBB-98FC84DB02C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207895" y="3770962"/>
                  <a:ext cx="180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BC794478-FA99-A9F8-47F8-BA75D97AF4F3}"/>
                    </a:ext>
                  </a:extLst>
                </p14:cNvPr>
                <p14:cNvContentPartPr/>
                <p14:nvPr/>
              </p14:nvContentPartPr>
              <p14:xfrm>
                <a:off x="4066415" y="3982642"/>
                <a:ext cx="312840" cy="266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BC794478-FA99-A9F8-47F8-BA75D97AF4F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057775" y="3974002"/>
                  <a:ext cx="330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32190E2C-7AF5-F3B0-20B9-AAB097CB589F}"/>
                    </a:ext>
                  </a:extLst>
                </p14:cNvPr>
                <p14:cNvContentPartPr/>
                <p14:nvPr/>
              </p14:nvContentPartPr>
              <p14:xfrm>
                <a:off x="4351616" y="3775278"/>
                <a:ext cx="156960" cy="33732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32190E2C-7AF5-F3B0-20B9-AAB097CB589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342976" y="3766638"/>
                  <a:ext cx="1746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716DFCC1-D808-61C4-7B41-47E664CDD92A}"/>
                    </a:ext>
                  </a:extLst>
                </p14:cNvPr>
                <p14:cNvContentPartPr/>
                <p14:nvPr/>
              </p14:nvContentPartPr>
              <p14:xfrm>
                <a:off x="4528736" y="4082358"/>
                <a:ext cx="360" cy="36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716DFCC1-D808-61C4-7B41-47E664CDD92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20096" y="407335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5D4CE4B6-5923-C2A8-55AA-E98878B6D669}"/>
                    </a:ext>
                  </a:extLst>
                </p14:cNvPr>
                <p14:cNvContentPartPr/>
                <p14:nvPr/>
              </p14:nvContentPartPr>
              <p14:xfrm>
                <a:off x="4625576" y="3821718"/>
                <a:ext cx="146160" cy="26136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5D4CE4B6-5923-C2A8-55AA-E98878B6D66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616576" y="3812718"/>
                  <a:ext cx="163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5DDC5608-AA21-46B2-3ACA-46325D046DF2}"/>
                    </a:ext>
                  </a:extLst>
                </p14:cNvPr>
                <p14:cNvContentPartPr/>
                <p14:nvPr/>
              </p14:nvContentPartPr>
              <p14:xfrm>
                <a:off x="4690016" y="3797238"/>
                <a:ext cx="70200" cy="36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5DDC5608-AA21-46B2-3ACA-46325D046DF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681016" y="3788598"/>
                  <a:ext cx="87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2AB82175-6EB3-F380-1037-1C17231F2FD5}"/>
                    </a:ext>
                  </a:extLst>
                </p14:cNvPr>
                <p14:cNvContentPartPr/>
                <p14:nvPr/>
              </p14:nvContentPartPr>
              <p14:xfrm>
                <a:off x="4840496" y="3947718"/>
                <a:ext cx="114120" cy="36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2AB82175-6EB3-F380-1037-1C17231F2FD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831856" y="3938718"/>
                  <a:ext cx="131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B8BB6B67-6FC1-3D16-36E6-E8F84070374A}"/>
                    </a:ext>
                  </a:extLst>
                </p14:cNvPr>
                <p14:cNvContentPartPr/>
                <p14:nvPr/>
              </p14:nvContentPartPr>
              <p14:xfrm>
                <a:off x="4883696" y="4039158"/>
                <a:ext cx="121320" cy="1152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B8BB6B67-6FC1-3D16-36E6-E8F84070374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875056" y="4030518"/>
                  <a:ext cx="138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66771688-B12E-BBE1-199F-BBC91BB3E2CC}"/>
                    </a:ext>
                  </a:extLst>
                </p14:cNvPr>
                <p14:cNvContentPartPr/>
                <p14:nvPr/>
              </p14:nvContentPartPr>
              <p14:xfrm>
                <a:off x="169143" y="3414392"/>
                <a:ext cx="5931720" cy="124272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66771688-B12E-BBE1-199F-BBC91BB3E2C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60143" y="3405392"/>
                  <a:ext cx="5949360" cy="126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330" name="Entrada de lápiz 329">
                <a:extLst>
                  <a:ext uri="{FF2B5EF4-FFF2-40B4-BE49-F238E27FC236}">
                    <a16:creationId xmlns:a16="http://schemas.microsoft.com/office/drawing/2014/main" id="{9EEFC450-02E4-7EAF-E07A-4F79DDD5E151}"/>
                  </a:ext>
                </a:extLst>
              </p14:cNvPr>
              <p14:cNvContentPartPr/>
              <p14:nvPr/>
            </p14:nvContentPartPr>
            <p14:xfrm>
              <a:off x="7940823" y="3680564"/>
              <a:ext cx="204840" cy="398520"/>
            </p14:xfrm>
          </p:contentPart>
        </mc:Choice>
        <mc:Fallback>
          <p:pic>
            <p:nvPicPr>
              <p:cNvPr id="330" name="Entrada de lápiz 329">
                <a:extLst>
                  <a:ext uri="{FF2B5EF4-FFF2-40B4-BE49-F238E27FC236}">
                    <a16:creationId xmlns:a16="http://schemas.microsoft.com/office/drawing/2014/main" id="{9EEFC450-02E4-7EAF-E07A-4F79DDD5E151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7931823" y="3671564"/>
                <a:ext cx="22248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331" name="Entrada de lápiz 330">
                <a:extLst>
                  <a:ext uri="{FF2B5EF4-FFF2-40B4-BE49-F238E27FC236}">
                    <a16:creationId xmlns:a16="http://schemas.microsoft.com/office/drawing/2014/main" id="{87919BE0-D134-90EF-0E5C-4E44722AE84B}"/>
                  </a:ext>
                </a:extLst>
              </p14:cNvPr>
              <p14:cNvContentPartPr/>
              <p14:nvPr/>
            </p14:nvContentPartPr>
            <p14:xfrm>
              <a:off x="8217303" y="3681644"/>
              <a:ext cx="5400" cy="384120"/>
            </p14:xfrm>
          </p:contentPart>
        </mc:Choice>
        <mc:Fallback>
          <p:pic>
            <p:nvPicPr>
              <p:cNvPr id="331" name="Entrada de lápiz 330">
                <a:extLst>
                  <a:ext uri="{FF2B5EF4-FFF2-40B4-BE49-F238E27FC236}">
                    <a16:creationId xmlns:a16="http://schemas.microsoft.com/office/drawing/2014/main" id="{87919BE0-D134-90EF-0E5C-4E44722AE84B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8208303" y="3672644"/>
                <a:ext cx="2304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332" name="Entrada de lápiz 331">
                <a:extLst>
                  <a:ext uri="{FF2B5EF4-FFF2-40B4-BE49-F238E27FC236}">
                    <a16:creationId xmlns:a16="http://schemas.microsoft.com/office/drawing/2014/main" id="{83007136-D80F-75F0-0DFE-BD86B3D0544C}"/>
                  </a:ext>
                </a:extLst>
              </p14:cNvPr>
              <p14:cNvContentPartPr/>
              <p14:nvPr/>
            </p14:nvContentPartPr>
            <p14:xfrm>
              <a:off x="8313423" y="3645284"/>
              <a:ext cx="148320" cy="410040"/>
            </p14:xfrm>
          </p:contentPart>
        </mc:Choice>
        <mc:Fallback>
          <p:pic>
            <p:nvPicPr>
              <p:cNvPr id="332" name="Entrada de lápiz 331">
                <a:extLst>
                  <a:ext uri="{FF2B5EF4-FFF2-40B4-BE49-F238E27FC236}">
                    <a16:creationId xmlns:a16="http://schemas.microsoft.com/office/drawing/2014/main" id="{83007136-D80F-75F0-0DFE-BD86B3D0544C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8304423" y="3636284"/>
                <a:ext cx="16596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333" name="Entrada de lápiz 332">
                <a:extLst>
                  <a:ext uri="{FF2B5EF4-FFF2-40B4-BE49-F238E27FC236}">
                    <a16:creationId xmlns:a16="http://schemas.microsoft.com/office/drawing/2014/main" id="{6ABF329A-B6D1-83AD-4CB5-7BFD9535D97D}"/>
                  </a:ext>
                </a:extLst>
              </p14:cNvPr>
              <p14:cNvContentPartPr/>
              <p14:nvPr/>
            </p14:nvContentPartPr>
            <p14:xfrm>
              <a:off x="8113623" y="4031564"/>
              <a:ext cx="57600" cy="77400"/>
            </p14:xfrm>
          </p:contentPart>
        </mc:Choice>
        <mc:Fallback>
          <p:pic>
            <p:nvPicPr>
              <p:cNvPr id="333" name="Entrada de lápiz 332">
                <a:extLst>
                  <a:ext uri="{FF2B5EF4-FFF2-40B4-BE49-F238E27FC236}">
                    <a16:creationId xmlns:a16="http://schemas.microsoft.com/office/drawing/2014/main" id="{6ABF329A-B6D1-83AD-4CB5-7BFD9535D97D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8104983" y="4022924"/>
                <a:ext cx="752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13" name="Entrada de lápiz 312">
                <a:extLst>
                  <a:ext uri="{FF2B5EF4-FFF2-40B4-BE49-F238E27FC236}">
                    <a16:creationId xmlns:a16="http://schemas.microsoft.com/office/drawing/2014/main" id="{E99CBE72-EE63-F815-3520-7C25F458D4BB}"/>
                  </a:ext>
                </a:extLst>
              </p14:cNvPr>
              <p14:cNvContentPartPr/>
              <p14:nvPr/>
            </p14:nvContentPartPr>
            <p14:xfrm>
              <a:off x="6256023" y="3560912"/>
              <a:ext cx="105480" cy="492480"/>
            </p14:xfrm>
          </p:contentPart>
        </mc:Choice>
        <mc:Fallback>
          <p:pic>
            <p:nvPicPr>
              <p:cNvPr id="313" name="Entrada de lápiz 312">
                <a:extLst>
                  <a:ext uri="{FF2B5EF4-FFF2-40B4-BE49-F238E27FC236}">
                    <a16:creationId xmlns:a16="http://schemas.microsoft.com/office/drawing/2014/main" id="{E99CBE72-EE63-F815-3520-7C25F458D4BB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6247023" y="3551912"/>
                <a:ext cx="12312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314" name="Entrada de lápiz 313">
                <a:extLst>
                  <a:ext uri="{FF2B5EF4-FFF2-40B4-BE49-F238E27FC236}">
                    <a16:creationId xmlns:a16="http://schemas.microsoft.com/office/drawing/2014/main" id="{65896B27-F71A-3081-C648-F05019A20754}"/>
                  </a:ext>
                </a:extLst>
              </p14:cNvPr>
              <p14:cNvContentPartPr/>
              <p14:nvPr/>
            </p14:nvContentPartPr>
            <p14:xfrm>
              <a:off x="6364023" y="3957992"/>
              <a:ext cx="20160" cy="160560"/>
            </p14:xfrm>
          </p:contentPart>
        </mc:Choice>
        <mc:Fallback>
          <p:pic>
            <p:nvPicPr>
              <p:cNvPr id="314" name="Entrada de lápiz 313">
                <a:extLst>
                  <a:ext uri="{FF2B5EF4-FFF2-40B4-BE49-F238E27FC236}">
                    <a16:creationId xmlns:a16="http://schemas.microsoft.com/office/drawing/2014/main" id="{65896B27-F71A-3081-C648-F05019A20754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6355383" y="3949352"/>
                <a:ext cx="378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315" name="Entrada de lápiz 314">
                <a:extLst>
                  <a:ext uri="{FF2B5EF4-FFF2-40B4-BE49-F238E27FC236}">
                    <a16:creationId xmlns:a16="http://schemas.microsoft.com/office/drawing/2014/main" id="{03628E4E-28DA-A5AE-45F4-3ACF1A59A9CA}"/>
                  </a:ext>
                </a:extLst>
              </p14:cNvPr>
              <p14:cNvContentPartPr/>
              <p14:nvPr/>
            </p14:nvContentPartPr>
            <p14:xfrm>
              <a:off x="6424503" y="4114592"/>
              <a:ext cx="360" cy="82080"/>
            </p14:xfrm>
          </p:contentPart>
        </mc:Choice>
        <mc:Fallback>
          <p:pic>
            <p:nvPicPr>
              <p:cNvPr id="315" name="Entrada de lápiz 314">
                <a:extLst>
                  <a:ext uri="{FF2B5EF4-FFF2-40B4-BE49-F238E27FC236}">
                    <a16:creationId xmlns:a16="http://schemas.microsoft.com/office/drawing/2014/main" id="{03628E4E-28DA-A5AE-45F4-3ACF1A59A9CA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6415863" y="4105592"/>
                <a:ext cx="180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316" name="Entrada de lápiz 315">
                <a:extLst>
                  <a:ext uri="{FF2B5EF4-FFF2-40B4-BE49-F238E27FC236}">
                    <a16:creationId xmlns:a16="http://schemas.microsoft.com/office/drawing/2014/main" id="{D53ABAB2-F62E-E2FA-3438-185768DDC375}"/>
                  </a:ext>
                </a:extLst>
              </p14:cNvPr>
              <p14:cNvContentPartPr/>
              <p14:nvPr/>
            </p14:nvContentPartPr>
            <p14:xfrm>
              <a:off x="6448623" y="3940712"/>
              <a:ext cx="91800" cy="224280"/>
            </p14:xfrm>
          </p:contentPart>
        </mc:Choice>
        <mc:Fallback>
          <p:pic>
            <p:nvPicPr>
              <p:cNvPr id="316" name="Entrada de lápiz 315">
                <a:extLst>
                  <a:ext uri="{FF2B5EF4-FFF2-40B4-BE49-F238E27FC236}">
                    <a16:creationId xmlns:a16="http://schemas.microsoft.com/office/drawing/2014/main" id="{D53ABAB2-F62E-E2FA-3438-185768DDC375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6439623" y="3932072"/>
                <a:ext cx="1094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317" name="Entrada de lápiz 316">
                <a:extLst>
                  <a:ext uri="{FF2B5EF4-FFF2-40B4-BE49-F238E27FC236}">
                    <a16:creationId xmlns:a16="http://schemas.microsoft.com/office/drawing/2014/main" id="{8AB461D3-DF91-511B-6D4C-40EB21F275D9}"/>
                  </a:ext>
                </a:extLst>
              </p14:cNvPr>
              <p14:cNvContentPartPr/>
              <p14:nvPr/>
            </p14:nvContentPartPr>
            <p14:xfrm>
              <a:off x="6576783" y="4162832"/>
              <a:ext cx="52920" cy="87480"/>
            </p14:xfrm>
          </p:contentPart>
        </mc:Choice>
        <mc:Fallback>
          <p:pic>
            <p:nvPicPr>
              <p:cNvPr id="317" name="Entrada de lápiz 316">
                <a:extLst>
                  <a:ext uri="{FF2B5EF4-FFF2-40B4-BE49-F238E27FC236}">
                    <a16:creationId xmlns:a16="http://schemas.microsoft.com/office/drawing/2014/main" id="{8AB461D3-DF91-511B-6D4C-40EB21F275D9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6568143" y="4153832"/>
                <a:ext cx="705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318" name="Entrada de lápiz 317">
                <a:extLst>
                  <a:ext uri="{FF2B5EF4-FFF2-40B4-BE49-F238E27FC236}">
                    <a16:creationId xmlns:a16="http://schemas.microsoft.com/office/drawing/2014/main" id="{B48F7896-DA38-4E31-6BF4-2B2762FF259E}"/>
                  </a:ext>
                </a:extLst>
              </p14:cNvPr>
              <p14:cNvContentPartPr/>
              <p14:nvPr/>
            </p14:nvContentPartPr>
            <p14:xfrm>
              <a:off x="6605943" y="3933512"/>
              <a:ext cx="142920" cy="194760"/>
            </p14:xfrm>
          </p:contentPart>
        </mc:Choice>
        <mc:Fallback>
          <p:pic>
            <p:nvPicPr>
              <p:cNvPr id="318" name="Entrada de lápiz 317">
                <a:extLst>
                  <a:ext uri="{FF2B5EF4-FFF2-40B4-BE49-F238E27FC236}">
                    <a16:creationId xmlns:a16="http://schemas.microsoft.com/office/drawing/2014/main" id="{B48F7896-DA38-4E31-6BF4-2B2762FF259E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6596943" y="3924512"/>
                <a:ext cx="1605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320" name="Entrada de lápiz 319">
                <a:extLst>
                  <a:ext uri="{FF2B5EF4-FFF2-40B4-BE49-F238E27FC236}">
                    <a16:creationId xmlns:a16="http://schemas.microsoft.com/office/drawing/2014/main" id="{6D09DEAE-14CD-2AC4-D4ED-18E68542758D}"/>
                  </a:ext>
                </a:extLst>
              </p14:cNvPr>
              <p14:cNvContentPartPr/>
              <p14:nvPr/>
            </p14:nvContentPartPr>
            <p14:xfrm>
              <a:off x="6833463" y="3861152"/>
              <a:ext cx="144360" cy="13320"/>
            </p14:xfrm>
          </p:contentPart>
        </mc:Choice>
        <mc:Fallback>
          <p:pic>
            <p:nvPicPr>
              <p:cNvPr id="320" name="Entrada de lápiz 319">
                <a:extLst>
                  <a:ext uri="{FF2B5EF4-FFF2-40B4-BE49-F238E27FC236}">
                    <a16:creationId xmlns:a16="http://schemas.microsoft.com/office/drawing/2014/main" id="{6D09DEAE-14CD-2AC4-D4ED-18E68542758D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6824463" y="3852152"/>
                <a:ext cx="162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321" name="Entrada de lápiz 320">
                <a:extLst>
                  <a:ext uri="{FF2B5EF4-FFF2-40B4-BE49-F238E27FC236}">
                    <a16:creationId xmlns:a16="http://schemas.microsoft.com/office/drawing/2014/main" id="{73A6BB02-C212-8FCE-2B3E-948FDD087545}"/>
                  </a:ext>
                </a:extLst>
              </p14:cNvPr>
              <p14:cNvContentPartPr/>
              <p14:nvPr/>
            </p14:nvContentPartPr>
            <p14:xfrm>
              <a:off x="6845703" y="3957992"/>
              <a:ext cx="119520" cy="12600"/>
            </p14:xfrm>
          </p:contentPart>
        </mc:Choice>
        <mc:Fallback>
          <p:pic>
            <p:nvPicPr>
              <p:cNvPr id="321" name="Entrada de lápiz 320">
                <a:extLst>
                  <a:ext uri="{FF2B5EF4-FFF2-40B4-BE49-F238E27FC236}">
                    <a16:creationId xmlns:a16="http://schemas.microsoft.com/office/drawing/2014/main" id="{73A6BB02-C212-8FCE-2B3E-948FDD087545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6836703" y="3949352"/>
                <a:ext cx="137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323" name="Entrada de lápiz 322">
                <a:extLst>
                  <a:ext uri="{FF2B5EF4-FFF2-40B4-BE49-F238E27FC236}">
                    <a16:creationId xmlns:a16="http://schemas.microsoft.com/office/drawing/2014/main" id="{6B097BA3-1583-4C41-71DD-553D7A28CF88}"/>
                  </a:ext>
                </a:extLst>
              </p14:cNvPr>
              <p14:cNvContentPartPr/>
              <p14:nvPr/>
            </p14:nvContentPartPr>
            <p14:xfrm>
              <a:off x="7110303" y="3657032"/>
              <a:ext cx="193320" cy="351720"/>
            </p14:xfrm>
          </p:contentPart>
        </mc:Choice>
        <mc:Fallback>
          <p:pic>
            <p:nvPicPr>
              <p:cNvPr id="323" name="Entrada de lápiz 322">
                <a:extLst>
                  <a:ext uri="{FF2B5EF4-FFF2-40B4-BE49-F238E27FC236}">
                    <a16:creationId xmlns:a16="http://schemas.microsoft.com/office/drawing/2014/main" id="{6B097BA3-1583-4C41-71DD-553D7A28CF8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7101663" y="3648032"/>
                <a:ext cx="2109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24" name="Entrada de lápiz 323">
                <a:extLst>
                  <a:ext uri="{FF2B5EF4-FFF2-40B4-BE49-F238E27FC236}">
                    <a16:creationId xmlns:a16="http://schemas.microsoft.com/office/drawing/2014/main" id="{C0DEA072-4A99-2987-9637-D31B34DDA93F}"/>
                  </a:ext>
                </a:extLst>
              </p14:cNvPr>
              <p14:cNvContentPartPr/>
              <p14:nvPr/>
            </p14:nvContentPartPr>
            <p14:xfrm>
              <a:off x="7386783" y="3657032"/>
              <a:ext cx="155880" cy="184680"/>
            </p14:xfrm>
          </p:contentPart>
        </mc:Choice>
        <mc:Fallback>
          <p:pic>
            <p:nvPicPr>
              <p:cNvPr id="324" name="Entrada de lápiz 323">
                <a:extLst>
                  <a:ext uri="{FF2B5EF4-FFF2-40B4-BE49-F238E27FC236}">
                    <a16:creationId xmlns:a16="http://schemas.microsoft.com/office/drawing/2014/main" id="{C0DEA072-4A99-2987-9637-D31B34DDA93F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7377783" y="3648032"/>
                <a:ext cx="1735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25" name="Entrada de lápiz 324">
                <a:extLst>
                  <a:ext uri="{FF2B5EF4-FFF2-40B4-BE49-F238E27FC236}">
                    <a16:creationId xmlns:a16="http://schemas.microsoft.com/office/drawing/2014/main" id="{4A8A8684-FA31-7FA7-E603-FF01B72D20F1}"/>
                  </a:ext>
                </a:extLst>
              </p14:cNvPr>
              <p14:cNvContentPartPr/>
              <p14:nvPr/>
            </p14:nvContentPartPr>
            <p14:xfrm>
              <a:off x="7542303" y="3679352"/>
              <a:ext cx="13680" cy="350280"/>
            </p14:xfrm>
          </p:contentPart>
        </mc:Choice>
        <mc:Fallback>
          <p:pic>
            <p:nvPicPr>
              <p:cNvPr id="325" name="Entrada de lápiz 324">
                <a:extLst>
                  <a:ext uri="{FF2B5EF4-FFF2-40B4-BE49-F238E27FC236}">
                    <a16:creationId xmlns:a16="http://schemas.microsoft.com/office/drawing/2014/main" id="{4A8A8684-FA31-7FA7-E603-FF01B72D20F1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7533303" y="3670712"/>
                <a:ext cx="313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26" name="Entrada de lápiz 325">
                <a:extLst>
                  <a:ext uri="{FF2B5EF4-FFF2-40B4-BE49-F238E27FC236}">
                    <a16:creationId xmlns:a16="http://schemas.microsoft.com/office/drawing/2014/main" id="{994B4517-52C1-DF00-2074-8548B25E5F22}"/>
                  </a:ext>
                </a:extLst>
              </p14:cNvPr>
              <p14:cNvContentPartPr/>
              <p14:nvPr/>
            </p14:nvContentPartPr>
            <p14:xfrm>
              <a:off x="7723743" y="3572792"/>
              <a:ext cx="147240" cy="167400"/>
            </p14:xfrm>
          </p:contentPart>
        </mc:Choice>
        <mc:Fallback>
          <p:pic>
            <p:nvPicPr>
              <p:cNvPr id="326" name="Entrada de lápiz 325">
                <a:extLst>
                  <a:ext uri="{FF2B5EF4-FFF2-40B4-BE49-F238E27FC236}">
                    <a16:creationId xmlns:a16="http://schemas.microsoft.com/office/drawing/2014/main" id="{994B4517-52C1-DF00-2074-8548B25E5F22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7715103" y="3564152"/>
                <a:ext cx="164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327" name="Entrada de lápiz 326">
                <a:extLst>
                  <a:ext uri="{FF2B5EF4-FFF2-40B4-BE49-F238E27FC236}">
                    <a16:creationId xmlns:a16="http://schemas.microsoft.com/office/drawing/2014/main" id="{D43B36DB-3FAA-70FB-9CE3-0153B3BB42F2}"/>
                  </a:ext>
                </a:extLst>
              </p14:cNvPr>
              <p14:cNvContentPartPr/>
              <p14:nvPr/>
            </p14:nvContentPartPr>
            <p14:xfrm>
              <a:off x="7719063" y="3554792"/>
              <a:ext cx="108720" cy="174960"/>
            </p14:xfrm>
          </p:contentPart>
        </mc:Choice>
        <mc:Fallback>
          <p:pic>
            <p:nvPicPr>
              <p:cNvPr id="327" name="Entrada de lápiz 326">
                <a:extLst>
                  <a:ext uri="{FF2B5EF4-FFF2-40B4-BE49-F238E27FC236}">
                    <a16:creationId xmlns:a16="http://schemas.microsoft.com/office/drawing/2014/main" id="{D43B36DB-3FAA-70FB-9CE3-0153B3BB42F2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7710423" y="3545792"/>
                <a:ext cx="1263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328" name="Entrada de lápiz 327">
                <a:extLst>
                  <a:ext uri="{FF2B5EF4-FFF2-40B4-BE49-F238E27FC236}">
                    <a16:creationId xmlns:a16="http://schemas.microsoft.com/office/drawing/2014/main" id="{843AD86E-62FC-CA8B-9F57-8EB5BF26EAE6}"/>
                  </a:ext>
                </a:extLst>
              </p14:cNvPr>
              <p14:cNvContentPartPr/>
              <p14:nvPr/>
            </p14:nvContentPartPr>
            <p14:xfrm>
              <a:off x="7687743" y="3616352"/>
              <a:ext cx="270720" cy="5040"/>
            </p14:xfrm>
          </p:contentPart>
        </mc:Choice>
        <mc:Fallback>
          <p:pic>
            <p:nvPicPr>
              <p:cNvPr id="328" name="Entrada de lápiz 327">
                <a:extLst>
                  <a:ext uri="{FF2B5EF4-FFF2-40B4-BE49-F238E27FC236}">
                    <a16:creationId xmlns:a16="http://schemas.microsoft.com/office/drawing/2014/main" id="{843AD86E-62FC-CA8B-9F57-8EB5BF26EAE6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7679103" y="3607712"/>
                <a:ext cx="28836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344" name="Entrada de lápiz 343">
                <a:extLst>
                  <a:ext uri="{FF2B5EF4-FFF2-40B4-BE49-F238E27FC236}">
                    <a16:creationId xmlns:a16="http://schemas.microsoft.com/office/drawing/2014/main" id="{96322CC7-F933-68B9-541F-0B870CEB9820}"/>
                  </a:ext>
                </a:extLst>
              </p14:cNvPr>
              <p14:cNvContentPartPr/>
              <p14:nvPr/>
            </p14:nvContentPartPr>
            <p14:xfrm>
              <a:off x="6231903" y="4463564"/>
              <a:ext cx="244800" cy="386640"/>
            </p14:xfrm>
          </p:contentPart>
        </mc:Choice>
        <mc:Fallback>
          <p:pic>
            <p:nvPicPr>
              <p:cNvPr id="344" name="Entrada de lápiz 343">
                <a:extLst>
                  <a:ext uri="{FF2B5EF4-FFF2-40B4-BE49-F238E27FC236}">
                    <a16:creationId xmlns:a16="http://schemas.microsoft.com/office/drawing/2014/main" id="{96322CC7-F933-68B9-541F-0B870CEB9820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6222903" y="4454564"/>
                <a:ext cx="26244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345" name="Entrada de lápiz 344">
                <a:extLst>
                  <a:ext uri="{FF2B5EF4-FFF2-40B4-BE49-F238E27FC236}">
                    <a16:creationId xmlns:a16="http://schemas.microsoft.com/office/drawing/2014/main" id="{953B1AF5-2827-7D84-5B42-F6E781E8877C}"/>
                  </a:ext>
                </a:extLst>
              </p14:cNvPr>
              <p14:cNvContentPartPr/>
              <p14:nvPr/>
            </p14:nvContentPartPr>
            <p14:xfrm>
              <a:off x="6496503" y="4667684"/>
              <a:ext cx="107280" cy="111960"/>
            </p14:xfrm>
          </p:contentPart>
        </mc:Choice>
        <mc:Fallback>
          <p:pic>
            <p:nvPicPr>
              <p:cNvPr id="345" name="Entrada de lápiz 344">
                <a:extLst>
                  <a:ext uri="{FF2B5EF4-FFF2-40B4-BE49-F238E27FC236}">
                    <a16:creationId xmlns:a16="http://schemas.microsoft.com/office/drawing/2014/main" id="{953B1AF5-2827-7D84-5B42-F6E781E8877C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6487503" y="4659044"/>
                <a:ext cx="124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6">
            <p14:nvContentPartPr>
              <p14:cNvPr id="346" name="Entrada de lápiz 345">
                <a:extLst>
                  <a:ext uri="{FF2B5EF4-FFF2-40B4-BE49-F238E27FC236}">
                    <a16:creationId xmlns:a16="http://schemas.microsoft.com/office/drawing/2014/main" id="{D3D8AC8E-2A60-3D06-256E-FC64DE691954}"/>
                  </a:ext>
                </a:extLst>
              </p14:cNvPr>
              <p14:cNvContentPartPr/>
              <p14:nvPr/>
            </p14:nvContentPartPr>
            <p14:xfrm>
              <a:off x="6581103" y="4595324"/>
              <a:ext cx="360" cy="288720"/>
            </p14:xfrm>
          </p:contentPart>
        </mc:Choice>
        <mc:Fallback>
          <p:pic>
            <p:nvPicPr>
              <p:cNvPr id="346" name="Entrada de lápiz 345">
                <a:extLst>
                  <a:ext uri="{FF2B5EF4-FFF2-40B4-BE49-F238E27FC236}">
                    <a16:creationId xmlns:a16="http://schemas.microsoft.com/office/drawing/2014/main" id="{D3D8AC8E-2A60-3D06-256E-FC64DE691954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6572103" y="4586684"/>
                <a:ext cx="180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347" name="Entrada de lápiz 346">
                <a:extLst>
                  <a:ext uri="{FF2B5EF4-FFF2-40B4-BE49-F238E27FC236}">
                    <a16:creationId xmlns:a16="http://schemas.microsoft.com/office/drawing/2014/main" id="{FF3DD9BF-C0C7-8E9F-2471-2577E87242B0}"/>
                  </a:ext>
                </a:extLst>
              </p14:cNvPr>
              <p14:cNvContentPartPr/>
              <p14:nvPr/>
            </p14:nvContentPartPr>
            <p14:xfrm>
              <a:off x="6737343" y="4607204"/>
              <a:ext cx="106920" cy="12600"/>
            </p14:xfrm>
          </p:contentPart>
        </mc:Choice>
        <mc:Fallback>
          <p:pic>
            <p:nvPicPr>
              <p:cNvPr id="347" name="Entrada de lápiz 346">
                <a:extLst>
                  <a:ext uri="{FF2B5EF4-FFF2-40B4-BE49-F238E27FC236}">
                    <a16:creationId xmlns:a16="http://schemas.microsoft.com/office/drawing/2014/main" id="{FF3DD9BF-C0C7-8E9F-2471-2577E87242B0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6728703" y="4598564"/>
                <a:ext cx="1245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348" name="Entrada de lápiz 347">
                <a:extLst>
                  <a:ext uri="{FF2B5EF4-FFF2-40B4-BE49-F238E27FC236}">
                    <a16:creationId xmlns:a16="http://schemas.microsoft.com/office/drawing/2014/main" id="{B2481C2B-6895-888D-84B7-725A5F10202E}"/>
                  </a:ext>
                </a:extLst>
              </p14:cNvPr>
              <p14:cNvContentPartPr/>
              <p14:nvPr/>
            </p14:nvContentPartPr>
            <p14:xfrm>
              <a:off x="6713223" y="4703684"/>
              <a:ext cx="180360" cy="360"/>
            </p14:xfrm>
          </p:contentPart>
        </mc:Choice>
        <mc:Fallback>
          <p:pic>
            <p:nvPicPr>
              <p:cNvPr id="348" name="Entrada de lápiz 347">
                <a:extLst>
                  <a:ext uri="{FF2B5EF4-FFF2-40B4-BE49-F238E27FC236}">
                    <a16:creationId xmlns:a16="http://schemas.microsoft.com/office/drawing/2014/main" id="{B2481C2B-6895-888D-84B7-725A5F10202E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6704583" y="4695044"/>
                <a:ext cx="19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350" name="Entrada de lápiz 349">
                <a:extLst>
                  <a:ext uri="{FF2B5EF4-FFF2-40B4-BE49-F238E27FC236}">
                    <a16:creationId xmlns:a16="http://schemas.microsoft.com/office/drawing/2014/main" id="{914D0F68-F12E-A062-41DC-6DB4B70D3065}"/>
                  </a:ext>
                </a:extLst>
              </p14:cNvPr>
              <p14:cNvContentPartPr/>
              <p14:nvPr/>
            </p14:nvContentPartPr>
            <p14:xfrm>
              <a:off x="6952263" y="4407764"/>
              <a:ext cx="218880" cy="310320"/>
            </p14:xfrm>
          </p:contentPart>
        </mc:Choice>
        <mc:Fallback>
          <p:pic>
            <p:nvPicPr>
              <p:cNvPr id="350" name="Entrada de lápiz 349">
                <a:extLst>
                  <a:ext uri="{FF2B5EF4-FFF2-40B4-BE49-F238E27FC236}">
                    <a16:creationId xmlns:a16="http://schemas.microsoft.com/office/drawing/2014/main" id="{914D0F68-F12E-A062-41DC-6DB4B70D3065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6943263" y="4398764"/>
                <a:ext cx="23652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351" name="Entrada de lápiz 350">
                <a:extLst>
                  <a:ext uri="{FF2B5EF4-FFF2-40B4-BE49-F238E27FC236}">
                    <a16:creationId xmlns:a16="http://schemas.microsoft.com/office/drawing/2014/main" id="{D5C4B8B3-8ECA-26CC-C173-280F6BE203E7}"/>
                  </a:ext>
                </a:extLst>
              </p14:cNvPr>
              <p14:cNvContentPartPr/>
              <p14:nvPr/>
            </p14:nvContentPartPr>
            <p14:xfrm>
              <a:off x="7218663" y="4403084"/>
              <a:ext cx="167400" cy="171000"/>
            </p14:xfrm>
          </p:contentPart>
        </mc:Choice>
        <mc:Fallback>
          <p:pic>
            <p:nvPicPr>
              <p:cNvPr id="351" name="Entrada de lápiz 350">
                <a:extLst>
                  <a:ext uri="{FF2B5EF4-FFF2-40B4-BE49-F238E27FC236}">
                    <a16:creationId xmlns:a16="http://schemas.microsoft.com/office/drawing/2014/main" id="{D5C4B8B3-8ECA-26CC-C173-280F6BE203E7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7209663" y="4394444"/>
                <a:ext cx="185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6">
            <p14:nvContentPartPr>
              <p14:cNvPr id="352" name="Entrada de lápiz 351">
                <a:extLst>
                  <a:ext uri="{FF2B5EF4-FFF2-40B4-BE49-F238E27FC236}">
                    <a16:creationId xmlns:a16="http://schemas.microsoft.com/office/drawing/2014/main" id="{21C64368-AA19-43C9-6EF9-F0E9704FE5E1}"/>
                  </a:ext>
                </a:extLst>
              </p14:cNvPr>
              <p14:cNvContentPartPr/>
              <p14:nvPr/>
            </p14:nvContentPartPr>
            <p14:xfrm>
              <a:off x="7350423" y="4330724"/>
              <a:ext cx="27000" cy="481680"/>
            </p14:xfrm>
          </p:contentPart>
        </mc:Choice>
        <mc:Fallback>
          <p:pic>
            <p:nvPicPr>
              <p:cNvPr id="352" name="Entrada de lápiz 351">
                <a:extLst>
                  <a:ext uri="{FF2B5EF4-FFF2-40B4-BE49-F238E27FC236}">
                    <a16:creationId xmlns:a16="http://schemas.microsoft.com/office/drawing/2014/main" id="{21C64368-AA19-43C9-6EF9-F0E9704FE5E1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7341423" y="4322084"/>
                <a:ext cx="4464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353" name="Entrada de lápiz 352">
                <a:extLst>
                  <a:ext uri="{FF2B5EF4-FFF2-40B4-BE49-F238E27FC236}">
                    <a16:creationId xmlns:a16="http://schemas.microsoft.com/office/drawing/2014/main" id="{8A58D6FA-5895-997D-CDA1-2D79FED01C67}"/>
                  </a:ext>
                </a:extLst>
              </p14:cNvPr>
              <p14:cNvContentPartPr/>
              <p14:nvPr/>
            </p14:nvContentPartPr>
            <p14:xfrm>
              <a:off x="7495503" y="4306604"/>
              <a:ext cx="162720" cy="218160"/>
            </p14:xfrm>
          </p:contentPart>
        </mc:Choice>
        <mc:Fallback>
          <p:pic>
            <p:nvPicPr>
              <p:cNvPr id="353" name="Entrada de lápiz 352">
                <a:extLst>
                  <a:ext uri="{FF2B5EF4-FFF2-40B4-BE49-F238E27FC236}">
                    <a16:creationId xmlns:a16="http://schemas.microsoft.com/office/drawing/2014/main" id="{8A58D6FA-5895-997D-CDA1-2D79FED01C67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7486503" y="4297964"/>
                <a:ext cx="1803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0">
            <p14:nvContentPartPr>
              <p14:cNvPr id="354" name="Entrada de lápiz 353">
                <a:extLst>
                  <a:ext uri="{FF2B5EF4-FFF2-40B4-BE49-F238E27FC236}">
                    <a16:creationId xmlns:a16="http://schemas.microsoft.com/office/drawing/2014/main" id="{CF2177EB-1A62-B37E-E572-BB50ACD02AE0}"/>
                  </a:ext>
                </a:extLst>
              </p14:cNvPr>
              <p14:cNvContentPartPr/>
              <p14:nvPr/>
            </p14:nvContentPartPr>
            <p14:xfrm>
              <a:off x="7510983" y="4301564"/>
              <a:ext cx="86400" cy="234360"/>
            </p14:xfrm>
          </p:contentPart>
        </mc:Choice>
        <mc:Fallback>
          <p:pic>
            <p:nvPicPr>
              <p:cNvPr id="354" name="Entrada de lápiz 353">
                <a:extLst>
                  <a:ext uri="{FF2B5EF4-FFF2-40B4-BE49-F238E27FC236}">
                    <a16:creationId xmlns:a16="http://schemas.microsoft.com/office/drawing/2014/main" id="{CF2177EB-1A62-B37E-E572-BB50ACD02AE0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7501983" y="4292564"/>
                <a:ext cx="1040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355" name="Entrada de lápiz 354">
                <a:extLst>
                  <a:ext uri="{FF2B5EF4-FFF2-40B4-BE49-F238E27FC236}">
                    <a16:creationId xmlns:a16="http://schemas.microsoft.com/office/drawing/2014/main" id="{89C81A99-19E6-8437-2B3F-97ABF3DD3C16}"/>
                  </a:ext>
                </a:extLst>
              </p14:cNvPr>
              <p14:cNvContentPartPr/>
              <p14:nvPr/>
            </p14:nvContentPartPr>
            <p14:xfrm>
              <a:off x="7459143" y="4391204"/>
              <a:ext cx="312480" cy="360"/>
            </p14:xfrm>
          </p:contentPart>
        </mc:Choice>
        <mc:Fallback>
          <p:pic>
            <p:nvPicPr>
              <p:cNvPr id="355" name="Entrada de lápiz 354">
                <a:extLst>
                  <a:ext uri="{FF2B5EF4-FFF2-40B4-BE49-F238E27FC236}">
                    <a16:creationId xmlns:a16="http://schemas.microsoft.com/office/drawing/2014/main" id="{89C81A99-19E6-8437-2B3F-97ABF3DD3C16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7450143" y="4382564"/>
                <a:ext cx="330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57" name="Entrada de lápiz 356">
                <a:extLst>
                  <a:ext uri="{FF2B5EF4-FFF2-40B4-BE49-F238E27FC236}">
                    <a16:creationId xmlns:a16="http://schemas.microsoft.com/office/drawing/2014/main" id="{CBE73245-3DD3-109E-3DE8-973E34E74518}"/>
                  </a:ext>
                </a:extLst>
              </p14:cNvPr>
              <p14:cNvContentPartPr/>
              <p14:nvPr/>
            </p14:nvContentPartPr>
            <p14:xfrm>
              <a:off x="7827063" y="4414964"/>
              <a:ext cx="29160" cy="33120"/>
            </p14:xfrm>
          </p:contentPart>
        </mc:Choice>
        <mc:Fallback>
          <p:pic>
            <p:nvPicPr>
              <p:cNvPr id="357" name="Entrada de lápiz 356">
                <a:extLst>
                  <a:ext uri="{FF2B5EF4-FFF2-40B4-BE49-F238E27FC236}">
                    <a16:creationId xmlns:a16="http://schemas.microsoft.com/office/drawing/2014/main" id="{CBE73245-3DD3-109E-3DE8-973E34E74518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7818423" y="4406324"/>
                <a:ext cx="468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58" name="Entrada de lápiz 357">
                <a:extLst>
                  <a:ext uri="{FF2B5EF4-FFF2-40B4-BE49-F238E27FC236}">
                    <a16:creationId xmlns:a16="http://schemas.microsoft.com/office/drawing/2014/main" id="{C989143D-1120-82A4-BF28-98B241922EA4}"/>
                  </a:ext>
                </a:extLst>
              </p14:cNvPr>
              <p14:cNvContentPartPr/>
              <p14:nvPr/>
            </p14:nvContentPartPr>
            <p14:xfrm>
              <a:off x="7817343" y="4402364"/>
              <a:ext cx="196200" cy="348480"/>
            </p14:xfrm>
          </p:contentPart>
        </mc:Choice>
        <mc:Fallback>
          <p:pic>
            <p:nvPicPr>
              <p:cNvPr id="358" name="Entrada de lápiz 357">
                <a:extLst>
                  <a:ext uri="{FF2B5EF4-FFF2-40B4-BE49-F238E27FC236}">
                    <a16:creationId xmlns:a16="http://schemas.microsoft.com/office/drawing/2014/main" id="{C989143D-1120-82A4-BF28-98B241922EA4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7808343" y="4393724"/>
                <a:ext cx="2138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359" name="Entrada de lápiz 358">
                <a:extLst>
                  <a:ext uri="{FF2B5EF4-FFF2-40B4-BE49-F238E27FC236}">
                    <a16:creationId xmlns:a16="http://schemas.microsoft.com/office/drawing/2014/main" id="{5A79C43F-1E92-AFD8-5BCB-CDA55B6FA642}"/>
                  </a:ext>
                </a:extLst>
              </p14:cNvPr>
              <p14:cNvContentPartPr/>
              <p14:nvPr/>
            </p14:nvContentPartPr>
            <p14:xfrm>
              <a:off x="8059983" y="4669124"/>
              <a:ext cx="38520" cy="114840"/>
            </p14:xfrm>
          </p:contentPart>
        </mc:Choice>
        <mc:Fallback>
          <p:pic>
            <p:nvPicPr>
              <p:cNvPr id="359" name="Entrada de lápiz 358">
                <a:extLst>
                  <a:ext uri="{FF2B5EF4-FFF2-40B4-BE49-F238E27FC236}">
                    <a16:creationId xmlns:a16="http://schemas.microsoft.com/office/drawing/2014/main" id="{5A79C43F-1E92-AFD8-5BCB-CDA55B6FA642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8050983" y="4660484"/>
                <a:ext cx="561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60" name="Entrada de lápiz 359">
                <a:extLst>
                  <a:ext uri="{FF2B5EF4-FFF2-40B4-BE49-F238E27FC236}">
                    <a16:creationId xmlns:a16="http://schemas.microsoft.com/office/drawing/2014/main" id="{996CB4B6-3086-CDF6-78DB-696CBC58AA6E}"/>
                  </a:ext>
                </a:extLst>
              </p14:cNvPr>
              <p14:cNvContentPartPr/>
              <p14:nvPr/>
            </p14:nvContentPartPr>
            <p14:xfrm>
              <a:off x="8130903" y="4417484"/>
              <a:ext cx="244440" cy="350640"/>
            </p14:xfrm>
          </p:contentPart>
        </mc:Choice>
        <mc:Fallback>
          <p:pic>
            <p:nvPicPr>
              <p:cNvPr id="360" name="Entrada de lápiz 359">
                <a:extLst>
                  <a:ext uri="{FF2B5EF4-FFF2-40B4-BE49-F238E27FC236}">
                    <a16:creationId xmlns:a16="http://schemas.microsoft.com/office/drawing/2014/main" id="{996CB4B6-3086-CDF6-78DB-696CBC58AA6E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8122263" y="4408484"/>
                <a:ext cx="26208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61" name="Entrada de lápiz 360">
                <a:extLst>
                  <a:ext uri="{FF2B5EF4-FFF2-40B4-BE49-F238E27FC236}">
                    <a16:creationId xmlns:a16="http://schemas.microsoft.com/office/drawing/2014/main" id="{A4FEFBD3-5352-99CA-C199-B0540DBE6059}"/>
                  </a:ext>
                </a:extLst>
              </p14:cNvPr>
              <p14:cNvContentPartPr/>
              <p14:nvPr/>
            </p14:nvContentPartPr>
            <p14:xfrm>
              <a:off x="8108943" y="4386524"/>
              <a:ext cx="252720" cy="5400"/>
            </p14:xfrm>
          </p:contentPart>
        </mc:Choice>
        <mc:Fallback>
          <p:pic>
            <p:nvPicPr>
              <p:cNvPr id="361" name="Entrada de lápiz 360">
                <a:extLst>
                  <a:ext uri="{FF2B5EF4-FFF2-40B4-BE49-F238E27FC236}">
                    <a16:creationId xmlns:a16="http://schemas.microsoft.com/office/drawing/2014/main" id="{A4FEFBD3-5352-99CA-C199-B0540DBE6059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8099943" y="4377524"/>
                <a:ext cx="2703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63" name="Entrada de lápiz 362">
                <a:extLst>
                  <a:ext uri="{FF2B5EF4-FFF2-40B4-BE49-F238E27FC236}">
                    <a16:creationId xmlns:a16="http://schemas.microsoft.com/office/drawing/2014/main" id="{C9815CF5-5DA8-64BF-BDD3-DC3C17A93122}"/>
                  </a:ext>
                </a:extLst>
              </p14:cNvPr>
              <p14:cNvContentPartPr/>
              <p14:nvPr/>
            </p14:nvContentPartPr>
            <p14:xfrm>
              <a:off x="8506023" y="4487324"/>
              <a:ext cx="315720" cy="360"/>
            </p14:xfrm>
          </p:contentPart>
        </mc:Choice>
        <mc:Fallback>
          <p:pic>
            <p:nvPicPr>
              <p:cNvPr id="363" name="Entrada de lápiz 362">
                <a:extLst>
                  <a:ext uri="{FF2B5EF4-FFF2-40B4-BE49-F238E27FC236}">
                    <a16:creationId xmlns:a16="http://schemas.microsoft.com/office/drawing/2014/main" id="{C9815CF5-5DA8-64BF-BDD3-DC3C17A9312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497023" y="4478324"/>
                <a:ext cx="333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64" name="Entrada de lápiz 363">
                <a:extLst>
                  <a:ext uri="{FF2B5EF4-FFF2-40B4-BE49-F238E27FC236}">
                    <a16:creationId xmlns:a16="http://schemas.microsoft.com/office/drawing/2014/main" id="{4240D9F4-CCD7-EDFE-A8AE-E610BC14050B}"/>
                  </a:ext>
                </a:extLst>
              </p14:cNvPr>
              <p14:cNvContentPartPr/>
              <p14:nvPr/>
            </p14:nvContentPartPr>
            <p14:xfrm>
              <a:off x="8506023" y="4595324"/>
              <a:ext cx="302760" cy="360"/>
            </p14:xfrm>
          </p:contentPart>
        </mc:Choice>
        <mc:Fallback>
          <p:pic>
            <p:nvPicPr>
              <p:cNvPr id="364" name="Entrada de lápiz 363">
                <a:extLst>
                  <a:ext uri="{FF2B5EF4-FFF2-40B4-BE49-F238E27FC236}">
                    <a16:creationId xmlns:a16="http://schemas.microsoft.com/office/drawing/2014/main" id="{4240D9F4-CCD7-EDFE-A8AE-E610BC14050B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8497023" y="4586684"/>
                <a:ext cx="320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66" name="Entrada de lápiz 365">
                <a:extLst>
                  <a:ext uri="{FF2B5EF4-FFF2-40B4-BE49-F238E27FC236}">
                    <a16:creationId xmlns:a16="http://schemas.microsoft.com/office/drawing/2014/main" id="{FDB7225B-E07C-E683-46D7-EF2F9A42E831}"/>
                  </a:ext>
                </a:extLst>
              </p14:cNvPr>
              <p14:cNvContentPartPr/>
              <p14:nvPr/>
            </p14:nvContentPartPr>
            <p14:xfrm>
              <a:off x="8939463" y="4270964"/>
              <a:ext cx="70920" cy="406440"/>
            </p14:xfrm>
          </p:contentPart>
        </mc:Choice>
        <mc:Fallback>
          <p:pic>
            <p:nvPicPr>
              <p:cNvPr id="366" name="Entrada de lápiz 365">
                <a:extLst>
                  <a:ext uri="{FF2B5EF4-FFF2-40B4-BE49-F238E27FC236}">
                    <a16:creationId xmlns:a16="http://schemas.microsoft.com/office/drawing/2014/main" id="{FDB7225B-E07C-E683-46D7-EF2F9A42E831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8930463" y="4261964"/>
                <a:ext cx="8856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67" name="Entrada de lápiz 366">
                <a:extLst>
                  <a:ext uri="{FF2B5EF4-FFF2-40B4-BE49-F238E27FC236}">
                    <a16:creationId xmlns:a16="http://schemas.microsoft.com/office/drawing/2014/main" id="{3C1632EF-7199-DC9A-73A6-DE727F5C8FD4}"/>
                  </a:ext>
                </a:extLst>
              </p14:cNvPr>
              <p14:cNvContentPartPr/>
              <p14:nvPr/>
            </p14:nvContentPartPr>
            <p14:xfrm>
              <a:off x="9071583" y="4328564"/>
              <a:ext cx="231480" cy="280800"/>
            </p14:xfrm>
          </p:contentPart>
        </mc:Choice>
        <mc:Fallback>
          <p:pic>
            <p:nvPicPr>
              <p:cNvPr id="367" name="Entrada de lápiz 366">
                <a:extLst>
                  <a:ext uri="{FF2B5EF4-FFF2-40B4-BE49-F238E27FC236}">
                    <a16:creationId xmlns:a16="http://schemas.microsoft.com/office/drawing/2014/main" id="{3C1632EF-7199-DC9A-73A6-DE727F5C8FD4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9062943" y="4319564"/>
                <a:ext cx="24912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69" name="Entrada de lápiz 368">
                <a:extLst>
                  <a:ext uri="{FF2B5EF4-FFF2-40B4-BE49-F238E27FC236}">
                    <a16:creationId xmlns:a16="http://schemas.microsoft.com/office/drawing/2014/main" id="{05AB1563-BA37-51F4-3E95-453D1CD51477}"/>
                  </a:ext>
                </a:extLst>
              </p14:cNvPr>
              <p14:cNvContentPartPr/>
              <p14:nvPr/>
            </p14:nvContentPartPr>
            <p14:xfrm>
              <a:off x="9299823" y="4328924"/>
              <a:ext cx="264240" cy="281520"/>
            </p14:xfrm>
          </p:contentPart>
        </mc:Choice>
        <mc:Fallback>
          <p:pic>
            <p:nvPicPr>
              <p:cNvPr id="369" name="Entrada de lápiz 368">
                <a:extLst>
                  <a:ext uri="{FF2B5EF4-FFF2-40B4-BE49-F238E27FC236}">
                    <a16:creationId xmlns:a16="http://schemas.microsoft.com/office/drawing/2014/main" id="{05AB1563-BA37-51F4-3E95-453D1CD51477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9290823" y="4319924"/>
                <a:ext cx="2818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70" name="Entrada de lápiz 369">
                <a:extLst>
                  <a:ext uri="{FF2B5EF4-FFF2-40B4-BE49-F238E27FC236}">
                    <a16:creationId xmlns:a16="http://schemas.microsoft.com/office/drawing/2014/main" id="{13FE4940-91C4-9D56-3240-4DAECAD63ABA}"/>
                  </a:ext>
                </a:extLst>
              </p14:cNvPr>
              <p14:cNvContentPartPr/>
              <p14:nvPr/>
            </p14:nvContentPartPr>
            <p14:xfrm>
              <a:off x="9624903" y="4300124"/>
              <a:ext cx="198360" cy="364680"/>
            </p14:xfrm>
          </p:contentPart>
        </mc:Choice>
        <mc:Fallback>
          <p:pic>
            <p:nvPicPr>
              <p:cNvPr id="370" name="Entrada de lápiz 369">
                <a:extLst>
                  <a:ext uri="{FF2B5EF4-FFF2-40B4-BE49-F238E27FC236}">
                    <a16:creationId xmlns:a16="http://schemas.microsoft.com/office/drawing/2014/main" id="{13FE4940-91C4-9D56-3240-4DAECAD63ABA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9616263" y="4291484"/>
                <a:ext cx="216000" cy="38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5" name="Grupo 414">
            <a:extLst>
              <a:ext uri="{FF2B5EF4-FFF2-40B4-BE49-F238E27FC236}">
                <a16:creationId xmlns:a16="http://schemas.microsoft.com/office/drawing/2014/main" id="{FFB9DB21-799F-D7CC-9ABC-7ADC3DE862D1}"/>
              </a:ext>
            </a:extLst>
          </p:cNvPr>
          <p:cNvGrpSpPr/>
          <p:nvPr/>
        </p:nvGrpSpPr>
        <p:grpSpPr>
          <a:xfrm>
            <a:off x="8674143" y="3572015"/>
            <a:ext cx="1257480" cy="469800"/>
            <a:chOff x="8674143" y="3572015"/>
            <a:chExt cx="125748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4E4C010D-D6E0-5F9F-673F-C06665CEA3A7}"/>
                    </a:ext>
                  </a:extLst>
                </p14:cNvPr>
                <p14:cNvContentPartPr/>
                <p14:nvPr/>
              </p14:nvContentPartPr>
              <p14:xfrm>
                <a:off x="8698263" y="3777404"/>
                <a:ext cx="156600" cy="36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4E4C010D-D6E0-5F9F-673F-C06665CEA3A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689623" y="3768764"/>
                  <a:ext cx="174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00865235-C03A-8684-BB4C-029B692D7ECC}"/>
                    </a:ext>
                  </a:extLst>
                </p14:cNvPr>
                <p14:cNvContentPartPr/>
                <p14:nvPr/>
              </p14:nvContentPartPr>
              <p14:xfrm>
                <a:off x="8674143" y="3885764"/>
                <a:ext cx="105120" cy="2376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00865235-C03A-8684-BB4C-029B692D7EC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665503" y="3876764"/>
                  <a:ext cx="122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407" name="Entrada de lápiz 406">
                  <a:extLst>
                    <a:ext uri="{FF2B5EF4-FFF2-40B4-BE49-F238E27FC236}">
                      <a16:creationId xmlns:a16="http://schemas.microsoft.com/office/drawing/2014/main" id="{4955B38C-DFC3-06EA-B5AB-C3F89E47388B}"/>
                    </a:ext>
                  </a:extLst>
                </p14:cNvPr>
                <p14:cNvContentPartPr/>
                <p14:nvPr/>
              </p14:nvContentPartPr>
              <p14:xfrm>
                <a:off x="8915343" y="3579575"/>
                <a:ext cx="146520" cy="462240"/>
              </p14:xfrm>
            </p:contentPart>
          </mc:Choice>
          <mc:Fallback>
            <p:pic>
              <p:nvPicPr>
                <p:cNvPr id="407" name="Entrada de lápiz 406">
                  <a:extLst>
                    <a:ext uri="{FF2B5EF4-FFF2-40B4-BE49-F238E27FC236}">
                      <a16:creationId xmlns:a16="http://schemas.microsoft.com/office/drawing/2014/main" id="{4955B38C-DFC3-06EA-B5AB-C3F89E47388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906343" y="3570935"/>
                  <a:ext cx="1641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409" name="Entrada de lápiz 408">
                  <a:extLst>
                    <a:ext uri="{FF2B5EF4-FFF2-40B4-BE49-F238E27FC236}">
                      <a16:creationId xmlns:a16="http://schemas.microsoft.com/office/drawing/2014/main" id="{2C2A8991-B3DF-8878-5CE6-346D6E7644EB}"/>
                    </a:ext>
                  </a:extLst>
                </p14:cNvPr>
                <p14:cNvContentPartPr/>
                <p14:nvPr/>
              </p14:nvContentPartPr>
              <p14:xfrm>
                <a:off x="8939463" y="3765695"/>
                <a:ext cx="143280" cy="36000"/>
              </p14:xfrm>
            </p:contentPart>
          </mc:Choice>
          <mc:Fallback>
            <p:pic>
              <p:nvPicPr>
                <p:cNvPr id="409" name="Entrada de lápiz 408">
                  <a:extLst>
                    <a:ext uri="{FF2B5EF4-FFF2-40B4-BE49-F238E27FC236}">
                      <a16:creationId xmlns:a16="http://schemas.microsoft.com/office/drawing/2014/main" id="{2C2A8991-B3DF-8878-5CE6-346D6E7644E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930463" y="3757055"/>
                  <a:ext cx="160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410" name="Entrada de lápiz 409">
                  <a:extLst>
                    <a:ext uri="{FF2B5EF4-FFF2-40B4-BE49-F238E27FC236}">
                      <a16:creationId xmlns:a16="http://schemas.microsoft.com/office/drawing/2014/main" id="{F3351BF5-C3C6-BCA8-0C60-58054B53E79B}"/>
                    </a:ext>
                  </a:extLst>
                </p14:cNvPr>
                <p14:cNvContentPartPr/>
                <p14:nvPr/>
              </p14:nvContentPartPr>
              <p14:xfrm>
                <a:off x="9156543" y="3572015"/>
                <a:ext cx="194400" cy="412200"/>
              </p14:xfrm>
            </p:contentPart>
          </mc:Choice>
          <mc:Fallback>
            <p:pic>
              <p:nvPicPr>
                <p:cNvPr id="410" name="Entrada de lápiz 409">
                  <a:extLst>
                    <a:ext uri="{FF2B5EF4-FFF2-40B4-BE49-F238E27FC236}">
                      <a16:creationId xmlns:a16="http://schemas.microsoft.com/office/drawing/2014/main" id="{F3351BF5-C3C6-BCA8-0C60-58054B53E79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147543" y="3563375"/>
                  <a:ext cx="2120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11" name="Entrada de lápiz 410">
                  <a:extLst>
                    <a:ext uri="{FF2B5EF4-FFF2-40B4-BE49-F238E27FC236}">
                      <a16:creationId xmlns:a16="http://schemas.microsoft.com/office/drawing/2014/main" id="{C673987F-5A34-D911-2250-7706529359FB}"/>
                    </a:ext>
                  </a:extLst>
                </p14:cNvPr>
                <p14:cNvContentPartPr/>
                <p14:nvPr/>
              </p14:nvContentPartPr>
              <p14:xfrm>
                <a:off x="9372543" y="3950015"/>
                <a:ext cx="48240" cy="54000"/>
              </p14:xfrm>
            </p:contentPart>
          </mc:Choice>
          <mc:Fallback>
            <p:pic>
              <p:nvPicPr>
                <p:cNvPr id="411" name="Entrada de lápiz 410">
                  <a:extLst>
                    <a:ext uri="{FF2B5EF4-FFF2-40B4-BE49-F238E27FC236}">
                      <a16:creationId xmlns:a16="http://schemas.microsoft.com/office/drawing/2014/main" id="{C673987F-5A34-D911-2250-7706529359F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363903" y="3941375"/>
                  <a:ext cx="65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13" name="Entrada de lápiz 412">
                  <a:extLst>
                    <a:ext uri="{FF2B5EF4-FFF2-40B4-BE49-F238E27FC236}">
                      <a16:creationId xmlns:a16="http://schemas.microsoft.com/office/drawing/2014/main" id="{6AC37D74-F766-7410-B713-81FFC7BDFFC7}"/>
                    </a:ext>
                  </a:extLst>
                </p14:cNvPr>
                <p14:cNvContentPartPr/>
                <p14:nvPr/>
              </p14:nvContentPartPr>
              <p14:xfrm>
                <a:off x="9479103" y="3591095"/>
                <a:ext cx="192960" cy="443520"/>
              </p14:xfrm>
            </p:contentPart>
          </mc:Choice>
          <mc:Fallback>
            <p:pic>
              <p:nvPicPr>
                <p:cNvPr id="413" name="Entrada de lápiz 412">
                  <a:extLst>
                    <a:ext uri="{FF2B5EF4-FFF2-40B4-BE49-F238E27FC236}">
                      <a16:creationId xmlns:a16="http://schemas.microsoft.com/office/drawing/2014/main" id="{6AC37D74-F766-7410-B713-81FFC7BDFFC7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470463" y="3582095"/>
                  <a:ext cx="21060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14" name="Entrada de lápiz 413">
                  <a:extLst>
                    <a:ext uri="{FF2B5EF4-FFF2-40B4-BE49-F238E27FC236}">
                      <a16:creationId xmlns:a16="http://schemas.microsoft.com/office/drawing/2014/main" id="{F8707664-A043-1421-0ADA-2B8D2236480A}"/>
                    </a:ext>
                  </a:extLst>
                </p14:cNvPr>
                <p14:cNvContentPartPr/>
                <p14:nvPr/>
              </p14:nvContentPartPr>
              <p14:xfrm>
                <a:off x="9745143" y="3584975"/>
                <a:ext cx="186480" cy="417240"/>
              </p14:xfrm>
            </p:contentPart>
          </mc:Choice>
          <mc:Fallback>
            <p:pic>
              <p:nvPicPr>
                <p:cNvPr id="414" name="Entrada de lápiz 413">
                  <a:extLst>
                    <a:ext uri="{FF2B5EF4-FFF2-40B4-BE49-F238E27FC236}">
                      <a16:creationId xmlns:a16="http://schemas.microsoft.com/office/drawing/2014/main" id="{F8707664-A043-1421-0ADA-2B8D2236480A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736143" y="3576335"/>
                  <a:ext cx="204120" cy="43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upo 416">
            <a:extLst>
              <a:ext uri="{FF2B5EF4-FFF2-40B4-BE49-F238E27FC236}">
                <a16:creationId xmlns:a16="http://schemas.microsoft.com/office/drawing/2014/main" id="{18FCDF77-DD9C-851F-D58D-E490487F925F}"/>
              </a:ext>
            </a:extLst>
          </p:cNvPr>
          <p:cNvGrpSpPr/>
          <p:nvPr/>
        </p:nvGrpSpPr>
        <p:grpSpPr>
          <a:xfrm>
            <a:off x="6087543" y="4968455"/>
            <a:ext cx="5991120" cy="614160"/>
            <a:chOff x="6087543" y="4968455"/>
            <a:chExt cx="5991120" cy="61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DA1EEE83-D7C4-26BF-AA72-79418561F98F}"/>
                    </a:ext>
                  </a:extLst>
                </p14:cNvPr>
                <p14:cNvContentPartPr/>
                <p14:nvPr/>
              </p14:nvContentPartPr>
              <p14:xfrm>
                <a:off x="6183663" y="5002655"/>
                <a:ext cx="218160" cy="372600"/>
              </p14:xfrm>
            </p:contentPart>
          </mc:Choice>
          <mc:Fallback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DA1EEE83-D7C4-26BF-AA72-79418561F98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175023" y="4994015"/>
                  <a:ext cx="2358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2EA78FA4-87B1-598B-6868-1427D9650D79}"/>
                    </a:ext>
                  </a:extLst>
                </p14:cNvPr>
                <p14:cNvContentPartPr/>
                <p14:nvPr/>
              </p14:nvContentPartPr>
              <p14:xfrm>
                <a:off x="6357183" y="5293535"/>
                <a:ext cx="111960" cy="16992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2EA78FA4-87B1-598B-6868-1427D9650D7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348543" y="5284535"/>
                  <a:ext cx="129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967C44E0-34FD-C6F5-C8BE-9D0267323023}"/>
                    </a:ext>
                  </a:extLst>
                </p14:cNvPr>
                <p14:cNvContentPartPr/>
                <p14:nvPr/>
              </p14:nvContentPartPr>
              <p14:xfrm>
                <a:off x="6364023" y="5252495"/>
                <a:ext cx="82440" cy="5040"/>
              </p14:xfrm>
            </p:contentPart>
          </mc:Choice>
          <mc:Fallback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967C44E0-34FD-C6F5-C8BE-9D026732302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355383" y="5243855"/>
                  <a:ext cx="100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AA29D9F2-B846-B125-7722-3CC700C7DB50}"/>
                    </a:ext>
                  </a:extLst>
                </p14:cNvPr>
                <p14:cNvContentPartPr/>
                <p14:nvPr/>
              </p14:nvContentPartPr>
              <p14:xfrm>
                <a:off x="6452583" y="5426015"/>
                <a:ext cx="80280" cy="82080"/>
              </p14:xfrm>
            </p:contentPart>
          </mc:Choice>
          <mc:Fallback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AA29D9F2-B846-B125-7722-3CC700C7DB50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6443943" y="5417015"/>
                  <a:ext cx="97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0947FCCF-6C81-7212-43B0-A157FB07A26C}"/>
                    </a:ext>
                  </a:extLst>
                </p14:cNvPr>
                <p14:cNvContentPartPr/>
                <p14:nvPr/>
              </p14:nvContentPartPr>
              <p14:xfrm>
                <a:off x="6582543" y="5233415"/>
                <a:ext cx="135000" cy="230400"/>
              </p14:xfrm>
            </p:contentPart>
          </mc:Choice>
          <mc:Fallback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0947FCCF-6C81-7212-43B0-A157FB07A26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573543" y="5224775"/>
                  <a:ext cx="152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77" name="Entrada de lápiz 376">
                  <a:extLst>
                    <a:ext uri="{FF2B5EF4-FFF2-40B4-BE49-F238E27FC236}">
                      <a16:creationId xmlns:a16="http://schemas.microsoft.com/office/drawing/2014/main" id="{8E134E67-86C4-C200-362D-5E0AF404FECA}"/>
                    </a:ext>
                  </a:extLst>
                </p14:cNvPr>
                <p14:cNvContentPartPr/>
                <p14:nvPr/>
              </p14:nvContentPartPr>
              <p14:xfrm>
                <a:off x="6725463" y="5413775"/>
                <a:ext cx="36360" cy="129960"/>
              </p14:xfrm>
            </p:contentPart>
          </mc:Choice>
          <mc:Fallback>
            <p:pic>
              <p:nvPicPr>
                <p:cNvPr id="377" name="Entrada de lápiz 376">
                  <a:extLst>
                    <a:ext uri="{FF2B5EF4-FFF2-40B4-BE49-F238E27FC236}">
                      <a16:creationId xmlns:a16="http://schemas.microsoft.com/office/drawing/2014/main" id="{8E134E67-86C4-C200-362D-5E0AF404FECA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716823" y="5404775"/>
                  <a:ext cx="54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CE19927A-29B4-F200-9D20-D0E064646D22}"/>
                    </a:ext>
                  </a:extLst>
                </p14:cNvPr>
                <p14:cNvContentPartPr/>
                <p14:nvPr/>
              </p14:nvContentPartPr>
              <p14:xfrm>
                <a:off x="6737343" y="5196695"/>
                <a:ext cx="74160" cy="216720"/>
              </p14:xfrm>
            </p:contentPart>
          </mc:Choice>
          <mc:Fallback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CE19927A-29B4-F200-9D20-D0E064646D2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728703" y="5187695"/>
                  <a:ext cx="91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77507F77-0C72-29D8-8D2A-3A47F167B82D}"/>
                    </a:ext>
                  </a:extLst>
                </p14:cNvPr>
                <p14:cNvContentPartPr/>
                <p14:nvPr/>
              </p14:nvContentPartPr>
              <p14:xfrm>
                <a:off x="6749223" y="5264375"/>
                <a:ext cx="125640" cy="17280"/>
              </p14:xfrm>
            </p:contentPart>
          </mc:Choice>
          <mc:Fallback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77507F77-0C72-29D8-8D2A-3A47F167B82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740583" y="5255735"/>
                  <a:ext cx="143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80" name="Entrada de lápiz 379">
                  <a:extLst>
                    <a:ext uri="{FF2B5EF4-FFF2-40B4-BE49-F238E27FC236}">
                      <a16:creationId xmlns:a16="http://schemas.microsoft.com/office/drawing/2014/main" id="{12921E5D-CD73-F7CD-2967-F507F561B365}"/>
                    </a:ext>
                  </a:extLst>
                </p14:cNvPr>
                <p14:cNvContentPartPr/>
                <p14:nvPr/>
              </p14:nvContentPartPr>
              <p14:xfrm>
                <a:off x="6965583" y="5280575"/>
                <a:ext cx="82440" cy="25200"/>
              </p14:xfrm>
            </p:contentPart>
          </mc:Choice>
          <mc:Fallback>
            <p:pic>
              <p:nvPicPr>
                <p:cNvPr id="380" name="Entrada de lápiz 379">
                  <a:extLst>
                    <a:ext uri="{FF2B5EF4-FFF2-40B4-BE49-F238E27FC236}">
                      <a16:creationId xmlns:a16="http://schemas.microsoft.com/office/drawing/2014/main" id="{12921E5D-CD73-F7CD-2967-F507F561B36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956943" y="5271575"/>
                  <a:ext cx="100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81" name="Entrada de lápiz 380">
                  <a:extLst>
                    <a:ext uri="{FF2B5EF4-FFF2-40B4-BE49-F238E27FC236}">
                      <a16:creationId xmlns:a16="http://schemas.microsoft.com/office/drawing/2014/main" id="{C67FF149-DAEC-2DC6-D2FD-639A4FC37F27}"/>
                    </a:ext>
                  </a:extLst>
                </p14:cNvPr>
                <p14:cNvContentPartPr/>
                <p14:nvPr/>
              </p14:nvContentPartPr>
              <p14:xfrm>
                <a:off x="6978183" y="5341775"/>
                <a:ext cx="127440" cy="5040"/>
              </p14:xfrm>
            </p:contentPart>
          </mc:Choice>
          <mc:Fallback>
            <p:pic>
              <p:nvPicPr>
                <p:cNvPr id="381" name="Entrada de lápiz 380">
                  <a:extLst>
                    <a:ext uri="{FF2B5EF4-FFF2-40B4-BE49-F238E27FC236}">
                      <a16:creationId xmlns:a16="http://schemas.microsoft.com/office/drawing/2014/main" id="{C67FF149-DAEC-2DC6-D2FD-639A4FC37F2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969183" y="5332775"/>
                  <a:ext cx="145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82" name="Entrada de lápiz 381">
                  <a:extLst>
                    <a:ext uri="{FF2B5EF4-FFF2-40B4-BE49-F238E27FC236}">
                      <a16:creationId xmlns:a16="http://schemas.microsoft.com/office/drawing/2014/main" id="{D2DF6580-C11F-20B0-43E1-952A6CA3BA18}"/>
                    </a:ext>
                  </a:extLst>
                </p14:cNvPr>
                <p14:cNvContentPartPr/>
                <p14:nvPr/>
              </p14:nvContentPartPr>
              <p14:xfrm>
                <a:off x="7110303" y="5148815"/>
                <a:ext cx="190800" cy="302760"/>
              </p14:xfrm>
            </p:contentPart>
          </mc:Choice>
          <mc:Fallback>
            <p:pic>
              <p:nvPicPr>
                <p:cNvPr id="382" name="Entrada de lápiz 381">
                  <a:extLst>
                    <a:ext uri="{FF2B5EF4-FFF2-40B4-BE49-F238E27FC236}">
                      <a16:creationId xmlns:a16="http://schemas.microsoft.com/office/drawing/2014/main" id="{D2DF6580-C11F-20B0-43E1-952A6CA3BA18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101663" y="5139815"/>
                  <a:ext cx="2084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83" name="Entrada de lápiz 382">
                  <a:extLst>
                    <a:ext uri="{FF2B5EF4-FFF2-40B4-BE49-F238E27FC236}">
                      <a16:creationId xmlns:a16="http://schemas.microsoft.com/office/drawing/2014/main" id="{F4236AAC-C339-D878-8FDE-9F3A531D33DB}"/>
                    </a:ext>
                  </a:extLst>
                </p14:cNvPr>
                <p14:cNvContentPartPr/>
                <p14:nvPr/>
              </p14:nvContentPartPr>
              <p14:xfrm>
                <a:off x="7291023" y="5137295"/>
                <a:ext cx="105840" cy="145800"/>
              </p14:xfrm>
            </p:contentPart>
          </mc:Choice>
          <mc:Fallback>
            <p:pic>
              <p:nvPicPr>
                <p:cNvPr id="383" name="Entrada de lápiz 382">
                  <a:extLst>
                    <a:ext uri="{FF2B5EF4-FFF2-40B4-BE49-F238E27FC236}">
                      <a16:creationId xmlns:a16="http://schemas.microsoft.com/office/drawing/2014/main" id="{F4236AAC-C339-D878-8FDE-9F3A531D33D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282023" y="5128295"/>
                  <a:ext cx="123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84" name="Entrada de lápiz 383">
                  <a:extLst>
                    <a:ext uri="{FF2B5EF4-FFF2-40B4-BE49-F238E27FC236}">
                      <a16:creationId xmlns:a16="http://schemas.microsoft.com/office/drawing/2014/main" id="{0C152F05-9DDD-BF83-A3FD-4ECD5864F5EC}"/>
                    </a:ext>
                  </a:extLst>
                </p14:cNvPr>
                <p14:cNvContentPartPr/>
                <p14:nvPr/>
              </p14:nvContentPartPr>
              <p14:xfrm>
                <a:off x="7398663" y="5101295"/>
                <a:ext cx="12600" cy="432000"/>
              </p14:xfrm>
            </p:contentPart>
          </mc:Choice>
          <mc:Fallback>
            <p:pic>
              <p:nvPicPr>
                <p:cNvPr id="384" name="Entrada de lápiz 383">
                  <a:extLst>
                    <a:ext uri="{FF2B5EF4-FFF2-40B4-BE49-F238E27FC236}">
                      <a16:creationId xmlns:a16="http://schemas.microsoft.com/office/drawing/2014/main" id="{0C152F05-9DDD-BF83-A3FD-4ECD5864F5EC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389663" y="5092295"/>
                  <a:ext cx="3024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86" name="Entrada de lápiz 385">
                  <a:extLst>
                    <a:ext uri="{FF2B5EF4-FFF2-40B4-BE49-F238E27FC236}">
                      <a16:creationId xmlns:a16="http://schemas.microsoft.com/office/drawing/2014/main" id="{7241A7B0-21BD-3462-5927-F489728CE4F7}"/>
                    </a:ext>
                  </a:extLst>
                </p14:cNvPr>
                <p14:cNvContentPartPr/>
                <p14:nvPr/>
              </p14:nvContentPartPr>
              <p14:xfrm>
                <a:off x="7519263" y="5004815"/>
                <a:ext cx="78120" cy="239760"/>
              </p14:xfrm>
            </p:contentPart>
          </mc:Choice>
          <mc:Fallback>
            <p:pic>
              <p:nvPicPr>
                <p:cNvPr id="386" name="Entrada de lápiz 385">
                  <a:extLst>
                    <a:ext uri="{FF2B5EF4-FFF2-40B4-BE49-F238E27FC236}">
                      <a16:creationId xmlns:a16="http://schemas.microsoft.com/office/drawing/2014/main" id="{7241A7B0-21BD-3462-5927-F489728CE4F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510263" y="4995815"/>
                  <a:ext cx="95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87" name="Entrada de lápiz 386">
                  <a:extLst>
                    <a:ext uri="{FF2B5EF4-FFF2-40B4-BE49-F238E27FC236}">
                      <a16:creationId xmlns:a16="http://schemas.microsoft.com/office/drawing/2014/main" id="{B7D4470F-F32A-0B54-B1D1-5129122E926A}"/>
                    </a:ext>
                  </a:extLst>
                </p14:cNvPr>
                <p14:cNvContentPartPr/>
                <p14:nvPr/>
              </p14:nvContentPartPr>
              <p14:xfrm>
                <a:off x="7495503" y="4984655"/>
                <a:ext cx="129240" cy="272880"/>
              </p14:xfrm>
            </p:contentPart>
          </mc:Choice>
          <mc:Fallback>
            <p:pic>
              <p:nvPicPr>
                <p:cNvPr id="387" name="Entrada de lápiz 386">
                  <a:extLst>
                    <a:ext uri="{FF2B5EF4-FFF2-40B4-BE49-F238E27FC236}">
                      <a16:creationId xmlns:a16="http://schemas.microsoft.com/office/drawing/2014/main" id="{B7D4470F-F32A-0B54-B1D1-5129122E926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486503" y="4976015"/>
                  <a:ext cx="1468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88" name="Entrada de lápiz 387">
                  <a:extLst>
                    <a:ext uri="{FF2B5EF4-FFF2-40B4-BE49-F238E27FC236}">
                      <a16:creationId xmlns:a16="http://schemas.microsoft.com/office/drawing/2014/main" id="{CA751901-BC09-4523-6500-F8C19B1DB3A7}"/>
                    </a:ext>
                  </a:extLst>
                </p14:cNvPr>
                <p14:cNvContentPartPr/>
                <p14:nvPr/>
              </p14:nvContentPartPr>
              <p14:xfrm>
                <a:off x="7459143" y="5064935"/>
                <a:ext cx="215640" cy="360"/>
              </p14:xfrm>
            </p:contentPart>
          </mc:Choice>
          <mc:Fallback>
            <p:pic>
              <p:nvPicPr>
                <p:cNvPr id="388" name="Entrada de lápiz 387">
                  <a:extLst>
                    <a:ext uri="{FF2B5EF4-FFF2-40B4-BE49-F238E27FC236}">
                      <a16:creationId xmlns:a16="http://schemas.microsoft.com/office/drawing/2014/main" id="{CA751901-BC09-4523-6500-F8C19B1DB3A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450143" y="5055935"/>
                  <a:ext cx="233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90" name="Entrada de lápiz 389">
                  <a:extLst>
                    <a:ext uri="{FF2B5EF4-FFF2-40B4-BE49-F238E27FC236}">
                      <a16:creationId xmlns:a16="http://schemas.microsoft.com/office/drawing/2014/main" id="{6B9877BA-A8C8-AC0B-5932-F5D13267E89E}"/>
                    </a:ext>
                  </a:extLst>
                </p14:cNvPr>
                <p14:cNvContentPartPr/>
                <p14:nvPr/>
              </p14:nvContentPartPr>
              <p14:xfrm>
                <a:off x="7638063" y="5123255"/>
                <a:ext cx="209880" cy="365760"/>
              </p14:xfrm>
            </p:contentPart>
          </mc:Choice>
          <mc:Fallback>
            <p:pic>
              <p:nvPicPr>
                <p:cNvPr id="390" name="Entrada de lápiz 389">
                  <a:extLst>
                    <a:ext uri="{FF2B5EF4-FFF2-40B4-BE49-F238E27FC236}">
                      <a16:creationId xmlns:a16="http://schemas.microsoft.com/office/drawing/2014/main" id="{6B9877BA-A8C8-AC0B-5932-F5D13267E89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7629063" y="5114615"/>
                  <a:ext cx="227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91" name="Entrada de lápiz 390">
                  <a:extLst>
                    <a:ext uri="{FF2B5EF4-FFF2-40B4-BE49-F238E27FC236}">
                      <a16:creationId xmlns:a16="http://schemas.microsoft.com/office/drawing/2014/main" id="{257DEEDD-1A68-76A9-D524-5C9A5E750F1C}"/>
                    </a:ext>
                  </a:extLst>
                </p14:cNvPr>
                <p14:cNvContentPartPr/>
                <p14:nvPr/>
              </p14:nvContentPartPr>
              <p14:xfrm>
                <a:off x="7916703" y="5424215"/>
                <a:ext cx="119880" cy="88200"/>
              </p14:xfrm>
            </p:contentPart>
          </mc:Choice>
          <mc:Fallback>
            <p:pic>
              <p:nvPicPr>
                <p:cNvPr id="391" name="Entrada de lápiz 390">
                  <a:extLst>
                    <a:ext uri="{FF2B5EF4-FFF2-40B4-BE49-F238E27FC236}">
                      <a16:creationId xmlns:a16="http://schemas.microsoft.com/office/drawing/2014/main" id="{257DEEDD-1A68-76A9-D524-5C9A5E750F1C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7907703" y="5415215"/>
                  <a:ext cx="137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92" name="Entrada de lápiz 391">
                  <a:extLst>
                    <a:ext uri="{FF2B5EF4-FFF2-40B4-BE49-F238E27FC236}">
                      <a16:creationId xmlns:a16="http://schemas.microsoft.com/office/drawing/2014/main" id="{DA99B12C-4B17-C53C-A0CE-4A53925F42E9}"/>
                    </a:ext>
                  </a:extLst>
                </p14:cNvPr>
                <p14:cNvContentPartPr/>
                <p14:nvPr/>
              </p14:nvContentPartPr>
              <p14:xfrm>
                <a:off x="7964223" y="5125055"/>
                <a:ext cx="268200" cy="351360"/>
              </p14:xfrm>
            </p:contentPart>
          </mc:Choice>
          <mc:Fallback>
            <p:pic>
              <p:nvPicPr>
                <p:cNvPr id="392" name="Entrada de lápiz 391">
                  <a:extLst>
                    <a:ext uri="{FF2B5EF4-FFF2-40B4-BE49-F238E27FC236}">
                      <a16:creationId xmlns:a16="http://schemas.microsoft.com/office/drawing/2014/main" id="{DA99B12C-4B17-C53C-A0CE-4A53925F42E9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7955583" y="5116415"/>
                  <a:ext cx="2858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93" name="Entrada de lápiz 392">
                  <a:extLst>
                    <a:ext uri="{FF2B5EF4-FFF2-40B4-BE49-F238E27FC236}">
                      <a16:creationId xmlns:a16="http://schemas.microsoft.com/office/drawing/2014/main" id="{AF7B1103-5499-F787-4492-8819852ACC5C}"/>
                    </a:ext>
                  </a:extLst>
                </p14:cNvPr>
                <p14:cNvContentPartPr/>
                <p14:nvPr/>
              </p14:nvContentPartPr>
              <p14:xfrm>
                <a:off x="8193183" y="5160335"/>
                <a:ext cx="204480" cy="279720"/>
              </p14:xfrm>
            </p:contentPart>
          </mc:Choice>
          <mc:Fallback>
            <p:pic>
              <p:nvPicPr>
                <p:cNvPr id="393" name="Entrada de lápiz 392">
                  <a:extLst>
                    <a:ext uri="{FF2B5EF4-FFF2-40B4-BE49-F238E27FC236}">
                      <a16:creationId xmlns:a16="http://schemas.microsoft.com/office/drawing/2014/main" id="{AF7B1103-5499-F787-4492-8819852ACC5C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8184183" y="5151695"/>
                  <a:ext cx="222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94" name="Entrada de lápiz 393">
                  <a:extLst>
                    <a:ext uri="{FF2B5EF4-FFF2-40B4-BE49-F238E27FC236}">
                      <a16:creationId xmlns:a16="http://schemas.microsoft.com/office/drawing/2014/main" id="{610E46A2-6349-158B-71FC-60ACF4407B2D}"/>
                    </a:ext>
                  </a:extLst>
                </p14:cNvPr>
                <p14:cNvContentPartPr/>
                <p14:nvPr/>
              </p14:nvContentPartPr>
              <p14:xfrm>
                <a:off x="8457783" y="5221175"/>
                <a:ext cx="107280" cy="360"/>
              </p14:xfrm>
            </p:contentPart>
          </mc:Choice>
          <mc:Fallback>
            <p:pic>
              <p:nvPicPr>
                <p:cNvPr id="394" name="Entrada de lápiz 393">
                  <a:extLst>
                    <a:ext uri="{FF2B5EF4-FFF2-40B4-BE49-F238E27FC236}">
                      <a16:creationId xmlns:a16="http://schemas.microsoft.com/office/drawing/2014/main" id="{610E46A2-6349-158B-71FC-60ACF4407B2D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8448783" y="5212535"/>
                  <a:ext cx="124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95" name="Entrada de lápiz 394">
                  <a:extLst>
                    <a:ext uri="{FF2B5EF4-FFF2-40B4-BE49-F238E27FC236}">
                      <a16:creationId xmlns:a16="http://schemas.microsoft.com/office/drawing/2014/main" id="{4EC89E43-1081-65BD-200F-6116D5E36006}"/>
                    </a:ext>
                  </a:extLst>
                </p14:cNvPr>
                <p14:cNvContentPartPr/>
                <p14:nvPr/>
              </p14:nvContentPartPr>
              <p14:xfrm>
                <a:off x="8481903" y="5305415"/>
                <a:ext cx="118440" cy="360"/>
              </p14:xfrm>
            </p:contentPart>
          </mc:Choice>
          <mc:Fallback>
            <p:pic>
              <p:nvPicPr>
                <p:cNvPr id="395" name="Entrada de lápiz 394">
                  <a:extLst>
                    <a:ext uri="{FF2B5EF4-FFF2-40B4-BE49-F238E27FC236}">
                      <a16:creationId xmlns:a16="http://schemas.microsoft.com/office/drawing/2014/main" id="{4EC89E43-1081-65BD-200F-6116D5E3600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8472903" y="5296415"/>
                  <a:ext cx="136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97" name="Entrada de lápiz 396">
                  <a:extLst>
                    <a:ext uri="{FF2B5EF4-FFF2-40B4-BE49-F238E27FC236}">
                      <a16:creationId xmlns:a16="http://schemas.microsoft.com/office/drawing/2014/main" id="{8D97F894-0CB4-A194-81AD-07A1C64A7EB5}"/>
                    </a:ext>
                  </a:extLst>
                </p14:cNvPr>
                <p14:cNvContentPartPr/>
                <p14:nvPr/>
              </p14:nvContentPartPr>
              <p14:xfrm>
                <a:off x="8818863" y="4980695"/>
                <a:ext cx="61200" cy="372600"/>
              </p14:xfrm>
            </p:contentPart>
          </mc:Choice>
          <mc:Fallback>
            <p:pic>
              <p:nvPicPr>
                <p:cNvPr id="397" name="Entrada de lápiz 396">
                  <a:extLst>
                    <a:ext uri="{FF2B5EF4-FFF2-40B4-BE49-F238E27FC236}">
                      <a16:creationId xmlns:a16="http://schemas.microsoft.com/office/drawing/2014/main" id="{8D97F894-0CB4-A194-81AD-07A1C64A7EB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809863" y="4972055"/>
                  <a:ext cx="78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98" name="Entrada de lápiz 397">
                  <a:extLst>
                    <a:ext uri="{FF2B5EF4-FFF2-40B4-BE49-F238E27FC236}">
                      <a16:creationId xmlns:a16="http://schemas.microsoft.com/office/drawing/2014/main" id="{9ACD1139-DF8A-2454-4DD9-89A5F1A9D926}"/>
                    </a:ext>
                  </a:extLst>
                </p14:cNvPr>
                <p14:cNvContentPartPr/>
                <p14:nvPr/>
              </p14:nvContentPartPr>
              <p14:xfrm>
                <a:off x="8959983" y="5006615"/>
                <a:ext cx="199440" cy="303120"/>
              </p14:xfrm>
            </p:contentPart>
          </mc:Choice>
          <mc:Fallback>
            <p:pic>
              <p:nvPicPr>
                <p:cNvPr id="398" name="Entrada de lápiz 397">
                  <a:extLst>
                    <a:ext uri="{FF2B5EF4-FFF2-40B4-BE49-F238E27FC236}">
                      <a16:creationId xmlns:a16="http://schemas.microsoft.com/office/drawing/2014/main" id="{9ACD1139-DF8A-2454-4DD9-89A5F1A9D92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951343" y="4997615"/>
                  <a:ext cx="217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99" name="Entrada de lápiz 398">
                  <a:extLst>
                    <a:ext uri="{FF2B5EF4-FFF2-40B4-BE49-F238E27FC236}">
                      <a16:creationId xmlns:a16="http://schemas.microsoft.com/office/drawing/2014/main" id="{54E954AB-ED8E-D476-8298-690F33B48147}"/>
                    </a:ext>
                  </a:extLst>
                </p14:cNvPr>
                <p14:cNvContentPartPr/>
                <p14:nvPr/>
              </p14:nvContentPartPr>
              <p14:xfrm>
                <a:off x="9035223" y="4968455"/>
                <a:ext cx="141480" cy="360"/>
              </p14:xfrm>
            </p:contentPart>
          </mc:Choice>
          <mc:Fallback>
            <p:pic>
              <p:nvPicPr>
                <p:cNvPr id="399" name="Entrada de lápiz 398">
                  <a:extLst>
                    <a:ext uri="{FF2B5EF4-FFF2-40B4-BE49-F238E27FC236}">
                      <a16:creationId xmlns:a16="http://schemas.microsoft.com/office/drawing/2014/main" id="{54E954AB-ED8E-D476-8298-690F33B4814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026583" y="4959455"/>
                  <a:ext cx="159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400" name="Entrada de lápiz 399">
                  <a:extLst>
                    <a:ext uri="{FF2B5EF4-FFF2-40B4-BE49-F238E27FC236}">
                      <a16:creationId xmlns:a16="http://schemas.microsoft.com/office/drawing/2014/main" id="{833E0857-1C53-A0E2-93F6-D446B44C091F}"/>
                    </a:ext>
                  </a:extLst>
                </p14:cNvPr>
                <p14:cNvContentPartPr/>
                <p14:nvPr/>
              </p14:nvContentPartPr>
              <p14:xfrm>
                <a:off x="9299463" y="4968455"/>
                <a:ext cx="12600" cy="420480"/>
              </p14:xfrm>
            </p:contentPart>
          </mc:Choice>
          <mc:Fallback>
            <p:pic>
              <p:nvPicPr>
                <p:cNvPr id="400" name="Entrada de lápiz 399">
                  <a:extLst>
                    <a:ext uri="{FF2B5EF4-FFF2-40B4-BE49-F238E27FC236}">
                      <a16:creationId xmlns:a16="http://schemas.microsoft.com/office/drawing/2014/main" id="{833E0857-1C53-A0E2-93F6-D446B44C091F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9290463" y="4959455"/>
                  <a:ext cx="302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01" name="Entrada de lápiz 400">
                  <a:extLst>
                    <a:ext uri="{FF2B5EF4-FFF2-40B4-BE49-F238E27FC236}">
                      <a16:creationId xmlns:a16="http://schemas.microsoft.com/office/drawing/2014/main" id="{B724F94E-D2B3-9F94-4A6D-9F5716795065}"/>
                    </a:ext>
                  </a:extLst>
                </p14:cNvPr>
                <p14:cNvContentPartPr/>
                <p14:nvPr/>
              </p14:nvContentPartPr>
              <p14:xfrm>
                <a:off x="9323943" y="5208215"/>
                <a:ext cx="123840" cy="160560"/>
              </p14:xfrm>
            </p:contentPart>
          </mc:Choice>
          <mc:Fallback>
            <p:pic>
              <p:nvPicPr>
                <p:cNvPr id="401" name="Entrada de lápiz 400">
                  <a:extLst>
                    <a:ext uri="{FF2B5EF4-FFF2-40B4-BE49-F238E27FC236}">
                      <a16:creationId xmlns:a16="http://schemas.microsoft.com/office/drawing/2014/main" id="{B724F94E-D2B3-9F94-4A6D-9F5716795065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315303" y="5199215"/>
                  <a:ext cx="14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03" name="Entrada de lápiz 402">
                  <a:extLst>
                    <a:ext uri="{FF2B5EF4-FFF2-40B4-BE49-F238E27FC236}">
                      <a16:creationId xmlns:a16="http://schemas.microsoft.com/office/drawing/2014/main" id="{89C5FA58-D5ED-41E2-C650-5AFA015553C4}"/>
                    </a:ext>
                  </a:extLst>
                </p14:cNvPr>
                <p14:cNvContentPartPr/>
                <p14:nvPr/>
              </p14:nvContentPartPr>
              <p14:xfrm>
                <a:off x="9516903" y="4968815"/>
                <a:ext cx="172440" cy="397080"/>
              </p14:xfrm>
            </p:contentPart>
          </mc:Choice>
          <mc:Fallback>
            <p:pic>
              <p:nvPicPr>
                <p:cNvPr id="403" name="Entrada de lápiz 402">
                  <a:extLst>
                    <a:ext uri="{FF2B5EF4-FFF2-40B4-BE49-F238E27FC236}">
                      <a16:creationId xmlns:a16="http://schemas.microsoft.com/office/drawing/2014/main" id="{89C5FA58-D5ED-41E2-C650-5AFA015553C4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507903" y="4959815"/>
                  <a:ext cx="1900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04" name="Entrada de lápiz 403">
                  <a:extLst>
                    <a:ext uri="{FF2B5EF4-FFF2-40B4-BE49-F238E27FC236}">
                      <a16:creationId xmlns:a16="http://schemas.microsoft.com/office/drawing/2014/main" id="{92983459-69D8-05FC-2C1B-32950EE33BCC}"/>
                    </a:ext>
                  </a:extLst>
                </p14:cNvPr>
                <p14:cNvContentPartPr/>
                <p14:nvPr/>
              </p14:nvContentPartPr>
              <p14:xfrm>
                <a:off x="9540303" y="5141615"/>
                <a:ext cx="323640" cy="55800"/>
              </p14:xfrm>
            </p:contentPart>
          </mc:Choice>
          <mc:Fallback>
            <p:pic>
              <p:nvPicPr>
                <p:cNvPr id="404" name="Entrada de lápiz 403">
                  <a:extLst>
                    <a:ext uri="{FF2B5EF4-FFF2-40B4-BE49-F238E27FC236}">
                      <a16:creationId xmlns:a16="http://schemas.microsoft.com/office/drawing/2014/main" id="{92983459-69D8-05FC-2C1B-32950EE33BCC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531663" y="5132975"/>
                  <a:ext cx="341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405" name="Entrada de lápiz 404">
                  <a:extLst>
                    <a:ext uri="{FF2B5EF4-FFF2-40B4-BE49-F238E27FC236}">
                      <a16:creationId xmlns:a16="http://schemas.microsoft.com/office/drawing/2014/main" id="{EEB5A9FF-4686-DE85-3A16-E758B3C3F5CE}"/>
                    </a:ext>
                  </a:extLst>
                </p14:cNvPr>
                <p14:cNvContentPartPr/>
                <p14:nvPr/>
              </p14:nvContentPartPr>
              <p14:xfrm>
                <a:off x="9925143" y="4968455"/>
                <a:ext cx="127800" cy="406440"/>
              </p14:xfrm>
            </p:contentPart>
          </mc:Choice>
          <mc:Fallback>
            <p:pic>
              <p:nvPicPr>
                <p:cNvPr id="405" name="Entrada de lápiz 404">
                  <a:extLst>
                    <a:ext uri="{FF2B5EF4-FFF2-40B4-BE49-F238E27FC236}">
                      <a16:creationId xmlns:a16="http://schemas.microsoft.com/office/drawing/2014/main" id="{EEB5A9FF-4686-DE85-3A16-E758B3C3F5CE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9916143" y="4959455"/>
                  <a:ext cx="1454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16" name="Entrada de lápiz 415">
                  <a:extLst>
                    <a:ext uri="{FF2B5EF4-FFF2-40B4-BE49-F238E27FC236}">
                      <a16:creationId xmlns:a16="http://schemas.microsoft.com/office/drawing/2014/main" id="{1FCA31EF-5514-B1A6-8A7C-147DDA8D7ADE}"/>
                    </a:ext>
                  </a:extLst>
                </p14:cNvPr>
                <p14:cNvContentPartPr/>
                <p14:nvPr/>
              </p14:nvContentPartPr>
              <p14:xfrm>
                <a:off x="6087543" y="5533655"/>
                <a:ext cx="5991120" cy="48960"/>
              </p14:xfrm>
            </p:contentPart>
          </mc:Choice>
          <mc:Fallback>
            <p:pic>
              <p:nvPicPr>
                <p:cNvPr id="416" name="Entrada de lápiz 415">
                  <a:extLst>
                    <a:ext uri="{FF2B5EF4-FFF2-40B4-BE49-F238E27FC236}">
                      <a16:creationId xmlns:a16="http://schemas.microsoft.com/office/drawing/2014/main" id="{1FCA31EF-5514-B1A6-8A7C-147DDA8D7ADE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078903" y="5524655"/>
                  <a:ext cx="600876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upo 447">
            <a:extLst>
              <a:ext uri="{FF2B5EF4-FFF2-40B4-BE49-F238E27FC236}">
                <a16:creationId xmlns:a16="http://schemas.microsoft.com/office/drawing/2014/main" id="{EF010A85-7EB2-D761-0A40-E2B0D0E4958E}"/>
              </a:ext>
            </a:extLst>
          </p:cNvPr>
          <p:cNvGrpSpPr/>
          <p:nvPr/>
        </p:nvGrpSpPr>
        <p:grpSpPr>
          <a:xfrm>
            <a:off x="6087543" y="6063575"/>
            <a:ext cx="2667960" cy="661680"/>
            <a:chOff x="6087543" y="6063575"/>
            <a:chExt cx="2667960" cy="66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18" name="Entrada de lápiz 417">
                  <a:extLst>
                    <a:ext uri="{FF2B5EF4-FFF2-40B4-BE49-F238E27FC236}">
                      <a16:creationId xmlns:a16="http://schemas.microsoft.com/office/drawing/2014/main" id="{F0380E76-1BCB-076F-3B11-CE779CAFD2D8}"/>
                    </a:ext>
                  </a:extLst>
                </p14:cNvPr>
                <p14:cNvContentPartPr/>
                <p14:nvPr/>
              </p14:nvContentPartPr>
              <p14:xfrm>
                <a:off x="6087543" y="6075815"/>
                <a:ext cx="86760" cy="451800"/>
              </p14:xfrm>
            </p:contentPart>
          </mc:Choice>
          <mc:Fallback>
            <p:pic>
              <p:nvPicPr>
                <p:cNvPr id="418" name="Entrada de lápiz 417">
                  <a:extLst>
                    <a:ext uri="{FF2B5EF4-FFF2-40B4-BE49-F238E27FC236}">
                      <a16:creationId xmlns:a16="http://schemas.microsoft.com/office/drawing/2014/main" id="{F0380E76-1BCB-076F-3B11-CE779CAFD2D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078903" y="6066815"/>
                  <a:ext cx="1044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19" name="Entrada de lápiz 418">
                  <a:extLst>
                    <a:ext uri="{FF2B5EF4-FFF2-40B4-BE49-F238E27FC236}">
                      <a16:creationId xmlns:a16="http://schemas.microsoft.com/office/drawing/2014/main" id="{101268DE-8B5A-D4B2-3A87-D868071A4995}"/>
                    </a:ext>
                  </a:extLst>
                </p14:cNvPr>
                <p14:cNvContentPartPr/>
                <p14:nvPr/>
              </p14:nvContentPartPr>
              <p14:xfrm>
                <a:off x="6208503" y="6395135"/>
                <a:ext cx="168480" cy="200160"/>
              </p14:xfrm>
            </p:contentPart>
          </mc:Choice>
          <mc:Fallback>
            <p:pic>
              <p:nvPicPr>
                <p:cNvPr id="419" name="Entrada de lápiz 418">
                  <a:extLst>
                    <a:ext uri="{FF2B5EF4-FFF2-40B4-BE49-F238E27FC236}">
                      <a16:creationId xmlns:a16="http://schemas.microsoft.com/office/drawing/2014/main" id="{101268DE-8B5A-D4B2-3A87-D868071A4995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199503" y="6386135"/>
                  <a:ext cx="186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20" name="Entrada de lápiz 419">
                  <a:extLst>
                    <a:ext uri="{FF2B5EF4-FFF2-40B4-BE49-F238E27FC236}">
                      <a16:creationId xmlns:a16="http://schemas.microsoft.com/office/drawing/2014/main" id="{6D0A76CD-6150-7DE7-8737-F38C8D8562B9}"/>
                    </a:ext>
                  </a:extLst>
                </p14:cNvPr>
                <p14:cNvContentPartPr/>
                <p14:nvPr/>
              </p14:nvContentPartPr>
              <p14:xfrm>
                <a:off x="6231903" y="6351935"/>
                <a:ext cx="131760" cy="24840"/>
              </p14:xfrm>
            </p:contentPart>
          </mc:Choice>
          <mc:Fallback>
            <p:pic>
              <p:nvPicPr>
                <p:cNvPr id="420" name="Entrada de lápiz 419">
                  <a:extLst>
                    <a:ext uri="{FF2B5EF4-FFF2-40B4-BE49-F238E27FC236}">
                      <a16:creationId xmlns:a16="http://schemas.microsoft.com/office/drawing/2014/main" id="{6D0A76CD-6150-7DE7-8737-F38C8D8562B9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222903" y="6342935"/>
                  <a:ext cx="149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22" name="Entrada de lápiz 421">
                  <a:extLst>
                    <a:ext uri="{FF2B5EF4-FFF2-40B4-BE49-F238E27FC236}">
                      <a16:creationId xmlns:a16="http://schemas.microsoft.com/office/drawing/2014/main" id="{C34906BB-9BE1-AFA7-DDB4-CD15A54B4AC4}"/>
                    </a:ext>
                  </a:extLst>
                </p14:cNvPr>
                <p14:cNvContentPartPr/>
                <p14:nvPr/>
              </p14:nvContentPartPr>
              <p14:xfrm>
                <a:off x="6353583" y="6544895"/>
                <a:ext cx="119520" cy="57960"/>
              </p14:xfrm>
            </p:contentPart>
          </mc:Choice>
          <mc:Fallback>
            <p:pic>
              <p:nvPicPr>
                <p:cNvPr id="422" name="Entrada de lápiz 421">
                  <a:extLst>
                    <a:ext uri="{FF2B5EF4-FFF2-40B4-BE49-F238E27FC236}">
                      <a16:creationId xmlns:a16="http://schemas.microsoft.com/office/drawing/2014/main" id="{C34906BB-9BE1-AFA7-DDB4-CD15A54B4AC4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6344943" y="6536255"/>
                  <a:ext cx="137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23" name="Entrada de lápiz 422">
                  <a:extLst>
                    <a:ext uri="{FF2B5EF4-FFF2-40B4-BE49-F238E27FC236}">
                      <a16:creationId xmlns:a16="http://schemas.microsoft.com/office/drawing/2014/main" id="{A5D18CD7-DFB4-380C-59F0-FCBA28DCBB44}"/>
                    </a:ext>
                  </a:extLst>
                </p14:cNvPr>
                <p14:cNvContentPartPr/>
                <p14:nvPr/>
              </p14:nvContentPartPr>
              <p14:xfrm>
                <a:off x="6532863" y="6316295"/>
                <a:ext cx="147240" cy="254520"/>
              </p14:xfrm>
            </p:contentPart>
          </mc:Choice>
          <mc:Fallback>
            <p:pic>
              <p:nvPicPr>
                <p:cNvPr id="423" name="Entrada de lápiz 422">
                  <a:extLst>
                    <a:ext uri="{FF2B5EF4-FFF2-40B4-BE49-F238E27FC236}">
                      <a16:creationId xmlns:a16="http://schemas.microsoft.com/office/drawing/2014/main" id="{A5D18CD7-DFB4-380C-59F0-FCBA28DCBB44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6523863" y="6307295"/>
                  <a:ext cx="164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424" name="Entrada de lápiz 423">
                  <a:extLst>
                    <a:ext uri="{FF2B5EF4-FFF2-40B4-BE49-F238E27FC236}">
                      <a16:creationId xmlns:a16="http://schemas.microsoft.com/office/drawing/2014/main" id="{190E0157-1EB6-8492-659A-2FAA26BAF742}"/>
                    </a:ext>
                  </a:extLst>
                </p14:cNvPr>
                <p14:cNvContentPartPr/>
                <p14:nvPr/>
              </p14:nvContentPartPr>
              <p14:xfrm>
                <a:off x="6720423" y="6496655"/>
                <a:ext cx="17280" cy="131400"/>
              </p14:xfrm>
            </p:contentPart>
          </mc:Choice>
          <mc:Fallback>
            <p:pic>
              <p:nvPicPr>
                <p:cNvPr id="424" name="Entrada de lápiz 423">
                  <a:extLst>
                    <a:ext uri="{FF2B5EF4-FFF2-40B4-BE49-F238E27FC236}">
                      <a16:creationId xmlns:a16="http://schemas.microsoft.com/office/drawing/2014/main" id="{190E0157-1EB6-8492-659A-2FAA26BAF742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6711783" y="6488015"/>
                  <a:ext cx="34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25" name="Entrada de lápiz 424">
                  <a:extLst>
                    <a:ext uri="{FF2B5EF4-FFF2-40B4-BE49-F238E27FC236}">
                      <a16:creationId xmlns:a16="http://schemas.microsoft.com/office/drawing/2014/main" id="{D781B077-4A73-666B-0C74-5423ED7C51E6}"/>
                    </a:ext>
                  </a:extLst>
                </p14:cNvPr>
                <p14:cNvContentPartPr/>
                <p14:nvPr/>
              </p14:nvContentPartPr>
              <p14:xfrm>
                <a:off x="6725103" y="6242495"/>
                <a:ext cx="100440" cy="229680"/>
              </p14:xfrm>
            </p:contentPart>
          </mc:Choice>
          <mc:Fallback>
            <p:pic>
              <p:nvPicPr>
                <p:cNvPr id="425" name="Entrada de lápiz 424">
                  <a:extLst>
                    <a:ext uri="{FF2B5EF4-FFF2-40B4-BE49-F238E27FC236}">
                      <a16:creationId xmlns:a16="http://schemas.microsoft.com/office/drawing/2014/main" id="{D781B077-4A73-666B-0C74-5423ED7C51E6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6716463" y="6233855"/>
                  <a:ext cx="1180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26" name="Entrada de lápiz 425">
                  <a:extLst>
                    <a:ext uri="{FF2B5EF4-FFF2-40B4-BE49-F238E27FC236}">
                      <a16:creationId xmlns:a16="http://schemas.microsoft.com/office/drawing/2014/main" id="{5C4DEE94-B7AB-EAEC-C081-75C7D9B67B4F}"/>
                    </a:ext>
                  </a:extLst>
                </p14:cNvPr>
                <p14:cNvContentPartPr/>
                <p14:nvPr/>
              </p14:nvContentPartPr>
              <p14:xfrm>
                <a:off x="6700983" y="6316295"/>
                <a:ext cx="168840" cy="360"/>
              </p14:xfrm>
            </p:contentPart>
          </mc:Choice>
          <mc:Fallback>
            <p:pic>
              <p:nvPicPr>
                <p:cNvPr id="426" name="Entrada de lápiz 425">
                  <a:extLst>
                    <a:ext uri="{FF2B5EF4-FFF2-40B4-BE49-F238E27FC236}">
                      <a16:creationId xmlns:a16="http://schemas.microsoft.com/office/drawing/2014/main" id="{5C4DEE94-B7AB-EAEC-C081-75C7D9B67B4F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6692343" y="6307295"/>
                  <a:ext cx="186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28" name="Entrada de lápiz 427">
                  <a:extLst>
                    <a:ext uri="{FF2B5EF4-FFF2-40B4-BE49-F238E27FC236}">
                      <a16:creationId xmlns:a16="http://schemas.microsoft.com/office/drawing/2014/main" id="{B8EBD7B2-5272-84C9-A05E-2A382CCF9597}"/>
                    </a:ext>
                  </a:extLst>
                </p14:cNvPr>
                <p14:cNvContentPartPr/>
                <p14:nvPr/>
              </p14:nvContentPartPr>
              <p14:xfrm>
                <a:off x="7013823" y="6256175"/>
                <a:ext cx="94680" cy="360"/>
              </p14:xfrm>
            </p:contentPart>
          </mc:Choice>
          <mc:Fallback>
            <p:pic>
              <p:nvPicPr>
                <p:cNvPr id="428" name="Entrada de lápiz 427">
                  <a:extLst>
                    <a:ext uri="{FF2B5EF4-FFF2-40B4-BE49-F238E27FC236}">
                      <a16:creationId xmlns:a16="http://schemas.microsoft.com/office/drawing/2014/main" id="{B8EBD7B2-5272-84C9-A05E-2A382CCF9597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005183" y="6247535"/>
                  <a:ext cx="112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29" name="Entrada de lápiz 428">
                  <a:extLst>
                    <a:ext uri="{FF2B5EF4-FFF2-40B4-BE49-F238E27FC236}">
                      <a16:creationId xmlns:a16="http://schemas.microsoft.com/office/drawing/2014/main" id="{3B3AE486-1B57-7AC5-4860-E299674B1864}"/>
                    </a:ext>
                  </a:extLst>
                </p14:cNvPr>
                <p14:cNvContentPartPr/>
                <p14:nvPr/>
              </p14:nvContentPartPr>
              <p14:xfrm>
                <a:off x="7074303" y="6412055"/>
                <a:ext cx="132120" cy="360"/>
              </p14:xfrm>
            </p:contentPart>
          </mc:Choice>
          <mc:Fallback>
            <p:pic>
              <p:nvPicPr>
                <p:cNvPr id="429" name="Entrada de lápiz 428">
                  <a:extLst>
                    <a:ext uri="{FF2B5EF4-FFF2-40B4-BE49-F238E27FC236}">
                      <a16:creationId xmlns:a16="http://schemas.microsoft.com/office/drawing/2014/main" id="{3B3AE486-1B57-7AC5-4860-E299674B1864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065663" y="6403415"/>
                  <a:ext cx="149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31" name="Entrada de lápiz 430">
                  <a:extLst>
                    <a:ext uri="{FF2B5EF4-FFF2-40B4-BE49-F238E27FC236}">
                      <a16:creationId xmlns:a16="http://schemas.microsoft.com/office/drawing/2014/main" id="{70450DF5-5DCF-0683-A079-12FF6D614574}"/>
                    </a:ext>
                  </a:extLst>
                </p14:cNvPr>
                <p14:cNvContentPartPr/>
                <p14:nvPr/>
              </p14:nvContentPartPr>
              <p14:xfrm>
                <a:off x="7302543" y="6063575"/>
                <a:ext cx="267480" cy="466920"/>
              </p14:xfrm>
            </p:contentPart>
          </mc:Choice>
          <mc:Fallback>
            <p:pic>
              <p:nvPicPr>
                <p:cNvPr id="431" name="Entrada de lápiz 430">
                  <a:extLst>
                    <a:ext uri="{FF2B5EF4-FFF2-40B4-BE49-F238E27FC236}">
                      <a16:creationId xmlns:a16="http://schemas.microsoft.com/office/drawing/2014/main" id="{70450DF5-5DCF-0683-A079-12FF6D614574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7293903" y="6054575"/>
                  <a:ext cx="2851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32" name="Entrada de lápiz 431">
                  <a:extLst>
                    <a:ext uri="{FF2B5EF4-FFF2-40B4-BE49-F238E27FC236}">
                      <a16:creationId xmlns:a16="http://schemas.microsoft.com/office/drawing/2014/main" id="{F9115434-C6B6-A13C-3ECF-E7D6E0F8A6C3}"/>
                    </a:ext>
                  </a:extLst>
                </p14:cNvPr>
                <p14:cNvContentPartPr/>
                <p14:nvPr/>
              </p14:nvContentPartPr>
              <p14:xfrm>
                <a:off x="7491543" y="6436175"/>
                <a:ext cx="145440" cy="171360"/>
              </p14:xfrm>
            </p:contentPart>
          </mc:Choice>
          <mc:Fallback>
            <p:pic>
              <p:nvPicPr>
                <p:cNvPr id="432" name="Entrada de lápiz 431">
                  <a:extLst>
                    <a:ext uri="{FF2B5EF4-FFF2-40B4-BE49-F238E27FC236}">
                      <a16:creationId xmlns:a16="http://schemas.microsoft.com/office/drawing/2014/main" id="{F9115434-C6B6-A13C-3ECF-E7D6E0F8A6C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482543" y="6427175"/>
                  <a:ext cx="163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34" name="Entrada de lápiz 433">
                  <a:extLst>
                    <a:ext uri="{FF2B5EF4-FFF2-40B4-BE49-F238E27FC236}">
                      <a16:creationId xmlns:a16="http://schemas.microsoft.com/office/drawing/2014/main" id="{4063A67E-4109-532E-9838-A18889D46327}"/>
                    </a:ext>
                  </a:extLst>
                </p14:cNvPr>
                <p14:cNvContentPartPr/>
                <p14:nvPr/>
              </p14:nvContentPartPr>
              <p14:xfrm>
                <a:off x="7519263" y="6378575"/>
                <a:ext cx="104400" cy="22320"/>
              </p14:xfrm>
            </p:contentPart>
          </mc:Choice>
          <mc:Fallback>
            <p:pic>
              <p:nvPicPr>
                <p:cNvPr id="434" name="Entrada de lápiz 433">
                  <a:extLst>
                    <a:ext uri="{FF2B5EF4-FFF2-40B4-BE49-F238E27FC236}">
                      <a16:creationId xmlns:a16="http://schemas.microsoft.com/office/drawing/2014/main" id="{4063A67E-4109-532E-9838-A18889D46327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7510263" y="6369575"/>
                  <a:ext cx="122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35" name="Entrada de lápiz 434">
                  <a:extLst>
                    <a:ext uri="{FF2B5EF4-FFF2-40B4-BE49-F238E27FC236}">
                      <a16:creationId xmlns:a16="http://schemas.microsoft.com/office/drawing/2014/main" id="{71D90E55-CA27-9AC4-4115-A9CD87C7C852}"/>
                    </a:ext>
                  </a:extLst>
                </p14:cNvPr>
                <p14:cNvContentPartPr/>
                <p14:nvPr/>
              </p14:nvContentPartPr>
              <p14:xfrm>
                <a:off x="7602423" y="6605015"/>
                <a:ext cx="109800" cy="74880"/>
              </p14:xfrm>
            </p:contentPart>
          </mc:Choice>
          <mc:Fallback>
            <p:pic>
              <p:nvPicPr>
                <p:cNvPr id="435" name="Entrada de lápiz 434">
                  <a:extLst>
                    <a:ext uri="{FF2B5EF4-FFF2-40B4-BE49-F238E27FC236}">
                      <a16:creationId xmlns:a16="http://schemas.microsoft.com/office/drawing/2014/main" id="{71D90E55-CA27-9AC4-4115-A9CD87C7C85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7593423" y="6596375"/>
                  <a:ext cx="127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37" name="Entrada de lápiz 436">
                  <a:extLst>
                    <a:ext uri="{FF2B5EF4-FFF2-40B4-BE49-F238E27FC236}">
                      <a16:creationId xmlns:a16="http://schemas.microsoft.com/office/drawing/2014/main" id="{C0DD859D-839B-3F7B-098D-9E7764D5535E}"/>
                    </a:ext>
                  </a:extLst>
                </p14:cNvPr>
                <p14:cNvContentPartPr/>
                <p14:nvPr/>
              </p14:nvContentPartPr>
              <p14:xfrm>
                <a:off x="7796103" y="6161495"/>
                <a:ext cx="227520" cy="391680"/>
              </p14:xfrm>
            </p:contentPart>
          </mc:Choice>
          <mc:Fallback>
            <p:pic>
              <p:nvPicPr>
                <p:cNvPr id="437" name="Entrada de lápiz 436">
                  <a:extLst>
                    <a:ext uri="{FF2B5EF4-FFF2-40B4-BE49-F238E27FC236}">
                      <a16:creationId xmlns:a16="http://schemas.microsoft.com/office/drawing/2014/main" id="{C0DD859D-839B-3F7B-098D-9E7764D5535E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7787103" y="6152495"/>
                  <a:ext cx="2451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38" name="Entrada de lápiz 437">
                  <a:extLst>
                    <a:ext uri="{FF2B5EF4-FFF2-40B4-BE49-F238E27FC236}">
                      <a16:creationId xmlns:a16="http://schemas.microsoft.com/office/drawing/2014/main" id="{3CB4F37C-8222-2734-0CF3-4645DE99D471}"/>
                    </a:ext>
                  </a:extLst>
                </p14:cNvPr>
                <p14:cNvContentPartPr/>
                <p14:nvPr/>
              </p14:nvContentPartPr>
              <p14:xfrm>
                <a:off x="7891863" y="6448775"/>
                <a:ext cx="205200" cy="276480"/>
              </p14:xfrm>
            </p:contentPart>
          </mc:Choice>
          <mc:Fallback>
            <p:pic>
              <p:nvPicPr>
                <p:cNvPr id="438" name="Entrada de lápiz 437">
                  <a:extLst>
                    <a:ext uri="{FF2B5EF4-FFF2-40B4-BE49-F238E27FC236}">
                      <a16:creationId xmlns:a16="http://schemas.microsoft.com/office/drawing/2014/main" id="{3CB4F37C-8222-2734-0CF3-4645DE99D471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7883223" y="6439775"/>
                  <a:ext cx="2228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40" name="Entrada de lápiz 439">
                  <a:extLst>
                    <a:ext uri="{FF2B5EF4-FFF2-40B4-BE49-F238E27FC236}">
                      <a16:creationId xmlns:a16="http://schemas.microsoft.com/office/drawing/2014/main" id="{527C67E6-14C9-43C5-1C8C-C8AFBF4E4EF3}"/>
                    </a:ext>
                  </a:extLst>
                </p14:cNvPr>
                <p14:cNvContentPartPr/>
                <p14:nvPr/>
              </p14:nvContentPartPr>
              <p14:xfrm>
                <a:off x="7663623" y="6268055"/>
                <a:ext cx="101880" cy="11160"/>
              </p14:xfrm>
            </p:contentPart>
          </mc:Choice>
          <mc:Fallback>
            <p:pic>
              <p:nvPicPr>
                <p:cNvPr id="440" name="Entrada de lápiz 439">
                  <a:extLst>
                    <a:ext uri="{FF2B5EF4-FFF2-40B4-BE49-F238E27FC236}">
                      <a16:creationId xmlns:a16="http://schemas.microsoft.com/office/drawing/2014/main" id="{527C67E6-14C9-43C5-1C8C-C8AFBF4E4EF3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654983" y="6259415"/>
                  <a:ext cx="11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41" name="Entrada de lápiz 440">
                  <a:extLst>
                    <a:ext uri="{FF2B5EF4-FFF2-40B4-BE49-F238E27FC236}">
                      <a16:creationId xmlns:a16="http://schemas.microsoft.com/office/drawing/2014/main" id="{01FA9818-D62B-BD51-4CBC-B262A6912ACC}"/>
                    </a:ext>
                  </a:extLst>
                </p14:cNvPr>
                <p14:cNvContentPartPr/>
                <p14:nvPr/>
              </p14:nvContentPartPr>
              <p14:xfrm>
                <a:off x="7699623" y="6376415"/>
                <a:ext cx="66960" cy="10080"/>
              </p14:xfrm>
            </p:contentPart>
          </mc:Choice>
          <mc:Fallback>
            <p:pic>
              <p:nvPicPr>
                <p:cNvPr id="441" name="Entrada de lápiz 440">
                  <a:extLst>
                    <a:ext uri="{FF2B5EF4-FFF2-40B4-BE49-F238E27FC236}">
                      <a16:creationId xmlns:a16="http://schemas.microsoft.com/office/drawing/2014/main" id="{01FA9818-D62B-BD51-4CBC-B262A6912ACC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690983" y="6367415"/>
                  <a:ext cx="84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42" name="Entrada de lápiz 441">
                  <a:extLst>
                    <a:ext uri="{FF2B5EF4-FFF2-40B4-BE49-F238E27FC236}">
                      <a16:creationId xmlns:a16="http://schemas.microsoft.com/office/drawing/2014/main" id="{11CD7354-DED0-275A-982D-72282BF82C7F}"/>
                    </a:ext>
                  </a:extLst>
                </p14:cNvPr>
                <p14:cNvContentPartPr/>
                <p14:nvPr/>
              </p14:nvContentPartPr>
              <p14:xfrm>
                <a:off x="8181303" y="6256175"/>
                <a:ext cx="131400" cy="21600"/>
              </p14:xfrm>
            </p:contentPart>
          </mc:Choice>
          <mc:Fallback>
            <p:pic>
              <p:nvPicPr>
                <p:cNvPr id="442" name="Entrada de lápiz 441">
                  <a:extLst>
                    <a:ext uri="{FF2B5EF4-FFF2-40B4-BE49-F238E27FC236}">
                      <a16:creationId xmlns:a16="http://schemas.microsoft.com/office/drawing/2014/main" id="{11CD7354-DED0-275A-982D-72282BF82C7F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8172303" y="6247535"/>
                  <a:ext cx="149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43" name="Entrada de lápiz 442">
                  <a:extLst>
                    <a:ext uri="{FF2B5EF4-FFF2-40B4-BE49-F238E27FC236}">
                      <a16:creationId xmlns:a16="http://schemas.microsoft.com/office/drawing/2014/main" id="{4921809A-7CA6-7910-A9FC-D1D73A5F1C18}"/>
                    </a:ext>
                  </a:extLst>
                </p14:cNvPr>
                <p14:cNvContentPartPr/>
                <p14:nvPr/>
              </p14:nvContentPartPr>
              <p14:xfrm>
                <a:off x="8169063" y="6400535"/>
                <a:ext cx="192600" cy="5040"/>
              </p14:xfrm>
            </p:contentPart>
          </mc:Choice>
          <mc:Fallback>
            <p:pic>
              <p:nvPicPr>
                <p:cNvPr id="443" name="Entrada de lápiz 442">
                  <a:extLst>
                    <a:ext uri="{FF2B5EF4-FFF2-40B4-BE49-F238E27FC236}">
                      <a16:creationId xmlns:a16="http://schemas.microsoft.com/office/drawing/2014/main" id="{4921809A-7CA6-7910-A9FC-D1D73A5F1C18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8160063" y="6391535"/>
                  <a:ext cx="210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45" name="Entrada de lápiz 444">
                  <a:extLst>
                    <a:ext uri="{FF2B5EF4-FFF2-40B4-BE49-F238E27FC236}">
                      <a16:creationId xmlns:a16="http://schemas.microsoft.com/office/drawing/2014/main" id="{B480BA3D-DA37-5A38-B67C-ED6D4D029A50}"/>
                    </a:ext>
                  </a:extLst>
                </p14:cNvPr>
                <p14:cNvContentPartPr/>
                <p14:nvPr/>
              </p14:nvContentPartPr>
              <p14:xfrm>
                <a:off x="8445183" y="6087695"/>
                <a:ext cx="158040" cy="452520"/>
              </p14:xfrm>
            </p:contentPart>
          </mc:Choice>
          <mc:Fallback>
            <p:pic>
              <p:nvPicPr>
                <p:cNvPr id="445" name="Entrada de lápiz 444">
                  <a:extLst>
                    <a:ext uri="{FF2B5EF4-FFF2-40B4-BE49-F238E27FC236}">
                      <a16:creationId xmlns:a16="http://schemas.microsoft.com/office/drawing/2014/main" id="{B480BA3D-DA37-5A38-B67C-ED6D4D029A50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436543" y="6078695"/>
                  <a:ext cx="1756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46" name="Entrada de lápiz 445">
                  <a:extLst>
                    <a:ext uri="{FF2B5EF4-FFF2-40B4-BE49-F238E27FC236}">
                      <a16:creationId xmlns:a16="http://schemas.microsoft.com/office/drawing/2014/main" id="{2F05FC7F-72D4-315F-D281-E4B8C45C8E5F}"/>
                    </a:ext>
                  </a:extLst>
                </p14:cNvPr>
                <p14:cNvContentPartPr/>
                <p14:nvPr/>
              </p14:nvContentPartPr>
              <p14:xfrm>
                <a:off x="8578383" y="6471455"/>
                <a:ext cx="107280" cy="227520"/>
              </p14:xfrm>
            </p:contentPart>
          </mc:Choice>
          <mc:Fallback>
            <p:pic>
              <p:nvPicPr>
                <p:cNvPr id="446" name="Entrada de lápiz 445">
                  <a:extLst>
                    <a:ext uri="{FF2B5EF4-FFF2-40B4-BE49-F238E27FC236}">
                      <a16:creationId xmlns:a16="http://schemas.microsoft.com/office/drawing/2014/main" id="{2F05FC7F-72D4-315F-D281-E4B8C45C8E5F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569383" y="6462455"/>
                  <a:ext cx="124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47" name="Entrada de lápiz 446">
                  <a:extLst>
                    <a:ext uri="{FF2B5EF4-FFF2-40B4-BE49-F238E27FC236}">
                      <a16:creationId xmlns:a16="http://schemas.microsoft.com/office/drawing/2014/main" id="{B3CAFD77-9D49-CE40-8529-3A54AAB1FD7A}"/>
                    </a:ext>
                  </a:extLst>
                </p14:cNvPr>
                <p14:cNvContentPartPr/>
                <p14:nvPr/>
              </p14:nvContentPartPr>
              <p14:xfrm>
                <a:off x="8530143" y="6556415"/>
                <a:ext cx="225360" cy="36720"/>
              </p14:xfrm>
            </p:contentPart>
          </mc:Choice>
          <mc:Fallback>
            <p:pic>
              <p:nvPicPr>
                <p:cNvPr id="447" name="Entrada de lápiz 446">
                  <a:extLst>
                    <a:ext uri="{FF2B5EF4-FFF2-40B4-BE49-F238E27FC236}">
                      <a16:creationId xmlns:a16="http://schemas.microsoft.com/office/drawing/2014/main" id="{B3CAFD77-9D49-CE40-8529-3A54AAB1FD7A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8521143" y="6547415"/>
                  <a:ext cx="24300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7">
            <p14:nvContentPartPr>
              <p14:cNvPr id="449" name="Entrada de lápiz 448">
                <a:extLst>
                  <a:ext uri="{FF2B5EF4-FFF2-40B4-BE49-F238E27FC236}">
                    <a16:creationId xmlns:a16="http://schemas.microsoft.com/office/drawing/2014/main" id="{05943585-E14F-CD0B-ABAF-BBA7F8786E20}"/>
                  </a:ext>
                </a:extLst>
              </p14:cNvPr>
              <p14:cNvContentPartPr/>
              <p14:nvPr/>
            </p14:nvContentPartPr>
            <p14:xfrm>
              <a:off x="9178863" y="5666495"/>
              <a:ext cx="86760" cy="1168200"/>
            </p14:xfrm>
          </p:contentPart>
        </mc:Choice>
        <mc:Fallback>
          <p:pic>
            <p:nvPicPr>
              <p:cNvPr id="449" name="Entrada de lápiz 448">
                <a:extLst>
                  <a:ext uri="{FF2B5EF4-FFF2-40B4-BE49-F238E27FC236}">
                    <a16:creationId xmlns:a16="http://schemas.microsoft.com/office/drawing/2014/main" id="{05943585-E14F-CD0B-ABAF-BBA7F8786E20}"/>
                  </a:ext>
                </a:extLst>
              </p:cNvPr>
              <p:cNvPicPr/>
              <p:nvPr/>
            </p:nvPicPr>
            <p:blipFill>
              <a:blip r:embed="rId638"/>
              <a:stretch>
                <a:fillRect/>
              </a:stretch>
            </p:blipFill>
            <p:spPr>
              <a:xfrm>
                <a:off x="9169863" y="5657495"/>
                <a:ext cx="104400" cy="11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1" name="Grupo 470">
            <a:extLst>
              <a:ext uri="{FF2B5EF4-FFF2-40B4-BE49-F238E27FC236}">
                <a16:creationId xmlns:a16="http://schemas.microsoft.com/office/drawing/2014/main" id="{9CF066FB-1789-947F-496D-A25B18B434F2}"/>
              </a:ext>
            </a:extLst>
          </p:cNvPr>
          <p:cNvGrpSpPr/>
          <p:nvPr/>
        </p:nvGrpSpPr>
        <p:grpSpPr>
          <a:xfrm>
            <a:off x="9456423" y="5966735"/>
            <a:ext cx="2205000" cy="712800"/>
            <a:chOff x="9456423" y="5966735"/>
            <a:chExt cx="2205000" cy="71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50" name="Entrada de lápiz 449">
                  <a:extLst>
                    <a:ext uri="{FF2B5EF4-FFF2-40B4-BE49-F238E27FC236}">
                      <a16:creationId xmlns:a16="http://schemas.microsoft.com/office/drawing/2014/main" id="{56FA64A3-9B2C-D7AE-9A01-5085C79AF98B}"/>
                    </a:ext>
                  </a:extLst>
                </p14:cNvPr>
                <p14:cNvContentPartPr/>
                <p14:nvPr/>
              </p14:nvContentPartPr>
              <p14:xfrm>
                <a:off x="9456423" y="6015335"/>
                <a:ext cx="186480" cy="449640"/>
              </p14:xfrm>
            </p:contentPart>
          </mc:Choice>
          <mc:Fallback>
            <p:pic>
              <p:nvPicPr>
                <p:cNvPr id="450" name="Entrada de lápiz 449">
                  <a:extLst>
                    <a:ext uri="{FF2B5EF4-FFF2-40B4-BE49-F238E27FC236}">
                      <a16:creationId xmlns:a16="http://schemas.microsoft.com/office/drawing/2014/main" id="{56FA64A3-9B2C-D7AE-9A01-5085C79AF98B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9447423" y="6006335"/>
                  <a:ext cx="2041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51" name="Entrada de lápiz 450">
                  <a:extLst>
                    <a:ext uri="{FF2B5EF4-FFF2-40B4-BE49-F238E27FC236}">
                      <a16:creationId xmlns:a16="http://schemas.microsoft.com/office/drawing/2014/main" id="{74134D85-B535-284E-E940-630E0E022878}"/>
                    </a:ext>
                  </a:extLst>
                </p14:cNvPr>
                <p14:cNvContentPartPr/>
                <p14:nvPr/>
              </p14:nvContentPartPr>
              <p14:xfrm>
                <a:off x="9600423" y="6412055"/>
                <a:ext cx="12960" cy="190080"/>
              </p14:xfrm>
            </p:contentPart>
          </mc:Choice>
          <mc:Fallback>
            <p:pic>
              <p:nvPicPr>
                <p:cNvPr id="451" name="Entrada de lápiz 450">
                  <a:extLst>
                    <a:ext uri="{FF2B5EF4-FFF2-40B4-BE49-F238E27FC236}">
                      <a16:creationId xmlns:a16="http://schemas.microsoft.com/office/drawing/2014/main" id="{74134D85-B535-284E-E940-630E0E022878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591423" y="6403415"/>
                  <a:ext cx="30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52" name="Entrada de lápiz 451">
                  <a:extLst>
                    <a:ext uri="{FF2B5EF4-FFF2-40B4-BE49-F238E27FC236}">
                      <a16:creationId xmlns:a16="http://schemas.microsoft.com/office/drawing/2014/main" id="{F440A034-C117-2875-34B5-78EB52A062E0}"/>
                    </a:ext>
                  </a:extLst>
                </p14:cNvPr>
                <p14:cNvContentPartPr/>
                <p14:nvPr/>
              </p14:nvContentPartPr>
              <p14:xfrm>
                <a:off x="9649023" y="6520775"/>
                <a:ext cx="360" cy="143280"/>
              </p14:xfrm>
            </p:contentPart>
          </mc:Choice>
          <mc:Fallback>
            <p:pic>
              <p:nvPicPr>
                <p:cNvPr id="452" name="Entrada de lápiz 451">
                  <a:extLst>
                    <a:ext uri="{FF2B5EF4-FFF2-40B4-BE49-F238E27FC236}">
                      <a16:creationId xmlns:a16="http://schemas.microsoft.com/office/drawing/2014/main" id="{F440A034-C117-2875-34B5-78EB52A062E0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640383" y="6512135"/>
                  <a:ext cx="18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53" name="Entrada de lápiz 452">
                  <a:extLst>
                    <a:ext uri="{FF2B5EF4-FFF2-40B4-BE49-F238E27FC236}">
                      <a16:creationId xmlns:a16="http://schemas.microsoft.com/office/drawing/2014/main" id="{D487236F-E221-F15E-900E-0F4B3E8CE95B}"/>
                    </a:ext>
                  </a:extLst>
                </p14:cNvPr>
                <p14:cNvContentPartPr/>
                <p14:nvPr/>
              </p14:nvContentPartPr>
              <p14:xfrm>
                <a:off x="9685023" y="6413135"/>
                <a:ext cx="129960" cy="159120"/>
              </p14:xfrm>
            </p:contentPart>
          </mc:Choice>
          <mc:Fallback>
            <p:pic>
              <p:nvPicPr>
                <p:cNvPr id="453" name="Entrada de lápiz 452">
                  <a:extLst>
                    <a:ext uri="{FF2B5EF4-FFF2-40B4-BE49-F238E27FC236}">
                      <a16:creationId xmlns:a16="http://schemas.microsoft.com/office/drawing/2014/main" id="{D487236F-E221-F15E-900E-0F4B3E8CE95B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676383" y="6404135"/>
                  <a:ext cx="147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54" name="Entrada de lápiz 453">
                  <a:extLst>
                    <a:ext uri="{FF2B5EF4-FFF2-40B4-BE49-F238E27FC236}">
                      <a16:creationId xmlns:a16="http://schemas.microsoft.com/office/drawing/2014/main" id="{C9A919D0-C3C1-9A7C-F023-D1545211E545}"/>
                    </a:ext>
                  </a:extLst>
                </p14:cNvPr>
                <p14:cNvContentPartPr/>
                <p14:nvPr/>
              </p14:nvContentPartPr>
              <p14:xfrm>
                <a:off x="9857103" y="6592775"/>
                <a:ext cx="38160" cy="86760"/>
              </p14:xfrm>
            </p:contentPart>
          </mc:Choice>
          <mc:Fallback>
            <p:pic>
              <p:nvPicPr>
                <p:cNvPr id="454" name="Entrada de lápiz 453">
                  <a:extLst>
                    <a:ext uri="{FF2B5EF4-FFF2-40B4-BE49-F238E27FC236}">
                      <a16:creationId xmlns:a16="http://schemas.microsoft.com/office/drawing/2014/main" id="{C9A919D0-C3C1-9A7C-F023-D1545211E545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848463" y="6583775"/>
                  <a:ext cx="55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55" name="Entrada de lápiz 454">
                  <a:extLst>
                    <a:ext uri="{FF2B5EF4-FFF2-40B4-BE49-F238E27FC236}">
                      <a16:creationId xmlns:a16="http://schemas.microsoft.com/office/drawing/2014/main" id="{DE9365ED-88F2-7787-A89F-227E7B69F361}"/>
                    </a:ext>
                  </a:extLst>
                </p14:cNvPr>
                <p14:cNvContentPartPr/>
                <p14:nvPr/>
              </p14:nvContentPartPr>
              <p14:xfrm>
                <a:off x="9901383" y="6400535"/>
                <a:ext cx="133200" cy="170640"/>
              </p14:xfrm>
            </p:contentPart>
          </mc:Choice>
          <mc:Fallback>
            <p:pic>
              <p:nvPicPr>
                <p:cNvPr id="455" name="Entrada de lápiz 454">
                  <a:extLst>
                    <a:ext uri="{FF2B5EF4-FFF2-40B4-BE49-F238E27FC236}">
                      <a16:creationId xmlns:a16="http://schemas.microsoft.com/office/drawing/2014/main" id="{DE9365ED-88F2-7787-A89F-227E7B69F361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892743" y="6391535"/>
                  <a:ext cx="150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56" name="Entrada de lápiz 455">
                  <a:extLst>
                    <a:ext uri="{FF2B5EF4-FFF2-40B4-BE49-F238E27FC236}">
                      <a16:creationId xmlns:a16="http://schemas.microsoft.com/office/drawing/2014/main" id="{15830CF9-4853-6931-DBD2-95F31E42F053}"/>
                    </a:ext>
                  </a:extLst>
                </p14:cNvPr>
                <p14:cNvContentPartPr/>
                <p14:nvPr/>
              </p14:nvContentPartPr>
              <p14:xfrm>
                <a:off x="9985623" y="6256175"/>
                <a:ext cx="131760" cy="360"/>
              </p14:xfrm>
            </p:contentPart>
          </mc:Choice>
          <mc:Fallback>
            <p:pic>
              <p:nvPicPr>
                <p:cNvPr id="456" name="Entrada de lápiz 455">
                  <a:extLst>
                    <a:ext uri="{FF2B5EF4-FFF2-40B4-BE49-F238E27FC236}">
                      <a16:creationId xmlns:a16="http://schemas.microsoft.com/office/drawing/2014/main" id="{15830CF9-4853-6931-DBD2-95F31E42F053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976983" y="6247535"/>
                  <a:ext cx="149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57" name="Entrada de lápiz 456">
                  <a:extLst>
                    <a:ext uri="{FF2B5EF4-FFF2-40B4-BE49-F238E27FC236}">
                      <a16:creationId xmlns:a16="http://schemas.microsoft.com/office/drawing/2014/main" id="{87C53DDE-4D2C-C0A5-24A2-0BFEF48D6411}"/>
                    </a:ext>
                  </a:extLst>
                </p14:cNvPr>
                <p14:cNvContentPartPr/>
                <p14:nvPr/>
              </p14:nvContentPartPr>
              <p14:xfrm>
                <a:off x="10033863" y="6340415"/>
                <a:ext cx="101880" cy="11880"/>
              </p14:xfrm>
            </p:contentPart>
          </mc:Choice>
          <mc:Fallback>
            <p:pic>
              <p:nvPicPr>
                <p:cNvPr id="457" name="Entrada de lápiz 456">
                  <a:extLst>
                    <a:ext uri="{FF2B5EF4-FFF2-40B4-BE49-F238E27FC236}">
                      <a16:creationId xmlns:a16="http://schemas.microsoft.com/office/drawing/2014/main" id="{87C53DDE-4D2C-C0A5-24A2-0BFEF48D641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024863" y="6331415"/>
                  <a:ext cx="119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58" name="Entrada de lápiz 457">
                  <a:extLst>
                    <a:ext uri="{FF2B5EF4-FFF2-40B4-BE49-F238E27FC236}">
                      <a16:creationId xmlns:a16="http://schemas.microsoft.com/office/drawing/2014/main" id="{7899604E-B137-7C42-705C-7EF5933E8350}"/>
                    </a:ext>
                  </a:extLst>
                </p14:cNvPr>
                <p14:cNvContentPartPr/>
                <p14:nvPr/>
              </p14:nvContentPartPr>
              <p14:xfrm>
                <a:off x="10178583" y="6027575"/>
                <a:ext cx="181800" cy="411120"/>
              </p14:xfrm>
            </p:contentPart>
          </mc:Choice>
          <mc:Fallback>
            <p:pic>
              <p:nvPicPr>
                <p:cNvPr id="458" name="Entrada de lápiz 457">
                  <a:extLst>
                    <a:ext uri="{FF2B5EF4-FFF2-40B4-BE49-F238E27FC236}">
                      <a16:creationId xmlns:a16="http://schemas.microsoft.com/office/drawing/2014/main" id="{7899604E-B137-7C42-705C-7EF5933E835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169583" y="6018575"/>
                  <a:ext cx="199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60" name="Entrada de lápiz 459">
                  <a:extLst>
                    <a:ext uri="{FF2B5EF4-FFF2-40B4-BE49-F238E27FC236}">
                      <a16:creationId xmlns:a16="http://schemas.microsoft.com/office/drawing/2014/main" id="{13E1BE40-5BAB-6808-B852-CD1187703502}"/>
                    </a:ext>
                  </a:extLst>
                </p14:cNvPr>
                <p14:cNvContentPartPr/>
                <p14:nvPr/>
              </p14:nvContentPartPr>
              <p14:xfrm>
                <a:off x="10325103" y="6364535"/>
                <a:ext cx="10080" cy="166320"/>
              </p14:xfrm>
            </p:contentPart>
          </mc:Choice>
          <mc:Fallback>
            <p:pic>
              <p:nvPicPr>
                <p:cNvPr id="460" name="Entrada de lápiz 459">
                  <a:extLst>
                    <a:ext uri="{FF2B5EF4-FFF2-40B4-BE49-F238E27FC236}">
                      <a16:creationId xmlns:a16="http://schemas.microsoft.com/office/drawing/2014/main" id="{13E1BE40-5BAB-6808-B852-CD118770350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316463" y="6355535"/>
                  <a:ext cx="27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61" name="Entrada de lápiz 460">
                  <a:extLst>
                    <a:ext uri="{FF2B5EF4-FFF2-40B4-BE49-F238E27FC236}">
                      <a16:creationId xmlns:a16="http://schemas.microsoft.com/office/drawing/2014/main" id="{C6B9491F-3910-448D-0323-24375546D7AA}"/>
                    </a:ext>
                  </a:extLst>
                </p14:cNvPr>
                <p14:cNvContentPartPr/>
                <p14:nvPr/>
              </p14:nvContentPartPr>
              <p14:xfrm>
                <a:off x="10430943" y="6243575"/>
                <a:ext cx="57960" cy="24840"/>
              </p14:xfrm>
            </p:contentPart>
          </mc:Choice>
          <mc:Fallback>
            <p:pic>
              <p:nvPicPr>
                <p:cNvPr id="461" name="Entrada de lápiz 460">
                  <a:extLst>
                    <a:ext uri="{FF2B5EF4-FFF2-40B4-BE49-F238E27FC236}">
                      <a16:creationId xmlns:a16="http://schemas.microsoft.com/office/drawing/2014/main" id="{C6B9491F-3910-448D-0323-24375546D7AA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421943" y="6234935"/>
                  <a:ext cx="75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62" name="Entrada de lápiz 461">
                  <a:extLst>
                    <a:ext uri="{FF2B5EF4-FFF2-40B4-BE49-F238E27FC236}">
                      <a16:creationId xmlns:a16="http://schemas.microsoft.com/office/drawing/2014/main" id="{56CB0593-BFF9-3FA0-D920-D9C96FEAFAF8}"/>
                    </a:ext>
                  </a:extLst>
                </p14:cNvPr>
                <p14:cNvContentPartPr/>
                <p14:nvPr/>
              </p14:nvContentPartPr>
              <p14:xfrm>
                <a:off x="10419063" y="6328175"/>
                <a:ext cx="107280" cy="25560"/>
              </p14:xfrm>
            </p:contentPart>
          </mc:Choice>
          <mc:Fallback>
            <p:pic>
              <p:nvPicPr>
                <p:cNvPr id="462" name="Entrada de lápiz 461">
                  <a:extLst>
                    <a:ext uri="{FF2B5EF4-FFF2-40B4-BE49-F238E27FC236}">
                      <a16:creationId xmlns:a16="http://schemas.microsoft.com/office/drawing/2014/main" id="{56CB0593-BFF9-3FA0-D920-D9C96FEAFAF8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410063" y="6319175"/>
                  <a:ext cx="12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63" name="Entrada de lápiz 462">
                  <a:extLst>
                    <a:ext uri="{FF2B5EF4-FFF2-40B4-BE49-F238E27FC236}">
                      <a16:creationId xmlns:a16="http://schemas.microsoft.com/office/drawing/2014/main" id="{BDD14E21-0584-CCB7-5790-C7CAF998311F}"/>
                    </a:ext>
                  </a:extLst>
                </p14:cNvPr>
                <p14:cNvContentPartPr/>
                <p14:nvPr/>
              </p14:nvContentPartPr>
              <p14:xfrm>
                <a:off x="10419063" y="6243935"/>
                <a:ext cx="131040" cy="360"/>
              </p14:xfrm>
            </p:contentPart>
          </mc:Choice>
          <mc:Fallback>
            <p:pic>
              <p:nvPicPr>
                <p:cNvPr id="463" name="Entrada de lápiz 462">
                  <a:extLst>
                    <a:ext uri="{FF2B5EF4-FFF2-40B4-BE49-F238E27FC236}">
                      <a16:creationId xmlns:a16="http://schemas.microsoft.com/office/drawing/2014/main" id="{BDD14E21-0584-CCB7-5790-C7CAF998311F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410063" y="6235295"/>
                  <a:ext cx="148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65" name="Entrada de lápiz 464">
                  <a:extLst>
                    <a:ext uri="{FF2B5EF4-FFF2-40B4-BE49-F238E27FC236}">
                      <a16:creationId xmlns:a16="http://schemas.microsoft.com/office/drawing/2014/main" id="{E9048412-C633-7D41-31C4-272EC52F5229}"/>
                    </a:ext>
                  </a:extLst>
                </p14:cNvPr>
                <p14:cNvContentPartPr/>
                <p14:nvPr/>
              </p14:nvContentPartPr>
              <p14:xfrm>
                <a:off x="10623543" y="6052775"/>
                <a:ext cx="218520" cy="383400"/>
              </p14:xfrm>
            </p:contentPart>
          </mc:Choice>
          <mc:Fallback>
            <p:pic>
              <p:nvPicPr>
                <p:cNvPr id="465" name="Entrada de lápiz 464">
                  <a:extLst>
                    <a:ext uri="{FF2B5EF4-FFF2-40B4-BE49-F238E27FC236}">
                      <a16:creationId xmlns:a16="http://schemas.microsoft.com/office/drawing/2014/main" id="{E9048412-C633-7D41-31C4-272EC52F5229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614903" y="6044135"/>
                  <a:ext cx="2361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66" name="Entrada de lápiz 465">
                  <a:extLst>
                    <a:ext uri="{FF2B5EF4-FFF2-40B4-BE49-F238E27FC236}">
                      <a16:creationId xmlns:a16="http://schemas.microsoft.com/office/drawing/2014/main" id="{BD9A91B5-5CDD-836E-BDF1-C1347CE0E21F}"/>
                    </a:ext>
                  </a:extLst>
                </p14:cNvPr>
                <p14:cNvContentPartPr/>
                <p14:nvPr/>
              </p14:nvContentPartPr>
              <p14:xfrm>
                <a:off x="10780143" y="6374975"/>
                <a:ext cx="228960" cy="123120"/>
              </p14:xfrm>
            </p:contentPart>
          </mc:Choice>
          <mc:Fallback>
            <p:pic>
              <p:nvPicPr>
                <p:cNvPr id="466" name="Entrada de lápiz 465">
                  <a:extLst>
                    <a:ext uri="{FF2B5EF4-FFF2-40B4-BE49-F238E27FC236}">
                      <a16:creationId xmlns:a16="http://schemas.microsoft.com/office/drawing/2014/main" id="{BD9A91B5-5CDD-836E-BDF1-C1347CE0E21F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771143" y="6366335"/>
                  <a:ext cx="246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67" name="Entrada de lápiz 466">
                  <a:extLst>
                    <a:ext uri="{FF2B5EF4-FFF2-40B4-BE49-F238E27FC236}">
                      <a16:creationId xmlns:a16="http://schemas.microsoft.com/office/drawing/2014/main" id="{0DFF973E-5465-9F75-F1CF-ABD4FD86C0E3}"/>
                    </a:ext>
                  </a:extLst>
                </p14:cNvPr>
                <p14:cNvContentPartPr/>
                <p14:nvPr/>
              </p14:nvContentPartPr>
              <p14:xfrm>
                <a:off x="10924143" y="6207935"/>
                <a:ext cx="197280" cy="7560"/>
              </p14:xfrm>
            </p:contentPart>
          </mc:Choice>
          <mc:Fallback>
            <p:pic>
              <p:nvPicPr>
                <p:cNvPr id="467" name="Entrada de lápiz 466">
                  <a:extLst>
                    <a:ext uri="{FF2B5EF4-FFF2-40B4-BE49-F238E27FC236}">
                      <a16:creationId xmlns:a16="http://schemas.microsoft.com/office/drawing/2014/main" id="{0DFF973E-5465-9F75-F1CF-ABD4FD86C0E3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915503" y="6199295"/>
                  <a:ext cx="214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68" name="Entrada de lápiz 467">
                  <a:extLst>
                    <a:ext uri="{FF2B5EF4-FFF2-40B4-BE49-F238E27FC236}">
                      <a16:creationId xmlns:a16="http://schemas.microsoft.com/office/drawing/2014/main" id="{6A80A420-4BB2-EEB9-B687-41EF90F6A5A1}"/>
                    </a:ext>
                  </a:extLst>
                </p14:cNvPr>
                <p14:cNvContentPartPr/>
                <p14:nvPr/>
              </p14:nvContentPartPr>
              <p14:xfrm>
                <a:off x="10996503" y="6304055"/>
                <a:ext cx="200160" cy="13320"/>
              </p14:xfrm>
            </p:contentPart>
          </mc:Choice>
          <mc:Fallback>
            <p:pic>
              <p:nvPicPr>
                <p:cNvPr id="468" name="Entrada de lápiz 467">
                  <a:extLst>
                    <a:ext uri="{FF2B5EF4-FFF2-40B4-BE49-F238E27FC236}">
                      <a16:creationId xmlns:a16="http://schemas.microsoft.com/office/drawing/2014/main" id="{6A80A420-4BB2-EEB9-B687-41EF90F6A5A1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987863" y="6295055"/>
                  <a:ext cx="217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69" name="Entrada de lápiz 468">
                  <a:extLst>
                    <a:ext uri="{FF2B5EF4-FFF2-40B4-BE49-F238E27FC236}">
                      <a16:creationId xmlns:a16="http://schemas.microsoft.com/office/drawing/2014/main" id="{7828C502-7FFF-E729-B84E-69105C9341F9}"/>
                    </a:ext>
                  </a:extLst>
                </p14:cNvPr>
                <p14:cNvContentPartPr/>
                <p14:nvPr/>
              </p14:nvContentPartPr>
              <p14:xfrm>
                <a:off x="11284503" y="5966735"/>
                <a:ext cx="218160" cy="455760"/>
              </p14:xfrm>
            </p:contentPart>
          </mc:Choice>
          <mc:Fallback>
            <p:pic>
              <p:nvPicPr>
                <p:cNvPr id="469" name="Entrada de lápiz 468">
                  <a:extLst>
                    <a:ext uri="{FF2B5EF4-FFF2-40B4-BE49-F238E27FC236}">
                      <a16:creationId xmlns:a16="http://schemas.microsoft.com/office/drawing/2014/main" id="{7828C502-7FFF-E729-B84E-69105C9341F9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1275503" y="5958095"/>
                  <a:ext cx="23580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70" name="Entrada de lápiz 469">
                  <a:extLst>
                    <a:ext uri="{FF2B5EF4-FFF2-40B4-BE49-F238E27FC236}">
                      <a16:creationId xmlns:a16="http://schemas.microsoft.com/office/drawing/2014/main" id="{A7CC1981-00BC-7D63-F7AB-8D926B640B00}"/>
                    </a:ext>
                  </a:extLst>
                </p14:cNvPr>
                <p14:cNvContentPartPr/>
                <p14:nvPr/>
              </p14:nvContentPartPr>
              <p14:xfrm>
                <a:off x="11370903" y="6278495"/>
                <a:ext cx="290520" cy="279360"/>
              </p14:xfrm>
            </p:contentPart>
          </mc:Choice>
          <mc:Fallback>
            <p:pic>
              <p:nvPicPr>
                <p:cNvPr id="470" name="Entrada de lápiz 469">
                  <a:extLst>
                    <a:ext uri="{FF2B5EF4-FFF2-40B4-BE49-F238E27FC236}">
                      <a16:creationId xmlns:a16="http://schemas.microsoft.com/office/drawing/2014/main" id="{A7CC1981-00BC-7D63-F7AB-8D926B640B00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362263" y="6269495"/>
                  <a:ext cx="308160" cy="29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5176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858A767-88B5-48B9-DF66-6927AD3BD78F}"/>
              </a:ext>
            </a:extLst>
          </p:cNvPr>
          <p:cNvCxnSpPr>
            <a:cxnSpLocks/>
          </p:cNvCxnSpPr>
          <p:nvPr/>
        </p:nvCxnSpPr>
        <p:spPr>
          <a:xfrm>
            <a:off x="2808924" y="1912262"/>
            <a:ext cx="0" cy="5903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C2EC3F2-2C96-62FD-D2C4-52E7D017C173}"/>
              </a:ext>
            </a:extLst>
          </p:cNvPr>
          <p:cNvCxnSpPr>
            <a:cxnSpLocks/>
          </p:cNvCxnSpPr>
          <p:nvPr/>
        </p:nvCxnSpPr>
        <p:spPr>
          <a:xfrm>
            <a:off x="2808924" y="1912262"/>
            <a:ext cx="2898184" cy="216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AB12486-ECAA-5625-EE0F-4A6DDDE12EB6}"/>
              </a:ext>
            </a:extLst>
          </p:cNvPr>
          <p:cNvCxnSpPr>
            <a:cxnSpLocks/>
          </p:cNvCxnSpPr>
          <p:nvPr/>
        </p:nvCxnSpPr>
        <p:spPr>
          <a:xfrm>
            <a:off x="5720173" y="1410817"/>
            <a:ext cx="0" cy="1002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A2A8588-4C4B-0297-22B6-E3FAD38E466F}"/>
              </a:ext>
            </a:extLst>
          </p:cNvPr>
          <p:cNvCxnSpPr>
            <a:cxnSpLocks/>
          </p:cNvCxnSpPr>
          <p:nvPr/>
        </p:nvCxnSpPr>
        <p:spPr>
          <a:xfrm>
            <a:off x="6426932" y="1642973"/>
            <a:ext cx="0" cy="58193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C5BE7F1-957D-4A9A-19CC-DDB8B213BE2F}"/>
              </a:ext>
            </a:extLst>
          </p:cNvPr>
          <p:cNvCxnSpPr>
            <a:cxnSpLocks/>
          </p:cNvCxnSpPr>
          <p:nvPr/>
        </p:nvCxnSpPr>
        <p:spPr>
          <a:xfrm>
            <a:off x="6445301" y="1923102"/>
            <a:ext cx="28981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2ADECD0-6A5E-B8BD-8362-EC82F721311E}"/>
              </a:ext>
            </a:extLst>
          </p:cNvPr>
          <p:cNvCxnSpPr>
            <a:cxnSpLocks/>
          </p:cNvCxnSpPr>
          <p:nvPr/>
        </p:nvCxnSpPr>
        <p:spPr>
          <a:xfrm flipH="1">
            <a:off x="9343484" y="1923102"/>
            <a:ext cx="2587" cy="666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8C33F7A-F29E-2D03-C906-8D15D293CD8B}"/>
              </a:ext>
            </a:extLst>
          </p:cNvPr>
          <p:cNvCxnSpPr>
            <a:cxnSpLocks/>
          </p:cNvCxnSpPr>
          <p:nvPr/>
        </p:nvCxnSpPr>
        <p:spPr>
          <a:xfrm>
            <a:off x="4979264" y="3248207"/>
            <a:ext cx="0" cy="1437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5A1D88A-4705-89CE-E629-E481BEDE271C}"/>
              </a:ext>
            </a:extLst>
          </p:cNvPr>
          <p:cNvCxnSpPr>
            <a:cxnSpLocks/>
          </p:cNvCxnSpPr>
          <p:nvPr/>
        </p:nvCxnSpPr>
        <p:spPr>
          <a:xfrm>
            <a:off x="2790557" y="3895900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581CD33-848C-4414-3CF7-335BFE94C8D2}"/>
              </a:ext>
            </a:extLst>
          </p:cNvPr>
          <p:cNvCxnSpPr>
            <a:cxnSpLocks/>
          </p:cNvCxnSpPr>
          <p:nvPr/>
        </p:nvCxnSpPr>
        <p:spPr>
          <a:xfrm>
            <a:off x="4979264" y="3899888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DFAA875-70D2-6D72-92E5-A30173D41FFC}"/>
              </a:ext>
            </a:extLst>
          </p:cNvPr>
          <p:cNvCxnSpPr>
            <a:cxnSpLocks/>
          </p:cNvCxnSpPr>
          <p:nvPr/>
        </p:nvCxnSpPr>
        <p:spPr>
          <a:xfrm>
            <a:off x="4979264" y="3248207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19FAEB1-4921-B12E-EC43-C97BD8FEDC96}"/>
              </a:ext>
            </a:extLst>
          </p:cNvPr>
          <p:cNvCxnSpPr>
            <a:cxnSpLocks/>
          </p:cNvCxnSpPr>
          <p:nvPr/>
        </p:nvCxnSpPr>
        <p:spPr>
          <a:xfrm>
            <a:off x="4979264" y="4679424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DD2B033-0EEA-2F56-D468-535FCC8C4D22}"/>
              </a:ext>
            </a:extLst>
          </p:cNvPr>
          <p:cNvCxnSpPr>
            <a:cxnSpLocks/>
          </p:cNvCxnSpPr>
          <p:nvPr/>
        </p:nvCxnSpPr>
        <p:spPr>
          <a:xfrm>
            <a:off x="6426935" y="3906639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31BCA91-6B0A-863E-AC87-EF3983DB9FFE}"/>
              </a:ext>
            </a:extLst>
          </p:cNvPr>
          <p:cNvCxnSpPr>
            <a:cxnSpLocks/>
          </p:cNvCxnSpPr>
          <p:nvPr/>
        </p:nvCxnSpPr>
        <p:spPr>
          <a:xfrm>
            <a:off x="6426935" y="3254958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26130BA-4CDF-CB3F-C826-004ED941B992}"/>
              </a:ext>
            </a:extLst>
          </p:cNvPr>
          <p:cNvCxnSpPr>
            <a:cxnSpLocks/>
          </p:cNvCxnSpPr>
          <p:nvPr/>
        </p:nvCxnSpPr>
        <p:spPr>
          <a:xfrm>
            <a:off x="6426935" y="4686175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0112D74-DC2C-1B44-D391-7C6B56955131}"/>
              </a:ext>
            </a:extLst>
          </p:cNvPr>
          <p:cNvCxnSpPr>
            <a:cxnSpLocks/>
          </p:cNvCxnSpPr>
          <p:nvPr/>
        </p:nvCxnSpPr>
        <p:spPr>
          <a:xfrm>
            <a:off x="7154779" y="3261709"/>
            <a:ext cx="0" cy="1437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6B79382-B985-F177-638A-42415CA599F1}"/>
              </a:ext>
            </a:extLst>
          </p:cNvPr>
          <p:cNvCxnSpPr>
            <a:cxnSpLocks/>
          </p:cNvCxnSpPr>
          <p:nvPr/>
        </p:nvCxnSpPr>
        <p:spPr>
          <a:xfrm>
            <a:off x="4246244" y="3895900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5511329-17D8-CC98-2F41-EE93CA058045}"/>
              </a:ext>
            </a:extLst>
          </p:cNvPr>
          <p:cNvCxnSpPr>
            <a:cxnSpLocks/>
          </p:cNvCxnSpPr>
          <p:nvPr/>
        </p:nvCxnSpPr>
        <p:spPr>
          <a:xfrm>
            <a:off x="7171136" y="3920141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C383BC0-E52A-8C02-0851-126B5860D2F7}"/>
              </a:ext>
            </a:extLst>
          </p:cNvPr>
          <p:cNvCxnSpPr>
            <a:cxnSpLocks/>
          </p:cNvCxnSpPr>
          <p:nvPr/>
        </p:nvCxnSpPr>
        <p:spPr>
          <a:xfrm>
            <a:off x="8639445" y="3910014"/>
            <a:ext cx="727844" cy="67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6487AF3-7628-3F64-CBC9-38452D234207}"/>
              </a:ext>
            </a:extLst>
          </p:cNvPr>
          <p:cNvSpPr/>
          <p:nvPr/>
        </p:nvSpPr>
        <p:spPr>
          <a:xfrm>
            <a:off x="5707108" y="3137594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5 Ჲ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07B1084-00EE-018D-6F29-45BFF378D51A}"/>
              </a:ext>
            </a:extLst>
          </p:cNvPr>
          <p:cNvSpPr/>
          <p:nvPr/>
        </p:nvSpPr>
        <p:spPr>
          <a:xfrm>
            <a:off x="5699090" y="3804024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10 Ჲ</a:t>
            </a:r>
            <a:endParaRPr lang="es-NI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711359C-D12A-4E07-8F27-E6C778DDBFFB}"/>
              </a:ext>
            </a:extLst>
          </p:cNvPr>
          <p:cNvSpPr/>
          <p:nvPr/>
        </p:nvSpPr>
        <p:spPr>
          <a:xfrm>
            <a:off x="5699089" y="4573069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20 Ჲ</a:t>
            </a:r>
            <a:endParaRPr lang="es-NI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6436B65-3732-1E46-1F9D-5491C2254006}"/>
              </a:ext>
            </a:extLst>
          </p:cNvPr>
          <p:cNvSpPr/>
          <p:nvPr/>
        </p:nvSpPr>
        <p:spPr>
          <a:xfrm rot="5400000">
            <a:off x="2445002" y="2779446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3 Ჲ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46E6D25-55A4-7CA8-E319-1EE5315C2A18}"/>
              </a:ext>
            </a:extLst>
          </p:cNvPr>
          <p:cNvSpPr/>
          <p:nvPr/>
        </p:nvSpPr>
        <p:spPr>
          <a:xfrm>
            <a:off x="7911602" y="3810775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5 Ჲ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EED0F12-94AC-8DEF-805C-922687082CBC}"/>
              </a:ext>
            </a:extLst>
          </p:cNvPr>
          <p:cNvSpPr txBox="1"/>
          <p:nvPr/>
        </p:nvSpPr>
        <p:spPr>
          <a:xfrm>
            <a:off x="6659847" y="1542930"/>
            <a:ext cx="727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800 v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FF595C-404A-51AB-9D4A-FE755EA73226}"/>
              </a:ext>
            </a:extLst>
          </p:cNvPr>
          <p:cNvCxnSpPr>
            <a:cxnSpLocks/>
          </p:cNvCxnSpPr>
          <p:nvPr/>
        </p:nvCxnSpPr>
        <p:spPr>
          <a:xfrm>
            <a:off x="2808923" y="3259485"/>
            <a:ext cx="0" cy="6364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376B8C24-0CA5-BE96-3141-A6070FE9125E}"/>
              </a:ext>
            </a:extLst>
          </p:cNvPr>
          <p:cNvSpPr/>
          <p:nvPr/>
        </p:nvSpPr>
        <p:spPr>
          <a:xfrm>
            <a:off x="3541944" y="3809915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sz="1600" dirty="0">
                <a:solidFill>
                  <a:schemeClr val="tx1"/>
                </a:solidFill>
              </a:rPr>
              <a:t>6.67 Ჲ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54B18C0-B69A-C49A-93CB-A0EE19A03F16}"/>
              </a:ext>
            </a:extLst>
          </p:cNvPr>
          <p:cNvSpPr/>
          <p:nvPr/>
        </p:nvSpPr>
        <p:spPr>
          <a:xfrm rot="5400000">
            <a:off x="9008544" y="2837889"/>
            <a:ext cx="727843" cy="2322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chemeClr val="tx1"/>
                </a:solidFill>
              </a:rPr>
              <a:t> 2Ჲ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F576385-7A82-E1B5-3664-3E56B75FF213}"/>
              </a:ext>
            </a:extLst>
          </p:cNvPr>
          <p:cNvCxnSpPr>
            <a:cxnSpLocks/>
          </p:cNvCxnSpPr>
          <p:nvPr/>
        </p:nvCxnSpPr>
        <p:spPr>
          <a:xfrm>
            <a:off x="9343484" y="3330776"/>
            <a:ext cx="0" cy="6364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914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EEB019D9-371C-4619-647A-21E324FBC3A6}"/>
                  </a:ext>
                </a:extLst>
              </p14:cNvPr>
              <p14:cNvContentPartPr/>
              <p14:nvPr/>
            </p14:nvContentPartPr>
            <p14:xfrm>
              <a:off x="8246103" y="865667"/>
              <a:ext cx="327960" cy="28944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EEB019D9-371C-4619-647A-21E324FBC3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37103" y="856667"/>
                <a:ext cx="3456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0CA1A1EC-1C5C-DC12-B1F2-8004FF6DBD60}"/>
                  </a:ext>
                </a:extLst>
              </p14:cNvPr>
              <p14:cNvContentPartPr/>
              <p14:nvPr/>
            </p14:nvContentPartPr>
            <p14:xfrm>
              <a:off x="8673423" y="1120907"/>
              <a:ext cx="27720" cy="8928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0CA1A1EC-1C5C-DC12-B1F2-8004FF6DBD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64423" y="1111907"/>
                <a:ext cx="45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1022A19F-2EAB-F830-99FF-1485BF56A0A5}"/>
                  </a:ext>
                </a:extLst>
              </p14:cNvPr>
              <p14:cNvContentPartPr/>
              <p14:nvPr/>
            </p14:nvContentPartPr>
            <p14:xfrm>
              <a:off x="8770623" y="913187"/>
              <a:ext cx="279000" cy="26676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1022A19F-2EAB-F830-99FF-1485BF56A0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1623" y="904187"/>
                <a:ext cx="29664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C685872E-D6BB-D10E-3C48-C11546BDCF48}"/>
                  </a:ext>
                </a:extLst>
              </p14:cNvPr>
              <p14:cNvContentPartPr/>
              <p14:nvPr/>
            </p14:nvContentPartPr>
            <p14:xfrm>
              <a:off x="9035223" y="865667"/>
              <a:ext cx="264600" cy="31536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C685872E-D6BB-D10E-3C48-C11546BDCF4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26583" y="857027"/>
                <a:ext cx="2822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F4341EB3-7980-A581-DD97-E5B77210CA22}"/>
                  </a:ext>
                </a:extLst>
              </p14:cNvPr>
              <p14:cNvContentPartPr/>
              <p14:nvPr/>
            </p14:nvContentPartPr>
            <p14:xfrm>
              <a:off x="9372183" y="753707"/>
              <a:ext cx="598320" cy="43704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F4341EB3-7980-A581-DD97-E5B77210CA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63543" y="744707"/>
                <a:ext cx="6159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83445C58-C4B8-D533-BB66-4E6CE39F0B6C}"/>
                  </a:ext>
                </a:extLst>
              </p14:cNvPr>
              <p14:cNvContentPartPr/>
              <p14:nvPr/>
            </p14:nvContentPartPr>
            <p14:xfrm>
              <a:off x="7403703" y="1383347"/>
              <a:ext cx="204120" cy="2574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83445C58-C4B8-D533-BB66-4E6CE39F0B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94703" y="1374347"/>
                <a:ext cx="2217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3EF0F30A-A2C4-05FB-B5F9-C801C061F401}"/>
                  </a:ext>
                </a:extLst>
              </p14:cNvPr>
              <p14:cNvContentPartPr/>
              <p14:nvPr/>
            </p14:nvContentPartPr>
            <p14:xfrm>
              <a:off x="7110303" y="769907"/>
              <a:ext cx="353160" cy="2782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3EF0F30A-A2C4-05FB-B5F9-C801C061F40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01663" y="761267"/>
                <a:ext cx="3708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44C665CD-7A1E-357E-0494-6CD42C116282}"/>
                  </a:ext>
                </a:extLst>
              </p14:cNvPr>
              <p14:cNvContentPartPr/>
              <p14:nvPr/>
            </p14:nvContentPartPr>
            <p14:xfrm>
              <a:off x="7527903" y="791867"/>
              <a:ext cx="162720" cy="32796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44C665CD-7A1E-357E-0494-6CD42C1162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19263" y="782867"/>
                <a:ext cx="1803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DEECD10F-3A8C-DC46-E244-FF51390C103E}"/>
                  </a:ext>
                </a:extLst>
              </p14:cNvPr>
              <p14:cNvContentPartPr/>
              <p14:nvPr/>
            </p14:nvContentPartPr>
            <p14:xfrm>
              <a:off x="7254663" y="1153667"/>
              <a:ext cx="663120" cy="6156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DEECD10F-3A8C-DC46-E244-FF51390C10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45663" y="1144667"/>
                <a:ext cx="6807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FC933A7D-1949-AEC9-3CAB-590AEDF4B201}"/>
                  </a:ext>
                </a:extLst>
              </p14:cNvPr>
              <p14:cNvContentPartPr/>
              <p14:nvPr/>
            </p14:nvContentPartPr>
            <p14:xfrm>
              <a:off x="7916703" y="1022267"/>
              <a:ext cx="252720" cy="2520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FC933A7D-1949-AEC9-3CAB-590AEDF4B2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07703" y="1013267"/>
                <a:ext cx="270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90E972CA-D4D0-1147-7EC7-9604C910D53B}"/>
                  </a:ext>
                </a:extLst>
              </p14:cNvPr>
              <p14:cNvContentPartPr/>
              <p14:nvPr/>
            </p14:nvContentPartPr>
            <p14:xfrm>
              <a:off x="7928583" y="1214867"/>
              <a:ext cx="203400" cy="36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90E972CA-D4D0-1147-7EC7-9604C910D5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19583" y="1206227"/>
                <a:ext cx="221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E300CF5D-C801-3526-9AF7-A91B69979766}"/>
                  </a:ext>
                </a:extLst>
              </p14:cNvPr>
              <p14:cNvContentPartPr/>
              <p14:nvPr/>
            </p14:nvContentPartPr>
            <p14:xfrm>
              <a:off x="469023" y="793307"/>
              <a:ext cx="65160" cy="3916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E300CF5D-C801-3526-9AF7-A91B699797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0023" y="784667"/>
                <a:ext cx="8280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A1C5724B-7A88-54B1-2E3A-0AD179B8C1BA}"/>
                  </a:ext>
                </a:extLst>
              </p14:cNvPr>
              <p14:cNvContentPartPr/>
              <p14:nvPr/>
            </p14:nvContentPartPr>
            <p14:xfrm>
              <a:off x="215943" y="1226387"/>
              <a:ext cx="619560" cy="248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A1C5724B-7A88-54B1-2E3A-0AD179B8C1B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7303" y="1217747"/>
                <a:ext cx="637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D056194B-9898-A440-E7F1-ACD5AF687EBF}"/>
                  </a:ext>
                </a:extLst>
              </p14:cNvPr>
              <p14:cNvContentPartPr/>
              <p14:nvPr/>
            </p14:nvContentPartPr>
            <p14:xfrm>
              <a:off x="1142943" y="1157267"/>
              <a:ext cx="221760" cy="640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D056194B-9898-A440-E7F1-ACD5AF687EB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33943" y="1148267"/>
                <a:ext cx="2394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F71F8EB-C992-CD61-EC14-A59A3A55C7B3}"/>
                  </a:ext>
                </a:extLst>
              </p14:cNvPr>
              <p14:cNvContentPartPr/>
              <p14:nvPr/>
            </p14:nvContentPartPr>
            <p14:xfrm>
              <a:off x="312423" y="1501067"/>
              <a:ext cx="255240" cy="4471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F71F8EB-C992-CD61-EC14-A59A3A55C7B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3783" y="1492427"/>
                <a:ext cx="27288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9C5A43C-B523-DBBB-FA00-D45E81A5DB05}"/>
                  </a:ext>
                </a:extLst>
              </p14:cNvPr>
              <p14:cNvContentPartPr/>
              <p14:nvPr/>
            </p14:nvContentPartPr>
            <p14:xfrm>
              <a:off x="601143" y="1790867"/>
              <a:ext cx="167760" cy="1825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9C5A43C-B523-DBBB-FA00-D45E81A5DB0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2503" y="1781867"/>
                <a:ext cx="1854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E2E9CE9-1608-F1DE-8D7A-D1CCE27DC363}"/>
                  </a:ext>
                </a:extLst>
              </p14:cNvPr>
              <p14:cNvContentPartPr/>
              <p14:nvPr/>
            </p14:nvContentPartPr>
            <p14:xfrm>
              <a:off x="772503" y="1900667"/>
              <a:ext cx="45720" cy="1562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E2E9CE9-1608-F1DE-8D7A-D1CCE27DC36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3503" y="1892027"/>
                <a:ext cx="633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C340AC2-C5F7-F198-7656-40405AFF8980}"/>
                  </a:ext>
                </a:extLst>
              </p14:cNvPr>
              <p14:cNvContentPartPr/>
              <p14:nvPr/>
            </p14:nvContentPartPr>
            <p14:xfrm>
              <a:off x="817143" y="1683947"/>
              <a:ext cx="135360" cy="1360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C340AC2-C5F7-F198-7656-40405AFF898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8143" y="1674947"/>
                <a:ext cx="1530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248A84B-1B7E-6263-1FA6-E621CB775C10}"/>
                  </a:ext>
                </a:extLst>
              </p14:cNvPr>
              <p14:cNvContentPartPr/>
              <p14:nvPr/>
            </p14:nvContentPartPr>
            <p14:xfrm>
              <a:off x="928023" y="1636067"/>
              <a:ext cx="23040" cy="3124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248A84B-1B7E-6263-1FA6-E621CB775C1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19023" y="1627427"/>
                <a:ext cx="406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34FAC40C-A312-0763-A041-D3782E2C55E1}"/>
                  </a:ext>
                </a:extLst>
              </p14:cNvPr>
              <p14:cNvContentPartPr/>
              <p14:nvPr/>
            </p14:nvContentPartPr>
            <p14:xfrm>
              <a:off x="971943" y="1936667"/>
              <a:ext cx="62640" cy="1728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34FAC40C-A312-0763-A041-D3782E2C55E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2943" y="1928027"/>
                <a:ext cx="802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EC40BD4-C760-910E-55B7-300D148EB5FC}"/>
                  </a:ext>
                </a:extLst>
              </p14:cNvPr>
              <p14:cNvContentPartPr/>
              <p14:nvPr/>
            </p14:nvContentPartPr>
            <p14:xfrm>
              <a:off x="1033863" y="1695827"/>
              <a:ext cx="183600" cy="2656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EC40BD4-C760-910E-55B7-300D148EB5F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5223" y="1687187"/>
                <a:ext cx="2012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7086BCD4-60D9-AE69-16F7-55A12BF4555B}"/>
                  </a:ext>
                </a:extLst>
              </p14:cNvPr>
              <p14:cNvContentPartPr/>
              <p14:nvPr/>
            </p14:nvContentPartPr>
            <p14:xfrm>
              <a:off x="1082463" y="1671347"/>
              <a:ext cx="76320" cy="126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7086BCD4-60D9-AE69-16F7-55A12BF455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73463" y="1662707"/>
                <a:ext cx="939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E4435DA1-F04E-3073-DB7C-9988DD94A66F}"/>
                  </a:ext>
                </a:extLst>
              </p14:cNvPr>
              <p14:cNvContentPartPr/>
              <p14:nvPr/>
            </p14:nvContentPartPr>
            <p14:xfrm>
              <a:off x="1311063" y="1371107"/>
              <a:ext cx="86400" cy="180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E4435DA1-F04E-3073-DB7C-9988DD94A66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02423" y="1362107"/>
                <a:ext cx="10404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148FD5E6-F739-BF64-7D5B-8D0E8B46BCF2}"/>
                  </a:ext>
                </a:extLst>
              </p14:cNvPr>
              <p14:cNvContentPartPr/>
              <p14:nvPr/>
            </p14:nvContentPartPr>
            <p14:xfrm>
              <a:off x="1972743" y="757667"/>
              <a:ext cx="360" cy="3236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148FD5E6-F739-BF64-7D5B-8D0E8B46BCF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63743" y="748667"/>
                <a:ext cx="1800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08224CCA-A6D5-E395-8C1A-3BE13349ABD4}"/>
                  </a:ext>
                </a:extLst>
              </p14:cNvPr>
              <p14:cNvContentPartPr/>
              <p14:nvPr/>
            </p14:nvContentPartPr>
            <p14:xfrm>
              <a:off x="1767903" y="1178507"/>
              <a:ext cx="506160" cy="36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08224CCA-A6D5-E395-8C1A-3BE13349ABD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59263" y="1169867"/>
                <a:ext cx="523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AC754E1F-93BF-96DE-F5AB-F63FA57BA37D}"/>
                  </a:ext>
                </a:extLst>
              </p14:cNvPr>
              <p14:cNvContentPartPr/>
              <p14:nvPr/>
            </p14:nvContentPartPr>
            <p14:xfrm>
              <a:off x="1930983" y="1371467"/>
              <a:ext cx="211680" cy="32688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AC754E1F-93BF-96DE-F5AB-F63FA57BA37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21983" y="1362827"/>
                <a:ext cx="2293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0DAEA3DD-5A97-E587-DC0A-F54E94C8EFC4}"/>
                  </a:ext>
                </a:extLst>
              </p14:cNvPr>
              <p14:cNvContentPartPr/>
              <p14:nvPr/>
            </p14:nvContentPartPr>
            <p14:xfrm>
              <a:off x="2550183" y="938027"/>
              <a:ext cx="5400" cy="28764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0DAEA3DD-5A97-E587-DC0A-F54E94C8EFC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41543" y="929387"/>
                <a:ext cx="230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C64B367B-DF0E-1586-E725-A7DAD7EFB894}"/>
                  </a:ext>
                </a:extLst>
              </p14:cNvPr>
              <p14:cNvContentPartPr/>
              <p14:nvPr/>
            </p14:nvContentPartPr>
            <p14:xfrm>
              <a:off x="2430303" y="1081667"/>
              <a:ext cx="360000" cy="266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C64B367B-DF0E-1586-E725-A7DAD7EFB89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21303" y="1073027"/>
                <a:ext cx="3776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3D040127-DD6F-67F4-5A56-4F44526CAA92}"/>
                  </a:ext>
                </a:extLst>
              </p14:cNvPr>
              <p14:cNvContentPartPr/>
              <p14:nvPr/>
            </p14:nvContentPartPr>
            <p14:xfrm>
              <a:off x="2851143" y="829667"/>
              <a:ext cx="25560" cy="24012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3D040127-DD6F-67F4-5A56-4F44526CAA9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42503" y="821027"/>
                <a:ext cx="432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D2795F1D-DE29-145D-A8D3-9B005A211E2C}"/>
                  </a:ext>
                </a:extLst>
              </p14:cNvPr>
              <p14:cNvContentPartPr/>
              <p14:nvPr/>
            </p14:nvContentPartPr>
            <p14:xfrm>
              <a:off x="2790663" y="1118747"/>
              <a:ext cx="263880" cy="1260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D2795F1D-DE29-145D-A8D3-9B005A211E2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82023" y="1109747"/>
                <a:ext cx="2815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9E70AAF2-6892-F137-B74B-2FEFAD6A4B22}"/>
                  </a:ext>
                </a:extLst>
              </p14:cNvPr>
              <p14:cNvContentPartPr/>
              <p14:nvPr/>
            </p14:nvContentPartPr>
            <p14:xfrm>
              <a:off x="2778783" y="1250867"/>
              <a:ext cx="25200" cy="32472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9E70AAF2-6892-F137-B74B-2FEFAD6A4B2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70143" y="1242227"/>
                <a:ext cx="42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F92E5CA6-C758-4381-D5F0-22CB519F96C4}"/>
                  </a:ext>
                </a:extLst>
              </p14:cNvPr>
              <p14:cNvContentPartPr/>
              <p14:nvPr/>
            </p14:nvContentPartPr>
            <p14:xfrm>
              <a:off x="2887143" y="1323227"/>
              <a:ext cx="123840" cy="27864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F92E5CA6-C758-4381-D5F0-22CB519F96C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78503" y="1314587"/>
                <a:ext cx="1414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AF751A53-5B16-E226-5E84-8271D01DE72E}"/>
                  </a:ext>
                </a:extLst>
              </p14:cNvPr>
              <p14:cNvContentPartPr/>
              <p14:nvPr/>
            </p14:nvContentPartPr>
            <p14:xfrm>
              <a:off x="3248223" y="877907"/>
              <a:ext cx="360" cy="2883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AF751A53-5B16-E226-5E84-8271D01DE72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239583" y="869267"/>
                <a:ext cx="180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3E6E21F5-9324-C34F-B885-F47EECD0F945}"/>
                  </a:ext>
                </a:extLst>
              </p14:cNvPr>
              <p14:cNvContentPartPr/>
              <p14:nvPr/>
            </p14:nvContentPartPr>
            <p14:xfrm>
              <a:off x="3151743" y="1021907"/>
              <a:ext cx="278280" cy="3708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3E6E21F5-9324-C34F-B885-F47EECD0F94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143103" y="1012907"/>
                <a:ext cx="295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2821E409-7508-BFBC-784D-6D1E33CC31F9}"/>
                  </a:ext>
                </a:extLst>
              </p14:cNvPr>
              <p14:cNvContentPartPr/>
              <p14:nvPr/>
            </p14:nvContentPartPr>
            <p14:xfrm>
              <a:off x="3512823" y="793307"/>
              <a:ext cx="25920" cy="28836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2821E409-7508-BFBC-784D-6D1E33CC31F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04183" y="784667"/>
                <a:ext cx="435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E8D8A35E-AB4F-1EC6-A7A2-72F2AB8B8C1A}"/>
                  </a:ext>
                </a:extLst>
              </p14:cNvPr>
              <p14:cNvContentPartPr/>
              <p14:nvPr/>
            </p14:nvContentPartPr>
            <p14:xfrm>
              <a:off x="3380703" y="1118747"/>
              <a:ext cx="335880" cy="262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E8D8A35E-AB4F-1EC6-A7A2-72F2AB8B8C1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371703" y="1109747"/>
                <a:ext cx="3535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8038715F-0893-4419-9660-41CB3A1972B4}"/>
                  </a:ext>
                </a:extLst>
              </p14:cNvPr>
              <p14:cNvContentPartPr/>
              <p14:nvPr/>
            </p14:nvContentPartPr>
            <p14:xfrm>
              <a:off x="3381423" y="1226747"/>
              <a:ext cx="166320" cy="2916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8038715F-0893-4419-9660-41CB3A1972B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72783" y="1218107"/>
                <a:ext cx="1839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9190B341-D744-D882-4316-41FA43C628CC}"/>
                  </a:ext>
                </a:extLst>
              </p14:cNvPr>
              <p14:cNvContentPartPr/>
              <p14:nvPr/>
            </p14:nvContentPartPr>
            <p14:xfrm>
              <a:off x="3609303" y="1256267"/>
              <a:ext cx="135000" cy="24264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9190B341-D744-D882-4316-41FA43C628C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600663" y="1247267"/>
                <a:ext cx="1526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7BD8C1CC-42B0-EDDC-BDB5-D872E559DCF7}"/>
                  </a:ext>
                </a:extLst>
              </p14:cNvPr>
              <p14:cNvContentPartPr/>
              <p14:nvPr/>
            </p14:nvContentPartPr>
            <p14:xfrm>
              <a:off x="3921783" y="1058627"/>
              <a:ext cx="144000" cy="36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7BD8C1CC-42B0-EDDC-BDB5-D872E559DCF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12783" y="1049627"/>
                <a:ext cx="161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31EB8F0B-4369-8D3A-9251-412381E047F7}"/>
                  </a:ext>
                </a:extLst>
              </p14:cNvPr>
              <p14:cNvContentPartPr/>
              <p14:nvPr/>
            </p14:nvContentPartPr>
            <p14:xfrm>
              <a:off x="3885783" y="1118747"/>
              <a:ext cx="265680" cy="3708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31EB8F0B-4369-8D3A-9251-412381E047F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877143" y="1109747"/>
                <a:ext cx="2833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665BA9F7-1702-280A-4A04-B15F859BEEBF}"/>
                  </a:ext>
                </a:extLst>
              </p14:cNvPr>
              <p14:cNvContentPartPr/>
              <p14:nvPr/>
            </p14:nvContentPartPr>
            <p14:xfrm>
              <a:off x="4246863" y="1088867"/>
              <a:ext cx="1185480" cy="3060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665BA9F7-1702-280A-4A04-B15F859BEEB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37863" y="1080227"/>
                <a:ext cx="12031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87F35FE4-BBC9-7F05-5038-843F16AB526B}"/>
                  </a:ext>
                </a:extLst>
              </p14:cNvPr>
              <p14:cNvContentPartPr/>
              <p14:nvPr/>
            </p14:nvContentPartPr>
            <p14:xfrm>
              <a:off x="4473303" y="1296587"/>
              <a:ext cx="253080" cy="20628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87F35FE4-BBC9-7F05-5038-843F16AB526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64663" y="1287947"/>
                <a:ext cx="2707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F93B8B6C-6D61-CBEA-B957-23213DF41AE4}"/>
                  </a:ext>
                </a:extLst>
              </p14:cNvPr>
              <p14:cNvContentPartPr/>
              <p14:nvPr/>
            </p14:nvContentPartPr>
            <p14:xfrm>
              <a:off x="4821783" y="1330067"/>
              <a:ext cx="210960" cy="27000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F93B8B6C-6D61-CBEA-B957-23213DF41A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812783" y="1321427"/>
                <a:ext cx="2286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DF0A9083-1A17-5572-E6B2-5F9CE49F2883}"/>
                  </a:ext>
                </a:extLst>
              </p14:cNvPr>
              <p14:cNvContentPartPr/>
              <p14:nvPr/>
            </p14:nvContentPartPr>
            <p14:xfrm>
              <a:off x="4257663" y="781787"/>
              <a:ext cx="127440" cy="14904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DF0A9083-1A17-5572-E6B2-5F9CE49F288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249023" y="772787"/>
                <a:ext cx="1450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1E31893C-CBAD-B434-6F3B-C0960F4F7126}"/>
                  </a:ext>
                </a:extLst>
              </p14:cNvPr>
              <p14:cNvContentPartPr/>
              <p14:nvPr/>
            </p14:nvContentPartPr>
            <p14:xfrm>
              <a:off x="4319223" y="733547"/>
              <a:ext cx="360" cy="31212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1E31893C-CBAD-B434-6F3B-C0960F4F712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310223" y="724547"/>
                <a:ext cx="1800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6301802C-E9D6-F9E0-0FA6-39682654A4F3}"/>
                  </a:ext>
                </a:extLst>
              </p14:cNvPr>
              <p14:cNvContentPartPr/>
              <p14:nvPr/>
            </p14:nvContentPartPr>
            <p14:xfrm>
              <a:off x="4475463" y="745787"/>
              <a:ext cx="13320" cy="27576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6301802C-E9D6-F9E0-0FA6-39682654A4F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66823" y="736787"/>
                <a:ext cx="309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58B47492-5B41-A73D-BF24-60F0BB7E9CDA}"/>
                  </a:ext>
                </a:extLst>
              </p14:cNvPr>
              <p14:cNvContentPartPr/>
              <p14:nvPr/>
            </p14:nvContentPartPr>
            <p14:xfrm>
              <a:off x="4439103" y="846227"/>
              <a:ext cx="132120" cy="320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58B47492-5B41-A73D-BF24-60F0BB7E9CD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430463" y="837587"/>
                <a:ext cx="149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50ACE308-894E-65DD-F2CC-DD849D699810}"/>
                  </a:ext>
                </a:extLst>
              </p14:cNvPr>
              <p14:cNvContentPartPr/>
              <p14:nvPr/>
            </p14:nvContentPartPr>
            <p14:xfrm>
              <a:off x="4585263" y="733547"/>
              <a:ext cx="312840" cy="32616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50ACE308-894E-65DD-F2CC-DD849D69981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576623" y="724547"/>
                <a:ext cx="3304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3DDD6F7F-EBE0-107A-7CBF-35D2C3CD01FC}"/>
                  </a:ext>
                </a:extLst>
              </p14:cNvPr>
              <p14:cNvContentPartPr/>
              <p14:nvPr/>
            </p14:nvContentPartPr>
            <p14:xfrm>
              <a:off x="4956783" y="673427"/>
              <a:ext cx="49680" cy="36000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3DDD6F7F-EBE0-107A-7CBF-35D2C3CD01F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47783" y="664427"/>
                <a:ext cx="6732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DEF81C84-286C-3420-0EF6-E0E938588B79}"/>
                  </a:ext>
                </a:extLst>
              </p14:cNvPr>
              <p14:cNvContentPartPr/>
              <p14:nvPr/>
            </p14:nvContentPartPr>
            <p14:xfrm>
              <a:off x="4956783" y="873227"/>
              <a:ext cx="176040" cy="540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DEF81C84-286C-3420-0EF6-E0E938588B7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947783" y="864227"/>
                <a:ext cx="19368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8E370CA3-F92B-4C36-4BE0-22A20188C507}"/>
                  </a:ext>
                </a:extLst>
              </p14:cNvPr>
              <p14:cNvContentPartPr/>
              <p14:nvPr/>
            </p14:nvContentPartPr>
            <p14:xfrm>
              <a:off x="5197263" y="673427"/>
              <a:ext cx="85320" cy="40788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8E370CA3-F92B-4C36-4BE0-22A20188C50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188263" y="664427"/>
                <a:ext cx="10296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5112757F-1E10-A933-A1FF-78DBC116C741}"/>
                  </a:ext>
                </a:extLst>
              </p14:cNvPr>
              <p14:cNvContentPartPr/>
              <p14:nvPr/>
            </p14:nvContentPartPr>
            <p14:xfrm>
              <a:off x="5389503" y="962147"/>
              <a:ext cx="216000" cy="3456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5112757F-1E10-A933-A1FF-78DBC116C74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380863" y="953507"/>
                <a:ext cx="2336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A2382D51-D1F1-F826-9DDF-FB1FD8A0A3B0}"/>
                  </a:ext>
                </a:extLst>
              </p14:cNvPr>
              <p14:cNvContentPartPr/>
              <p14:nvPr/>
            </p14:nvContentPartPr>
            <p14:xfrm>
              <a:off x="5497863" y="1190747"/>
              <a:ext cx="177840" cy="2556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A2382D51-D1F1-F826-9DDF-FB1FD8A0A3B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488863" y="1182107"/>
                <a:ext cx="1954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8D78E04F-9585-6A7E-4E8B-685472D92588}"/>
                  </a:ext>
                </a:extLst>
              </p14:cNvPr>
              <p14:cNvContentPartPr/>
              <p14:nvPr/>
            </p14:nvContentPartPr>
            <p14:xfrm>
              <a:off x="5748423" y="745787"/>
              <a:ext cx="316800" cy="31680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8D78E04F-9585-6A7E-4E8B-685472D9258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39783" y="736787"/>
                <a:ext cx="33444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F16A0BA9-0904-AA87-7FCD-7D97E88EF428}"/>
                  </a:ext>
                </a:extLst>
              </p14:cNvPr>
              <p14:cNvContentPartPr/>
              <p14:nvPr/>
            </p14:nvContentPartPr>
            <p14:xfrm>
              <a:off x="5847063" y="1098227"/>
              <a:ext cx="264960" cy="4464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F16A0BA9-0904-AA87-7FCD-7D97E88EF42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838423" y="1089587"/>
                <a:ext cx="2826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25FD16A5-0DD4-73A9-8F56-B39853F7FF01}"/>
                  </a:ext>
                </a:extLst>
              </p14:cNvPr>
              <p14:cNvContentPartPr/>
              <p14:nvPr/>
            </p14:nvContentPartPr>
            <p14:xfrm>
              <a:off x="5771463" y="1226387"/>
              <a:ext cx="249480" cy="23328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25FD16A5-0DD4-73A9-8F56-B39853F7FF0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762823" y="1217747"/>
                <a:ext cx="2671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F4148F8-2690-FE09-9F9B-B6ADAEAA95D9}"/>
                  </a:ext>
                </a:extLst>
              </p14:cNvPr>
              <p14:cNvContentPartPr/>
              <p14:nvPr/>
            </p14:nvContentPartPr>
            <p14:xfrm>
              <a:off x="6042903" y="1175987"/>
              <a:ext cx="215640" cy="28404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F4148F8-2690-FE09-9F9B-B6ADAEAA95D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34263" y="1167347"/>
                <a:ext cx="2332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A571F056-C8A7-0E76-99CE-A174E662849E}"/>
                  </a:ext>
                </a:extLst>
              </p14:cNvPr>
              <p14:cNvContentPartPr/>
              <p14:nvPr/>
            </p14:nvContentPartPr>
            <p14:xfrm>
              <a:off x="6340623" y="1021187"/>
              <a:ext cx="383760" cy="1368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A571F056-C8A7-0E76-99CE-A174E662849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331623" y="1012187"/>
                <a:ext cx="4014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97ADE3AC-4B2A-A07A-B1B3-5AC00F8F7D49}"/>
                  </a:ext>
                </a:extLst>
              </p14:cNvPr>
              <p14:cNvContentPartPr/>
              <p14:nvPr/>
            </p14:nvContentPartPr>
            <p14:xfrm>
              <a:off x="6690543" y="930467"/>
              <a:ext cx="226440" cy="15012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97ADE3AC-4B2A-A07A-B1B3-5AC00F8F7D4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681903" y="921827"/>
                <a:ext cx="2440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35DC2693-2F6E-5277-4FB7-F0A7130EC3B2}"/>
                  </a:ext>
                </a:extLst>
              </p14:cNvPr>
              <p14:cNvContentPartPr/>
              <p14:nvPr/>
            </p14:nvContentPartPr>
            <p14:xfrm>
              <a:off x="396303" y="2332307"/>
              <a:ext cx="218160" cy="49356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35DC2693-2F6E-5277-4FB7-F0A7130EC3B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87303" y="2323667"/>
                <a:ext cx="23580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346F2CB1-C526-5D39-5801-7967B5FB0F46}"/>
                  </a:ext>
                </a:extLst>
              </p14:cNvPr>
              <p14:cNvContentPartPr/>
              <p14:nvPr/>
            </p14:nvContentPartPr>
            <p14:xfrm>
              <a:off x="672423" y="2646587"/>
              <a:ext cx="156960" cy="28044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346F2CB1-C526-5D39-5801-7967B5FB0F4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63423" y="2637587"/>
                <a:ext cx="1746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F5E58E0E-BCCA-7D41-2B53-4DC699874560}"/>
                  </a:ext>
                </a:extLst>
              </p14:cNvPr>
              <p14:cNvContentPartPr/>
              <p14:nvPr/>
            </p14:nvContentPartPr>
            <p14:xfrm>
              <a:off x="625263" y="2733347"/>
              <a:ext cx="180720" cy="2196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F5E58E0E-BCCA-7D41-2B53-4DC69987456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6623" y="2724347"/>
                <a:ext cx="198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33F4D2A1-AF1E-BD14-D338-16AC7ED4F4C1}"/>
                  </a:ext>
                </a:extLst>
              </p14:cNvPr>
              <p14:cNvContentPartPr/>
              <p14:nvPr/>
            </p14:nvContentPartPr>
            <p14:xfrm>
              <a:off x="962223" y="2670707"/>
              <a:ext cx="278280" cy="36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33F4D2A1-AF1E-BD14-D338-16AC7ED4F4C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53583" y="2661707"/>
                <a:ext cx="295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B71DE372-981E-5344-AB59-CA0F747EB085}"/>
                  </a:ext>
                </a:extLst>
              </p14:cNvPr>
              <p14:cNvContentPartPr/>
              <p14:nvPr/>
            </p14:nvContentPartPr>
            <p14:xfrm>
              <a:off x="1070583" y="2730467"/>
              <a:ext cx="292680" cy="36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B71DE372-981E-5344-AB59-CA0F747EB08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61583" y="2721827"/>
                <a:ext cx="310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5DA64FD9-AC43-4D22-3289-41EAFA26218B}"/>
                  </a:ext>
                </a:extLst>
              </p14:cNvPr>
              <p14:cNvContentPartPr/>
              <p14:nvPr/>
            </p14:nvContentPartPr>
            <p14:xfrm>
              <a:off x="1395303" y="2417627"/>
              <a:ext cx="374040" cy="29484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5DA64FD9-AC43-4D22-3289-41EAFA26218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386303" y="2408987"/>
                <a:ext cx="3916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891CEA99-0202-7EB9-55AA-1F62572C30F1}"/>
                  </a:ext>
                </a:extLst>
              </p14:cNvPr>
              <p14:cNvContentPartPr/>
              <p14:nvPr/>
            </p14:nvContentPartPr>
            <p14:xfrm>
              <a:off x="1801383" y="2607347"/>
              <a:ext cx="90360" cy="12492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891CEA99-0202-7EB9-55AA-1F62572C30F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792743" y="2598707"/>
                <a:ext cx="1080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4E011B7C-CEAA-1BE9-063C-71F89E4F1400}"/>
                  </a:ext>
                </a:extLst>
              </p14:cNvPr>
              <p14:cNvContentPartPr/>
              <p14:nvPr/>
            </p14:nvContentPartPr>
            <p14:xfrm>
              <a:off x="1900383" y="2381627"/>
              <a:ext cx="242280" cy="3344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4E011B7C-CEAA-1BE9-063C-71F89E4F140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891743" y="2372987"/>
                <a:ext cx="2599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1DE75D1A-7199-1C23-A2FF-4CBBAD0F4B39}"/>
                  </a:ext>
                </a:extLst>
              </p14:cNvPr>
              <p14:cNvContentPartPr/>
              <p14:nvPr/>
            </p14:nvContentPartPr>
            <p14:xfrm>
              <a:off x="2093343" y="2368667"/>
              <a:ext cx="256320" cy="31536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1DE75D1A-7199-1C23-A2FF-4CBBAD0F4B3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084343" y="2360027"/>
                <a:ext cx="2739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36BFBC67-AA3C-21CA-DF92-52C47A7E9E47}"/>
                  </a:ext>
                </a:extLst>
              </p14:cNvPr>
              <p14:cNvContentPartPr/>
              <p14:nvPr/>
            </p14:nvContentPartPr>
            <p14:xfrm>
              <a:off x="2441823" y="2285507"/>
              <a:ext cx="360" cy="40860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36BFBC67-AA3C-21CA-DF92-52C47A7E9E4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433183" y="2276507"/>
                <a:ext cx="1800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79529877-F530-CDE6-19A6-6F1E239193E7}"/>
                  </a:ext>
                </a:extLst>
              </p14:cNvPr>
              <p14:cNvContentPartPr/>
              <p14:nvPr/>
            </p14:nvContentPartPr>
            <p14:xfrm>
              <a:off x="2345703" y="2489627"/>
              <a:ext cx="266040" cy="1332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79529877-F530-CDE6-19A6-6F1E239193E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336703" y="2480627"/>
                <a:ext cx="2836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9CD94B5B-F2A1-290A-A329-1D0E728B4B75}"/>
                  </a:ext>
                </a:extLst>
              </p14:cNvPr>
              <p14:cNvContentPartPr/>
              <p14:nvPr/>
            </p14:nvContentPartPr>
            <p14:xfrm>
              <a:off x="2646663" y="2321507"/>
              <a:ext cx="300600" cy="29124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9CD94B5B-F2A1-290A-A329-1D0E728B4B7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637663" y="2312867"/>
                <a:ext cx="318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B67186EF-1A22-F037-B440-7CDF3F3813DA}"/>
                  </a:ext>
                </a:extLst>
              </p14:cNvPr>
              <p14:cNvContentPartPr/>
              <p14:nvPr/>
            </p14:nvContentPartPr>
            <p14:xfrm>
              <a:off x="3151743" y="2273627"/>
              <a:ext cx="26280" cy="34848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B67186EF-1A22-F037-B440-7CDF3F3813D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43103" y="2264987"/>
                <a:ext cx="4392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EC397F0C-425A-B8D5-10AB-A8E1507918DA}"/>
                  </a:ext>
                </a:extLst>
              </p14:cNvPr>
              <p14:cNvContentPartPr/>
              <p14:nvPr/>
            </p14:nvContentPartPr>
            <p14:xfrm>
              <a:off x="3031863" y="2440667"/>
              <a:ext cx="288360" cy="1368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EC397F0C-425A-B8D5-10AB-A8E1507918D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022863" y="2432027"/>
                <a:ext cx="3060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70935A58-CBAA-CE04-95F7-86896C4E8EC2}"/>
                  </a:ext>
                </a:extLst>
              </p14:cNvPr>
              <p14:cNvContentPartPr/>
              <p14:nvPr/>
            </p14:nvContentPartPr>
            <p14:xfrm>
              <a:off x="3329583" y="2299187"/>
              <a:ext cx="147240" cy="42192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70935A58-CBAA-CE04-95F7-86896C4E8EC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320943" y="2290547"/>
                <a:ext cx="16488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E9ECAA8E-5817-C2AB-CD58-1A29635E1CC1}"/>
                  </a:ext>
                </a:extLst>
              </p14:cNvPr>
              <p14:cNvContentPartPr/>
              <p14:nvPr/>
            </p14:nvContentPartPr>
            <p14:xfrm>
              <a:off x="3556383" y="2600147"/>
              <a:ext cx="5400" cy="10332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E9ECAA8E-5817-C2AB-CD58-1A29635E1CC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547383" y="2591147"/>
                <a:ext cx="230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7C470A89-CD8C-661F-2CCA-F09951E93563}"/>
                  </a:ext>
                </a:extLst>
              </p14:cNvPr>
              <p14:cNvContentPartPr/>
              <p14:nvPr/>
            </p14:nvContentPartPr>
            <p14:xfrm>
              <a:off x="3693543" y="2273627"/>
              <a:ext cx="178200" cy="40824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7C470A89-CD8C-661F-2CCA-F09951E9356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684543" y="2264987"/>
                <a:ext cx="19584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AC749900-B63D-CF92-A240-EA7D07A03125}"/>
                  </a:ext>
                </a:extLst>
              </p14:cNvPr>
              <p14:cNvContentPartPr/>
              <p14:nvPr/>
            </p14:nvContentPartPr>
            <p14:xfrm>
              <a:off x="3619023" y="2297747"/>
              <a:ext cx="90000" cy="35676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AC749900-B63D-CF92-A240-EA7D07A0312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610023" y="2288747"/>
                <a:ext cx="10764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9294EEDF-69FF-E3D5-EF75-C026E9909C42}"/>
                  </a:ext>
                </a:extLst>
              </p14:cNvPr>
              <p14:cNvContentPartPr/>
              <p14:nvPr/>
            </p14:nvContentPartPr>
            <p14:xfrm>
              <a:off x="3761223" y="2381627"/>
              <a:ext cx="317880" cy="626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9294EEDF-69FF-E3D5-EF75-C026E9909C4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752223" y="2372987"/>
                <a:ext cx="335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B6AC9E60-68CB-D22C-D788-D5AF0FDE1B78}"/>
                  </a:ext>
                </a:extLst>
              </p14:cNvPr>
              <p14:cNvContentPartPr/>
              <p14:nvPr/>
            </p14:nvContentPartPr>
            <p14:xfrm>
              <a:off x="4234623" y="2273627"/>
              <a:ext cx="12960" cy="38448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B6AC9E60-68CB-D22C-D788-D5AF0FDE1B7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225623" y="2264987"/>
                <a:ext cx="306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E81304CC-A946-8277-C63C-C8E816B59164}"/>
                  </a:ext>
                </a:extLst>
              </p14:cNvPr>
              <p14:cNvContentPartPr/>
              <p14:nvPr/>
            </p14:nvContentPartPr>
            <p14:xfrm>
              <a:off x="4114383" y="2491427"/>
              <a:ext cx="176400" cy="2304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E81304CC-A946-8277-C63C-C8E816B5916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105743" y="2482427"/>
                <a:ext cx="1940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7182EB7B-BECC-7FBF-919A-912CBCE5ABE0}"/>
                  </a:ext>
                </a:extLst>
              </p14:cNvPr>
              <p14:cNvContentPartPr/>
              <p14:nvPr/>
            </p14:nvContentPartPr>
            <p14:xfrm>
              <a:off x="4377183" y="2285147"/>
              <a:ext cx="231840" cy="33840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7182EB7B-BECC-7FBF-919A-912CBCE5ABE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368543" y="2276507"/>
                <a:ext cx="2494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64730C29-9C08-C79D-EA19-E4025791DF13}"/>
                  </a:ext>
                </a:extLst>
              </p14:cNvPr>
              <p14:cNvContentPartPr/>
              <p14:nvPr/>
            </p14:nvContentPartPr>
            <p14:xfrm>
              <a:off x="4463223" y="2276867"/>
              <a:ext cx="253080" cy="900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64730C29-9C08-C79D-EA19-E4025791DF1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454583" y="2268227"/>
                <a:ext cx="2707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571C3E45-7216-7999-A381-43E6C15116BD}"/>
                  </a:ext>
                </a:extLst>
              </p14:cNvPr>
              <p14:cNvContentPartPr/>
              <p14:nvPr/>
            </p14:nvContentPartPr>
            <p14:xfrm>
              <a:off x="4812063" y="2285507"/>
              <a:ext cx="360" cy="3240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571C3E45-7216-7999-A381-43E6C15116B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03423" y="2276507"/>
                <a:ext cx="180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5D1B10C7-6387-85A0-A074-84A6B84E30F3}"/>
                  </a:ext>
                </a:extLst>
              </p14:cNvPr>
              <p14:cNvContentPartPr/>
              <p14:nvPr/>
            </p14:nvContentPartPr>
            <p14:xfrm>
              <a:off x="4716303" y="2417627"/>
              <a:ext cx="204480" cy="36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5D1B10C7-6387-85A0-A074-84A6B84E30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07303" y="2408987"/>
                <a:ext cx="222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6397B1D5-7058-9859-BCA5-E2CDD1BEFD92}"/>
                  </a:ext>
                </a:extLst>
              </p14:cNvPr>
              <p14:cNvContentPartPr/>
              <p14:nvPr/>
            </p14:nvContentPartPr>
            <p14:xfrm>
              <a:off x="4971903" y="2319707"/>
              <a:ext cx="226080" cy="23256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6397B1D5-7058-9859-BCA5-E2CDD1BEFD9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962903" y="2311067"/>
                <a:ext cx="2437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EFB1FBAE-58D7-6CB2-A923-411CA186E8F6}"/>
                  </a:ext>
                </a:extLst>
              </p14:cNvPr>
              <p14:cNvContentPartPr/>
              <p14:nvPr/>
            </p14:nvContentPartPr>
            <p14:xfrm>
              <a:off x="5305623" y="2393867"/>
              <a:ext cx="229320" cy="36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EFB1FBAE-58D7-6CB2-A923-411CA186E8F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296623" y="2384867"/>
                <a:ext cx="246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957D5136-FE18-ABC8-82F0-89FB0FC9E898}"/>
                  </a:ext>
                </a:extLst>
              </p14:cNvPr>
              <p14:cNvContentPartPr/>
              <p14:nvPr/>
            </p14:nvContentPartPr>
            <p14:xfrm>
              <a:off x="5389503" y="2514107"/>
              <a:ext cx="169560" cy="1260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957D5136-FE18-ABC8-82F0-89FB0FC9E89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380863" y="2505467"/>
                <a:ext cx="1872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253DCECC-1E36-0CAB-5B63-420356B6A5C1}"/>
                  </a:ext>
                </a:extLst>
              </p14:cNvPr>
              <p14:cNvContentPartPr/>
              <p14:nvPr/>
            </p14:nvContentPartPr>
            <p14:xfrm>
              <a:off x="5618463" y="2263547"/>
              <a:ext cx="321840" cy="26316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253DCECC-1E36-0CAB-5B63-420356B6A5C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609463" y="2254907"/>
                <a:ext cx="3394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20E7C8C1-F979-F514-7164-6F41F27A44C1}"/>
                  </a:ext>
                </a:extLst>
              </p14:cNvPr>
              <p14:cNvContentPartPr/>
              <p14:nvPr/>
            </p14:nvContentPartPr>
            <p14:xfrm>
              <a:off x="5964423" y="2176427"/>
              <a:ext cx="259200" cy="3654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20E7C8C1-F979-F514-7164-6F41F27A44C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55783" y="2167787"/>
                <a:ext cx="2768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4C596A72-B4B9-ED38-7E0E-82C5756CE7CB}"/>
                  </a:ext>
                </a:extLst>
              </p14:cNvPr>
              <p14:cNvContentPartPr/>
              <p14:nvPr/>
            </p14:nvContentPartPr>
            <p14:xfrm>
              <a:off x="6340623" y="2113787"/>
              <a:ext cx="565200" cy="40140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4C596A72-B4B9-ED38-7E0E-82C5756CE7C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331623" y="2104787"/>
                <a:ext cx="582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57C34D62-D009-1107-A7BB-AF5FFA6DFA23}"/>
                  </a:ext>
                </a:extLst>
              </p14:cNvPr>
              <p14:cNvContentPartPr/>
              <p14:nvPr/>
            </p14:nvContentPartPr>
            <p14:xfrm>
              <a:off x="-31017" y="1780067"/>
              <a:ext cx="7193520" cy="130176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57C34D62-D009-1107-A7BB-AF5FFA6DFA2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-39657" y="1771427"/>
                <a:ext cx="7211160" cy="13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389CCE5C-5DCD-9940-0C02-A61489118884}"/>
                  </a:ext>
                </a:extLst>
              </p14:cNvPr>
              <p14:cNvContentPartPr/>
              <p14:nvPr/>
            </p14:nvContentPartPr>
            <p14:xfrm>
              <a:off x="7086183" y="1767467"/>
              <a:ext cx="5052240" cy="2556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389CCE5C-5DCD-9940-0C02-A6148911888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077543" y="1758467"/>
                <a:ext cx="5069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F3F91FA3-B195-05A4-26F4-8F9FC210E3B2}"/>
                  </a:ext>
                </a:extLst>
              </p14:cNvPr>
              <p14:cNvContentPartPr/>
              <p14:nvPr/>
            </p14:nvContentPartPr>
            <p14:xfrm>
              <a:off x="7158543" y="2866907"/>
              <a:ext cx="5190120" cy="5688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F3F91FA3-B195-05A4-26F4-8F9FC210E3B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149543" y="2858267"/>
                <a:ext cx="52077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1FF067E0-52D7-907D-3D15-511234E8C21C}"/>
                  </a:ext>
                </a:extLst>
              </p14:cNvPr>
              <p14:cNvContentPartPr/>
              <p14:nvPr/>
            </p14:nvContentPartPr>
            <p14:xfrm>
              <a:off x="8008143" y="1985987"/>
              <a:ext cx="233280" cy="41940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1FF067E0-52D7-907D-3D15-511234E8C21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999503" y="1976987"/>
                <a:ext cx="25092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074E7A35-E92E-8511-842A-81ED29E17C1F}"/>
                  </a:ext>
                </a:extLst>
              </p14:cNvPr>
              <p14:cNvContentPartPr/>
              <p14:nvPr/>
            </p14:nvContentPartPr>
            <p14:xfrm>
              <a:off x="8271663" y="1949987"/>
              <a:ext cx="261720" cy="43452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074E7A35-E92E-8511-842A-81ED29E17C1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262663" y="1940987"/>
                <a:ext cx="2793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1E94E890-56C2-3148-32DC-8145F238D0F2}"/>
                  </a:ext>
                </a:extLst>
              </p14:cNvPr>
              <p14:cNvContentPartPr/>
              <p14:nvPr/>
            </p14:nvContentPartPr>
            <p14:xfrm>
              <a:off x="8446983" y="1922627"/>
              <a:ext cx="351360" cy="45324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1E94E890-56C2-3148-32DC-8145F238D0F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437983" y="1913987"/>
                <a:ext cx="36900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A566BF21-3217-87AB-BD45-CEEA7EBFCB2B}"/>
                  </a:ext>
                </a:extLst>
              </p14:cNvPr>
              <p14:cNvContentPartPr/>
              <p14:nvPr/>
            </p14:nvContentPartPr>
            <p14:xfrm>
              <a:off x="8785383" y="1876547"/>
              <a:ext cx="406440" cy="64872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A566BF21-3217-87AB-BD45-CEEA7EBFCB2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776743" y="1867907"/>
                <a:ext cx="424080" cy="66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06A367A8-FD6D-E8AA-CAC4-F3AD292698C1}"/>
                  </a:ext>
                </a:extLst>
              </p14:cNvPr>
              <p14:cNvContentPartPr/>
              <p14:nvPr/>
            </p14:nvContentPartPr>
            <p14:xfrm>
              <a:off x="9047463" y="2249507"/>
              <a:ext cx="317880" cy="27864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06A367A8-FD6D-E8AA-CAC4-F3AD292698C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038823" y="2240507"/>
                <a:ext cx="3355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5C27E012-49A4-3AF2-142C-926E4A862F42}"/>
                  </a:ext>
                </a:extLst>
              </p14:cNvPr>
              <p14:cNvContentPartPr/>
              <p14:nvPr/>
            </p14:nvContentPartPr>
            <p14:xfrm>
              <a:off x="9358143" y="2230787"/>
              <a:ext cx="328680" cy="29916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5C27E012-49A4-3AF2-142C-926E4A862F4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349143" y="2221787"/>
                <a:ext cx="34632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34D91481-C3BF-C4D5-51EA-75AC1BCADF6E}"/>
                  </a:ext>
                </a:extLst>
              </p14:cNvPr>
              <p14:cNvContentPartPr/>
              <p14:nvPr/>
            </p14:nvContentPartPr>
            <p14:xfrm>
              <a:off x="9901383" y="2141147"/>
              <a:ext cx="225000" cy="36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34D91481-C3BF-C4D5-51EA-75AC1BCADF6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892743" y="2132507"/>
                <a:ext cx="242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8F1CA14B-468A-151A-503B-62EBB3BAABA9}"/>
                  </a:ext>
                </a:extLst>
              </p14:cNvPr>
              <p14:cNvContentPartPr/>
              <p14:nvPr/>
            </p14:nvContentPartPr>
            <p14:xfrm>
              <a:off x="9937743" y="2321867"/>
              <a:ext cx="288360" cy="5040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8F1CA14B-468A-151A-503B-62EBB3BAABA9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929103" y="2312867"/>
                <a:ext cx="306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44BF68B0-AEAB-4540-5BC0-4C50CD0E7A1B}"/>
                  </a:ext>
                </a:extLst>
              </p14:cNvPr>
              <p14:cNvContentPartPr/>
              <p14:nvPr/>
            </p14:nvContentPartPr>
            <p14:xfrm>
              <a:off x="10298103" y="2020907"/>
              <a:ext cx="249480" cy="23436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44BF68B0-AEAB-4540-5BC0-4C50CD0E7A1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289103" y="2011907"/>
                <a:ext cx="267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8242A8C4-AE77-729A-ECD9-64F9260C1E4D}"/>
                  </a:ext>
                </a:extLst>
              </p14:cNvPr>
              <p14:cNvContentPartPr/>
              <p14:nvPr/>
            </p14:nvContentPartPr>
            <p14:xfrm>
              <a:off x="10466223" y="2033147"/>
              <a:ext cx="85320" cy="52668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8242A8C4-AE77-729A-ECD9-64F9260C1E4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457583" y="2024147"/>
                <a:ext cx="10296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8CA043E5-71B1-4420-693C-E373130BB7E5}"/>
                  </a:ext>
                </a:extLst>
              </p14:cNvPr>
              <p14:cNvContentPartPr/>
              <p14:nvPr/>
            </p14:nvContentPartPr>
            <p14:xfrm>
              <a:off x="10646583" y="2079947"/>
              <a:ext cx="291960" cy="47556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8CA043E5-71B1-4420-693C-E373130BB7E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637583" y="2070947"/>
                <a:ext cx="30960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2C53C1E2-9CEE-3F8E-4388-C5BD533B80D0}"/>
                  </a:ext>
                </a:extLst>
              </p14:cNvPr>
              <p14:cNvContentPartPr/>
              <p14:nvPr/>
            </p14:nvContentPartPr>
            <p14:xfrm>
              <a:off x="11008383" y="2066267"/>
              <a:ext cx="352080" cy="57024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2C53C1E2-9CEE-3F8E-4388-C5BD533B80D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999383" y="2057267"/>
                <a:ext cx="369720" cy="58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upo 138">
            <a:extLst>
              <a:ext uri="{FF2B5EF4-FFF2-40B4-BE49-F238E27FC236}">
                <a16:creationId xmlns:a16="http://schemas.microsoft.com/office/drawing/2014/main" id="{6291DD9E-4007-A056-AB45-67582A25D5B0}"/>
              </a:ext>
            </a:extLst>
          </p:cNvPr>
          <p:cNvGrpSpPr/>
          <p:nvPr/>
        </p:nvGrpSpPr>
        <p:grpSpPr>
          <a:xfrm>
            <a:off x="7206783" y="1984907"/>
            <a:ext cx="717120" cy="617040"/>
            <a:chOff x="7206783" y="1984907"/>
            <a:chExt cx="717120" cy="61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5B832217-279C-B6F5-8801-D5F449E74154}"/>
                    </a:ext>
                  </a:extLst>
                </p14:cNvPr>
                <p14:cNvContentPartPr/>
                <p14:nvPr/>
              </p14:nvContentPartPr>
              <p14:xfrm>
                <a:off x="7410183" y="1984907"/>
                <a:ext cx="61560" cy="4212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5B832217-279C-B6F5-8801-D5F449E7415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01183" y="1975907"/>
                  <a:ext cx="792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1E78B3BE-4EC5-0A38-7F5A-370CD0892D44}"/>
                    </a:ext>
                  </a:extLst>
                </p14:cNvPr>
                <p14:cNvContentPartPr/>
                <p14:nvPr/>
              </p14:nvContentPartPr>
              <p14:xfrm>
                <a:off x="7206783" y="2441027"/>
                <a:ext cx="396000" cy="381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1E78B3BE-4EC5-0A38-7F5A-370CD0892D4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97783" y="2432027"/>
                  <a:ext cx="413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5F0C2DC5-5ECB-F63A-6382-4715AB144413}"/>
                    </a:ext>
                  </a:extLst>
                </p14:cNvPr>
                <p14:cNvContentPartPr/>
                <p14:nvPr/>
              </p14:nvContentPartPr>
              <p14:xfrm>
                <a:off x="7278423" y="1995707"/>
                <a:ext cx="381960" cy="856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5F0C2DC5-5ECB-F63A-6382-4715AB14441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69783" y="1987067"/>
                  <a:ext cx="399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F8962CD1-C091-290D-7729-23471C4708C4}"/>
                    </a:ext>
                  </a:extLst>
                </p14:cNvPr>
                <p14:cNvContentPartPr/>
                <p14:nvPr/>
              </p14:nvContentPartPr>
              <p14:xfrm>
                <a:off x="7615383" y="2201267"/>
                <a:ext cx="217800" cy="3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F8962CD1-C091-290D-7729-23471C4708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06743" y="2192627"/>
                  <a:ext cx="235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E153FF7E-8D4C-7DAD-6AA1-DFB20F1283B4}"/>
                    </a:ext>
                  </a:extLst>
                </p14:cNvPr>
                <p14:cNvContentPartPr/>
                <p14:nvPr/>
              </p14:nvContentPartPr>
              <p14:xfrm>
                <a:off x="7652103" y="2309627"/>
                <a:ext cx="271800" cy="3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E153FF7E-8D4C-7DAD-6AA1-DFB20F1283B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43103" y="2300627"/>
                  <a:ext cx="28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75604270-44F2-BC8D-9E70-5E668CDAD377}"/>
                    </a:ext>
                  </a:extLst>
                </p14:cNvPr>
                <p14:cNvContentPartPr/>
                <p14:nvPr/>
              </p14:nvContentPartPr>
              <p14:xfrm>
                <a:off x="7594503" y="2417627"/>
                <a:ext cx="200880" cy="18432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75604270-44F2-BC8D-9E70-5E668CDAD37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85863" y="2408987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9C9EB7FE-ACBF-D13C-2B9F-2C5985CC8049}"/>
                    </a:ext>
                  </a:extLst>
                </p14:cNvPr>
                <p14:cNvContentPartPr/>
                <p14:nvPr/>
              </p14:nvContentPartPr>
              <p14:xfrm>
                <a:off x="7519263" y="2425907"/>
                <a:ext cx="386640" cy="1368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9C9EB7FE-ACBF-D13C-2B9F-2C5985CC80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10263" y="2416907"/>
                  <a:ext cx="40428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D5F6F257-0F9F-16E9-96CA-DCF791A8AF6E}"/>
                  </a:ext>
                </a:extLst>
              </p14:cNvPr>
              <p14:cNvContentPartPr/>
              <p14:nvPr/>
            </p14:nvContentPartPr>
            <p14:xfrm>
              <a:off x="336543" y="3236267"/>
              <a:ext cx="25560" cy="32400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D5F6F257-0F9F-16E9-96CA-DCF791A8AF6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27903" y="3227627"/>
                <a:ext cx="432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5B947B16-9710-AC78-DEC0-4B921EBD7E1C}"/>
                  </a:ext>
                </a:extLst>
              </p14:cNvPr>
              <p14:cNvContentPartPr/>
              <p14:nvPr/>
            </p14:nvContentPartPr>
            <p14:xfrm>
              <a:off x="180303" y="3495827"/>
              <a:ext cx="390240" cy="7740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5B947B16-9710-AC78-DEC0-4B921EBD7E1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71303" y="3486827"/>
                <a:ext cx="4078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8A008DCF-76A6-E811-2E6B-BCD4436CA787}"/>
                  </a:ext>
                </a:extLst>
              </p14:cNvPr>
              <p14:cNvContentPartPr/>
              <p14:nvPr/>
            </p14:nvContentPartPr>
            <p14:xfrm>
              <a:off x="204063" y="3247427"/>
              <a:ext cx="360000" cy="2520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8A008DCF-76A6-E811-2E6B-BCD4436CA78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95423" y="3238427"/>
                <a:ext cx="3776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A212C2E4-44F6-E573-1074-101FDB78523D}"/>
                  </a:ext>
                </a:extLst>
              </p14:cNvPr>
              <p14:cNvContentPartPr/>
              <p14:nvPr/>
            </p14:nvContentPartPr>
            <p14:xfrm>
              <a:off x="673503" y="3404387"/>
              <a:ext cx="23760" cy="18072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A212C2E4-44F6-E573-1074-101FDB78523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64863" y="3395747"/>
                <a:ext cx="414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AC12ECCA-5745-59D5-64F8-102950007053}"/>
                  </a:ext>
                </a:extLst>
              </p14:cNvPr>
              <p14:cNvContentPartPr/>
              <p14:nvPr/>
            </p14:nvContentPartPr>
            <p14:xfrm>
              <a:off x="817503" y="3379187"/>
              <a:ext cx="264960" cy="2592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AC12ECCA-5745-59D5-64F8-10295000705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08863" y="3370187"/>
                <a:ext cx="282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E680F94F-2320-0244-67AB-1CEE059AA955}"/>
                  </a:ext>
                </a:extLst>
              </p14:cNvPr>
              <p14:cNvContentPartPr/>
              <p14:nvPr/>
            </p14:nvContentPartPr>
            <p14:xfrm>
              <a:off x="830103" y="3488627"/>
              <a:ext cx="338400" cy="36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E680F94F-2320-0244-67AB-1CEE059AA955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21103" y="3479987"/>
                <a:ext cx="3560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B3791E04-E0F9-77CF-F997-C73D7CE6D1F9}"/>
                  </a:ext>
                </a:extLst>
              </p14:cNvPr>
              <p14:cNvContentPartPr/>
              <p14:nvPr/>
            </p14:nvContentPartPr>
            <p14:xfrm>
              <a:off x="1250943" y="3224027"/>
              <a:ext cx="48600" cy="3376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B3791E04-E0F9-77CF-F997-C73D7CE6D1F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242303" y="3215387"/>
                <a:ext cx="6624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D6A7B86C-475E-2AEB-3C07-DE2E120492AF}"/>
                  </a:ext>
                </a:extLst>
              </p14:cNvPr>
              <p14:cNvContentPartPr/>
              <p14:nvPr/>
            </p14:nvContentPartPr>
            <p14:xfrm>
              <a:off x="1130703" y="3560627"/>
              <a:ext cx="255240" cy="6084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D6A7B86C-475E-2AEB-3C07-DE2E120492A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21703" y="3551627"/>
                <a:ext cx="2728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4657DD3A-D2C3-768F-EB32-7DBC3568B9C5}"/>
                  </a:ext>
                </a:extLst>
              </p14:cNvPr>
              <p14:cNvContentPartPr/>
              <p14:nvPr/>
            </p14:nvContentPartPr>
            <p14:xfrm>
              <a:off x="1118823" y="3206747"/>
              <a:ext cx="256320" cy="612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4657DD3A-D2C3-768F-EB32-7DBC3568B9C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09823" y="3198107"/>
                <a:ext cx="2739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60B2BE58-54E5-E6BD-28B6-F032FA68ED6E}"/>
                  </a:ext>
                </a:extLst>
              </p14:cNvPr>
              <p14:cNvContentPartPr/>
              <p14:nvPr/>
            </p14:nvContentPartPr>
            <p14:xfrm>
              <a:off x="1455063" y="3489347"/>
              <a:ext cx="191880" cy="14724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60B2BE58-54E5-E6BD-28B6-F032FA68ED6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446423" y="3480707"/>
                <a:ext cx="2095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D2AE7C11-547B-A5A6-2C62-F8FC84DB7956}"/>
                  </a:ext>
                </a:extLst>
              </p14:cNvPr>
              <p14:cNvContentPartPr/>
              <p14:nvPr/>
            </p14:nvContentPartPr>
            <p14:xfrm>
              <a:off x="1696263" y="3331307"/>
              <a:ext cx="290520" cy="3780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D2AE7C11-547B-A5A6-2C62-F8FC84DB7956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687263" y="3322307"/>
                <a:ext cx="3081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73FEE037-A577-44E0-FD41-DD03E557582B}"/>
                  </a:ext>
                </a:extLst>
              </p14:cNvPr>
              <p14:cNvContentPartPr/>
              <p14:nvPr/>
            </p14:nvContentPartPr>
            <p14:xfrm>
              <a:off x="1684023" y="3488627"/>
              <a:ext cx="253440" cy="36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73FEE037-A577-44E0-FD41-DD03E557582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675023" y="3479987"/>
                <a:ext cx="271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FB7DF419-5690-3A1A-082C-E8090C716789}"/>
                  </a:ext>
                </a:extLst>
              </p14:cNvPr>
              <p14:cNvContentPartPr/>
              <p14:nvPr/>
            </p14:nvContentPartPr>
            <p14:xfrm>
              <a:off x="2225463" y="3212147"/>
              <a:ext cx="68040" cy="31284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FB7DF419-5690-3A1A-082C-E8090C71678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216823" y="3203507"/>
                <a:ext cx="856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B89055E7-4362-6B46-AD6B-28A88C40F550}"/>
                  </a:ext>
                </a:extLst>
              </p14:cNvPr>
              <p14:cNvContentPartPr/>
              <p14:nvPr/>
            </p14:nvContentPartPr>
            <p14:xfrm>
              <a:off x="2045103" y="3560267"/>
              <a:ext cx="526320" cy="8532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B89055E7-4362-6B46-AD6B-28A88C40F55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036103" y="3551267"/>
                <a:ext cx="5439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8D1BBA41-DB19-0736-71D3-23BBC034C6B7}"/>
                  </a:ext>
                </a:extLst>
              </p14:cNvPr>
              <p14:cNvContentPartPr/>
              <p14:nvPr/>
            </p14:nvContentPartPr>
            <p14:xfrm>
              <a:off x="2069223" y="3191267"/>
              <a:ext cx="314640" cy="6912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8D1BBA41-DB19-0736-71D3-23BBC034C6B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060223" y="3182627"/>
                <a:ext cx="332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AF70464E-A278-91D4-D286-4ECD67FB6834}"/>
                  </a:ext>
                </a:extLst>
              </p14:cNvPr>
              <p14:cNvContentPartPr/>
              <p14:nvPr/>
            </p14:nvContentPartPr>
            <p14:xfrm>
              <a:off x="2550183" y="3464507"/>
              <a:ext cx="93960" cy="5400"/>
            </p14:xfrm>
          </p:contentPart>
        </mc:Choice>
        <mc:Fallback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AF70464E-A278-91D4-D286-4ECD67FB683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541543" y="3455867"/>
                <a:ext cx="1116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F534A3D6-0B45-74CB-E48A-2C285B4C5723}"/>
                  </a:ext>
                </a:extLst>
              </p14:cNvPr>
              <p14:cNvContentPartPr/>
              <p14:nvPr/>
            </p14:nvContentPartPr>
            <p14:xfrm>
              <a:off x="2586543" y="3440027"/>
              <a:ext cx="337680" cy="23436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F534A3D6-0B45-74CB-E48A-2C285B4C5723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577903" y="3431027"/>
                <a:ext cx="3553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AABA088E-0D0C-343F-D53F-C8FF9B4568DF}"/>
                  </a:ext>
                </a:extLst>
              </p14:cNvPr>
              <p14:cNvContentPartPr/>
              <p14:nvPr/>
            </p14:nvContentPartPr>
            <p14:xfrm>
              <a:off x="3000903" y="3621107"/>
              <a:ext cx="43200" cy="15912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AABA088E-0D0C-343F-D53F-C8FF9B4568DF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992263" y="3612107"/>
                <a:ext cx="608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6B918781-1CE3-22BF-AC51-4504F3764E8D}"/>
                  </a:ext>
                </a:extLst>
              </p14:cNvPr>
              <p14:cNvContentPartPr/>
              <p14:nvPr/>
            </p14:nvContentPartPr>
            <p14:xfrm>
              <a:off x="3139503" y="3248147"/>
              <a:ext cx="205920" cy="23184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6B918781-1CE3-22BF-AC51-4504F3764E8D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30863" y="3239147"/>
                <a:ext cx="2235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FCF2A94B-A66D-7717-0816-901FD2FB9434}"/>
                  </a:ext>
                </a:extLst>
              </p14:cNvPr>
              <p14:cNvContentPartPr/>
              <p14:nvPr/>
            </p14:nvContentPartPr>
            <p14:xfrm>
              <a:off x="3271983" y="3296387"/>
              <a:ext cx="13320" cy="33732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FCF2A94B-A66D-7717-0816-901FD2FB943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263343" y="3287387"/>
                <a:ext cx="3096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92381C74-B03A-BAC7-9FC4-A3D3FB672D97}"/>
                  </a:ext>
                </a:extLst>
              </p14:cNvPr>
              <p14:cNvContentPartPr/>
              <p14:nvPr/>
            </p14:nvContentPartPr>
            <p14:xfrm>
              <a:off x="3350463" y="3596987"/>
              <a:ext cx="78840" cy="24948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92381C74-B03A-BAC7-9FC4-A3D3FB672D97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341463" y="3587987"/>
                <a:ext cx="964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220575CF-B9D0-7646-AA92-3C17AD298DCF}"/>
                  </a:ext>
                </a:extLst>
              </p14:cNvPr>
              <p14:cNvContentPartPr/>
              <p14:nvPr/>
            </p14:nvContentPartPr>
            <p14:xfrm>
              <a:off x="3488343" y="3296027"/>
              <a:ext cx="215280" cy="25488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220575CF-B9D0-7646-AA92-3C17AD298DC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479343" y="3287387"/>
                <a:ext cx="2329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E29D2795-DB49-2647-4175-524A935DE46E}"/>
                  </a:ext>
                </a:extLst>
              </p14:cNvPr>
              <p14:cNvContentPartPr/>
              <p14:nvPr/>
            </p14:nvContentPartPr>
            <p14:xfrm>
              <a:off x="3476463" y="3198827"/>
              <a:ext cx="337320" cy="4968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E29D2795-DB49-2647-4175-524A935DE46E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467823" y="3190187"/>
                <a:ext cx="3549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8A1F4776-E3B5-83A8-116B-C7DB14D280F1}"/>
                  </a:ext>
                </a:extLst>
              </p14:cNvPr>
              <p14:cNvContentPartPr/>
              <p14:nvPr/>
            </p14:nvContentPartPr>
            <p14:xfrm>
              <a:off x="3982263" y="3296387"/>
              <a:ext cx="144000" cy="3744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8A1F4776-E3B5-83A8-116B-C7DB14D280F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973263" y="3287387"/>
                <a:ext cx="1616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EE8E005E-EE79-2E2B-BA59-BEA69B310A26}"/>
                  </a:ext>
                </a:extLst>
              </p14:cNvPr>
              <p14:cNvContentPartPr/>
              <p14:nvPr/>
            </p14:nvContentPartPr>
            <p14:xfrm>
              <a:off x="3958143" y="3500867"/>
              <a:ext cx="315360" cy="36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EE8E005E-EE79-2E2B-BA59-BEA69B310A2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949143" y="3492227"/>
                <a:ext cx="333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35BFD7C8-0306-E930-F563-8A0EAADBB69B}"/>
                  </a:ext>
                </a:extLst>
              </p14:cNvPr>
              <p14:cNvContentPartPr/>
              <p14:nvPr/>
            </p14:nvContentPartPr>
            <p14:xfrm>
              <a:off x="4535583" y="3212147"/>
              <a:ext cx="360" cy="33840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35BFD7C8-0306-E930-F563-8A0EAADBB69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526943" y="3203507"/>
                <a:ext cx="180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44999611-C305-52E3-11B6-854181A9607D}"/>
                  </a:ext>
                </a:extLst>
              </p14:cNvPr>
              <p14:cNvContentPartPr/>
              <p14:nvPr/>
            </p14:nvContentPartPr>
            <p14:xfrm>
              <a:off x="4331103" y="3524987"/>
              <a:ext cx="423360" cy="9612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44999611-C305-52E3-11B6-854181A9607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322103" y="3516347"/>
                <a:ext cx="4410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1CA82AF3-490B-1B48-FC55-D688EC5C37AA}"/>
                  </a:ext>
                </a:extLst>
              </p14:cNvPr>
              <p14:cNvContentPartPr/>
              <p14:nvPr/>
            </p14:nvContentPartPr>
            <p14:xfrm>
              <a:off x="4439103" y="3215027"/>
              <a:ext cx="311040" cy="4536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1CA82AF3-490B-1B48-FC55-D688EC5C37A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430463" y="3206387"/>
                <a:ext cx="328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225C3FB9-01C0-DBEC-FA08-0ECDCC4AA9F8}"/>
                  </a:ext>
                </a:extLst>
              </p14:cNvPr>
              <p14:cNvContentPartPr/>
              <p14:nvPr/>
            </p14:nvContentPartPr>
            <p14:xfrm>
              <a:off x="4845903" y="3344627"/>
              <a:ext cx="202680" cy="25560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225C3FB9-01C0-DBEC-FA08-0ECDCC4AA9F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836903" y="3335627"/>
                <a:ext cx="2203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70C17DA6-FACD-36E1-A5C8-468F1171ED49}"/>
                  </a:ext>
                </a:extLst>
              </p14:cNvPr>
              <p14:cNvContentPartPr/>
              <p14:nvPr/>
            </p14:nvContentPartPr>
            <p14:xfrm>
              <a:off x="5245503" y="3307187"/>
              <a:ext cx="286920" cy="4968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70C17DA6-FACD-36E1-A5C8-468F1171ED4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236503" y="3298187"/>
                <a:ext cx="304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9BA0747F-A13F-0668-DD05-789C6518BCBD}"/>
                  </a:ext>
                </a:extLst>
              </p14:cNvPr>
              <p14:cNvContentPartPr/>
              <p14:nvPr/>
            </p14:nvContentPartPr>
            <p14:xfrm>
              <a:off x="5305623" y="3404387"/>
              <a:ext cx="178920" cy="1260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9BA0747F-A13F-0668-DD05-789C6518BCB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296623" y="3395747"/>
                <a:ext cx="1965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8D43BF39-B3B6-4180-B6AE-728F09694206}"/>
                  </a:ext>
                </a:extLst>
              </p14:cNvPr>
              <p14:cNvContentPartPr/>
              <p14:nvPr/>
            </p14:nvContentPartPr>
            <p14:xfrm>
              <a:off x="5630703" y="3127547"/>
              <a:ext cx="116640" cy="37332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8D43BF39-B3B6-4180-B6AE-728F0969420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621703" y="3118907"/>
                <a:ext cx="13428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52E6CFCA-8B60-7BB2-B613-3F130C0EFE8A}"/>
                  </a:ext>
                </a:extLst>
              </p14:cNvPr>
              <p14:cNvContentPartPr/>
              <p14:nvPr/>
            </p14:nvContentPartPr>
            <p14:xfrm>
              <a:off x="5606583" y="3483227"/>
              <a:ext cx="345240" cy="9000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52E6CFCA-8B60-7BB2-B613-3F130C0EFE8A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597583" y="3474227"/>
                <a:ext cx="3628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C4348D52-7824-3319-DE16-69B4AD130433}"/>
                  </a:ext>
                </a:extLst>
              </p14:cNvPr>
              <p14:cNvContentPartPr/>
              <p14:nvPr/>
            </p14:nvContentPartPr>
            <p14:xfrm>
              <a:off x="5497863" y="3171107"/>
              <a:ext cx="433800" cy="504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C4348D52-7824-3319-DE16-69B4AD13043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5488863" y="3162467"/>
                <a:ext cx="45144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6E2B23A5-43C3-BDEC-0DA4-C55DD59712A6}"/>
                  </a:ext>
                </a:extLst>
              </p14:cNvPr>
              <p14:cNvContentPartPr/>
              <p14:nvPr/>
            </p14:nvContentPartPr>
            <p14:xfrm>
              <a:off x="5979543" y="3368747"/>
              <a:ext cx="201600" cy="28980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6E2B23A5-43C3-BDEC-0DA4-C55DD59712A6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970543" y="3359747"/>
                <a:ext cx="2192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2" name="Entrada de lápiz 181">
                <a:extLst>
                  <a:ext uri="{FF2B5EF4-FFF2-40B4-BE49-F238E27FC236}">
                    <a16:creationId xmlns:a16="http://schemas.microsoft.com/office/drawing/2014/main" id="{07922EBA-70A5-8446-5FD3-9DD85D5B22A5}"/>
                  </a:ext>
                </a:extLst>
              </p14:cNvPr>
              <p14:cNvContentPartPr/>
              <p14:nvPr/>
            </p14:nvContentPartPr>
            <p14:xfrm>
              <a:off x="6063423" y="3535427"/>
              <a:ext cx="196920" cy="61560"/>
            </p14:xfrm>
          </p:contentPart>
        </mc:Choice>
        <mc:Fallback>
          <p:pic>
            <p:nvPicPr>
              <p:cNvPr id="182" name="Entrada de lápiz 181">
                <a:extLst>
                  <a:ext uri="{FF2B5EF4-FFF2-40B4-BE49-F238E27FC236}">
                    <a16:creationId xmlns:a16="http://schemas.microsoft.com/office/drawing/2014/main" id="{07922EBA-70A5-8446-5FD3-9DD85D5B22A5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054783" y="3526787"/>
                <a:ext cx="2145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9706C009-D17E-3B8E-C318-1E43C04FD143}"/>
                  </a:ext>
                </a:extLst>
              </p14:cNvPr>
              <p14:cNvContentPartPr/>
              <p14:nvPr/>
            </p14:nvContentPartPr>
            <p14:xfrm>
              <a:off x="167703" y="2961947"/>
              <a:ext cx="7058160" cy="97344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9706C009-D17E-3B8E-C318-1E43C04FD14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59063" y="2952947"/>
                <a:ext cx="7075800" cy="9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1F7DDC32-5F90-D85F-DF01-6E14A986DB72}"/>
                  </a:ext>
                </a:extLst>
              </p14:cNvPr>
              <p14:cNvContentPartPr/>
              <p14:nvPr/>
            </p14:nvContentPartPr>
            <p14:xfrm>
              <a:off x="6208143" y="3278747"/>
              <a:ext cx="155160" cy="2844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1F7DDC32-5F90-D85F-DF01-6E14A986DB72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199143" y="3270107"/>
                <a:ext cx="1728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3709D17B-E32B-1254-630A-ED3FAA422249}"/>
                  </a:ext>
                </a:extLst>
              </p14:cNvPr>
              <p14:cNvContentPartPr/>
              <p14:nvPr/>
            </p14:nvContentPartPr>
            <p14:xfrm>
              <a:off x="6231903" y="3441107"/>
              <a:ext cx="200160" cy="2376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3709D17B-E32B-1254-630A-ED3FAA42224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222903" y="3432467"/>
                <a:ext cx="2178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CB7B17AE-431A-5214-2C1A-4A096139FB2E}"/>
                  </a:ext>
                </a:extLst>
              </p14:cNvPr>
              <p14:cNvContentPartPr/>
              <p14:nvPr/>
            </p14:nvContentPartPr>
            <p14:xfrm>
              <a:off x="6592623" y="3188027"/>
              <a:ext cx="69840" cy="414720"/>
            </p14:xfrm>
          </p:contentPart>
        </mc:Choice>
        <mc:Fallback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CB7B17AE-431A-5214-2C1A-4A096139FB2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6583623" y="3179387"/>
                <a:ext cx="8748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FC2E4CDE-B13B-A809-01E6-27467503BD76}"/>
                  </a:ext>
                </a:extLst>
              </p14:cNvPr>
              <p14:cNvContentPartPr/>
              <p14:nvPr/>
            </p14:nvContentPartPr>
            <p14:xfrm>
              <a:off x="6460503" y="3523187"/>
              <a:ext cx="314280" cy="9792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FC2E4CDE-B13B-A809-01E6-27467503BD76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451863" y="3514547"/>
                <a:ext cx="3319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01" name="Entrada de lápiz 200">
                <a:extLst>
                  <a:ext uri="{FF2B5EF4-FFF2-40B4-BE49-F238E27FC236}">
                    <a16:creationId xmlns:a16="http://schemas.microsoft.com/office/drawing/2014/main" id="{46B1FA54-F01D-1590-3B89-8003CDC9D77B}"/>
                  </a:ext>
                </a:extLst>
              </p14:cNvPr>
              <p14:cNvContentPartPr/>
              <p14:nvPr/>
            </p14:nvContentPartPr>
            <p14:xfrm>
              <a:off x="6484623" y="3210707"/>
              <a:ext cx="276480" cy="73800"/>
            </p14:xfrm>
          </p:contentPart>
        </mc:Choice>
        <mc:Fallback>
          <p:pic>
            <p:nvPicPr>
              <p:cNvPr id="201" name="Entrada de lápiz 200">
                <a:extLst>
                  <a:ext uri="{FF2B5EF4-FFF2-40B4-BE49-F238E27FC236}">
                    <a16:creationId xmlns:a16="http://schemas.microsoft.com/office/drawing/2014/main" id="{46B1FA54-F01D-1590-3B89-8003CDC9D77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6475623" y="3201707"/>
                <a:ext cx="2941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2" name="Entrada de lápiz 201">
                <a:extLst>
                  <a:ext uri="{FF2B5EF4-FFF2-40B4-BE49-F238E27FC236}">
                    <a16:creationId xmlns:a16="http://schemas.microsoft.com/office/drawing/2014/main" id="{B3D7715B-A04D-0A7E-3829-5CEC40BB0DEF}"/>
                  </a:ext>
                </a:extLst>
              </p14:cNvPr>
              <p14:cNvContentPartPr/>
              <p14:nvPr/>
            </p14:nvContentPartPr>
            <p14:xfrm>
              <a:off x="6832743" y="3404387"/>
              <a:ext cx="94680" cy="229680"/>
            </p14:xfrm>
          </p:contentPart>
        </mc:Choice>
        <mc:Fallback>
          <p:pic>
            <p:nvPicPr>
              <p:cNvPr id="202" name="Entrada de lápiz 201">
                <a:extLst>
                  <a:ext uri="{FF2B5EF4-FFF2-40B4-BE49-F238E27FC236}">
                    <a16:creationId xmlns:a16="http://schemas.microsoft.com/office/drawing/2014/main" id="{B3D7715B-A04D-0A7E-3829-5CEC40BB0DEF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823743" y="3395747"/>
                <a:ext cx="1123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B7D28FFC-FAA4-EC2F-7893-614E7AA3B92B}"/>
                  </a:ext>
                </a:extLst>
              </p14:cNvPr>
              <p14:cNvContentPartPr/>
              <p14:nvPr/>
            </p14:nvContentPartPr>
            <p14:xfrm>
              <a:off x="6761463" y="3511307"/>
              <a:ext cx="191520" cy="74160"/>
            </p14:xfrm>
          </p:contentPart>
        </mc:Choice>
        <mc:Fallback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B7D28FFC-FAA4-EC2F-7893-614E7AA3B92B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752823" y="3502667"/>
                <a:ext cx="2091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C235EFC9-9863-5D83-8979-735AD5231EE2}"/>
                  </a:ext>
                </a:extLst>
              </p14:cNvPr>
              <p14:cNvContentPartPr/>
              <p14:nvPr/>
            </p14:nvContentPartPr>
            <p14:xfrm>
              <a:off x="7302543" y="3153827"/>
              <a:ext cx="192960" cy="470880"/>
            </p14:xfrm>
          </p:contentPart>
        </mc:Choice>
        <mc:Fallback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C235EFC9-9863-5D83-8979-735AD5231EE2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7293903" y="3145187"/>
                <a:ext cx="21060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635849A4-C9CC-4C3D-471A-EBF9C22DB416}"/>
                  </a:ext>
                </a:extLst>
              </p14:cNvPr>
              <p14:cNvContentPartPr/>
              <p14:nvPr/>
            </p14:nvContentPartPr>
            <p14:xfrm>
              <a:off x="9143583" y="3212147"/>
              <a:ext cx="266760" cy="38664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635849A4-C9CC-4C3D-471A-EBF9C22DB41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9134583" y="3203507"/>
                <a:ext cx="28440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581DEF27-6FF1-9598-91A8-5E80F1BD51F9}"/>
                  </a:ext>
                </a:extLst>
              </p14:cNvPr>
              <p14:cNvContentPartPr/>
              <p14:nvPr/>
            </p14:nvContentPartPr>
            <p14:xfrm>
              <a:off x="9492423" y="3512747"/>
              <a:ext cx="84600" cy="10440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581DEF27-6FF1-9598-91A8-5E80F1BD51F9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9483783" y="3504107"/>
                <a:ext cx="102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F5F8AA9C-5F41-C73C-A81A-B74E52C42E7B}"/>
                  </a:ext>
                </a:extLst>
              </p14:cNvPr>
              <p14:cNvContentPartPr/>
              <p14:nvPr/>
            </p14:nvContentPartPr>
            <p14:xfrm>
              <a:off x="9552903" y="3223667"/>
              <a:ext cx="280800" cy="315720"/>
            </p14:xfrm>
          </p:contentPart>
        </mc:Choice>
        <mc:Fallback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F5F8AA9C-5F41-C73C-A81A-B74E52C42E7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9543903" y="3215027"/>
                <a:ext cx="29844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16" name="Entrada de lápiz 215">
                <a:extLst>
                  <a:ext uri="{FF2B5EF4-FFF2-40B4-BE49-F238E27FC236}">
                    <a16:creationId xmlns:a16="http://schemas.microsoft.com/office/drawing/2014/main" id="{1AD8CDDA-2C44-ACB2-813D-67498E0183FE}"/>
                  </a:ext>
                </a:extLst>
              </p14:cNvPr>
              <p14:cNvContentPartPr/>
              <p14:nvPr/>
            </p14:nvContentPartPr>
            <p14:xfrm>
              <a:off x="9769263" y="3222947"/>
              <a:ext cx="327960" cy="320760"/>
            </p14:xfrm>
          </p:contentPart>
        </mc:Choice>
        <mc:Fallback>
          <p:pic>
            <p:nvPicPr>
              <p:cNvPr id="216" name="Entrada de lápiz 215">
                <a:extLst>
                  <a:ext uri="{FF2B5EF4-FFF2-40B4-BE49-F238E27FC236}">
                    <a16:creationId xmlns:a16="http://schemas.microsoft.com/office/drawing/2014/main" id="{1AD8CDDA-2C44-ACB2-813D-67498E0183FE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760263" y="3214307"/>
                <a:ext cx="3456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EC84166E-5B35-8E07-B5FC-A1C7A7F774DF}"/>
                  </a:ext>
                </a:extLst>
              </p14:cNvPr>
              <p14:cNvContentPartPr/>
              <p14:nvPr/>
            </p14:nvContentPartPr>
            <p14:xfrm>
              <a:off x="10130343" y="3236267"/>
              <a:ext cx="205200" cy="1260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EC84166E-5B35-8E07-B5FC-A1C7A7F774DF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0121343" y="3227627"/>
                <a:ext cx="2228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42B668BD-2C7A-93C7-7075-68DE0F17EA66}"/>
                  </a:ext>
                </a:extLst>
              </p14:cNvPr>
              <p14:cNvContentPartPr/>
              <p14:nvPr/>
            </p14:nvContentPartPr>
            <p14:xfrm>
              <a:off x="10118103" y="3404387"/>
              <a:ext cx="216720" cy="36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42B668BD-2C7A-93C7-7075-68DE0F17EA6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109103" y="3395747"/>
                <a:ext cx="234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20" name="Entrada de lápiz 219">
                <a:extLst>
                  <a:ext uri="{FF2B5EF4-FFF2-40B4-BE49-F238E27FC236}">
                    <a16:creationId xmlns:a16="http://schemas.microsoft.com/office/drawing/2014/main" id="{CFFE5A69-C5B6-1C1A-F4B8-E1112C8A230A}"/>
                  </a:ext>
                </a:extLst>
              </p14:cNvPr>
              <p14:cNvContentPartPr/>
              <p14:nvPr/>
            </p14:nvContentPartPr>
            <p14:xfrm>
              <a:off x="10563063" y="3151667"/>
              <a:ext cx="12960" cy="324360"/>
            </p14:xfrm>
          </p:contentPart>
        </mc:Choice>
        <mc:Fallback>
          <p:pic>
            <p:nvPicPr>
              <p:cNvPr id="220" name="Entrada de lápiz 219">
                <a:extLst>
                  <a:ext uri="{FF2B5EF4-FFF2-40B4-BE49-F238E27FC236}">
                    <a16:creationId xmlns:a16="http://schemas.microsoft.com/office/drawing/2014/main" id="{CFFE5A69-C5B6-1C1A-F4B8-E1112C8A230A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0554423" y="3143027"/>
                <a:ext cx="3060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21" name="Entrada de lápiz 220">
                <a:extLst>
                  <a:ext uri="{FF2B5EF4-FFF2-40B4-BE49-F238E27FC236}">
                    <a16:creationId xmlns:a16="http://schemas.microsoft.com/office/drawing/2014/main" id="{ED3BCC18-0CC8-CBA5-CF84-3F422C550A42}"/>
                  </a:ext>
                </a:extLst>
              </p14:cNvPr>
              <p14:cNvContentPartPr/>
              <p14:nvPr/>
            </p14:nvContentPartPr>
            <p14:xfrm>
              <a:off x="10659543" y="3138347"/>
              <a:ext cx="179640" cy="329040"/>
            </p14:xfrm>
          </p:contentPart>
        </mc:Choice>
        <mc:Fallback>
          <p:pic>
            <p:nvPicPr>
              <p:cNvPr id="221" name="Entrada de lápiz 220">
                <a:extLst>
                  <a:ext uri="{FF2B5EF4-FFF2-40B4-BE49-F238E27FC236}">
                    <a16:creationId xmlns:a16="http://schemas.microsoft.com/office/drawing/2014/main" id="{ED3BCC18-0CC8-CBA5-CF84-3F422C550A42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0650903" y="3129707"/>
                <a:ext cx="1972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22" name="Entrada de lápiz 221">
                <a:extLst>
                  <a:ext uri="{FF2B5EF4-FFF2-40B4-BE49-F238E27FC236}">
                    <a16:creationId xmlns:a16="http://schemas.microsoft.com/office/drawing/2014/main" id="{DAEBA49E-A01F-C5CA-3BDF-D4AFBF59D8A3}"/>
                  </a:ext>
                </a:extLst>
              </p14:cNvPr>
              <p14:cNvContentPartPr/>
              <p14:nvPr/>
            </p14:nvContentPartPr>
            <p14:xfrm>
              <a:off x="10866183" y="3186227"/>
              <a:ext cx="248400" cy="303120"/>
            </p14:xfrm>
          </p:contentPart>
        </mc:Choice>
        <mc:Fallback>
          <p:pic>
            <p:nvPicPr>
              <p:cNvPr id="222" name="Entrada de lápiz 221">
                <a:extLst>
                  <a:ext uri="{FF2B5EF4-FFF2-40B4-BE49-F238E27FC236}">
                    <a16:creationId xmlns:a16="http://schemas.microsoft.com/office/drawing/2014/main" id="{DAEBA49E-A01F-C5CA-3BDF-D4AFBF59D8A3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857543" y="3177587"/>
                <a:ext cx="26604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24" name="Entrada de lápiz 223">
                <a:extLst>
                  <a:ext uri="{FF2B5EF4-FFF2-40B4-BE49-F238E27FC236}">
                    <a16:creationId xmlns:a16="http://schemas.microsoft.com/office/drawing/2014/main" id="{B308E3ED-B71C-E989-59C2-D8A2408A240B}"/>
                  </a:ext>
                </a:extLst>
              </p14:cNvPr>
              <p14:cNvContentPartPr/>
              <p14:nvPr/>
            </p14:nvContentPartPr>
            <p14:xfrm>
              <a:off x="11175783" y="3377387"/>
              <a:ext cx="51480" cy="120240"/>
            </p14:xfrm>
          </p:contentPart>
        </mc:Choice>
        <mc:Fallback>
          <p:pic>
            <p:nvPicPr>
              <p:cNvPr id="224" name="Entrada de lápiz 223">
                <a:extLst>
                  <a:ext uri="{FF2B5EF4-FFF2-40B4-BE49-F238E27FC236}">
                    <a16:creationId xmlns:a16="http://schemas.microsoft.com/office/drawing/2014/main" id="{B308E3ED-B71C-E989-59C2-D8A2408A240B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1167143" y="3368747"/>
                <a:ext cx="691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25" name="Entrada de lápiz 224">
                <a:extLst>
                  <a:ext uri="{FF2B5EF4-FFF2-40B4-BE49-F238E27FC236}">
                    <a16:creationId xmlns:a16="http://schemas.microsoft.com/office/drawing/2014/main" id="{3D6B4397-1EAD-DC14-93E5-11D1FD0628B5}"/>
                  </a:ext>
                </a:extLst>
              </p14:cNvPr>
              <p14:cNvContentPartPr/>
              <p14:nvPr/>
            </p14:nvContentPartPr>
            <p14:xfrm>
              <a:off x="11212863" y="3139787"/>
              <a:ext cx="343800" cy="305640"/>
            </p14:xfrm>
          </p:contentPart>
        </mc:Choice>
        <mc:Fallback>
          <p:pic>
            <p:nvPicPr>
              <p:cNvPr id="225" name="Entrada de lápiz 224">
                <a:extLst>
                  <a:ext uri="{FF2B5EF4-FFF2-40B4-BE49-F238E27FC236}">
                    <a16:creationId xmlns:a16="http://schemas.microsoft.com/office/drawing/2014/main" id="{3D6B4397-1EAD-DC14-93E5-11D1FD0628B5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1204223" y="3131147"/>
                <a:ext cx="3614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D2D815C7-17EF-7B1E-EC2C-41F465981244}"/>
                  </a:ext>
                </a:extLst>
              </p14:cNvPr>
              <p14:cNvContentPartPr/>
              <p14:nvPr/>
            </p14:nvContentPartPr>
            <p14:xfrm>
              <a:off x="11622183" y="3103787"/>
              <a:ext cx="204840" cy="29196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D2D815C7-17EF-7B1E-EC2C-41F465981244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1613543" y="3094787"/>
                <a:ext cx="22248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upo 234">
            <a:extLst>
              <a:ext uri="{FF2B5EF4-FFF2-40B4-BE49-F238E27FC236}">
                <a16:creationId xmlns:a16="http://schemas.microsoft.com/office/drawing/2014/main" id="{5FB14234-02EA-5925-E1B6-077235C8C963}"/>
              </a:ext>
            </a:extLst>
          </p:cNvPr>
          <p:cNvGrpSpPr/>
          <p:nvPr/>
        </p:nvGrpSpPr>
        <p:grpSpPr>
          <a:xfrm>
            <a:off x="7417383" y="2971307"/>
            <a:ext cx="1692000" cy="888480"/>
            <a:chOff x="7417383" y="2971307"/>
            <a:chExt cx="1692000" cy="88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71CABE4-D55F-7512-FB34-5974B9F13942}"/>
                    </a:ext>
                  </a:extLst>
                </p14:cNvPr>
                <p14:cNvContentPartPr/>
                <p14:nvPr/>
              </p14:nvContentPartPr>
              <p14:xfrm>
                <a:off x="8036583" y="3327707"/>
                <a:ext cx="96840" cy="1728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71CABE4-D55F-7512-FB34-5974B9F1394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027943" y="3318707"/>
                  <a:ext cx="114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87688438-1C80-ECEC-3B2B-77D4B252766E}"/>
                    </a:ext>
                  </a:extLst>
                </p14:cNvPr>
                <p14:cNvContentPartPr/>
                <p14:nvPr/>
              </p14:nvContentPartPr>
              <p14:xfrm>
                <a:off x="8096703" y="3476747"/>
                <a:ext cx="95040" cy="36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87688438-1C80-ECEC-3B2B-77D4B252766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087703" y="3468107"/>
                  <a:ext cx="112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A0070504-726A-8130-A2CF-47A5F4111E3D}"/>
                    </a:ext>
                  </a:extLst>
                </p14:cNvPr>
                <p14:cNvContentPartPr/>
                <p14:nvPr/>
              </p14:nvContentPartPr>
              <p14:xfrm>
                <a:off x="8288943" y="3127547"/>
                <a:ext cx="196920" cy="1839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A0070504-726A-8130-A2CF-47A5F4111E3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280303" y="3118907"/>
                  <a:ext cx="214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80BC5743-BAE3-C8FD-CBF7-B0CA0EA6D98A}"/>
                    </a:ext>
                  </a:extLst>
                </p14:cNvPr>
                <p14:cNvContentPartPr/>
                <p14:nvPr/>
              </p14:nvContentPartPr>
              <p14:xfrm>
                <a:off x="8421783" y="3080027"/>
                <a:ext cx="360" cy="4345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80BC5743-BAE3-C8FD-CBF7-B0CA0EA6D98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413143" y="3071027"/>
                  <a:ext cx="180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0F90503F-AD45-CFAE-E0A2-4E5B8D145302}"/>
                    </a:ext>
                  </a:extLst>
                </p14:cNvPr>
                <p14:cNvContentPartPr/>
                <p14:nvPr/>
              </p14:nvContentPartPr>
              <p14:xfrm>
                <a:off x="8505663" y="3151667"/>
                <a:ext cx="254520" cy="3596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0F90503F-AD45-CFAE-E0A2-4E5B8D14530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497023" y="3143027"/>
                  <a:ext cx="272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847B66AB-6650-4EA9-B804-F9238AB717EB}"/>
                    </a:ext>
                  </a:extLst>
                </p14:cNvPr>
                <p14:cNvContentPartPr/>
                <p14:nvPr/>
              </p14:nvContentPartPr>
              <p14:xfrm>
                <a:off x="8891223" y="2971307"/>
                <a:ext cx="137880" cy="23328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847B66AB-6650-4EA9-B804-F9238AB717E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882223" y="2962307"/>
                  <a:ext cx="155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F7D939F2-5443-88D5-544D-A54E584B2D75}"/>
                    </a:ext>
                  </a:extLst>
                </p14:cNvPr>
                <p14:cNvContentPartPr/>
                <p14:nvPr/>
              </p14:nvContentPartPr>
              <p14:xfrm>
                <a:off x="8806983" y="3003707"/>
                <a:ext cx="302400" cy="17244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F7D939F2-5443-88D5-544D-A54E584B2D7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797983" y="2995067"/>
                  <a:ext cx="320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EE4E28D6-76BC-E87D-BE6C-6AE336A03F8C}"/>
                    </a:ext>
                  </a:extLst>
                </p14:cNvPr>
                <p14:cNvContentPartPr/>
                <p14:nvPr/>
              </p14:nvContentPartPr>
              <p14:xfrm>
                <a:off x="8830743" y="3067787"/>
                <a:ext cx="264960" cy="3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EE4E28D6-76BC-E87D-BE6C-6AE336A03F8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821743" y="3058787"/>
                  <a:ext cx="28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EFD8205D-A81C-4764-1E39-7EEBC57D56A3}"/>
                    </a:ext>
                  </a:extLst>
                </p14:cNvPr>
                <p14:cNvContentPartPr/>
                <p14:nvPr/>
              </p14:nvContentPartPr>
              <p14:xfrm>
                <a:off x="7417383" y="3547667"/>
                <a:ext cx="186120" cy="24768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EFD8205D-A81C-4764-1E39-7EEBC57D56A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408743" y="3538667"/>
                  <a:ext cx="203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D47CBF46-CD9D-AB10-973F-22D376E30ECC}"/>
                    </a:ext>
                  </a:extLst>
                </p14:cNvPr>
                <p14:cNvContentPartPr/>
                <p14:nvPr/>
              </p14:nvContentPartPr>
              <p14:xfrm>
                <a:off x="7603863" y="3717587"/>
                <a:ext cx="12600" cy="14220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D47CBF46-CD9D-AB10-973F-22D376E30EC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594863" y="3708587"/>
                  <a:ext cx="30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13C21F90-B9D3-4AF3-FB2C-1C9B7822956F}"/>
                    </a:ext>
                  </a:extLst>
                </p14:cNvPr>
                <p14:cNvContentPartPr/>
                <p14:nvPr/>
              </p14:nvContentPartPr>
              <p14:xfrm>
                <a:off x="7675503" y="3512747"/>
                <a:ext cx="102600" cy="12348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13C21F90-B9D3-4AF3-FB2C-1C9B7822956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666863" y="3504107"/>
                  <a:ext cx="120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8ACFE440-FBB6-D3B3-9447-2C97E76E199B}"/>
                    </a:ext>
                  </a:extLst>
                </p14:cNvPr>
                <p14:cNvContentPartPr/>
                <p14:nvPr/>
              </p14:nvContentPartPr>
              <p14:xfrm>
                <a:off x="7784223" y="3464507"/>
                <a:ext cx="360" cy="24012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8ACFE440-FBB6-D3B3-9447-2C97E76E199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775583" y="3455867"/>
                  <a:ext cx="18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85CCEFDF-7699-31CC-EE4A-CA56D8764F99}"/>
                    </a:ext>
                  </a:extLst>
                </p14:cNvPr>
                <p14:cNvContentPartPr/>
                <p14:nvPr/>
              </p14:nvContentPartPr>
              <p14:xfrm>
                <a:off x="7798623" y="3729107"/>
                <a:ext cx="70200" cy="1191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85CCEFDF-7699-31CC-EE4A-CA56D8764F9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789623" y="3720467"/>
                  <a:ext cx="878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37763D17-6316-9BC0-59CF-CDCC00FA89CC}"/>
                    </a:ext>
                  </a:extLst>
                </p14:cNvPr>
                <p14:cNvContentPartPr/>
                <p14:nvPr/>
              </p14:nvContentPartPr>
              <p14:xfrm>
                <a:off x="7881783" y="3486827"/>
                <a:ext cx="128880" cy="18540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37763D17-6316-9BC0-59CF-CDCC00FA89C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872783" y="3478187"/>
                  <a:ext cx="146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F4618505-5503-E54C-0938-318E707578F2}"/>
                    </a:ext>
                  </a:extLst>
                </p14:cNvPr>
                <p14:cNvContentPartPr/>
                <p14:nvPr/>
              </p14:nvContentPartPr>
              <p14:xfrm>
                <a:off x="7844343" y="3478187"/>
                <a:ext cx="144720" cy="230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F4618505-5503-E54C-0938-318E707578F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835343" y="3469187"/>
                  <a:ext cx="1623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BB1FC0A4-D7BE-1E01-863D-89C6740FE0E0}"/>
              </a:ext>
            </a:extLst>
          </p:cNvPr>
          <p:cNvGrpSpPr/>
          <p:nvPr/>
        </p:nvGrpSpPr>
        <p:grpSpPr>
          <a:xfrm>
            <a:off x="144303" y="4054547"/>
            <a:ext cx="1492560" cy="553320"/>
            <a:chOff x="144303" y="4054547"/>
            <a:chExt cx="1492560" cy="55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9EF5F989-A67E-BC6B-55FA-E3E9418E04AF}"/>
                    </a:ext>
                  </a:extLst>
                </p14:cNvPr>
                <p14:cNvContentPartPr/>
                <p14:nvPr/>
              </p14:nvContentPartPr>
              <p14:xfrm>
                <a:off x="144303" y="4106027"/>
                <a:ext cx="309240" cy="3535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9EF5F989-A67E-BC6B-55FA-E3E9418E04A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35303" y="4097027"/>
                  <a:ext cx="3268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BE109954-CFFC-EFC5-A04C-AFA79688D10A}"/>
                    </a:ext>
                  </a:extLst>
                </p14:cNvPr>
                <p14:cNvContentPartPr/>
                <p14:nvPr/>
              </p14:nvContentPartPr>
              <p14:xfrm>
                <a:off x="408903" y="4427147"/>
                <a:ext cx="32040" cy="18072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BE109954-CFFC-EFC5-A04C-AFA79688D10A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99903" y="4418507"/>
                  <a:ext cx="49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5BD11BBC-423C-FDF0-5DB9-ED8892B9F944}"/>
                    </a:ext>
                  </a:extLst>
                </p14:cNvPr>
                <p14:cNvContentPartPr/>
                <p14:nvPr/>
              </p14:nvContentPartPr>
              <p14:xfrm>
                <a:off x="565143" y="4282067"/>
                <a:ext cx="155880" cy="1332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5BD11BBC-423C-FDF0-5DB9-ED8892B9F94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56503" y="4273427"/>
                  <a:ext cx="173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41A44AB8-6AE1-9714-A3AB-33E939F2C0A1}"/>
                    </a:ext>
                  </a:extLst>
                </p14:cNvPr>
                <p14:cNvContentPartPr/>
                <p14:nvPr/>
              </p14:nvContentPartPr>
              <p14:xfrm>
                <a:off x="528783" y="4374227"/>
                <a:ext cx="210960" cy="1764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41A44AB8-6AE1-9714-A3AB-33E939F2C0A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20143" y="4365227"/>
                  <a:ext cx="228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5E102E82-CA85-9EA7-8931-E6220B176966}"/>
                    </a:ext>
                  </a:extLst>
                </p14:cNvPr>
                <p14:cNvContentPartPr/>
                <p14:nvPr/>
              </p14:nvContentPartPr>
              <p14:xfrm>
                <a:off x="912543" y="4054547"/>
                <a:ext cx="169560" cy="18180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5E102E82-CA85-9EA7-8931-E6220B17696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03543" y="4045547"/>
                  <a:ext cx="187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0FD0A45F-7C1D-6B6C-AEF4-E9A8805E8496}"/>
                    </a:ext>
                  </a:extLst>
                </p14:cNvPr>
                <p14:cNvContentPartPr/>
                <p14:nvPr/>
              </p14:nvContentPartPr>
              <p14:xfrm>
                <a:off x="1049343" y="4078667"/>
                <a:ext cx="9360" cy="39816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0FD0A45F-7C1D-6B6C-AEF4-E9A8805E849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40343" y="4069667"/>
                  <a:ext cx="270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E57F1345-118A-9D12-04C0-362271B3764C}"/>
                    </a:ext>
                  </a:extLst>
                </p14:cNvPr>
                <p14:cNvContentPartPr/>
                <p14:nvPr/>
              </p14:nvContentPartPr>
              <p14:xfrm>
                <a:off x="1130703" y="4114307"/>
                <a:ext cx="217800" cy="32760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E57F1345-118A-9D12-04C0-362271B3764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21703" y="4105667"/>
                  <a:ext cx="2354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9EC3FA86-F373-1684-9710-9ED14568E9F3}"/>
                    </a:ext>
                  </a:extLst>
                </p14:cNvPr>
                <p14:cNvContentPartPr/>
                <p14:nvPr/>
              </p14:nvContentPartPr>
              <p14:xfrm>
                <a:off x="1419423" y="4117547"/>
                <a:ext cx="217440" cy="30924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9EC3FA86-F373-1684-9710-9ED14568E9F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410423" y="4108907"/>
                  <a:ext cx="2350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E6EBFA12-589F-1082-7699-C9A808F3A184}"/>
                    </a:ext>
                  </a:extLst>
                </p14:cNvPr>
                <p14:cNvContentPartPr/>
                <p14:nvPr/>
              </p14:nvContentPartPr>
              <p14:xfrm>
                <a:off x="1443543" y="4289627"/>
                <a:ext cx="185760" cy="4140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E6EBFA12-589F-1082-7699-C9A808F3A18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434543" y="4280987"/>
                  <a:ext cx="20340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8213089B-598F-9DB3-0126-ED68DCBD4279}"/>
              </a:ext>
            </a:extLst>
          </p:cNvPr>
          <p:cNvGrpSpPr/>
          <p:nvPr/>
        </p:nvGrpSpPr>
        <p:grpSpPr>
          <a:xfrm>
            <a:off x="1888503" y="4134467"/>
            <a:ext cx="937440" cy="248400"/>
            <a:chOff x="1888503" y="4134467"/>
            <a:chExt cx="93744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5EFEF422-5C42-14C2-96BF-A44014E3A853}"/>
                    </a:ext>
                  </a:extLst>
                </p14:cNvPr>
                <p14:cNvContentPartPr/>
                <p14:nvPr/>
              </p14:nvContentPartPr>
              <p14:xfrm>
                <a:off x="1888503" y="4160747"/>
                <a:ext cx="241560" cy="22212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5EFEF422-5C42-14C2-96BF-A44014E3A85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879863" y="4151747"/>
                  <a:ext cx="259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F8DE3707-D003-2F47-6BEF-E181729B53AB}"/>
                    </a:ext>
                  </a:extLst>
                </p14:cNvPr>
                <p14:cNvContentPartPr/>
                <p14:nvPr/>
              </p14:nvContentPartPr>
              <p14:xfrm>
                <a:off x="2237343" y="4134467"/>
                <a:ext cx="371880" cy="23364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F8DE3707-D003-2F47-6BEF-E181729B53A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228703" y="4125827"/>
                  <a:ext cx="389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1A83DA90-80C5-95AC-2F54-E5A781424801}"/>
                    </a:ext>
                  </a:extLst>
                </p14:cNvPr>
                <p14:cNvContentPartPr/>
                <p14:nvPr/>
              </p14:nvContentPartPr>
              <p14:xfrm>
                <a:off x="2682663" y="4198547"/>
                <a:ext cx="143280" cy="3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1A83DA90-80C5-95AC-2F54-E5A78142480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673663" y="4189547"/>
                  <a:ext cx="160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640900B8-0C7E-0B50-1C13-CF7C70C352CB}"/>
                    </a:ext>
                  </a:extLst>
                </p14:cNvPr>
                <p14:cNvContentPartPr/>
                <p14:nvPr/>
              </p14:nvContentPartPr>
              <p14:xfrm>
                <a:off x="2706783" y="4270907"/>
                <a:ext cx="93960" cy="36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640900B8-0C7E-0B50-1C13-CF7C70C352C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697783" y="4261907"/>
                  <a:ext cx="111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upo 258">
            <a:extLst>
              <a:ext uri="{FF2B5EF4-FFF2-40B4-BE49-F238E27FC236}">
                <a16:creationId xmlns:a16="http://schemas.microsoft.com/office/drawing/2014/main" id="{B22F462E-4FCC-7491-8D15-53C03D0571D9}"/>
              </a:ext>
            </a:extLst>
          </p:cNvPr>
          <p:cNvGrpSpPr/>
          <p:nvPr/>
        </p:nvGrpSpPr>
        <p:grpSpPr>
          <a:xfrm>
            <a:off x="96063" y="4764107"/>
            <a:ext cx="721800" cy="482760"/>
            <a:chOff x="96063" y="4764107"/>
            <a:chExt cx="72180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5F55FE0D-5C05-E96E-9C87-F58E3EE10302}"/>
                    </a:ext>
                  </a:extLst>
                </p14:cNvPr>
                <p14:cNvContentPartPr/>
                <p14:nvPr/>
              </p14:nvContentPartPr>
              <p14:xfrm>
                <a:off x="96063" y="4764107"/>
                <a:ext cx="301680" cy="36432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5F55FE0D-5C05-E96E-9C87-F58E3EE1030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7063" y="4755467"/>
                  <a:ext cx="3193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1470D3FB-02AF-D001-BA51-4BA42875A5B1}"/>
                    </a:ext>
                  </a:extLst>
                </p14:cNvPr>
                <p14:cNvContentPartPr/>
                <p14:nvPr/>
              </p14:nvContentPartPr>
              <p14:xfrm>
                <a:off x="300183" y="5064347"/>
                <a:ext cx="167400" cy="18252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1470D3FB-02AF-D001-BA51-4BA42875A5B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91183" y="5055707"/>
                  <a:ext cx="185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72EAADB2-F67D-B0BE-43A1-FB5163A8ECC3}"/>
                    </a:ext>
                  </a:extLst>
                </p14:cNvPr>
                <p14:cNvContentPartPr/>
                <p14:nvPr/>
              </p14:nvContentPartPr>
              <p14:xfrm>
                <a:off x="577023" y="4944107"/>
                <a:ext cx="204120" cy="1260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72EAADB2-F67D-B0BE-43A1-FB5163A8ECC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68383" y="4935467"/>
                  <a:ext cx="221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518A3312-2CBE-599B-4B74-05D66172FBA1}"/>
                    </a:ext>
                  </a:extLst>
                </p14:cNvPr>
                <p14:cNvContentPartPr/>
                <p14:nvPr/>
              </p14:nvContentPartPr>
              <p14:xfrm>
                <a:off x="613023" y="5040587"/>
                <a:ext cx="204840" cy="1332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518A3312-2CBE-599B-4B74-05D66172FBA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04383" y="5031947"/>
                  <a:ext cx="22248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upo 262">
            <a:extLst>
              <a:ext uri="{FF2B5EF4-FFF2-40B4-BE49-F238E27FC236}">
                <a16:creationId xmlns:a16="http://schemas.microsoft.com/office/drawing/2014/main" id="{591DFE8A-07BB-EB19-438A-90A2EB5C597C}"/>
              </a:ext>
            </a:extLst>
          </p:cNvPr>
          <p:cNvGrpSpPr/>
          <p:nvPr/>
        </p:nvGrpSpPr>
        <p:grpSpPr>
          <a:xfrm>
            <a:off x="1010463" y="4643867"/>
            <a:ext cx="388440" cy="447120"/>
            <a:chOff x="1010463" y="4643867"/>
            <a:chExt cx="38844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CEA51E37-DCE0-A4B0-01D9-014920A248FE}"/>
                    </a:ext>
                  </a:extLst>
                </p14:cNvPr>
                <p14:cNvContentPartPr/>
                <p14:nvPr/>
              </p14:nvContentPartPr>
              <p14:xfrm>
                <a:off x="1010463" y="4643867"/>
                <a:ext cx="177840" cy="21996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CEA51E37-DCE0-A4B0-01D9-014920A248F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01463" y="4634867"/>
                  <a:ext cx="195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0458118D-AE61-8F50-3DEB-6EE509568064}"/>
                    </a:ext>
                  </a:extLst>
                </p14:cNvPr>
                <p14:cNvContentPartPr/>
                <p14:nvPr/>
              </p14:nvContentPartPr>
              <p14:xfrm>
                <a:off x="1166343" y="4715867"/>
                <a:ext cx="360" cy="36036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0458118D-AE61-8F50-3DEB-6EE50956806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57703" y="4707227"/>
                  <a:ext cx="180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BBE7986A-A54A-4E2E-071D-3218413590DF}"/>
                    </a:ext>
                  </a:extLst>
                </p14:cNvPr>
                <p14:cNvContentPartPr/>
                <p14:nvPr/>
              </p14:nvContentPartPr>
              <p14:xfrm>
                <a:off x="1249143" y="4761947"/>
                <a:ext cx="149760" cy="32904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BBE7986A-A54A-4E2E-071D-3218413590D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240143" y="4753307"/>
                  <a:ext cx="16740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upo 266">
            <a:extLst>
              <a:ext uri="{FF2B5EF4-FFF2-40B4-BE49-F238E27FC236}">
                <a16:creationId xmlns:a16="http://schemas.microsoft.com/office/drawing/2014/main" id="{F16B9A08-1293-EC7D-FA3C-25A42C44FB2E}"/>
              </a:ext>
            </a:extLst>
          </p:cNvPr>
          <p:cNvGrpSpPr/>
          <p:nvPr/>
        </p:nvGrpSpPr>
        <p:grpSpPr>
          <a:xfrm>
            <a:off x="1587903" y="3950147"/>
            <a:ext cx="241920" cy="175320"/>
            <a:chOff x="1587903" y="3950147"/>
            <a:chExt cx="24192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FBE85D6A-F58F-A18A-2B12-4AB7FA96F20E}"/>
                    </a:ext>
                  </a:extLst>
                </p14:cNvPr>
                <p14:cNvContentPartPr/>
                <p14:nvPr/>
              </p14:nvContentPartPr>
              <p14:xfrm>
                <a:off x="1684023" y="3958067"/>
                <a:ext cx="94320" cy="16740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FBE85D6A-F58F-A18A-2B12-4AB7FA96F20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675023" y="3949067"/>
                  <a:ext cx="111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93FEA954-F11E-50DE-088C-17E326F33384}"/>
                    </a:ext>
                  </a:extLst>
                </p14:cNvPr>
                <p14:cNvContentPartPr/>
                <p14:nvPr/>
              </p14:nvContentPartPr>
              <p14:xfrm>
                <a:off x="1648023" y="3950147"/>
                <a:ext cx="155880" cy="11628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93FEA954-F11E-50DE-088C-17E326F3338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639383" y="3941507"/>
                  <a:ext cx="17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AAD70DBC-B216-4EDA-B7B1-461B50B09AE0}"/>
                    </a:ext>
                  </a:extLst>
                </p14:cNvPr>
                <p14:cNvContentPartPr/>
                <p14:nvPr/>
              </p14:nvContentPartPr>
              <p14:xfrm>
                <a:off x="1587903" y="4006307"/>
                <a:ext cx="241920" cy="3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AAD70DBC-B216-4EDA-B7B1-461B50B09AE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579263" y="3997307"/>
                  <a:ext cx="2595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04BC6AA0-F257-A127-3EC1-C415B784FEC9}"/>
              </a:ext>
            </a:extLst>
          </p:cNvPr>
          <p:cNvGrpSpPr/>
          <p:nvPr/>
        </p:nvGrpSpPr>
        <p:grpSpPr>
          <a:xfrm>
            <a:off x="167703" y="5317787"/>
            <a:ext cx="2151000" cy="1326960"/>
            <a:chOff x="167703" y="5317787"/>
            <a:chExt cx="2151000" cy="13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A8E99E03-1913-F197-4A08-9D7EAA78290E}"/>
                    </a:ext>
                  </a:extLst>
                </p14:cNvPr>
                <p14:cNvContentPartPr/>
                <p14:nvPr/>
              </p14:nvContentPartPr>
              <p14:xfrm>
                <a:off x="204063" y="5500667"/>
                <a:ext cx="240120" cy="42552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A8E99E03-1913-F197-4A08-9D7EAA78290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95423" y="5492027"/>
                  <a:ext cx="2577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4C0B3512-05BB-76D1-CEF9-048AA363301B}"/>
                    </a:ext>
                  </a:extLst>
                </p14:cNvPr>
                <p14:cNvContentPartPr/>
                <p14:nvPr/>
              </p14:nvContentPartPr>
              <p14:xfrm>
                <a:off x="261663" y="5871107"/>
                <a:ext cx="221040" cy="25488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4C0B3512-05BB-76D1-CEF9-048AA363301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53023" y="5862107"/>
                  <a:ext cx="238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F783BF94-10A8-EA11-BEC4-838558320B45}"/>
                    </a:ext>
                  </a:extLst>
                </p14:cNvPr>
                <p14:cNvContentPartPr/>
                <p14:nvPr/>
              </p14:nvContentPartPr>
              <p14:xfrm>
                <a:off x="517263" y="5665187"/>
                <a:ext cx="229320" cy="3744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F783BF94-10A8-EA11-BEC4-838558320B4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08263" y="5656187"/>
                  <a:ext cx="246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C5B6098C-DAE4-1ACA-FD55-4AEB78C8FB5C}"/>
                    </a:ext>
                  </a:extLst>
                </p14:cNvPr>
                <p14:cNvContentPartPr/>
                <p14:nvPr/>
              </p14:nvContentPartPr>
              <p14:xfrm>
                <a:off x="577023" y="5775707"/>
                <a:ext cx="229320" cy="3312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C5B6098C-DAE4-1ACA-FD55-4AEB78C8FB5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68383" y="5766707"/>
                  <a:ext cx="246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14F49C35-AD93-F2DA-CDC6-2DB4C1D49C71}"/>
                    </a:ext>
                  </a:extLst>
                </p14:cNvPr>
                <p14:cNvContentPartPr/>
                <p14:nvPr/>
              </p14:nvContentPartPr>
              <p14:xfrm>
                <a:off x="901743" y="5425787"/>
                <a:ext cx="199440" cy="23256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14F49C35-AD93-F2DA-CDC6-2DB4C1D49C7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93103" y="5417147"/>
                  <a:ext cx="217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DDB127FC-7D73-17F7-3ACF-83E3A3A6B65E}"/>
                    </a:ext>
                  </a:extLst>
                </p14:cNvPr>
                <p14:cNvContentPartPr/>
                <p14:nvPr/>
              </p14:nvContentPartPr>
              <p14:xfrm>
                <a:off x="1046823" y="5401667"/>
                <a:ext cx="72360" cy="49464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DDB127FC-7D73-17F7-3ACF-83E3A3A6B65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37823" y="5393027"/>
                  <a:ext cx="900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F086BC5C-F1A2-61C6-A993-82238416FAEE}"/>
                    </a:ext>
                  </a:extLst>
                </p14:cNvPr>
                <p14:cNvContentPartPr/>
                <p14:nvPr/>
              </p14:nvContentPartPr>
              <p14:xfrm>
                <a:off x="1148343" y="5521187"/>
                <a:ext cx="214920" cy="29988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F086BC5C-F1A2-61C6-A993-82238416FAE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39343" y="5512547"/>
                  <a:ext cx="232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834D9D8F-001C-02F6-8D2F-E66232F9DBCD}"/>
                    </a:ext>
                  </a:extLst>
                </p14:cNvPr>
                <p14:cNvContentPartPr/>
                <p14:nvPr/>
              </p14:nvContentPartPr>
              <p14:xfrm>
                <a:off x="1395303" y="5317787"/>
                <a:ext cx="183960" cy="17964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834D9D8F-001C-02F6-8D2F-E66232F9DBC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386303" y="5308787"/>
                  <a:ext cx="201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1D5BAE1B-0EAC-3149-CF08-C994234D96B9}"/>
                    </a:ext>
                  </a:extLst>
                </p14:cNvPr>
                <p14:cNvContentPartPr/>
                <p14:nvPr/>
              </p14:nvContentPartPr>
              <p14:xfrm>
                <a:off x="1359303" y="5351987"/>
                <a:ext cx="223200" cy="17064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1D5BAE1B-0EAC-3149-CF08-C994234D96B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350303" y="5342987"/>
                  <a:ext cx="240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36CE7422-BF0F-0A17-C9EA-37AD3AC8FAC1}"/>
                    </a:ext>
                  </a:extLst>
                </p14:cNvPr>
                <p14:cNvContentPartPr/>
                <p14:nvPr/>
              </p14:nvContentPartPr>
              <p14:xfrm>
                <a:off x="1371183" y="5377547"/>
                <a:ext cx="240480" cy="36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36CE7422-BF0F-0A17-C9EA-37AD3AC8FAC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362183" y="5368907"/>
                  <a:ext cx="258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CA84581B-870E-50D8-471B-320CA05D4BAB}"/>
                    </a:ext>
                  </a:extLst>
                </p14:cNvPr>
                <p14:cNvContentPartPr/>
                <p14:nvPr/>
              </p14:nvContentPartPr>
              <p14:xfrm>
                <a:off x="1718943" y="5377547"/>
                <a:ext cx="315360" cy="47052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CA84581B-870E-50D8-471B-320CA05D4BA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709943" y="5368907"/>
                  <a:ext cx="3330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E87493E2-EC7A-D25B-3D7F-384D5DAB0C14}"/>
                    </a:ext>
                  </a:extLst>
                </p14:cNvPr>
                <p14:cNvContentPartPr/>
                <p14:nvPr/>
              </p14:nvContentPartPr>
              <p14:xfrm>
                <a:off x="1804623" y="5421107"/>
                <a:ext cx="361800" cy="540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E87493E2-EC7A-D25B-3D7F-384D5DAB0C1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795623" y="5412107"/>
                  <a:ext cx="379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D2C39D8B-D174-1349-8812-375092EE358E}"/>
                    </a:ext>
                  </a:extLst>
                </p14:cNvPr>
                <p14:cNvContentPartPr/>
                <p14:nvPr/>
              </p14:nvContentPartPr>
              <p14:xfrm>
                <a:off x="167703" y="6110867"/>
                <a:ext cx="459360" cy="48276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D2C39D8B-D174-1349-8812-375092EE358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59063" y="6101867"/>
                  <a:ext cx="4770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312D96A1-8C39-1FB8-C0EA-42DD48D3E06A}"/>
                    </a:ext>
                  </a:extLst>
                </p14:cNvPr>
                <p14:cNvContentPartPr/>
                <p14:nvPr/>
              </p14:nvContentPartPr>
              <p14:xfrm>
                <a:off x="552903" y="6364307"/>
                <a:ext cx="194760" cy="2804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312D96A1-8C39-1FB8-C0EA-42DD48D3E06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44263" y="6355307"/>
                  <a:ext cx="212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736F2D4D-E94B-D1BD-E6D6-368F013AA939}"/>
                    </a:ext>
                  </a:extLst>
                </p14:cNvPr>
                <p14:cNvContentPartPr/>
                <p14:nvPr/>
              </p14:nvContentPartPr>
              <p14:xfrm>
                <a:off x="565143" y="6448187"/>
                <a:ext cx="324000" cy="6084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736F2D4D-E94B-D1BD-E6D6-368F013AA93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56503" y="6439187"/>
                  <a:ext cx="341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27BA238F-36CB-976A-3C5B-2B93E9AF65E4}"/>
                    </a:ext>
                  </a:extLst>
                </p14:cNvPr>
                <p14:cNvContentPartPr/>
                <p14:nvPr/>
              </p14:nvContentPartPr>
              <p14:xfrm>
                <a:off x="974103" y="6232187"/>
                <a:ext cx="228600" cy="36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27BA238F-36CB-976A-3C5B-2B93E9AF65E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65463" y="6223187"/>
                  <a:ext cx="246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5462654E-9FF6-252B-8961-3221764B4CF9}"/>
                    </a:ext>
                  </a:extLst>
                </p14:cNvPr>
                <p14:cNvContentPartPr/>
                <p14:nvPr/>
              </p14:nvContentPartPr>
              <p14:xfrm>
                <a:off x="1070583" y="6360707"/>
                <a:ext cx="214560" cy="1656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5462654E-9FF6-252B-8961-3221764B4CF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61583" y="6351707"/>
                  <a:ext cx="232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55FB8821-A620-6ADE-87AD-9D234391EF94}"/>
                    </a:ext>
                  </a:extLst>
                </p14:cNvPr>
                <p14:cNvContentPartPr/>
                <p14:nvPr/>
              </p14:nvContentPartPr>
              <p14:xfrm>
                <a:off x="1334823" y="6039227"/>
                <a:ext cx="163440" cy="18396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55FB8821-A620-6ADE-87AD-9D234391EF9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325823" y="6030587"/>
                  <a:ext cx="181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310CFB32-94DC-F428-DCA7-CCE9659E28A3}"/>
                    </a:ext>
                  </a:extLst>
                </p14:cNvPr>
                <p14:cNvContentPartPr/>
                <p14:nvPr/>
              </p14:nvContentPartPr>
              <p14:xfrm>
                <a:off x="1503303" y="6027347"/>
                <a:ext cx="13320" cy="44712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310CFB32-94DC-F428-DCA7-CCE9659E28A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494663" y="6018707"/>
                  <a:ext cx="309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1224B0AB-295A-4463-9956-757C32E14370}"/>
                    </a:ext>
                  </a:extLst>
                </p14:cNvPr>
                <p14:cNvContentPartPr/>
                <p14:nvPr/>
              </p14:nvContentPartPr>
              <p14:xfrm>
                <a:off x="1566663" y="6079547"/>
                <a:ext cx="300600" cy="37296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1224B0AB-295A-4463-9956-757C32E1437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558023" y="6070547"/>
                  <a:ext cx="3182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673418C4-05EB-3E9B-91DD-909519012742}"/>
                    </a:ext>
                  </a:extLst>
                </p14:cNvPr>
                <p14:cNvContentPartPr/>
                <p14:nvPr/>
              </p14:nvContentPartPr>
              <p14:xfrm>
                <a:off x="1876623" y="5962187"/>
                <a:ext cx="211320" cy="18468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673418C4-05EB-3E9B-91DD-90951901274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867983" y="5953547"/>
                  <a:ext cx="228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61F6E3FD-A722-BDBB-20CD-CFDC88BA6E38}"/>
                    </a:ext>
                  </a:extLst>
                </p14:cNvPr>
                <p14:cNvContentPartPr/>
                <p14:nvPr/>
              </p14:nvContentPartPr>
              <p14:xfrm>
                <a:off x="1948623" y="5969747"/>
                <a:ext cx="151920" cy="11844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61F6E3FD-A722-BDBB-20CD-CFDC88BA6E3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939623" y="5960747"/>
                  <a:ext cx="169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0ADDEB17-164E-CE0E-EA5B-E345CA0C7DF8}"/>
                    </a:ext>
                  </a:extLst>
                </p14:cNvPr>
                <p14:cNvContentPartPr/>
                <p14:nvPr/>
              </p14:nvContentPartPr>
              <p14:xfrm>
                <a:off x="1864383" y="6026987"/>
                <a:ext cx="252360" cy="2520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0ADDEB17-164E-CE0E-EA5B-E345CA0C7DF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855743" y="6017987"/>
                  <a:ext cx="270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80B5C5B9-7B48-8748-A0EC-1B1BC607E4F3}"/>
                    </a:ext>
                  </a:extLst>
                </p14:cNvPr>
                <p14:cNvContentPartPr/>
                <p14:nvPr/>
              </p14:nvContentPartPr>
              <p14:xfrm>
                <a:off x="2128983" y="6111587"/>
                <a:ext cx="189720" cy="27936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80B5C5B9-7B48-8748-A0EC-1B1BC607E4F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120343" y="6102947"/>
                  <a:ext cx="20736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310" name="Entrada de lápiz 309">
                <a:extLst>
                  <a:ext uri="{FF2B5EF4-FFF2-40B4-BE49-F238E27FC236}">
                    <a16:creationId xmlns:a16="http://schemas.microsoft.com/office/drawing/2014/main" id="{69F18961-90AC-C060-77BB-1076D9281B31}"/>
                  </a:ext>
                </a:extLst>
              </p14:cNvPr>
              <p14:cNvContentPartPr/>
              <p14:nvPr/>
            </p14:nvContentPartPr>
            <p14:xfrm>
              <a:off x="2622543" y="6174947"/>
              <a:ext cx="291240" cy="57600"/>
            </p14:xfrm>
          </p:contentPart>
        </mc:Choice>
        <mc:Fallback>
          <p:pic>
            <p:nvPicPr>
              <p:cNvPr id="310" name="Entrada de lápiz 309">
                <a:extLst>
                  <a:ext uri="{FF2B5EF4-FFF2-40B4-BE49-F238E27FC236}">
                    <a16:creationId xmlns:a16="http://schemas.microsoft.com/office/drawing/2014/main" id="{69F18961-90AC-C060-77BB-1076D9281B31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2613543" y="6165947"/>
                <a:ext cx="3088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311" name="Entrada de lápiz 310">
                <a:extLst>
                  <a:ext uri="{FF2B5EF4-FFF2-40B4-BE49-F238E27FC236}">
                    <a16:creationId xmlns:a16="http://schemas.microsoft.com/office/drawing/2014/main" id="{3CF6E6A3-B2FD-D08A-93AF-D200D7F882D2}"/>
                  </a:ext>
                </a:extLst>
              </p14:cNvPr>
              <p14:cNvContentPartPr/>
              <p14:nvPr/>
            </p14:nvContentPartPr>
            <p14:xfrm>
              <a:off x="2755023" y="6366827"/>
              <a:ext cx="217080" cy="9720"/>
            </p14:xfrm>
          </p:contentPart>
        </mc:Choice>
        <mc:Fallback>
          <p:pic>
            <p:nvPicPr>
              <p:cNvPr id="311" name="Entrada de lápiz 310">
                <a:extLst>
                  <a:ext uri="{FF2B5EF4-FFF2-40B4-BE49-F238E27FC236}">
                    <a16:creationId xmlns:a16="http://schemas.microsoft.com/office/drawing/2014/main" id="{3CF6E6A3-B2FD-D08A-93AF-D200D7F882D2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2746023" y="6358187"/>
                <a:ext cx="23472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upo 315">
            <a:extLst>
              <a:ext uri="{FF2B5EF4-FFF2-40B4-BE49-F238E27FC236}">
                <a16:creationId xmlns:a16="http://schemas.microsoft.com/office/drawing/2014/main" id="{A7F28B95-89E1-76FC-3784-FCD0881AC773}"/>
              </a:ext>
            </a:extLst>
          </p:cNvPr>
          <p:cNvGrpSpPr/>
          <p:nvPr/>
        </p:nvGrpSpPr>
        <p:grpSpPr>
          <a:xfrm>
            <a:off x="3043383" y="4078667"/>
            <a:ext cx="949320" cy="343800"/>
            <a:chOff x="3043383" y="4078667"/>
            <a:chExt cx="94932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DDB5BE2F-98C2-7979-0636-4E48A13F8366}"/>
                    </a:ext>
                  </a:extLst>
                </p14:cNvPr>
                <p14:cNvContentPartPr/>
                <p14:nvPr/>
              </p14:nvContentPartPr>
              <p14:xfrm>
                <a:off x="3043383" y="4078667"/>
                <a:ext cx="25200" cy="34380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DDB5BE2F-98C2-7979-0636-4E48A13F836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034743" y="4069667"/>
                  <a:ext cx="428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3919A700-AC30-E10A-26A8-F6E299E9ED69}"/>
                    </a:ext>
                  </a:extLst>
                </p14:cNvPr>
                <p14:cNvContentPartPr/>
                <p14:nvPr/>
              </p14:nvContentPartPr>
              <p14:xfrm>
                <a:off x="3139863" y="4089467"/>
                <a:ext cx="273960" cy="29268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3919A700-AC30-E10A-26A8-F6E299E9ED6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131223" y="4080827"/>
                  <a:ext cx="291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3879B43E-6357-CA63-FBE0-8DD8534931D8}"/>
                    </a:ext>
                  </a:extLst>
                </p14:cNvPr>
                <p14:cNvContentPartPr/>
                <p14:nvPr/>
              </p14:nvContentPartPr>
              <p14:xfrm>
                <a:off x="3494823" y="4102427"/>
                <a:ext cx="249480" cy="31608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3879B43E-6357-CA63-FBE0-8DD8534931D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486183" y="4093787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B43B5219-C9B5-5405-F5D6-54739AC9EC20}"/>
                    </a:ext>
                  </a:extLst>
                </p14:cNvPr>
                <p14:cNvContentPartPr/>
                <p14:nvPr/>
              </p14:nvContentPartPr>
              <p14:xfrm>
                <a:off x="3741783" y="4103507"/>
                <a:ext cx="250920" cy="27288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B43B5219-C9B5-5405-F5D6-54739AC9EC2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732783" y="4094867"/>
                  <a:ext cx="26856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upo 320">
            <a:extLst>
              <a:ext uri="{FF2B5EF4-FFF2-40B4-BE49-F238E27FC236}">
                <a16:creationId xmlns:a16="http://schemas.microsoft.com/office/drawing/2014/main" id="{50369220-0EDD-F51E-10B6-85865F7CC326}"/>
              </a:ext>
            </a:extLst>
          </p:cNvPr>
          <p:cNvGrpSpPr/>
          <p:nvPr/>
        </p:nvGrpSpPr>
        <p:grpSpPr>
          <a:xfrm>
            <a:off x="2430303" y="5354507"/>
            <a:ext cx="1660680" cy="339120"/>
            <a:chOff x="2430303" y="5354507"/>
            <a:chExt cx="166068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2A3764E3-EF8D-BFD1-ED8F-BC384DA9E96F}"/>
                    </a:ext>
                  </a:extLst>
                </p14:cNvPr>
                <p14:cNvContentPartPr/>
                <p14:nvPr/>
              </p14:nvContentPartPr>
              <p14:xfrm>
                <a:off x="2430303" y="5449187"/>
                <a:ext cx="300960" cy="3708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2A3764E3-EF8D-BFD1-ED8F-BC384DA9E96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421303" y="5440547"/>
                  <a:ext cx="318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223DD8E7-2D65-7160-33A0-2F4F21F08FAA}"/>
                    </a:ext>
                  </a:extLst>
                </p14:cNvPr>
                <p14:cNvContentPartPr/>
                <p14:nvPr/>
              </p14:nvContentPartPr>
              <p14:xfrm>
                <a:off x="2465943" y="5666267"/>
                <a:ext cx="289080" cy="540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223DD8E7-2D65-7160-33A0-2F4F21F08FAA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457303" y="5657627"/>
                  <a:ext cx="306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5B17F6E7-3E4F-3C5F-5966-C0CDCA9F703D}"/>
                    </a:ext>
                  </a:extLst>
                </p14:cNvPr>
                <p14:cNvContentPartPr/>
                <p14:nvPr/>
              </p14:nvContentPartPr>
              <p14:xfrm>
                <a:off x="2911263" y="5401667"/>
                <a:ext cx="387000" cy="26244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5B17F6E7-3E4F-3C5F-5966-C0CDCA9F703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902623" y="5393027"/>
                  <a:ext cx="404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61009622-CC42-8482-97AA-D5E20A4CA5ED}"/>
                    </a:ext>
                  </a:extLst>
                </p14:cNvPr>
                <p14:cNvContentPartPr/>
                <p14:nvPr/>
              </p14:nvContentPartPr>
              <p14:xfrm>
                <a:off x="3343983" y="5413547"/>
                <a:ext cx="159480" cy="28008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61009622-CC42-8482-97AA-D5E20A4CA5E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335343" y="5404907"/>
                  <a:ext cx="177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0E4A4B7B-C296-D240-BC8C-441523DED75E}"/>
                    </a:ext>
                  </a:extLst>
                </p14:cNvPr>
                <p14:cNvContentPartPr/>
                <p14:nvPr/>
              </p14:nvContentPartPr>
              <p14:xfrm>
                <a:off x="3643143" y="5425787"/>
                <a:ext cx="196920" cy="25596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0E4A4B7B-C296-D240-BC8C-441523DED75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634143" y="5417147"/>
                  <a:ext cx="214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B74709C0-5833-4BAD-C120-BC3613AEA257}"/>
                    </a:ext>
                  </a:extLst>
                </p14:cNvPr>
                <p14:cNvContentPartPr/>
                <p14:nvPr/>
              </p14:nvContentPartPr>
              <p14:xfrm>
                <a:off x="3849783" y="5354507"/>
                <a:ext cx="241200" cy="31212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B74709C0-5833-4BAD-C120-BC3613AEA25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841143" y="5345867"/>
                  <a:ext cx="25884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upo 324">
            <a:extLst>
              <a:ext uri="{FF2B5EF4-FFF2-40B4-BE49-F238E27FC236}">
                <a16:creationId xmlns:a16="http://schemas.microsoft.com/office/drawing/2014/main" id="{95A68525-F3F4-2641-9290-C2D85FE1B096}"/>
              </a:ext>
            </a:extLst>
          </p:cNvPr>
          <p:cNvGrpSpPr/>
          <p:nvPr/>
        </p:nvGrpSpPr>
        <p:grpSpPr>
          <a:xfrm>
            <a:off x="3392223" y="5872907"/>
            <a:ext cx="837000" cy="434880"/>
            <a:chOff x="3392223" y="5872907"/>
            <a:chExt cx="83700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F3B8651A-6ADF-1D17-58B0-4BC9F8930157}"/>
                    </a:ext>
                  </a:extLst>
                </p14:cNvPr>
                <p14:cNvContentPartPr/>
                <p14:nvPr/>
              </p14:nvContentPartPr>
              <p14:xfrm>
                <a:off x="3392223" y="6026267"/>
                <a:ext cx="243360" cy="28152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F3B8651A-6ADF-1D17-58B0-4BC9F89301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383583" y="6017267"/>
                  <a:ext cx="2610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A28F9E06-EB5C-7E6B-7AF7-EEC42E229109}"/>
                    </a:ext>
                  </a:extLst>
                </p14:cNvPr>
                <p14:cNvContentPartPr/>
                <p14:nvPr/>
              </p14:nvContentPartPr>
              <p14:xfrm>
                <a:off x="3643503" y="5981267"/>
                <a:ext cx="266760" cy="23040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A28F9E06-EB5C-7E6B-7AF7-EEC42E22910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634503" y="5972627"/>
                  <a:ext cx="284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D8169F50-A6FC-B766-8B47-6A5B5876EE0A}"/>
                    </a:ext>
                  </a:extLst>
                </p14:cNvPr>
                <p14:cNvContentPartPr/>
                <p14:nvPr/>
              </p14:nvContentPartPr>
              <p14:xfrm>
                <a:off x="3994143" y="5872907"/>
                <a:ext cx="235080" cy="36216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D8169F50-A6FC-B766-8B47-6A5B5876EE0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985143" y="5863907"/>
                  <a:ext cx="25272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upo 328">
            <a:extLst>
              <a:ext uri="{FF2B5EF4-FFF2-40B4-BE49-F238E27FC236}">
                <a16:creationId xmlns:a16="http://schemas.microsoft.com/office/drawing/2014/main" id="{4717A77B-6886-4D14-3B3A-402A66BAB291}"/>
              </a:ext>
            </a:extLst>
          </p:cNvPr>
          <p:cNvGrpSpPr/>
          <p:nvPr/>
        </p:nvGrpSpPr>
        <p:grpSpPr>
          <a:xfrm>
            <a:off x="1503303" y="4583747"/>
            <a:ext cx="2025000" cy="460440"/>
            <a:chOff x="1503303" y="4583747"/>
            <a:chExt cx="202500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B97EBE6F-4C49-7399-BA1A-EA22B2443D89}"/>
                    </a:ext>
                  </a:extLst>
                </p14:cNvPr>
                <p14:cNvContentPartPr/>
                <p14:nvPr/>
              </p14:nvContentPartPr>
              <p14:xfrm>
                <a:off x="1515543" y="4624067"/>
                <a:ext cx="195840" cy="12204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B97EBE6F-4C49-7399-BA1A-EA22B2443D8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506903" y="4615067"/>
                  <a:ext cx="213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F2B4678A-6293-ADE8-5C33-8AF9F881CCA9}"/>
                    </a:ext>
                  </a:extLst>
                </p14:cNvPr>
                <p14:cNvContentPartPr/>
                <p14:nvPr/>
              </p14:nvContentPartPr>
              <p14:xfrm>
                <a:off x="1575663" y="4583747"/>
                <a:ext cx="114840" cy="16848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F2B4678A-6293-ADE8-5C33-8AF9F881CCA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567023" y="4574747"/>
                  <a:ext cx="132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B4333854-2FE3-38F7-3BB6-145F3C0311C5}"/>
                    </a:ext>
                  </a:extLst>
                </p14:cNvPr>
                <p14:cNvContentPartPr/>
                <p14:nvPr/>
              </p14:nvContentPartPr>
              <p14:xfrm>
                <a:off x="1503303" y="4644587"/>
                <a:ext cx="203760" cy="2376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B4333854-2FE3-38F7-3BB6-145F3C0311C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494663" y="4635587"/>
                  <a:ext cx="221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8468C37D-66F3-B3C0-CC64-2BBE1EAB71F9}"/>
                    </a:ext>
                  </a:extLst>
                </p14:cNvPr>
                <p14:cNvContentPartPr/>
                <p14:nvPr/>
              </p14:nvContentPartPr>
              <p14:xfrm>
                <a:off x="1681863" y="4727747"/>
                <a:ext cx="208440" cy="3164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8468C37D-66F3-B3C0-CC64-2BBE1EAB71F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672863" y="4718747"/>
                  <a:ext cx="2260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4829C722-776B-1332-EA77-CB10F947A20F}"/>
                    </a:ext>
                  </a:extLst>
                </p14:cNvPr>
                <p14:cNvContentPartPr/>
                <p14:nvPr/>
              </p14:nvContentPartPr>
              <p14:xfrm>
                <a:off x="1936743" y="4922867"/>
                <a:ext cx="61560" cy="9036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4829C722-776B-1332-EA77-CB10F947A20F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928103" y="4914227"/>
                  <a:ext cx="79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15345325-F4BE-451E-1185-9D2A86006F86}"/>
                    </a:ext>
                  </a:extLst>
                </p14:cNvPr>
                <p14:cNvContentPartPr/>
                <p14:nvPr/>
              </p14:nvContentPartPr>
              <p14:xfrm>
                <a:off x="2091903" y="4680227"/>
                <a:ext cx="113400" cy="30492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15345325-F4BE-451E-1185-9D2A86006F86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082903" y="4671227"/>
                  <a:ext cx="1310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133823B1-BB8E-1B7E-9048-D55A8E4034DF}"/>
                    </a:ext>
                  </a:extLst>
                </p14:cNvPr>
                <p14:cNvContentPartPr/>
                <p14:nvPr/>
              </p14:nvContentPartPr>
              <p14:xfrm>
                <a:off x="2213223" y="4643867"/>
                <a:ext cx="133560" cy="34920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133823B1-BB8E-1B7E-9048-D55A8E4034D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204583" y="4634867"/>
                  <a:ext cx="1512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B16145D8-0E67-863A-D659-6E7156F924A9}"/>
                    </a:ext>
                  </a:extLst>
                </p14:cNvPr>
                <p14:cNvContentPartPr/>
                <p14:nvPr/>
              </p14:nvContentPartPr>
              <p14:xfrm>
                <a:off x="2237343" y="4787867"/>
                <a:ext cx="264240" cy="2484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B16145D8-0E67-863A-D659-6E7156F924A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228703" y="4778867"/>
                  <a:ext cx="281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17F4B5A6-86A2-68AB-1B26-4162802FC0AE}"/>
                    </a:ext>
                  </a:extLst>
                </p14:cNvPr>
                <p14:cNvContentPartPr/>
                <p14:nvPr/>
              </p14:nvContentPartPr>
              <p14:xfrm>
                <a:off x="2622543" y="4751867"/>
                <a:ext cx="106560" cy="36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17F4B5A6-86A2-68AB-1B26-4162802FC0A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613543" y="4743227"/>
                  <a:ext cx="124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3196C391-B034-8421-A9AB-EEC48CF12F08}"/>
                    </a:ext>
                  </a:extLst>
                </p14:cNvPr>
                <p14:cNvContentPartPr/>
                <p14:nvPr/>
              </p14:nvContentPartPr>
              <p14:xfrm>
                <a:off x="2514183" y="4872467"/>
                <a:ext cx="204120" cy="1260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3196C391-B034-8421-A9AB-EEC48CF12F0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505543" y="4863467"/>
                  <a:ext cx="221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1E5DB37D-0B03-29E5-44D4-4F0317117D00}"/>
                    </a:ext>
                  </a:extLst>
                </p14:cNvPr>
                <p14:cNvContentPartPr/>
                <p14:nvPr/>
              </p14:nvContentPartPr>
              <p14:xfrm>
                <a:off x="2825583" y="4631627"/>
                <a:ext cx="241920" cy="304560"/>
              </p14:xfrm>
            </p:contentPart>
          </mc:Choice>
          <mc:Fallback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1E5DB37D-0B03-29E5-44D4-4F0317117D0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816583" y="4622987"/>
                  <a:ext cx="2595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C12FA10C-0721-90E3-910B-C617DAABD671}"/>
                    </a:ext>
                  </a:extLst>
                </p14:cNvPr>
                <p14:cNvContentPartPr/>
                <p14:nvPr/>
              </p14:nvContentPartPr>
              <p14:xfrm>
                <a:off x="3076863" y="4643507"/>
                <a:ext cx="183960" cy="32436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C12FA10C-0721-90E3-910B-C617DAABD67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067863" y="4634867"/>
                  <a:ext cx="2016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CCF5E09E-F261-6179-A015-AD779919B12A}"/>
                    </a:ext>
                  </a:extLst>
                </p14:cNvPr>
                <p14:cNvContentPartPr/>
                <p14:nvPr/>
              </p14:nvContentPartPr>
              <p14:xfrm>
                <a:off x="3341103" y="4672667"/>
                <a:ext cx="187200" cy="26100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CCF5E09E-F261-6179-A015-AD779919B12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332103" y="4663667"/>
                  <a:ext cx="20484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upo 332">
            <a:extLst>
              <a:ext uri="{FF2B5EF4-FFF2-40B4-BE49-F238E27FC236}">
                <a16:creationId xmlns:a16="http://schemas.microsoft.com/office/drawing/2014/main" id="{9671BE2E-5BA6-A571-A678-5774706A5449}"/>
              </a:ext>
            </a:extLst>
          </p:cNvPr>
          <p:cNvGrpSpPr/>
          <p:nvPr/>
        </p:nvGrpSpPr>
        <p:grpSpPr>
          <a:xfrm>
            <a:off x="3643143" y="4557107"/>
            <a:ext cx="760680" cy="450000"/>
            <a:chOff x="3643143" y="4557107"/>
            <a:chExt cx="76068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F658CA75-C723-F0E0-321B-3BBEC909D8C5}"/>
                    </a:ext>
                  </a:extLst>
                </p14:cNvPr>
                <p14:cNvContentPartPr/>
                <p14:nvPr/>
              </p14:nvContentPartPr>
              <p14:xfrm>
                <a:off x="3643143" y="4848347"/>
                <a:ext cx="77040" cy="13392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F658CA75-C723-F0E0-321B-3BBEC909D8C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634143" y="4839347"/>
                  <a:ext cx="94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A999D464-D33D-9CFA-8AAB-F860A2374933}"/>
                    </a:ext>
                  </a:extLst>
                </p14:cNvPr>
                <p14:cNvContentPartPr/>
                <p14:nvPr/>
              </p14:nvContentPartPr>
              <p14:xfrm>
                <a:off x="3849783" y="4619387"/>
                <a:ext cx="244080" cy="38772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A999D464-D33D-9CFA-8AAB-F860A2374933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841143" y="4610747"/>
                  <a:ext cx="2617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1CC89144-2E1C-1EB8-A095-62F2B3482623}"/>
                    </a:ext>
                  </a:extLst>
                </p14:cNvPr>
                <p14:cNvContentPartPr/>
                <p14:nvPr/>
              </p14:nvContentPartPr>
              <p14:xfrm>
                <a:off x="4186743" y="4557107"/>
                <a:ext cx="217080" cy="39276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1CC89144-2E1C-1EB8-A095-62F2B348262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178103" y="4548467"/>
                  <a:ext cx="234720" cy="41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upo 360">
            <a:extLst>
              <a:ext uri="{FF2B5EF4-FFF2-40B4-BE49-F238E27FC236}">
                <a16:creationId xmlns:a16="http://schemas.microsoft.com/office/drawing/2014/main" id="{244023EA-B6A6-1979-02BA-2E9FA7036C31}"/>
              </a:ext>
            </a:extLst>
          </p:cNvPr>
          <p:cNvGrpSpPr/>
          <p:nvPr/>
        </p:nvGrpSpPr>
        <p:grpSpPr>
          <a:xfrm>
            <a:off x="6123543" y="4174427"/>
            <a:ext cx="3914640" cy="972720"/>
            <a:chOff x="6123543" y="4174427"/>
            <a:chExt cx="391464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57E11112-85A2-A262-04A2-D95DECF821F9}"/>
                    </a:ext>
                  </a:extLst>
                </p14:cNvPr>
                <p14:cNvContentPartPr/>
                <p14:nvPr/>
              </p14:nvContentPartPr>
              <p14:xfrm>
                <a:off x="6123543" y="4251467"/>
                <a:ext cx="485640" cy="62208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57E11112-85A2-A262-04A2-D95DECF821F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114903" y="4242467"/>
                  <a:ext cx="50328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4651AF43-2E19-7D19-8E8B-AFFD4C021B27}"/>
                    </a:ext>
                  </a:extLst>
                </p14:cNvPr>
                <p14:cNvContentPartPr/>
                <p14:nvPr/>
              </p14:nvContentPartPr>
              <p14:xfrm>
                <a:off x="6340623" y="4712627"/>
                <a:ext cx="334440" cy="38772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4651AF43-2E19-7D19-8E8B-AFFD4C021B2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331623" y="4703987"/>
                  <a:ext cx="3520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56E4E1ED-224B-0715-4588-8A1CF0B798E2}"/>
                    </a:ext>
                  </a:extLst>
                </p14:cNvPr>
                <p14:cNvContentPartPr/>
                <p14:nvPr/>
              </p14:nvContentPartPr>
              <p14:xfrm>
                <a:off x="6688023" y="4956707"/>
                <a:ext cx="73800" cy="19044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56E4E1ED-224B-0715-4588-8A1CF0B798E2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679383" y="4947707"/>
                  <a:ext cx="91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BD0B5501-1791-6236-07A7-2CE48E3ED89A}"/>
                    </a:ext>
                  </a:extLst>
                </p14:cNvPr>
                <p14:cNvContentPartPr/>
                <p14:nvPr/>
              </p14:nvContentPartPr>
              <p14:xfrm>
                <a:off x="6808983" y="4656107"/>
                <a:ext cx="226800" cy="14508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BD0B5501-1791-6236-07A7-2CE48E3ED89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799983" y="4647107"/>
                  <a:ext cx="244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F75A4B06-9DD9-DB17-76F0-BDB61890F860}"/>
                    </a:ext>
                  </a:extLst>
                </p14:cNvPr>
                <p14:cNvContentPartPr/>
                <p14:nvPr/>
              </p14:nvContentPartPr>
              <p14:xfrm>
                <a:off x="6954063" y="4631987"/>
                <a:ext cx="360" cy="32472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F75A4B06-9DD9-DB17-76F0-BDB61890F860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945063" y="4622987"/>
                  <a:ext cx="18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D8F46029-1EA6-3CBB-924A-30C2151BA60D}"/>
                    </a:ext>
                  </a:extLst>
                </p14:cNvPr>
                <p14:cNvContentPartPr/>
                <p14:nvPr/>
              </p14:nvContentPartPr>
              <p14:xfrm>
                <a:off x="7044783" y="4920707"/>
                <a:ext cx="30240" cy="19152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D8F46029-1EA6-3CBB-924A-30C2151BA60D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035783" y="4911707"/>
                  <a:ext cx="47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6D6E17DC-0657-A6E1-5E25-B539FA3CC0A5}"/>
                    </a:ext>
                  </a:extLst>
                </p14:cNvPr>
                <p14:cNvContentPartPr/>
                <p14:nvPr/>
              </p14:nvContentPartPr>
              <p14:xfrm>
                <a:off x="7215783" y="4595267"/>
                <a:ext cx="179640" cy="27828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6D6E17DC-0657-A6E1-5E25-B539FA3CC0A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206783" y="4586267"/>
                  <a:ext cx="197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32707A1F-DE14-9F8B-24D2-12F72BFA2DF0}"/>
                    </a:ext>
                  </a:extLst>
                </p14:cNvPr>
                <p14:cNvContentPartPr/>
                <p14:nvPr/>
              </p14:nvContentPartPr>
              <p14:xfrm>
                <a:off x="7254663" y="4541267"/>
                <a:ext cx="176760" cy="5472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32707A1F-DE14-9F8B-24D2-12F72BFA2DF0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245663" y="4532267"/>
                  <a:ext cx="194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C093DF1F-D300-DC5B-C72D-0F4034232F74}"/>
                    </a:ext>
                  </a:extLst>
                </p14:cNvPr>
                <p14:cNvContentPartPr/>
                <p14:nvPr/>
              </p14:nvContentPartPr>
              <p14:xfrm>
                <a:off x="7543383" y="4607867"/>
                <a:ext cx="144720" cy="36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C093DF1F-D300-DC5B-C72D-0F4034232F7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534383" y="4598867"/>
                  <a:ext cx="162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3" name="Entrada de lápiz 342">
                  <a:extLst>
                    <a:ext uri="{FF2B5EF4-FFF2-40B4-BE49-F238E27FC236}">
                      <a16:creationId xmlns:a16="http://schemas.microsoft.com/office/drawing/2014/main" id="{3A1B4E8C-D610-E9DE-1538-D8BDAD4A84FC}"/>
                    </a:ext>
                  </a:extLst>
                </p14:cNvPr>
                <p14:cNvContentPartPr/>
                <p14:nvPr/>
              </p14:nvContentPartPr>
              <p14:xfrm>
                <a:off x="7519263" y="4739627"/>
                <a:ext cx="220680" cy="12600"/>
              </p14:xfrm>
            </p:contentPart>
          </mc:Choice>
          <mc:Fallback>
            <p:pic>
              <p:nvPicPr>
                <p:cNvPr id="343" name="Entrada de lápiz 342">
                  <a:extLst>
                    <a:ext uri="{FF2B5EF4-FFF2-40B4-BE49-F238E27FC236}">
                      <a16:creationId xmlns:a16="http://schemas.microsoft.com/office/drawing/2014/main" id="{3A1B4E8C-D610-E9DE-1538-D8BDAD4A84F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510263" y="4730627"/>
                  <a:ext cx="238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9F75872D-3FB6-7437-ABDB-3CCC469A24B8}"/>
                    </a:ext>
                  </a:extLst>
                </p14:cNvPr>
                <p14:cNvContentPartPr/>
                <p14:nvPr/>
              </p14:nvContentPartPr>
              <p14:xfrm>
                <a:off x="7771983" y="4214027"/>
                <a:ext cx="323280" cy="573480"/>
              </p14:xfrm>
            </p:contentPart>
          </mc:Choice>
          <mc:Fallback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9F75872D-3FB6-7437-ABDB-3CCC469A24B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762983" y="4205387"/>
                  <a:ext cx="34092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D3FC86BE-A1E5-C0EB-CCBF-C6D675D1BC5C}"/>
                    </a:ext>
                  </a:extLst>
                </p14:cNvPr>
                <p14:cNvContentPartPr/>
                <p14:nvPr/>
              </p14:nvContentPartPr>
              <p14:xfrm>
                <a:off x="8045583" y="4655747"/>
                <a:ext cx="245880" cy="338760"/>
              </p14:xfrm>
            </p:contentPart>
          </mc:Choice>
          <mc:Fallback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D3FC86BE-A1E5-C0EB-CCBF-C6D675D1BC5C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036583" y="4646747"/>
                  <a:ext cx="2635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6796FE60-AA31-2769-6985-7CAEF1D2A16A}"/>
                    </a:ext>
                  </a:extLst>
                </p14:cNvPr>
                <p14:cNvContentPartPr/>
                <p14:nvPr/>
              </p14:nvContentPartPr>
              <p14:xfrm>
                <a:off x="8277063" y="4559627"/>
                <a:ext cx="241920" cy="360"/>
              </p14:xfrm>
            </p:contentPart>
          </mc:Choice>
          <mc:Fallback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6796FE60-AA31-2769-6985-7CAEF1D2A16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268423" y="4550627"/>
                  <a:ext cx="259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AEC706D6-7F34-1040-70FF-1407450E1BBD}"/>
                    </a:ext>
                  </a:extLst>
                </p14:cNvPr>
                <p14:cNvContentPartPr/>
                <p14:nvPr/>
              </p14:nvContentPartPr>
              <p14:xfrm>
                <a:off x="8397663" y="4680227"/>
                <a:ext cx="168480" cy="36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AEC706D6-7F34-1040-70FF-1407450E1BBD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389023" y="4671227"/>
                  <a:ext cx="186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6FC6D1D2-28F5-CDF8-78B1-5518313A9B57}"/>
                    </a:ext>
                  </a:extLst>
                </p14:cNvPr>
                <p14:cNvContentPartPr/>
                <p14:nvPr/>
              </p14:nvContentPartPr>
              <p14:xfrm>
                <a:off x="8635263" y="4234187"/>
                <a:ext cx="236880" cy="55044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6FC6D1D2-28F5-CDF8-78B1-5518313A9B57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626623" y="4225547"/>
                  <a:ext cx="25452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E48ACDD6-2F80-0E51-4BCB-4F2DC5556B3A}"/>
                    </a:ext>
                  </a:extLst>
                </p14:cNvPr>
                <p14:cNvContentPartPr/>
                <p14:nvPr/>
              </p14:nvContentPartPr>
              <p14:xfrm>
                <a:off x="9179943" y="4378187"/>
                <a:ext cx="334080" cy="4968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E48ACDD6-2F80-0E51-4BCB-4F2DC5556B3A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170943" y="4369187"/>
                  <a:ext cx="351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EADC7401-112B-40AC-F86D-2B5EF8923988}"/>
                    </a:ext>
                  </a:extLst>
                </p14:cNvPr>
                <p14:cNvContentPartPr/>
                <p14:nvPr/>
              </p14:nvContentPartPr>
              <p14:xfrm>
                <a:off x="9239703" y="4547387"/>
                <a:ext cx="236520" cy="1332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EADC7401-112B-40AC-F86D-2B5EF8923988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231063" y="4538387"/>
                  <a:ext cx="254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53" name="Entrada de lápiz 352">
                  <a:extLst>
                    <a:ext uri="{FF2B5EF4-FFF2-40B4-BE49-F238E27FC236}">
                      <a16:creationId xmlns:a16="http://schemas.microsoft.com/office/drawing/2014/main" id="{EBC79348-92C6-649C-44C6-A71AC278652E}"/>
                    </a:ext>
                  </a:extLst>
                </p14:cNvPr>
                <p14:cNvContentPartPr/>
                <p14:nvPr/>
              </p14:nvContentPartPr>
              <p14:xfrm>
                <a:off x="9600783" y="4174427"/>
                <a:ext cx="169920" cy="496800"/>
              </p14:xfrm>
            </p:contentPart>
          </mc:Choice>
          <mc:Fallback>
            <p:pic>
              <p:nvPicPr>
                <p:cNvPr id="353" name="Entrada de lápiz 352">
                  <a:extLst>
                    <a:ext uri="{FF2B5EF4-FFF2-40B4-BE49-F238E27FC236}">
                      <a16:creationId xmlns:a16="http://schemas.microsoft.com/office/drawing/2014/main" id="{EBC79348-92C6-649C-44C6-A71AC278652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592143" y="4165787"/>
                  <a:ext cx="18756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92FC3BFC-BBC1-2ADB-23F0-FB7A06663C23}"/>
                    </a:ext>
                  </a:extLst>
                </p14:cNvPr>
                <p14:cNvContentPartPr/>
                <p14:nvPr/>
              </p14:nvContentPartPr>
              <p14:xfrm>
                <a:off x="9808863" y="4463147"/>
                <a:ext cx="168480" cy="351720"/>
              </p14:xfrm>
            </p:contentPart>
          </mc:Choice>
          <mc:Fallback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92FC3BFC-BBC1-2ADB-23F0-FB7A06663C23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800223" y="4454507"/>
                  <a:ext cx="1861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B05C6A8F-E351-0B2D-985E-E8EE86CB4B29}"/>
                    </a:ext>
                  </a:extLst>
                </p14:cNvPr>
                <p14:cNvContentPartPr/>
                <p14:nvPr/>
              </p14:nvContentPartPr>
              <p14:xfrm>
                <a:off x="9877263" y="4433267"/>
                <a:ext cx="160920" cy="7848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B05C6A8F-E351-0B2D-985E-E8EE86CB4B2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868623" y="4424627"/>
                  <a:ext cx="178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C6495196-6581-3191-C87C-4BCBD5DF373F}"/>
                    </a:ext>
                  </a:extLst>
                </p14:cNvPr>
                <p14:cNvContentPartPr/>
                <p14:nvPr/>
              </p14:nvContentPartPr>
              <p14:xfrm>
                <a:off x="8938743" y="4656107"/>
                <a:ext cx="112680" cy="16920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C6495196-6581-3191-C87C-4BCBD5DF373F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929743" y="4647107"/>
                  <a:ext cx="130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A124AA95-5BA7-BB61-7656-49E537742320}"/>
                    </a:ext>
                  </a:extLst>
                </p14:cNvPr>
                <p14:cNvContentPartPr/>
                <p14:nvPr/>
              </p14:nvContentPartPr>
              <p14:xfrm>
                <a:off x="9071583" y="4631987"/>
                <a:ext cx="360" cy="33228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A124AA95-5BA7-BB61-7656-49E537742320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062943" y="4622987"/>
                  <a:ext cx="18000" cy="34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354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33</Words>
  <Application>Microsoft Office PowerPoint</Application>
  <PresentationFormat>Panorámica</PresentationFormat>
  <Paragraphs>16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2022-09-02T23:55:28Z</dcterms:created>
  <dcterms:modified xsi:type="dcterms:W3CDTF">2022-09-03T02:08:38Z</dcterms:modified>
</cp:coreProperties>
</file>