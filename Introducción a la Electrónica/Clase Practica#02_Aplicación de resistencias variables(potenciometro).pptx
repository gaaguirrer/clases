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7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0E918-9EF7-440C-A53E-5FF5EE92A9EE}" v="3" dt="2025-10-06T14:51:16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1961F509-2526-4BF9-86C3-CFA32115D9B1}"/>
    <pc:docChg chg="undo custSel addSld modSld">
      <pc:chgData name="Guillermo AntonioAguirre" userId="42908199-65f4-4d4a-8e05-6e659ccb82ce" providerId="ADAL" clId="{1961F509-2526-4BF9-86C3-CFA32115D9B1}" dt="2023-09-22T16:11:44.005" v="89" actId="1076"/>
      <pc:docMkLst>
        <pc:docMk/>
      </pc:docMkLst>
      <pc:sldChg chg="addSp delSp modSp new mod">
        <pc:chgData name="Guillermo AntonioAguirre" userId="42908199-65f4-4d4a-8e05-6e659ccb82ce" providerId="ADAL" clId="{1961F509-2526-4BF9-86C3-CFA32115D9B1}" dt="2023-09-22T15:59:10.558" v="58" actId="1076"/>
        <pc:sldMkLst>
          <pc:docMk/>
          <pc:sldMk cId="2477987148" sldId="256"/>
        </pc:sldMkLst>
      </pc:sldChg>
      <pc:sldChg chg="addSp delSp modSp add mod">
        <pc:chgData name="Guillermo AntonioAguirre" userId="42908199-65f4-4d4a-8e05-6e659ccb82ce" providerId="ADAL" clId="{1961F509-2526-4BF9-86C3-CFA32115D9B1}" dt="2023-09-22T16:05:49.221" v="63" actId="1076"/>
        <pc:sldMkLst>
          <pc:docMk/>
          <pc:sldMk cId="3189319009" sldId="257"/>
        </pc:sldMkLst>
      </pc:sldChg>
      <pc:sldChg chg="addSp delSp modSp add mod">
        <pc:chgData name="Guillermo AntonioAguirre" userId="42908199-65f4-4d4a-8e05-6e659ccb82ce" providerId="ADAL" clId="{1961F509-2526-4BF9-86C3-CFA32115D9B1}" dt="2023-09-22T16:08:05.301" v="71" actId="1076"/>
        <pc:sldMkLst>
          <pc:docMk/>
          <pc:sldMk cId="3160066911" sldId="258"/>
        </pc:sldMkLst>
      </pc:sldChg>
      <pc:sldChg chg="addSp delSp modSp add mod">
        <pc:chgData name="Guillermo AntonioAguirre" userId="42908199-65f4-4d4a-8e05-6e659ccb82ce" providerId="ADAL" clId="{1961F509-2526-4BF9-86C3-CFA32115D9B1}" dt="2023-09-22T16:09:34.676" v="78" actId="1076"/>
        <pc:sldMkLst>
          <pc:docMk/>
          <pc:sldMk cId="4171909806" sldId="259"/>
        </pc:sldMkLst>
      </pc:sldChg>
      <pc:sldChg chg="addSp modSp add mod">
        <pc:chgData name="Guillermo AntonioAguirre" userId="42908199-65f4-4d4a-8e05-6e659ccb82ce" providerId="ADAL" clId="{1961F509-2526-4BF9-86C3-CFA32115D9B1}" dt="2023-09-22T16:10:46.213" v="83" actId="1076"/>
        <pc:sldMkLst>
          <pc:docMk/>
          <pc:sldMk cId="3093468731" sldId="260"/>
        </pc:sldMkLst>
      </pc:sldChg>
      <pc:sldChg chg="addSp modSp add mod">
        <pc:chgData name="Guillermo AntonioAguirre" userId="42908199-65f4-4d4a-8e05-6e659ccb82ce" providerId="ADAL" clId="{1961F509-2526-4BF9-86C3-CFA32115D9B1}" dt="2023-09-22T16:11:44.005" v="89" actId="1076"/>
        <pc:sldMkLst>
          <pc:docMk/>
          <pc:sldMk cId="189254609" sldId="261"/>
        </pc:sldMkLst>
      </pc:sldChg>
      <pc:sldChg chg="add">
        <pc:chgData name="Guillermo AntonioAguirre" userId="42908199-65f4-4d4a-8e05-6e659ccb82ce" providerId="ADAL" clId="{1961F509-2526-4BF9-86C3-CFA32115D9B1}" dt="2023-09-22T16:10:56.851" v="84" actId="2890"/>
        <pc:sldMkLst>
          <pc:docMk/>
          <pc:sldMk cId="2121220692" sldId="262"/>
        </pc:sldMkLst>
      </pc:sldChg>
    </pc:docChg>
  </pc:docChgLst>
  <pc:docChgLst>
    <pc:chgData name="Guillermo AntonioAguirre" userId="42908199-65f4-4d4a-8e05-6e659ccb82ce" providerId="ADAL" clId="{D61A8339-92AD-4638-8C74-EA510035A5C1}"/>
    <pc:docChg chg="modSld">
      <pc:chgData name="Guillermo AntonioAguirre" userId="42908199-65f4-4d4a-8e05-6e659ccb82ce" providerId="ADAL" clId="{D61A8339-92AD-4638-8C74-EA510035A5C1}" dt="2024-10-22T21:23:46.988" v="14" actId="1076"/>
      <pc:docMkLst>
        <pc:docMk/>
      </pc:docMkLst>
      <pc:sldChg chg="addSp modSp mod">
        <pc:chgData name="Guillermo AntonioAguirre" userId="42908199-65f4-4d4a-8e05-6e659ccb82ce" providerId="ADAL" clId="{D61A8339-92AD-4638-8C74-EA510035A5C1}" dt="2024-10-22T21:22:16.022" v="9" actId="1076"/>
        <pc:sldMkLst>
          <pc:docMk/>
          <pc:sldMk cId="1184551116" sldId="265"/>
        </pc:sldMkLst>
      </pc:sldChg>
      <pc:sldChg chg="addSp modSp mod">
        <pc:chgData name="Guillermo AntonioAguirre" userId="42908199-65f4-4d4a-8e05-6e659ccb82ce" providerId="ADAL" clId="{D61A8339-92AD-4638-8C74-EA510035A5C1}" dt="2024-10-22T21:23:46.988" v="14" actId="1076"/>
        <pc:sldMkLst>
          <pc:docMk/>
          <pc:sldMk cId="2212931901" sldId="266"/>
        </pc:sldMkLst>
      </pc:sldChg>
    </pc:docChg>
  </pc:docChgLst>
  <pc:docChgLst>
    <pc:chgData name="Guillermo AntonioAguirre" userId="42908199-65f4-4d4a-8e05-6e659ccb82ce" providerId="ADAL" clId="{7FFDD690-C89F-48BE-ADB8-2E4EEA2D9395}"/>
    <pc:docChg chg="undo redo custSel modSld">
      <pc:chgData name="Guillermo AntonioAguirre" userId="42908199-65f4-4d4a-8e05-6e659ccb82ce" providerId="ADAL" clId="{7FFDD690-C89F-48BE-ADB8-2E4EEA2D9395}" dt="2025-10-06T14:53:34.382" v="413" actId="403"/>
      <pc:docMkLst>
        <pc:docMk/>
      </pc:docMkLst>
      <pc:sldChg chg="addSp delSp modSp mod">
        <pc:chgData name="Guillermo AntonioAguirre" userId="42908199-65f4-4d4a-8e05-6e659ccb82ce" providerId="ADAL" clId="{7FFDD690-C89F-48BE-ADB8-2E4EEA2D9395}" dt="2025-10-06T14:53:34.382" v="413" actId="403"/>
        <pc:sldMkLst>
          <pc:docMk/>
          <pc:sldMk cId="1184551116" sldId="265"/>
        </pc:sldMkLst>
        <pc:spChg chg="add mod">
          <ac:chgData name="Guillermo AntonioAguirre" userId="42908199-65f4-4d4a-8e05-6e659ccb82ce" providerId="ADAL" clId="{7FFDD690-C89F-48BE-ADB8-2E4EEA2D9395}" dt="2025-10-06T14:50:59.952" v="35" actId="767"/>
          <ac:spMkLst>
            <pc:docMk/>
            <pc:sldMk cId="1184551116" sldId="265"/>
            <ac:spMk id="3" creationId="{CA268644-5DC6-A615-E4D9-344608829B31}"/>
          </ac:spMkLst>
        </pc:spChg>
        <pc:spChg chg="add mod">
          <ac:chgData name="Guillermo AntonioAguirre" userId="42908199-65f4-4d4a-8e05-6e659ccb82ce" providerId="ADAL" clId="{7FFDD690-C89F-48BE-ADB8-2E4EEA2D9395}" dt="2025-10-06T14:53:34.382" v="413" actId="403"/>
          <ac:spMkLst>
            <pc:docMk/>
            <pc:sldMk cId="1184551116" sldId="265"/>
            <ac:spMk id="5" creationId="{B16371BA-E586-A98B-295B-0F721BDEFFBE}"/>
          </ac:spMkLst>
        </pc:spChg>
        <pc:picChg chg="add del mod">
          <ac:chgData name="Guillermo AntonioAguirre" userId="42908199-65f4-4d4a-8e05-6e659ccb82ce" providerId="ADAL" clId="{7FFDD690-C89F-48BE-ADB8-2E4EEA2D9395}" dt="2025-10-06T14:51:13.302" v="41" actId="478"/>
          <ac:picMkLst>
            <pc:docMk/>
            <pc:sldMk cId="1184551116" sldId="265"/>
            <ac:picMk id="4" creationId="{FFC53BA2-D32D-1362-D958-B516D36B80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45A0D-EE64-CEA5-8FFA-B231CA8CD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0466E-8D54-5101-2D56-264025729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640C9-9F15-2271-733F-783B7950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5C102-5CB3-7793-E20D-858405A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295E4-A314-9322-633A-B7FB71C3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344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49CFA-3305-5076-C986-D27CB229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AAC51-7D22-BE9E-C58E-5793D4EF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710C6-75CB-E0B8-728C-0408FFC3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AED18-ECCA-EE2D-CA1C-E56CB41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60CF6-A5BB-D8A7-FB42-3267F53D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81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60E26-B422-8AC4-65CF-1C911FC1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5E66F-88E3-A861-74B1-1FFFA9F23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4DF20D-C4A7-EB22-667B-DE30075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7028E-5C33-884E-EF05-190D10BF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F7A34-CC80-02BD-9A9F-25BEB6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5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E03D-5A48-BDE9-4BAA-89A5EDD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DC9EA-0449-0C6C-C568-470B53D10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079419-BBB3-1E6C-255E-C086918B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F3B11-2DEC-E787-8F8A-ECEF76D6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FEA59-58E2-D7B0-C3F9-703D72D9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B34552-9F16-EE2C-9E81-33876406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16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8A63C-9015-F00E-3044-803B1B7B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6AD3B8-14DD-81BD-3208-31071437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CFD31-9C86-68C4-8DBB-DA2AB8C9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D35EBB-31A0-DD37-17A5-5D3B455A5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5C1B7B-239C-CFF3-24D1-36AECFA6F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48122D-C408-CEEF-7A3E-DCEC4B2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E67158-E543-5570-BC07-CC2BCBE2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3832FD-0AAC-B79B-FA30-A783459D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248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BF44-5C1B-56F2-302E-4AA9B150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B8DE4D-20D7-439F-F7BA-2CF8E388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14C546-E311-2295-00B8-3F936B50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DD80BE-729D-46FA-9DCF-27C56A67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4588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EB194-9D61-6C04-6D78-8E5BB8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4DF75F-9AAB-4697-6F5B-7DB2CDD1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0B8AF-E872-9DB8-0EAC-A3ED557C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002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1E84-1CC3-DC5F-5367-8A72E6D8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DDF87-44DB-55BC-D53A-9EC58B02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FAFD8-148E-D5B7-8CCC-2CC9C249E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17A0-26A4-E25F-F07F-3B223825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553CB2-0AD2-9F06-E358-200A07F4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9297B-CAC0-6939-E49B-934761F9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409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7C2B9-85E8-B300-70DD-7F0D117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BD8D4-1735-A35E-0CF1-D1459152B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FD381-B6CA-6A1A-70E6-FFE5A707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9EB3B-0B08-FF96-2640-D775D9D8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A903-671E-BA8D-F086-B4AE6568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48257F-5A5D-5FCF-6BC8-0B0D5C41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758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82C8A-E618-C611-AA97-4D4AFB0D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240B5D-A6BF-EB2D-5331-371535F1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1EB49-C00C-748B-0E21-9AE2BC4B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B609C4-2936-5EAD-3719-6D05587C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DA74A-6653-EC07-E922-6D04693D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4020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56821-981E-D758-CA95-A26CBE45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7AF590-E8BD-4437-7195-5EAAA285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1E5B8-7FAF-748A-2FB9-1D4135E4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B3130-A366-9604-B4D5-C773FB0E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5C02D-83F2-E7DF-64A5-D5D58B10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5839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847382-1639-9053-7A6E-266EADAC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1946D-C4C6-F7F2-3312-928EF2EC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F1BCA-0254-F3BA-E4A4-A90E1A72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0DE1-BA22-4385-9666-BAD6D457E8F5}" type="datetimeFigureOut">
              <a:rPr lang="es-NI" smtClean="0"/>
              <a:t>6/10/2025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FF3B7-04DA-1E4B-FB66-BED2B727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7181F-5ED0-C2EA-FC8C-8DF5CEB2D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92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 conjunto de letras negras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16A1E72F-B9E0-9009-87C3-46AD3142C2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" t="9091" r="1845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891C82-34E1-1ECA-857E-41C5A69DE142}"/>
              </a:ext>
            </a:extLst>
          </p:cNvPr>
          <p:cNvSpPr/>
          <p:nvPr/>
        </p:nvSpPr>
        <p:spPr>
          <a:xfrm>
            <a:off x="477980" y="1122363"/>
            <a:ext cx="515590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Conexiones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circuitos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usando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Potenciómetros</a:t>
            </a:r>
            <a:endParaRPr 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98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63F27A-3614-D14F-B851-40C8D4970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393268"/>
            <a:ext cx="5781368" cy="562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2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6D3344-508A-B0B0-DB27-39D54C28A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309397"/>
            <a:ext cx="8745794" cy="600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4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9D9642-2F2E-AD73-62B7-4419BA0F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4" y="943897"/>
            <a:ext cx="11089652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7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5541DD-4C72-1F51-DE3B-B4812EBB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9" y="206246"/>
            <a:ext cx="6400434" cy="64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2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1D4F16B-2303-19E7-5FB5-9FDBD901135A}"/>
              </a:ext>
            </a:extLst>
          </p:cNvPr>
          <p:cNvSpPr/>
          <p:nvPr/>
        </p:nvSpPr>
        <p:spPr>
          <a:xfrm>
            <a:off x="4539674" y="273297"/>
            <a:ext cx="2188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6371BA-E586-A98B-295B-0F721BDEFFBE}"/>
              </a:ext>
            </a:extLst>
          </p:cNvPr>
          <p:cNvSpPr txBox="1"/>
          <p:nvPr/>
        </p:nvSpPr>
        <p:spPr>
          <a:xfrm>
            <a:off x="243841" y="1196627"/>
            <a:ext cx="1121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800" dirty="0"/>
              <a:t>Diseñe un circuito que haciendo uso de un potenciómetro, redirija la corriente eléctrica, que dando vuelta a la derecha alimente un led que esté en la misma dirección, y que dando vuelta a la izquierda haga lo mismo con otro led en esa dirección.</a:t>
            </a:r>
          </a:p>
          <a:p>
            <a:endParaRPr lang="es-NI" sz="2800" dirty="0"/>
          </a:p>
          <a:p>
            <a:r>
              <a:rPr lang="es-NI" sz="2800" dirty="0"/>
              <a:t>Diseñe un circuito que empleando un potenciómetro regule la potencia del sonido de un parlante.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8455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745C20-F777-6741-B117-8656D4953D93}"/>
              </a:ext>
            </a:extLst>
          </p:cNvPr>
          <p:cNvSpPr/>
          <p:nvPr/>
        </p:nvSpPr>
        <p:spPr>
          <a:xfrm>
            <a:off x="4539674" y="273297"/>
            <a:ext cx="2188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Prueba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8596F0-2CA3-8E02-850A-935A73F8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6" y="75732"/>
            <a:ext cx="4210638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1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71</Words>
  <Application>Microsoft Office PowerPoint</Application>
  <PresentationFormat>Panorámica</PresentationFormat>
  <Paragraphs>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2</cp:revision>
  <dcterms:created xsi:type="dcterms:W3CDTF">2023-09-22T15:46:00Z</dcterms:created>
  <dcterms:modified xsi:type="dcterms:W3CDTF">2025-10-06T14:53:34Z</dcterms:modified>
</cp:coreProperties>
</file>