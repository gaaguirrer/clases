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7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1A8339-92AD-4638-8C74-EA510035A5C1}" v="2" dt="2024-10-22T21:22:30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3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1961F509-2526-4BF9-86C3-CFA32115D9B1}"/>
    <pc:docChg chg="undo custSel addSld modSld">
      <pc:chgData name="Guillermo AntonioAguirre" userId="42908199-65f4-4d4a-8e05-6e659ccb82ce" providerId="ADAL" clId="{1961F509-2526-4BF9-86C3-CFA32115D9B1}" dt="2023-09-22T16:11:44.005" v="89" actId="1076"/>
      <pc:docMkLst>
        <pc:docMk/>
      </pc:docMkLst>
      <pc:sldChg chg="addSp delSp modSp new mod">
        <pc:chgData name="Guillermo AntonioAguirre" userId="42908199-65f4-4d4a-8e05-6e659ccb82ce" providerId="ADAL" clId="{1961F509-2526-4BF9-86C3-CFA32115D9B1}" dt="2023-09-22T15:59:10.558" v="58" actId="1076"/>
        <pc:sldMkLst>
          <pc:docMk/>
          <pc:sldMk cId="2477987148" sldId="256"/>
        </pc:sldMkLst>
        <pc:spChg chg="del">
          <ac:chgData name="Guillermo AntonioAguirre" userId="42908199-65f4-4d4a-8e05-6e659ccb82ce" providerId="ADAL" clId="{1961F509-2526-4BF9-86C3-CFA32115D9B1}" dt="2023-09-22T15:47:28.318" v="1" actId="478"/>
          <ac:spMkLst>
            <pc:docMk/>
            <pc:sldMk cId="2477987148" sldId="256"/>
            <ac:spMk id="2" creationId="{FF7A5DC9-B7D3-F5DB-C957-9E2999C4E758}"/>
          </ac:spMkLst>
        </pc:spChg>
        <pc:spChg chg="del">
          <ac:chgData name="Guillermo AntonioAguirre" userId="42908199-65f4-4d4a-8e05-6e659ccb82ce" providerId="ADAL" clId="{1961F509-2526-4BF9-86C3-CFA32115D9B1}" dt="2023-09-22T15:47:31.341" v="2" actId="478"/>
          <ac:spMkLst>
            <pc:docMk/>
            <pc:sldMk cId="2477987148" sldId="256"/>
            <ac:spMk id="3" creationId="{5DD17BCF-0C3E-C081-C5B8-344D8D57E94F}"/>
          </ac:spMkLst>
        </pc:spChg>
        <pc:spChg chg="add mod">
          <ac:chgData name="Guillermo AntonioAguirre" userId="42908199-65f4-4d4a-8e05-6e659ccb82ce" providerId="ADAL" clId="{1961F509-2526-4BF9-86C3-CFA32115D9B1}" dt="2023-09-22T15:59:10.558" v="58" actId="1076"/>
          <ac:spMkLst>
            <pc:docMk/>
            <pc:sldMk cId="2477987148" sldId="256"/>
            <ac:spMk id="6" creationId="{1F891C82-34E1-1ECA-857E-41C5A69DE142}"/>
          </ac:spMkLst>
        </pc:spChg>
        <pc:picChg chg="add mod">
          <ac:chgData name="Guillermo AntonioAguirre" userId="42908199-65f4-4d4a-8e05-6e659ccb82ce" providerId="ADAL" clId="{1961F509-2526-4BF9-86C3-CFA32115D9B1}" dt="2023-09-22T15:59:06.311" v="57" actId="1076"/>
          <ac:picMkLst>
            <pc:docMk/>
            <pc:sldMk cId="2477987148" sldId="256"/>
            <ac:picMk id="5" creationId="{16A1E72F-B9E0-9009-87C3-46AD3142C229}"/>
          </ac:picMkLst>
        </pc:picChg>
      </pc:sldChg>
      <pc:sldChg chg="addSp delSp modSp add mod">
        <pc:chgData name="Guillermo AntonioAguirre" userId="42908199-65f4-4d4a-8e05-6e659ccb82ce" providerId="ADAL" clId="{1961F509-2526-4BF9-86C3-CFA32115D9B1}" dt="2023-09-22T16:05:49.221" v="63" actId="1076"/>
        <pc:sldMkLst>
          <pc:docMk/>
          <pc:sldMk cId="3189319009" sldId="257"/>
        </pc:sldMkLst>
        <pc:picChg chg="add mod">
          <ac:chgData name="Guillermo AntonioAguirre" userId="42908199-65f4-4d4a-8e05-6e659ccb82ce" providerId="ADAL" clId="{1961F509-2526-4BF9-86C3-CFA32115D9B1}" dt="2023-09-22T16:05:49.221" v="63" actId="1076"/>
          <ac:picMkLst>
            <pc:docMk/>
            <pc:sldMk cId="3189319009" sldId="257"/>
            <ac:picMk id="3" creationId="{A613AB01-A33C-75CD-8735-512434C18336}"/>
          </ac:picMkLst>
        </pc:picChg>
        <pc:picChg chg="del">
          <ac:chgData name="Guillermo AntonioAguirre" userId="42908199-65f4-4d4a-8e05-6e659ccb82ce" providerId="ADAL" clId="{1961F509-2526-4BF9-86C3-CFA32115D9B1}" dt="2023-09-22T15:57:06.503" v="6" actId="478"/>
          <ac:picMkLst>
            <pc:docMk/>
            <pc:sldMk cId="3189319009" sldId="257"/>
            <ac:picMk id="5" creationId="{16A1E72F-B9E0-9009-87C3-46AD3142C229}"/>
          </ac:picMkLst>
        </pc:picChg>
      </pc:sldChg>
      <pc:sldChg chg="addSp delSp modSp add mod">
        <pc:chgData name="Guillermo AntonioAguirre" userId="42908199-65f4-4d4a-8e05-6e659ccb82ce" providerId="ADAL" clId="{1961F509-2526-4BF9-86C3-CFA32115D9B1}" dt="2023-09-22T16:08:05.301" v="71" actId="1076"/>
        <pc:sldMkLst>
          <pc:docMk/>
          <pc:sldMk cId="3160066911" sldId="258"/>
        </pc:sldMkLst>
        <pc:picChg chg="del">
          <ac:chgData name="Guillermo AntonioAguirre" userId="42908199-65f4-4d4a-8e05-6e659ccb82ce" providerId="ADAL" clId="{1961F509-2526-4BF9-86C3-CFA32115D9B1}" dt="2023-09-22T16:06:00.195" v="65" actId="478"/>
          <ac:picMkLst>
            <pc:docMk/>
            <pc:sldMk cId="3160066911" sldId="258"/>
            <ac:picMk id="3" creationId="{A613AB01-A33C-75CD-8735-512434C18336}"/>
          </ac:picMkLst>
        </pc:picChg>
        <pc:picChg chg="add mod">
          <ac:chgData name="Guillermo AntonioAguirre" userId="42908199-65f4-4d4a-8e05-6e659ccb82ce" providerId="ADAL" clId="{1961F509-2526-4BF9-86C3-CFA32115D9B1}" dt="2023-09-22T16:08:05.301" v="71" actId="1076"/>
          <ac:picMkLst>
            <pc:docMk/>
            <pc:sldMk cId="3160066911" sldId="258"/>
            <ac:picMk id="4" creationId="{5F6D2449-79C4-75DE-C7E9-6BFF8E4EFD21}"/>
          </ac:picMkLst>
        </pc:picChg>
      </pc:sldChg>
      <pc:sldChg chg="addSp delSp modSp add mod">
        <pc:chgData name="Guillermo AntonioAguirre" userId="42908199-65f4-4d4a-8e05-6e659ccb82ce" providerId="ADAL" clId="{1961F509-2526-4BF9-86C3-CFA32115D9B1}" dt="2023-09-22T16:09:34.676" v="78" actId="1076"/>
        <pc:sldMkLst>
          <pc:docMk/>
          <pc:sldMk cId="4171909806" sldId="259"/>
        </pc:sldMkLst>
        <pc:picChg chg="add del">
          <ac:chgData name="Guillermo AntonioAguirre" userId="42908199-65f4-4d4a-8e05-6e659ccb82ce" providerId="ADAL" clId="{1961F509-2526-4BF9-86C3-CFA32115D9B1}" dt="2023-09-22T16:09:04.040" v="73" actId="22"/>
          <ac:picMkLst>
            <pc:docMk/>
            <pc:sldMk cId="4171909806" sldId="259"/>
            <ac:picMk id="3" creationId="{FEAD1733-2660-519B-63E2-16FE2FC1DC9F}"/>
          </ac:picMkLst>
        </pc:picChg>
        <pc:picChg chg="add mod">
          <ac:chgData name="Guillermo AntonioAguirre" userId="42908199-65f4-4d4a-8e05-6e659ccb82ce" providerId="ADAL" clId="{1961F509-2526-4BF9-86C3-CFA32115D9B1}" dt="2023-09-22T16:09:34.676" v="78" actId="1076"/>
          <ac:picMkLst>
            <pc:docMk/>
            <pc:sldMk cId="4171909806" sldId="259"/>
            <ac:picMk id="5" creationId="{7F74D424-3B15-9B82-8C7F-528B9066C385}"/>
          </ac:picMkLst>
        </pc:picChg>
      </pc:sldChg>
      <pc:sldChg chg="addSp modSp add mod">
        <pc:chgData name="Guillermo AntonioAguirre" userId="42908199-65f4-4d4a-8e05-6e659ccb82ce" providerId="ADAL" clId="{1961F509-2526-4BF9-86C3-CFA32115D9B1}" dt="2023-09-22T16:10:46.213" v="83" actId="1076"/>
        <pc:sldMkLst>
          <pc:docMk/>
          <pc:sldMk cId="3093468731" sldId="260"/>
        </pc:sldMkLst>
        <pc:picChg chg="add mod">
          <ac:chgData name="Guillermo AntonioAguirre" userId="42908199-65f4-4d4a-8e05-6e659ccb82ce" providerId="ADAL" clId="{1961F509-2526-4BF9-86C3-CFA32115D9B1}" dt="2023-09-22T16:10:46.213" v="83" actId="1076"/>
          <ac:picMkLst>
            <pc:docMk/>
            <pc:sldMk cId="3093468731" sldId="260"/>
            <ac:picMk id="3" creationId="{9F2C4DDC-3957-B935-5570-4B792041D1A2}"/>
          </ac:picMkLst>
        </pc:picChg>
      </pc:sldChg>
      <pc:sldChg chg="addSp modSp add mod">
        <pc:chgData name="Guillermo AntonioAguirre" userId="42908199-65f4-4d4a-8e05-6e659ccb82ce" providerId="ADAL" clId="{1961F509-2526-4BF9-86C3-CFA32115D9B1}" dt="2023-09-22T16:11:44.005" v="89" actId="1076"/>
        <pc:sldMkLst>
          <pc:docMk/>
          <pc:sldMk cId="189254609" sldId="261"/>
        </pc:sldMkLst>
        <pc:picChg chg="add mod">
          <ac:chgData name="Guillermo AntonioAguirre" userId="42908199-65f4-4d4a-8e05-6e659ccb82ce" providerId="ADAL" clId="{1961F509-2526-4BF9-86C3-CFA32115D9B1}" dt="2023-09-22T16:11:44.005" v="89" actId="1076"/>
          <ac:picMkLst>
            <pc:docMk/>
            <pc:sldMk cId="189254609" sldId="261"/>
            <ac:picMk id="3" creationId="{D08BFF49-2ABA-35C7-3617-06D954DD97CF}"/>
          </ac:picMkLst>
        </pc:picChg>
      </pc:sldChg>
      <pc:sldChg chg="add">
        <pc:chgData name="Guillermo AntonioAguirre" userId="42908199-65f4-4d4a-8e05-6e659ccb82ce" providerId="ADAL" clId="{1961F509-2526-4BF9-86C3-CFA32115D9B1}" dt="2023-09-22T16:10:56.851" v="84" actId="2890"/>
        <pc:sldMkLst>
          <pc:docMk/>
          <pc:sldMk cId="2121220692" sldId="262"/>
        </pc:sldMkLst>
      </pc:sldChg>
    </pc:docChg>
  </pc:docChgLst>
  <pc:docChgLst>
    <pc:chgData name="Guillermo AntonioAguirre" userId="42908199-65f4-4d4a-8e05-6e659ccb82ce" providerId="ADAL" clId="{D61A8339-92AD-4638-8C74-EA510035A5C1}"/>
    <pc:docChg chg="modSld">
      <pc:chgData name="Guillermo AntonioAguirre" userId="42908199-65f4-4d4a-8e05-6e659ccb82ce" providerId="ADAL" clId="{D61A8339-92AD-4638-8C74-EA510035A5C1}" dt="2024-10-22T21:23:46.988" v="14" actId="1076"/>
      <pc:docMkLst>
        <pc:docMk/>
      </pc:docMkLst>
      <pc:sldChg chg="addSp modSp mod">
        <pc:chgData name="Guillermo AntonioAguirre" userId="42908199-65f4-4d4a-8e05-6e659ccb82ce" providerId="ADAL" clId="{D61A8339-92AD-4638-8C74-EA510035A5C1}" dt="2024-10-22T21:22:16.022" v="9" actId="1076"/>
        <pc:sldMkLst>
          <pc:docMk/>
          <pc:sldMk cId="1184551116" sldId="265"/>
        </pc:sldMkLst>
        <pc:spChg chg="add mod">
          <ac:chgData name="Guillermo AntonioAguirre" userId="42908199-65f4-4d4a-8e05-6e659ccb82ce" providerId="ADAL" clId="{D61A8339-92AD-4638-8C74-EA510035A5C1}" dt="2024-10-22T21:21:40.509" v="7" actId="1076"/>
          <ac:spMkLst>
            <pc:docMk/>
            <pc:sldMk cId="1184551116" sldId="265"/>
            <ac:spMk id="2" creationId="{C1D4F16B-2303-19E7-5FB5-9FDBD901135A}"/>
          </ac:spMkLst>
        </pc:spChg>
        <pc:picChg chg="add mod">
          <ac:chgData name="Guillermo AntonioAguirre" userId="42908199-65f4-4d4a-8e05-6e659ccb82ce" providerId="ADAL" clId="{D61A8339-92AD-4638-8C74-EA510035A5C1}" dt="2024-10-22T21:22:16.022" v="9" actId="1076"/>
          <ac:picMkLst>
            <pc:docMk/>
            <pc:sldMk cId="1184551116" sldId="265"/>
            <ac:picMk id="4" creationId="{FFC53BA2-D32D-1362-D958-B516D36B80BB}"/>
          </ac:picMkLst>
        </pc:picChg>
      </pc:sldChg>
      <pc:sldChg chg="addSp modSp mod">
        <pc:chgData name="Guillermo AntonioAguirre" userId="42908199-65f4-4d4a-8e05-6e659ccb82ce" providerId="ADAL" clId="{D61A8339-92AD-4638-8C74-EA510035A5C1}" dt="2024-10-22T21:23:46.988" v="14" actId="1076"/>
        <pc:sldMkLst>
          <pc:docMk/>
          <pc:sldMk cId="2212931901" sldId="266"/>
        </pc:sldMkLst>
        <pc:spChg chg="add mod">
          <ac:chgData name="Guillermo AntonioAguirre" userId="42908199-65f4-4d4a-8e05-6e659ccb82ce" providerId="ADAL" clId="{D61A8339-92AD-4638-8C74-EA510035A5C1}" dt="2024-10-22T21:22:30.903" v="10"/>
          <ac:spMkLst>
            <pc:docMk/>
            <pc:sldMk cId="2212931901" sldId="266"/>
            <ac:spMk id="2" creationId="{62745C20-F777-6741-B117-8656D4953D93}"/>
          </ac:spMkLst>
        </pc:spChg>
        <pc:picChg chg="add mod">
          <ac:chgData name="Guillermo AntonioAguirre" userId="42908199-65f4-4d4a-8e05-6e659ccb82ce" providerId="ADAL" clId="{D61A8339-92AD-4638-8C74-EA510035A5C1}" dt="2024-10-22T21:23:46.988" v="14" actId="1076"/>
          <ac:picMkLst>
            <pc:docMk/>
            <pc:sldMk cId="2212931901" sldId="266"/>
            <ac:picMk id="4" creationId="{718596F0-2CA3-8E02-850A-935A73F8E8B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45A0D-EE64-CEA5-8FFA-B231CA8CD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40466E-8D54-5101-2D56-264025729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2640C9-9F15-2271-733F-783B7950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C5C102-5CB3-7793-E20D-858405A8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6295E4-A314-9322-633A-B7FB71C3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2344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49CFA-3305-5076-C986-D27CB229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4AAC51-7D22-BE9E-C58E-5793D4EF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7710C6-75CB-E0B8-728C-0408FFC3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AED18-ECCA-EE2D-CA1C-E56CB4184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360CF6-A5BB-D8A7-FB42-3267F53D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811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60E26-B422-8AC4-65CF-1C911FC1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45E66F-88E3-A861-74B1-1FFFA9F23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4DF20D-C4A7-EB22-667B-DE30075E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D7028E-5C33-884E-EF05-190D10BF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AF7A34-CC80-02BD-9A9F-25BEB61E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4755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7E03D-5A48-BDE9-4BAA-89A5EDDC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DDC9EA-0449-0C6C-C568-470B53D10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079419-BBB3-1E6C-255E-C086918BE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BF3B11-2DEC-E787-8F8A-ECEF76D6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1FEA59-58E2-D7B0-C3F9-703D72D9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B34552-9F16-EE2C-9E81-338764062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16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8A63C-9015-F00E-3044-803B1B7B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6AD3B8-14DD-81BD-3208-31071437C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0CFD31-9C86-68C4-8DBB-DA2AB8C92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2D35EBB-31A0-DD37-17A5-5D3B455A5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5C1B7B-239C-CFF3-24D1-36AECFA6F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48122D-C408-CEEF-7A3E-DCEC4B25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E67158-E543-5570-BC07-CC2BCBE2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3832FD-0AAC-B79B-FA30-A783459D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248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9BF44-5C1B-56F2-302E-4AA9B150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B8DE4D-20D7-439F-F7BA-2CF8E3880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14C546-E311-2295-00B8-3F936B50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DD80BE-729D-46FA-9DCF-27C56A67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4588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7EB194-9D61-6C04-6D78-8E5BB8AA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D4DF75F-9AAB-4697-6F5B-7DB2CDD1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20B8AF-E872-9DB8-0EAC-A3ED557CC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7002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E1E84-1CC3-DC5F-5367-8A72E6D8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CDDF87-44DB-55BC-D53A-9EC58B021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FFAFD8-148E-D5B7-8CCC-2CC9C249E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6C17A0-26A4-E25F-F07F-3B223825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553CB2-0AD2-9F06-E358-200A07F4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F9297B-CAC0-6939-E49B-934761F9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7409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7C2B9-85E8-B300-70DD-7F0D117A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7BD8D4-1735-A35E-0CF1-D1459152B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FFD381-B6CA-6A1A-70E6-FFE5A7071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49EB3B-0B08-FF96-2640-D775D9D8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15A903-671E-BA8D-F086-B4AE65685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48257F-5A5D-5FCF-6BC8-0B0D5C41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0758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82C8A-E618-C611-AA97-4D4AFB0DF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240B5D-A6BF-EB2D-5331-371535F10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61EB49-C00C-748B-0E21-9AE2BC4BF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B609C4-2936-5EAD-3719-6D05587C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7DA74A-6653-EC07-E922-6D04693D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4020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056821-981E-D758-CA95-A26CBE45A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7AF590-E8BD-4437-7195-5EAAA2856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31E5B8-7FAF-748A-2FB9-1D4135E4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9B3130-A366-9604-B4D5-C773FB0E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65C02D-83F2-E7DF-64A5-D5D58B10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58394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847382-1639-9053-7A6E-266EADAC2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B1946D-C4C6-F7F2-3312-928EF2EC8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EF1BCA-0254-F3BA-E4A4-A90E1A72F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40DE1-BA22-4385-9666-BAD6D457E8F5}" type="datetimeFigureOut">
              <a:rPr lang="es-NI" smtClean="0"/>
              <a:t>22/10/2024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5FF3B7-04DA-1E4B-FB66-BED2B727F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47181F-5ED0-C2EA-FC8C-8DF5CEB2D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9271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Un conjunto de letras negras en un fondo blanco&#10;&#10;Descripción generada automáticamente con confianza baja">
            <a:extLst>
              <a:ext uri="{FF2B5EF4-FFF2-40B4-BE49-F238E27FC236}">
                <a16:creationId xmlns:a16="http://schemas.microsoft.com/office/drawing/2014/main" id="{16A1E72F-B9E0-9009-87C3-46AD3142C2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3" t="9091" r="1845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891C82-34E1-1ECA-857E-41C5A69DE142}"/>
              </a:ext>
            </a:extLst>
          </p:cNvPr>
          <p:cNvSpPr/>
          <p:nvPr/>
        </p:nvSpPr>
        <p:spPr>
          <a:xfrm>
            <a:off x="477980" y="1122363"/>
            <a:ext cx="5155904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Conexiones</a:t>
            </a:r>
            <a:r>
              <a:rPr lang="en-U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 de </a:t>
            </a:r>
            <a:r>
              <a:rPr lang="en-US" sz="66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circuitos</a:t>
            </a:r>
            <a:r>
              <a:rPr lang="en-U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66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usando</a:t>
            </a:r>
            <a:r>
              <a:rPr lang="en-U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66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Potenciómetros</a:t>
            </a:r>
            <a:endParaRPr lang="en-U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798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63F27A-3614-D14F-B851-40C8D4970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2" y="393268"/>
            <a:ext cx="5781368" cy="562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20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6D3344-508A-B0B0-DB27-39D54C28A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309397"/>
            <a:ext cx="8745794" cy="600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4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09D9642-2F2E-AD73-62B7-4419BA0F0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74" y="943897"/>
            <a:ext cx="11089652" cy="526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7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5541DD-4C72-1F51-DE3B-B4812EBB9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39" y="206246"/>
            <a:ext cx="6400434" cy="644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29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1D4F16B-2303-19E7-5FB5-9FDBD901135A}"/>
              </a:ext>
            </a:extLst>
          </p:cNvPr>
          <p:cNvSpPr/>
          <p:nvPr/>
        </p:nvSpPr>
        <p:spPr>
          <a:xfrm>
            <a:off x="4539674" y="273297"/>
            <a:ext cx="21884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Prueba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C53BA2-D32D-1362-D958-B516D36B8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89" y="1450888"/>
            <a:ext cx="7135221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51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2745C20-F777-6741-B117-8656D4953D93}"/>
              </a:ext>
            </a:extLst>
          </p:cNvPr>
          <p:cNvSpPr/>
          <p:nvPr/>
        </p:nvSpPr>
        <p:spPr>
          <a:xfrm>
            <a:off x="4539674" y="273297"/>
            <a:ext cx="21884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Prueba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8596F0-2CA3-8E02-850A-935A73F8E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36" y="75732"/>
            <a:ext cx="4210638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31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</Words>
  <Application>Microsoft Office PowerPoint</Application>
  <PresentationFormat>Panorámica</PresentationFormat>
  <Paragraphs>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2</cp:revision>
  <dcterms:created xsi:type="dcterms:W3CDTF">2023-09-22T15:46:00Z</dcterms:created>
  <dcterms:modified xsi:type="dcterms:W3CDTF">2024-10-22T21:23:49Z</dcterms:modified>
</cp:coreProperties>
</file>