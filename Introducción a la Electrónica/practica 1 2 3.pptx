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sldIdLst>
    <p:sldId id="266" r:id="rId5"/>
    <p:sldId id="257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660"/>
  </p:normalViewPr>
  <p:slideViewPr>
    <p:cSldViewPr snapToGrid="0">
      <p:cViewPr>
        <p:scale>
          <a:sx n="70" d="100"/>
          <a:sy n="70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F870C-5D9B-4878-9827-A3D8F8D3B4C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3252BB-1661-4EF1-B4B4-B609E884D6B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NI" noProof="0" dirty="0"/>
            <a:t>Lámpara de intensidad variable</a:t>
          </a:r>
        </a:p>
      </dgm:t>
    </dgm:pt>
    <dgm:pt modelId="{5A04EF90-0F09-4424-BA8F-063E80337D8E}" type="parTrans" cxnId="{095425F3-197C-4E69-84D5-0C51196EF1C6}">
      <dgm:prSet/>
      <dgm:spPr/>
      <dgm:t>
        <a:bodyPr/>
        <a:lstStyle/>
        <a:p>
          <a:endParaRPr lang="en-US"/>
        </a:p>
      </dgm:t>
    </dgm:pt>
    <dgm:pt modelId="{54292CB0-011E-4706-9294-372AD5816BB9}" type="sibTrans" cxnId="{095425F3-197C-4E69-84D5-0C51196EF1C6}">
      <dgm:prSet/>
      <dgm:spPr/>
      <dgm:t>
        <a:bodyPr/>
        <a:lstStyle/>
        <a:p>
          <a:endParaRPr lang="en-US"/>
        </a:p>
      </dgm:t>
    </dgm:pt>
    <dgm:pt modelId="{1777E161-D0DE-4D31-91FE-E2AD8AAC6A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NI" noProof="0" dirty="0"/>
            <a:t>Lámpara automática</a:t>
          </a:r>
        </a:p>
      </dgm:t>
    </dgm:pt>
    <dgm:pt modelId="{50E45982-4B36-4BD3-ABAD-204FBA61FF0E}" type="parTrans" cxnId="{A341BC0D-6DD3-4979-9832-08DC41068DC6}">
      <dgm:prSet/>
      <dgm:spPr/>
      <dgm:t>
        <a:bodyPr/>
        <a:lstStyle/>
        <a:p>
          <a:endParaRPr lang="en-US"/>
        </a:p>
      </dgm:t>
    </dgm:pt>
    <dgm:pt modelId="{FB489039-8D8A-4FC2-9B37-994383FDE902}" type="sibTrans" cxnId="{A341BC0D-6DD3-4979-9832-08DC41068DC6}">
      <dgm:prSet/>
      <dgm:spPr/>
      <dgm:t>
        <a:bodyPr/>
        <a:lstStyle/>
        <a:p>
          <a:endParaRPr lang="en-US"/>
        </a:p>
      </dgm:t>
    </dgm:pt>
    <dgm:pt modelId="{A0E3938A-38FD-4C6B-BC76-DCF294EE93D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NI" noProof="0" dirty="0"/>
            <a:t>Sensor de barrera</a:t>
          </a:r>
        </a:p>
      </dgm:t>
    </dgm:pt>
    <dgm:pt modelId="{8655D1BC-F152-4DA3-90FE-11A6554E87C9}" type="parTrans" cxnId="{F1960191-6C4D-45E6-A70C-022CDEE00113}">
      <dgm:prSet/>
      <dgm:spPr/>
      <dgm:t>
        <a:bodyPr/>
        <a:lstStyle/>
        <a:p>
          <a:endParaRPr lang="en-US"/>
        </a:p>
      </dgm:t>
    </dgm:pt>
    <dgm:pt modelId="{7DE219E0-15AA-4B4B-9BED-F21993E27992}" type="sibTrans" cxnId="{F1960191-6C4D-45E6-A70C-022CDEE00113}">
      <dgm:prSet/>
      <dgm:spPr/>
      <dgm:t>
        <a:bodyPr/>
        <a:lstStyle/>
        <a:p>
          <a:endParaRPr lang="en-US"/>
        </a:p>
      </dgm:t>
    </dgm:pt>
    <dgm:pt modelId="{D2FA40C6-C0ED-46A3-92CE-B081053B2BA8}" type="pres">
      <dgm:prSet presAssocID="{34FF870C-5D9B-4878-9827-A3D8F8D3B4C3}" presName="root" presStyleCnt="0">
        <dgm:presLayoutVars>
          <dgm:dir/>
          <dgm:resizeHandles val="exact"/>
        </dgm:presLayoutVars>
      </dgm:prSet>
      <dgm:spPr/>
    </dgm:pt>
    <dgm:pt modelId="{4F71816B-273C-49A1-A458-BCE14C9FAD7C}" type="pres">
      <dgm:prSet presAssocID="{193252BB-1661-4EF1-B4B4-B609E884D6B5}" presName="compNode" presStyleCnt="0"/>
      <dgm:spPr/>
    </dgm:pt>
    <dgm:pt modelId="{23A2EDD9-C89F-49C9-AE4A-D6196B4CA219}" type="pres">
      <dgm:prSet presAssocID="{193252BB-1661-4EF1-B4B4-B609E884D6B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accent5"/>
        </a:solidFill>
      </dgm:spPr>
    </dgm:pt>
    <dgm:pt modelId="{AFF6CE53-2172-43E4-BC33-3C48272DDCF0}" type="pres">
      <dgm:prSet presAssocID="{193252BB-1661-4EF1-B4B4-B609E884D6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8CFED58E-CED6-48CB-AD6E-8A220711C954}" type="pres">
      <dgm:prSet presAssocID="{193252BB-1661-4EF1-B4B4-B609E884D6B5}" presName="spaceRect" presStyleCnt="0"/>
      <dgm:spPr/>
    </dgm:pt>
    <dgm:pt modelId="{B2757675-DFB6-4B33-9701-161572571D2B}" type="pres">
      <dgm:prSet presAssocID="{193252BB-1661-4EF1-B4B4-B609E884D6B5}" presName="textRect" presStyleLbl="revTx" presStyleIdx="0" presStyleCnt="3">
        <dgm:presLayoutVars>
          <dgm:chMax val="1"/>
          <dgm:chPref val="1"/>
        </dgm:presLayoutVars>
      </dgm:prSet>
      <dgm:spPr/>
    </dgm:pt>
    <dgm:pt modelId="{FF5FC25A-8895-4059-A7CB-AC8E769B2E4B}" type="pres">
      <dgm:prSet presAssocID="{54292CB0-011E-4706-9294-372AD5816BB9}" presName="sibTrans" presStyleCnt="0"/>
      <dgm:spPr/>
    </dgm:pt>
    <dgm:pt modelId="{F181BEB4-66E0-4B62-8712-BD0A64659834}" type="pres">
      <dgm:prSet presAssocID="{1777E161-D0DE-4D31-91FE-E2AD8AAC6AAC}" presName="compNode" presStyleCnt="0"/>
      <dgm:spPr/>
    </dgm:pt>
    <dgm:pt modelId="{0E81F59E-BE24-4A43-8B4D-78AE486DB35A}" type="pres">
      <dgm:prSet presAssocID="{1777E161-D0DE-4D31-91FE-E2AD8AAC6AA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accent5"/>
        </a:solidFill>
      </dgm:spPr>
    </dgm:pt>
    <dgm:pt modelId="{C6C18185-40AF-48A2-8685-C39F432C8E80}" type="pres">
      <dgm:prSet presAssocID="{1777E161-D0DE-4D31-91FE-E2AD8AAC6AAC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a y estrellas con relleno sólido"/>
        </a:ext>
      </dgm:extLst>
    </dgm:pt>
    <dgm:pt modelId="{676699DF-00CC-4F16-B4E6-75EFFED81874}" type="pres">
      <dgm:prSet presAssocID="{1777E161-D0DE-4D31-91FE-E2AD8AAC6AAC}" presName="spaceRect" presStyleCnt="0"/>
      <dgm:spPr/>
    </dgm:pt>
    <dgm:pt modelId="{1CD40C66-A0B4-4978-9941-A79D4CBD111B}" type="pres">
      <dgm:prSet presAssocID="{1777E161-D0DE-4D31-91FE-E2AD8AAC6AAC}" presName="textRect" presStyleLbl="revTx" presStyleIdx="1" presStyleCnt="3">
        <dgm:presLayoutVars>
          <dgm:chMax val="1"/>
          <dgm:chPref val="1"/>
        </dgm:presLayoutVars>
      </dgm:prSet>
      <dgm:spPr/>
    </dgm:pt>
    <dgm:pt modelId="{F18A00AD-35D1-4313-87F2-111D7B13ECED}" type="pres">
      <dgm:prSet presAssocID="{FB489039-8D8A-4FC2-9B37-994383FDE902}" presName="sibTrans" presStyleCnt="0"/>
      <dgm:spPr/>
    </dgm:pt>
    <dgm:pt modelId="{59EC7549-F063-437F-8388-459A5C769816}" type="pres">
      <dgm:prSet presAssocID="{A0E3938A-38FD-4C6B-BC76-DCF294EE93DC}" presName="compNode" presStyleCnt="0"/>
      <dgm:spPr/>
    </dgm:pt>
    <dgm:pt modelId="{81253FDF-02A1-40D1-89CA-3EA7AF168FD7}" type="pres">
      <dgm:prSet presAssocID="{A0E3938A-38FD-4C6B-BC76-DCF294EE93D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accent5"/>
        </a:solidFill>
      </dgm:spPr>
    </dgm:pt>
    <dgm:pt modelId="{8156E8E0-9CDC-4EAB-A61D-AF474D6D9368}" type="pres">
      <dgm:prSet presAssocID="{A0E3938A-38FD-4C6B-BC76-DCF294EE93DC}" presName="iconRect" presStyleLbl="node1" presStyleIdx="2" presStyleCnt="3" custLinFactNeighborX="-2913" custLinFactNeighborY="-208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rena con relleno sólido"/>
        </a:ext>
      </dgm:extLst>
    </dgm:pt>
    <dgm:pt modelId="{CF8829A0-3E8F-471E-B721-0E359AF6C976}" type="pres">
      <dgm:prSet presAssocID="{A0E3938A-38FD-4C6B-BC76-DCF294EE93DC}" presName="spaceRect" presStyleCnt="0"/>
      <dgm:spPr/>
    </dgm:pt>
    <dgm:pt modelId="{2DEB68D9-2D2A-405A-A95A-F123B81445D3}" type="pres">
      <dgm:prSet presAssocID="{A0E3938A-38FD-4C6B-BC76-DCF294EE93D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41BC0D-6DD3-4979-9832-08DC41068DC6}" srcId="{34FF870C-5D9B-4878-9827-A3D8F8D3B4C3}" destId="{1777E161-D0DE-4D31-91FE-E2AD8AAC6AAC}" srcOrd="1" destOrd="0" parTransId="{50E45982-4B36-4BD3-ABAD-204FBA61FF0E}" sibTransId="{FB489039-8D8A-4FC2-9B37-994383FDE902}"/>
    <dgm:cxn modelId="{472D2D17-E245-46DF-98A5-C38415CADC1E}" type="presOf" srcId="{A0E3938A-38FD-4C6B-BC76-DCF294EE93DC}" destId="{2DEB68D9-2D2A-405A-A95A-F123B81445D3}" srcOrd="0" destOrd="0" presId="urn:microsoft.com/office/officeart/2018/5/layout/IconLeafLabelList"/>
    <dgm:cxn modelId="{B126511F-11FF-4EDD-85D7-D89737033340}" type="presOf" srcId="{34FF870C-5D9B-4878-9827-A3D8F8D3B4C3}" destId="{D2FA40C6-C0ED-46A3-92CE-B081053B2BA8}" srcOrd="0" destOrd="0" presId="urn:microsoft.com/office/officeart/2018/5/layout/IconLeafLabelList"/>
    <dgm:cxn modelId="{FA3ECF3F-F2D7-4808-8F32-35657BC1DF89}" type="presOf" srcId="{193252BB-1661-4EF1-B4B4-B609E884D6B5}" destId="{B2757675-DFB6-4B33-9701-161572571D2B}" srcOrd="0" destOrd="0" presId="urn:microsoft.com/office/officeart/2018/5/layout/IconLeafLabelList"/>
    <dgm:cxn modelId="{F1960191-6C4D-45E6-A70C-022CDEE00113}" srcId="{34FF870C-5D9B-4878-9827-A3D8F8D3B4C3}" destId="{A0E3938A-38FD-4C6B-BC76-DCF294EE93DC}" srcOrd="2" destOrd="0" parTransId="{8655D1BC-F152-4DA3-90FE-11A6554E87C9}" sibTransId="{7DE219E0-15AA-4B4B-9BED-F21993E27992}"/>
    <dgm:cxn modelId="{C3093AB7-9BBB-4595-A705-841ABB75BC49}" type="presOf" srcId="{1777E161-D0DE-4D31-91FE-E2AD8AAC6AAC}" destId="{1CD40C66-A0B4-4978-9941-A79D4CBD111B}" srcOrd="0" destOrd="0" presId="urn:microsoft.com/office/officeart/2018/5/layout/IconLeafLabelList"/>
    <dgm:cxn modelId="{095425F3-197C-4E69-84D5-0C51196EF1C6}" srcId="{34FF870C-5D9B-4878-9827-A3D8F8D3B4C3}" destId="{193252BB-1661-4EF1-B4B4-B609E884D6B5}" srcOrd="0" destOrd="0" parTransId="{5A04EF90-0F09-4424-BA8F-063E80337D8E}" sibTransId="{54292CB0-011E-4706-9294-372AD5816BB9}"/>
    <dgm:cxn modelId="{CFFB4A70-BD6C-4082-9DB4-48041D051C82}" type="presParOf" srcId="{D2FA40C6-C0ED-46A3-92CE-B081053B2BA8}" destId="{4F71816B-273C-49A1-A458-BCE14C9FAD7C}" srcOrd="0" destOrd="0" presId="urn:microsoft.com/office/officeart/2018/5/layout/IconLeafLabelList"/>
    <dgm:cxn modelId="{697C797D-B0A3-487C-82FB-C6242AC02007}" type="presParOf" srcId="{4F71816B-273C-49A1-A458-BCE14C9FAD7C}" destId="{23A2EDD9-C89F-49C9-AE4A-D6196B4CA219}" srcOrd="0" destOrd="0" presId="urn:microsoft.com/office/officeart/2018/5/layout/IconLeafLabelList"/>
    <dgm:cxn modelId="{DF512F07-EEDC-4E6F-8099-188C14ECF869}" type="presParOf" srcId="{4F71816B-273C-49A1-A458-BCE14C9FAD7C}" destId="{AFF6CE53-2172-43E4-BC33-3C48272DDCF0}" srcOrd="1" destOrd="0" presId="urn:microsoft.com/office/officeart/2018/5/layout/IconLeafLabelList"/>
    <dgm:cxn modelId="{9D5B3B65-8825-47E0-95F3-9A1D2B1E6DD6}" type="presParOf" srcId="{4F71816B-273C-49A1-A458-BCE14C9FAD7C}" destId="{8CFED58E-CED6-48CB-AD6E-8A220711C954}" srcOrd="2" destOrd="0" presId="urn:microsoft.com/office/officeart/2018/5/layout/IconLeafLabelList"/>
    <dgm:cxn modelId="{1E9B72B2-2AB0-418C-94B5-6567B0CCC879}" type="presParOf" srcId="{4F71816B-273C-49A1-A458-BCE14C9FAD7C}" destId="{B2757675-DFB6-4B33-9701-161572571D2B}" srcOrd="3" destOrd="0" presId="urn:microsoft.com/office/officeart/2018/5/layout/IconLeafLabelList"/>
    <dgm:cxn modelId="{127552B3-8890-4CBD-B12B-9C8A4BCA5A9E}" type="presParOf" srcId="{D2FA40C6-C0ED-46A3-92CE-B081053B2BA8}" destId="{FF5FC25A-8895-4059-A7CB-AC8E769B2E4B}" srcOrd="1" destOrd="0" presId="urn:microsoft.com/office/officeart/2018/5/layout/IconLeafLabelList"/>
    <dgm:cxn modelId="{1C669417-79B7-433E-A975-738A07EE9783}" type="presParOf" srcId="{D2FA40C6-C0ED-46A3-92CE-B081053B2BA8}" destId="{F181BEB4-66E0-4B62-8712-BD0A64659834}" srcOrd="2" destOrd="0" presId="urn:microsoft.com/office/officeart/2018/5/layout/IconLeafLabelList"/>
    <dgm:cxn modelId="{9C7F80FB-C680-4E35-AD11-9BE4BD6556F1}" type="presParOf" srcId="{F181BEB4-66E0-4B62-8712-BD0A64659834}" destId="{0E81F59E-BE24-4A43-8B4D-78AE486DB35A}" srcOrd="0" destOrd="0" presId="urn:microsoft.com/office/officeart/2018/5/layout/IconLeafLabelList"/>
    <dgm:cxn modelId="{998459A1-F347-48D8-BB50-EB12075F5FDA}" type="presParOf" srcId="{F181BEB4-66E0-4B62-8712-BD0A64659834}" destId="{C6C18185-40AF-48A2-8685-C39F432C8E80}" srcOrd="1" destOrd="0" presId="urn:microsoft.com/office/officeart/2018/5/layout/IconLeafLabelList"/>
    <dgm:cxn modelId="{EC8BA919-8D94-4FB4-BC09-6604E9B16BBF}" type="presParOf" srcId="{F181BEB4-66E0-4B62-8712-BD0A64659834}" destId="{676699DF-00CC-4F16-B4E6-75EFFED81874}" srcOrd="2" destOrd="0" presId="urn:microsoft.com/office/officeart/2018/5/layout/IconLeafLabelList"/>
    <dgm:cxn modelId="{99E65743-4445-4C74-BBE7-040C68F4FF62}" type="presParOf" srcId="{F181BEB4-66E0-4B62-8712-BD0A64659834}" destId="{1CD40C66-A0B4-4978-9941-A79D4CBD111B}" srcOrd="3" destOrd="0" presId="urn:microsoft.com/office/officeart/2018/5/layout/IconLeafLabelList"/>
    <dgm:cxn modelId="{044D2D07-87CA-47BD-BFAF-AD1C67AA89AA}" type="presParOf" srcId="{D2FA40C6-C0ED-46A3-92CE-B081053B2BA8}" destId="{F18A00AD-35D1-4313-87F2-111D7B13ECED}" srcOrd="3" destOrd="0" presId="urn:microsoft.com/office/officeart/2018/5/layout/IconLeafLabelList"/>
    <dgm:cxn modelId="{8A2DCF1E-4E06-4424-AA2E-B74ACB475E11}" type="presParOf" srcId="{D2FA40C6-C0ED-46A3-92CE-B081053B2BA8}" destId="{59EC7549-F063-437F-8388-459A5C769816}" srcOrd="4" destOrd="0" presId="urn:microsoft.com/office/officeart/2018/5/layout/IconLeafLabelList"/>
    <dgm:cxn modelId="{9F0E93DA-CF03-4DEE-B53D-F38603507FC7}" type="presParOf" srcId="{59EC7549-F063-437F-8388-459A5C769816}" destId="{81253FDF-02A1-40D1-89CA-3EA7AF168FD7}" srcOrd="0" destOrd="0" presId="urn:microsoft.com/office/officeart/2018/5/layout/IconLeafLabelList"/>
    <dgm:cxn modelId="{4D35F28B-EF19-4A81-863F-ABB1FD8C2333}" type="presParOf" srcId="{59EC7549-F063-437F-8388-459A5C769816}" destId="{8156E8E0-9CDC-4EAB-A61D-AF474D6D9368}" srcOrd="1" destOrd="0" presId="urn:microsoft.com/office/officeart/2018/5/layout/IconLeafLabelList"/>
    <dgm:cxn modelId="{6D4CD298-2BC6-42A7-91B3-33BBA4EB1AE7}" type="presParOf" srcId="{59EC7549-F063-437F-8388-459A5C769816}" destId="{CF8829A0-3E8F-471E-B721-0E359AF6C976}" srcOrd="2" destOrd="0" presId="urn:microsoft.com/office/officeart/2018/5/layout/IconLeafLabelList"/>
    <dgm:cxn modelId="{F6EAE01F-088E-445D-B1CC-B67F9FD8C8D6}" type="presParOf" srcId="{59EC7549-F063-437F-8388-459A5C769816}" destId="{2DEB68D9-2D2A-405A-A95A-F123B81445D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2EDD9-C89F-49C9-AE4A-D6196B4CA219}">
      <dsp:nvSpPr>
        <dsp:cNvPr id="0" name=""/>
        <dsp:cNvSpPr/>
      </dsp:nvSpPr>
      <dsp:spPr>
        <a:xfrm>
          <a:off x="638099" y="305700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6CE53-2172-43E4-BC33-3C48272DDCF0}">
      <dsp:nvSpPr>
        <dsp:cNvPr id="0" name=""/>
        <dsp:cNvSpPr/>
      </dsp:nvSpPr>
      <dsp:spPr>
        <a:xfrm>
          <a:off x="1003724" y="671325"/>
          <a:ext cx="984375" cy="984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57675-DFB6-4B33-9701-161572571D2B}">
      <dsp:nvSpPr>
        <dsp:cNvPr id="0" name=""/>
        <dsp:cNvSpPr/>
      </dsp:nvSpPr>
      <dsp:spPr>
        <a:xfrm>
          <a:off x="89662" y="2555700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NI" sz="2300" kern="1200" noProof="0" dirty="0"/>
            <a:t>Lámpara de intensidad variable</a:t>
          </a:r>
        </a:p>
      </dsp:txBody>
      <dsp:txXfrm>
        <a:off x="89662" y="2555700"/>
        <a:ext cx="2812500" cy="720000"/>
      </dsp:txXfrm>
    </dsp:sp>
    <dsp:sp modelId="{0E81F59E-BE24-4A43-8B4D-78AE486DB35A}">
      <dsp:nvSpPr>
        <dsp:cNvPr id="0" name=""/>
        <dsp:cNvSpPr/>
      </dsp:nvSpPr>
      <dsp:spPr>
        <a:xfrm>
          <a:off x="3942787" y="305700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C18185-40AF-48A2-8685-C39F432C8E80}">
      <dsp:nvSpPr>
        <dsp:cNvPr id="0" name=""/>
        <dsp:cNvSpPr/>
      </dsp:nvSpPr>
      <dsp:spPr>
        <a:xfrm>
          <a:off x="4308412" y="671325"/>
          <a:ext cx="984375" cy="98437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40C66-A0B4-4978-9941-A79D4CBD111B}">
      <dsp:nvSpPr>
        <dsp:cNvPr id="0" name=""/>
        <dsp:cNvSpPr/>
      </dsp:nvSpPr>
      <dsp:spPr>
        <a:xfrm>
          <a:off x="3394350" y="2555700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NI" sz="2300" kern="1200" noProof="0" dirty="0"/>
            <a:t>Lámpara automática</a:t>
          </a:r>
        </a:p>
      </dsp:txBody>
      <dsp:txXfrm>
        <a:off x="3394350" y="2555700"/>
        <a:ext cx="2812500" cy="720000"/>
      </dsp:txXfrm>
    </dsp:sp>
    <dsp:sp modelId="{81253FDF-02A1-40D1-89CA-3EA7AF168FD7}">
      <dsp:nvSpPr>
        <dsp:cNvPr id="0" name=""/>
        <dsp:cNvSpPr/>
      </dsp:nvSpPr>
      <dsp:spPr>
        <a:xfrm>
          <a:off x="7247475" y="305700"/>
          <a:ext cx="1715625" cy="1715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6E8E0-9CDC-4EAB-A61D-AF474D6D9368}">
      <dsp:nvSpPr>
        <dsp:cNvPr id="0" name=""/>
        <dsp:cNvSpPr/>
      </dsp:nvSpPr>
      <dsp:spPr>
        <a:xfrm>
          <a:off x="7584425" y="650810"/>
          <a:ext cx="984375" cy="984375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B68D9-2D2A-405A-A95A-F123B81445D3}">
      <dsp:nvSpPr>
        <dsp:cNvPr id="0" name=""/>
        <dsp:cNvSpPr/>
      </dsp:nvSpPr>
      <dsp:spPr>
        <a:xfrm>
          <a:off x="6699037" y="2555700"/>
          <a:ext cx="28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NI" sz="2300" kern="1200" noProof="0" dirty="0"/>
            <a:t>Sensor de barrera</a:t>
          </a:r>
        </a:p>
      </dsp:txBody>
      <dsp:txXfrm>
        <a:off x="6699037" y="2555700"/>
        <a:ext cx="281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10/14/2022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 b="3125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449611"/>
            <a:ext cx="5607908" cy="1086237"/>
          </a:xfrm>
        </p:spPr>
        <p:txBody>
          <a:bodyPr>
            <a:normAutofit fontScale="90000"/>
          </a:bodyPr>
          <a:lstStyle/>
          <a:p>
            <a:pPr algn="l"/>
            <a:r>
              <a:rPr lang="es-NI" sz="3600" dirty="0">
                <a:solidFill>
                  <a:srgbClr val="FFFFFF"/>
                </a:solidFill>
              </a:rPr>
              <a:t>Clase práctica: </a:t>
            </a:r>
            <a:r>
              <a:rPr lang="es-NI" sz="3600" dirty="0" err="1">
                <a:solidFill>
                  <a:srgbClr val="FFFFFF"/>
                </a:solidFill>
              </a:rPr>
              <a:t>Introdución</a:t>
            </a:r>
            <a:r>
              <a:rPr lang="es-NI" sz="3600" dirty="0">
                <a:solidFill>
                  <a:srgbClr val="FFFFFF"/>
                </a:solidFill>
              </a:rPr>
              <a:t> a la electrónica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665058"/>
            <a:ext cx="5268177" cy="53186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FFFFFF"/>
                </a:solidFill>
              </a:rPr>
              <a:t>Facilitator: Ing. Guillermo Aguirre</a:t>
            </a:r>
          </a:p>
        </p:txBody>
      </p:sp>
      <p:pic>
        <p:nvPicPr>
          <p:cNvPr id="4" name="Imagen 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33643F2A-64B4-B2A0-76E2-FCF08D3ACC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816" t="14073" r="50000" b="18345"/>
          <a:stretch/>
        </p:blipFill>
        <p:spPr>
          <a:xfrm>
            <a:off x="252664" y="337097"/>
            <a:ext cx="3431762" cy="183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s-NI"/>
              <a:t>Circuitos que se van a crear</a:t>
            </a:r>
          </a:p>
        </p:txBody>
      </p:sp>
      <p:graphicFrame>
        <p:nvGraphicFramePr>
          <p:cNvPr id="5" name="Content Placeholder 2" descr="icon SmartArt graphic placeholder">
            <a:extLst>
              <a:ext uri="{FF2B5EF4-FFF2-40B4-BE49-F238E27FC236}">
                <a16:creationId xmlns:a16="http://schemas.microsoft.com/office/drawing/2014/main" id="{E04C5C5B-F932-40FC-AD54-EE8AB0C582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32953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o 7">
            <a:extLst>
              <a:ext uri="{FF2B5EF4-FFF2-40B4-BE49-F238E27FC236}">
                <a16:creationId xmlns:a16="http://schemas.microsoft.com/office/drawing/2014/main" id="{3DD66790-9B02-8248-C6B2-F2C190AEF6AA}"/>
              </a:ext>
            </a:extLst>
          </p:cNvPr>
          <p:cNvGrpSpPr/>
          <p:nvPr/>
        </p:nvGrpSpPr>
        <p:grpSpPr>
          <a:xfrm>
            <a:off x="9940404" y="39238"/>
            <a:ext cx="2064792" cy="2171700"/>
            <a:chOff x="4277482" y="693821"/>
            <a:chExt cx="3354298" cy="3412958"/>
          </a:xfrm>
        </p:grpSpPr>
        <p:pic>
          <p:nvPicPr>
            <p:cNvPr id="4" name="Imagen 3" descr="Imagen que contiene Icono&#10;&#10;Descripción generada automáticamente">
              <a:extLst>
                <a:ext uri="{FF2B5EF4-FFF2-40B4-BE49-F238E27FC236}">
                  <a16:creationId xmlns:a16="http://schemas.microsoft.com/office/drawing/2014/main" id="{5EEDDA14-CB89-2677-540D-4F809271E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CCFFFF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4277482" y="693821"/>
              <a:ext cx="3354298" cy="3412958"/>
            </a:xfrm>
            <a:prstGeom prst="rect">
              <a:avLst/>
            </a:prstGeom>
          </p:spPr>
        </p:pic>
        <p:pic>
          <p:nvPicPr>
            <p:cNvPr id="7" name="Imagen 6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B3A81F9B-0403-57DB-D6F4-B5FCF56DCA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816" t="14073" r="50000" b="18345"/>
            <a:stretch/>
          </p:blipFill>
          <p:spPr>
            <a:xfrm>
              <a:off x="5590704" y="2109746"/>
              <a:ext cx="1183906" cy="632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3DD66790-9B02-8248-C6B2-F2C190AEF6AA}"/>
              </a:ext>
            </a:extLst>
          </p:cNvPr>
          <p:cNvGrpSpPr/>
          <p:nvPr/>
        </p:nvGrpSpPr>
        <p:grpSpPr>
          <a:xfrm>
            <a:off x="9940404" y="39238"/>
            <a:ext cx="2064792" cy="2171700"/>
            <a:chOff x="4277482" y="693821"/>
            <a:chExt cx="3354298" cy="3412958"/>
          </a:xfrm>
        </p:grpSpPr>
        <p:pic>
          <p:nvPicPr>
            <p:cNvPr id="4" name="Imagen 3" descr="Imagen que contiene Icono&#10;&#10;Descripción generada automáticamente">
              <a:extLst>
                <a:ext uri="{FF2B5EF4-FFF2-40B4-BE49-F238E27FC236}">
                  <a16:creationId xmlns:a16="http://schemas.microsoft.com/office/drawing/2014/main" id="{5EEDDA14-CB89-2677-540D-4F809271E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CFFFF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4277482" y="693821"/>
              <a:ext cx="3354298" cy="3412958"/>
            </a:xfrm>
            <a:prstGeom prst="rect">
              <a:avLst/>
            </a:prstGeom>
          </p:spPr>
        </p:pic>
        <p:pic>
          <p:nvPicPr>
            <p:cNvPr id="7" name="Imagen 6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B3A81F9B-0403-57DB-D6F4-B5FCF56DCA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816" t="14073" r="50000" b="18345"/>
            <a:stretch/>
          </p:blipFill>
          <p:spPr>
            <a:xfrm>
              <a:off x="5590704" y="2109746"/>
              <a:ext cx="1183906" cy="632910"/>
            </a:xfrm>
            <a:prstGeom prst="rect">
              <a:avLst/>
            </a:prstGeom>
          </p:spPr>
        </p:pic>
      </p:grpSp>
      <p:sp>
        <p:nvSpPr>
          <p:cNvPr id="10" name="Título 9">
            <a:extLst>
              <a:ext uri="{FF2B5EF4-FFF2-40B4-BE49-F238E27FC236}">
                <a16:creationId xmlns:a16="http://schemas.microsoft.com/office/drawing/2014/main" id="{3E565DD5-D91E-2BEE-AE2E-7F032053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Lámpara de intensidad variable</a:t>
            </a:r>
            <a:br>
              <a:rPr lang="es-NI" dirty="0"/>
            </a:br>
            <a:endParaRPr lang="es-NI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19D8E45-34EB-33FE-6043-25C3B0340E3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1094" y="1999397"/>
            <a:ext cx="4858603" cy="485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5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3DD66790-9B02-8248-C6B2-F2C190AEF6AA}"/>
              </a:ext>
            </a:extLst>
          </p:cNvPr>
          <p:cNvGrpSpPr/>
          <p:nvPr/>
        </p:nvGrpSpPr>
        <p:grpSpPr>
          <a:xfrm>
            <a:off x="9940404" y="39238"/>
            <a:ext cx="2064792" cy="2171700"/>
            <a:chOff x="4277482" y="693821"/>
            <a:chExt cx="3354298" cy="3412958"/>
          </a:xfrm>
        </p:grpSpPr>
        <p:pic>
          <p:nvPicPr>
            <p:cNvPr id="4" name="Imagen 3" descr="Imagen que contiene Icono&#10;&#10;Descripción generada automáticamente">
              <a:extLst>
                <a:ext uri="{FF2B5EF4-FFF2-40B4-BE49-F238E27FC236}">
                  <a16:creationId xmlns:a16="http://schemas.microsoft.com/office/drawing/2014/main" id="{5EEDDA14-CB89-2677-540D-4F809271E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CFFFF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4277482" y="693821"/>
              <a:ext cx="3354298" cy="3412958"/>
            </a:xfrm>
            <a:prstGeom prst="rect">
              <a:avLst/>
            </a:prstGeom>
          </p:spPr>
        </p:pic>
        <p:pic>
          <p:nvPicPr>
            <p:cNvPr id="7" name="Imagen 6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B3A81F9B-0403-57DB-D6F4-B5FCF56DCA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816" t="14073" r="50000" b="18345"/>
            <a:stretch/>
          </p:blipFill>
          <p:spPr>
            <a:xfrm>
              <a:off x="5590704" y="2109746"/>
              <a:ext cx="1183906" cy="632910"/>
            </a:xfrm>
            <a:prstGeom prst="rect">
              <a:avLst/>
            </a:prstGeom>
          </p:spPr>
        </p:pic>
      </p:grpSp>
      <p:sp>
        <p:nvSpPr>
          <p:cNvPr id="10" name="Título 9">
            <a:extLst>
              <a:ext uri="{FF2B5EF4-FFF2-40B4-BE49-F238E27FC236}">
                <a16:creationId xmlns:a16="http://schemas.microsoft.com/office/drawing/2014/main" id="{3E565DD5-D91E-2BEE-AE2E-7F032053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NI" dirty="0"/>
              <a:t>Lámpara automática</a:t>
            </a:r>
            <a:br>
              <a:rPr lang="es-NI" dirty="0"/>
            </a:br>
            <a:br>
              <a:rPr lang="es-NI" dirty="0"/>
            </a:br>
            <a:endParaRPr lang="es-NI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19D8E45-34EB-33FE-6043-25C3B0340E3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/>
          <a:stretch/>
        </p:blipFill>
        <p:spPr>
          <a:xfrm>
            <a:off x="2200021" y="2400300"/>
            <a:ext cx="8357689" cy="35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4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3DD66790-9B02-8248-C6B2-F2C190AEF6AA}"/>
              </a:ext>
            </a:extLst>
          </p:cNvPr>
          <p:cNvGrpSpPr/>
          <p:nvPr/>
        </p:nvGrpSpPr>
        <p:grpSpPr>
          <a:xfrm>
            <a:off x="9940404" y="39238"/>
            <a:ext cx="2064792" cy="2171700"/>
            <a:chOff x="4277482" y="693821"/>
            <a:chExt cx="3354298" cy="3412958"/>
          </a:xfrm>
        </p:grpSpPr>
        <p:pic>
          <p:nvPicPr>
            <p:cNvPr id="4" name="Imagen 3" descr="Imagen que contiene Icono&#10;&#10;Descripción generada automáticamente">
              <a:extLst>
                <a:ext uri="{FF2B5EF4-FFF2-40B4-BE49-F238E27FC236}">
                  <a16:creationId xmlns:a16="http://schemas.microsoft.com/office/drawing/2014/main" id="{5EEDDA14-CB89-2677-540D-4F809271E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CCFFFF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4277482" y="693821"/>
              <a:ext cx="3354298" cy="3412958"/>
            </a:xfrm>
            <a:prstGeom prst="rect">
              <a:avLst/>
            </a:prstGeom>
          </p:spPr>
        </p:pic>
        <p:pic>
          <p:nvPicPr>
            <p:cNvPr id="7" name="Imagen 6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B3A81F9B-0403-57DB-D6F4-B5FCF56DCA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816" t="14073" r="50000" b="18345"/>
            <a:stretch/>
          </p:blipFill>
          <p:spPr>
            <a:xfrm>
              <a:off x="5590704" y="2109746"/>
              <a:ext cx="1183906" cy="632910"/>
            </a:xfrm>
            <a:prstGeom prst="rect">
              <a:avLst/>
            </a:prstGeom>
          </p:spPr>
        </p:pic>
      </p:grpSp>
      <p:sp>
        <p:nvSpPr>
          <p:cNvPr id="10" name="Título 9">
            <a:extLst>
              <a:ext uri="{FF2B5EF4-FFF2-40B4-BE49-F238E27FC236}">
                <a16:creationId xmlns:a16="http://schemas.microsoft.com/office/drawing/2014/main" id="{3E565DD5-D91E-2BEE-AE2E-7F032053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NI" dirty="0"/>
              <a:t>Sensor de barrera</a:t>
            </a:r>
            <a:br>
              <a:rPr lang="es-NI" dirty="0"/>
            </a:br>
            <a:br>
              <a:rPr lang="es-NI" dirty="0"/>
            </a:br>
            <a:br>
              <a:rPr lang="es-NI" dirty="0"/>
            </a:br>
            <a:endParaRPr lang="es-NI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19D8E45-34EB-33FE-6043-25C3B0340E3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3742898" y="1540252"/>
            <a:ext cx="5165110" cy="5096697"/>
          </a:xfrm>
          <a:prstGeom prst="rect">
            <a:avLst/>
          </a:prstGeom>
        </p:spPr>
      </p:pic>
      <p:sp>
        <p:nvSpPr>
          <p:cNvPr id="2" name="Cuadro de texto 2">
            <a:extLst>
              <a:ext uri="{FF2B5EF4-FFF2-40B4-BE49-F238E27FC236}">
                <a16:creationId xmlns:a16="http://schemas.microsoft.com/office/drawing/2014/main" id="{A2E7B42D-E7B8-2F0F-83E9-70E9854B7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184" y="1329749"/>
            <a:ext cx="1858645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Fotocell / fotoresistencia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uadro de texto 2">
            <a:extLst>
              <a:ext uri="{FF2B5EF4-FFF2-40B4-BE49-F238E27FC236}">
                <a16:creationId xmlns:a16="http://schemas.microsoft.com/office/drawing/2014/main" id="{84B2D7C9-E983-26CB-172F-7562822B8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8225" y="1540251"/>
            <a:ext cx="1075055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Transistor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 de texto 2">
            <a:extLst>
              <a:ext uri="{FF2B5EF4-FFF2-40B4-BE49-F238E27FC236}">
                <a16:creationId xmlns:a16="http://schemas.microsoft.com/office/drawing/2014/main" id="{853F0920-5B05-AD7B-0792-3302D7BBE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3088" y="1980817"/>
            <a:ext cx="542290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 b="1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Led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 de texto 2">
            <a:extLst>
              <a:ext uri="{FF2B5EF4-FFF2-40B4-BE49-F238E27FC236}">
                <a16:creationId xmlns:a16="http://schemas.microsoft.com/office/drawing/2014/main" id="{1E2FC545-E533-B9F3-0C8D-4106083B9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1916" y="3429000"/>
            <a:ext cx="542290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220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 de texto 2">
            <a:extLst>
              <a:ext uri="{FF2B5EF4-FFF2-40B4-BE49-F238E27FC236}">
                <a16:creationId xmlns:a16="http://schemas.microsoft.com/office/drawing/2014/main" id="{C8C026B2-EE6D-9001-4068-064B47FF3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910" y="3663145"/>
            <a:ext cx="542290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1k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 de texto 2">
            <a:extLst>
              <a:ext uri="{FF2B5EF4-FFF2-40B4-BE49-F238E27FC236}">
                <a16:creationId xmlns:a16="http://schemas.microsoft.com/office/drawing/2014/main" id="{4F36E811-88F5-A5A9-EDA3-1DB2D921B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7242" y="3964731"/>
            <a:ext cx="481965" cy="554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15k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ED7B29BE-210F-E724-6688-4F57BB302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9805" y="4946827"/>
            <a:ext cx="542290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12v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 de texto 2">
            <a:extLst>
              <a:ext uri="{FF2B5EF4-FFF2-40B4-BE49-F238E27FC236}">
                <a16:creationId xmlns:a16="http://schemas.microsoft.com/office/drawing/2014/main" id="{B2929336-2BCB-620D-5F70-D5FE39452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5752" y="5656897"/>
            <a:ext cx="542290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2k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 de texto 2">
            <a:extLst>
              <a:ext uri="{FF2B5EF4-FFF2-40B4-BE49-F238E27FC236}">
                <a16:creationId xmlns:a16="http://schemas.microsoft.com/office/drawing/2014/main" id="{802718E8-1A4B-57C0-BFE4-24EFC57CA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916" y="6490236"/>
            <a:ext cx="542290" cy="42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NI" sz="1000" b="1">
                <a:solidFill>
                  <a:srgbClr val="00B05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Led</a:t>
            </a:r>
            <a:endParaRPr lang="es-NI" sz="120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07472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tf34357615_win32</Template>
  <TotalTime>32</TotalTime>
  <Words>54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Franklin Gothic Book</vt:lpstr>
      <vt:lpstr>Recorte</vt:lpstr>
      <vt:lpstr>Clase práctica: Introdución a la electrónica</vt:lpstr>
      <vt:lpstr>Circuitos que se van a crear</vt:lpstr>
      <vt:lpstr>Lámpara de intensidad variable </vt:lpstr>
      <vt:lpstr>Lámpara automática  </vt:lpstr>
      <vt:lpstr>Sensor de barrera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práctica: Introdución a la electrónica</dc:title>
  <dc:creator>Guillermo AntonioAguirre</dc:creator>
  <cp:lastModifiedBy>Guillermo AntonioAguirre</cp:lastModifiedBy>
  <cp:revision>1</cp:revision>
  <dcterms:created xsi:type="dcterms:W3CDTF">2022-10-15T02:33:59Z</dcterms:created>
  <dcterms:modified xsi:type="dcterms:W3CDTF">2022-10-15T03:06:49Z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