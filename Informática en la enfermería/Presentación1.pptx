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AAA"/>
    <a:srgbClr val="D46A6A"/>
    <a:srgbClr val="550000"/>
    <a:srgbClr val="D46A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FB1CC-2C21-44D2-A6E9-63F5C218CBAA}" v="60" dt="2025-04-26T22:23:34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695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624" y="23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078FB1CC-2C21-44D2-A6E9-63F5C218CBAA}"/>
    <pc:docChg chg="modSld modMainMaster">
      <pc:chgData name="Guillermo AntonioAguirre" userId="42908199-65f4-4d4a-8e05-6e659ccb82ce" providerId="ADAL" clId="{078FB1CC-2C21-44D2-A6E9-63F5C218CBAA}" dt="2025-04-26T22:23:34.842" v="64" actId="1440"/>
      <pc:docMkLst>
        <pc:docMk/>
      </pc:docMkLst>
      <pc:sldChg chg="modSp mod modTransition">
        <pc:chgData name="Guillermo AntonioAguirre" userId="42908199-65f4-4d4a-8e05-6e659ccb82ce" providerId="ADAL" clId="{078FB1CC-2C21-44D2-A6E9-63F5C218CBAA}" dt="2025-04-26T21:41:56.920" v="55"/>
        <pc:sldMkLst>
          <pc:docMk/>
          <pc:sldMk cId="2617518111" sldId="256"/>
        </pc:sldMkLst>
        <pc:spChg chg="mod">
          <ac:chgData name="Guillermo AntonioAguirre" userId="42908199-65f4-4d4a-8e05-6e659ccb82ce" providerId="ADAL" clId="{078FB1CC-2C21-44D2-A6E9-63F5C218CBAA}" dt="2025-04-26T21:29:36.807" v="4"/>
          <ac:spMkLst>
            <pc:docMk/>
            <pc:sldMk cId="2617518111" sldId="256"/>
            <ac:spMk id="4" creationId="{980002A3-7936-20E7-260C-08E9310F5A5A}"/>
          </ac:spMkLst>
        </pc:spChg>
        <pc:spChg chg="mod">
          <ac:chgData name="Guillermo AntonioAguirre" userId="42908199-65f4-4d4a-8e05-6e659ccb82ce" providerId="ADAL" clId="{078FB1CC-2C21-44D2-A6E9-63F5C218CBAA}" dt="2025-04-26T21:29:36.807" v="4"/>
          <ac:spMkLst>
            <pc:docMk/>
            <pc:sldMk cId="2617518111" sldId="256"/>
            <ac:spMk id="7" creationId="{C446DDD2-E8AD-CB0E-23B2-42522344EB1D}"/>
          </ac:spMkLst>
        </pc:spChg>
        <pc:spChg chg="mod">
          <ac:chgData name="Guillermo AntonioAguirre" userId="42908199-65f4-4d4a-8e05-6e659ccb82ce" providerId="ADAL" clId="{078FB1CC-2C21-44D2-A6E9-63F5C218CBAA}" dt="2025-04-26T21:29:52.522" v="6"/>
          <ac:spMkLst>
            <pc:docMk/>
            <pc:sldMk cId="2617518111" sldId="256"/>
            <ac:spMk id="10" creationId="{FE07CA4A-959E-BE23-3EE4-BDB0CBA8D45E}"/>
          </ac:spMkLst>
        </pc:spChg>
        <pc:spChg chg="mod">
          <ac:chgData name="Guillermo AntonioAguirre" userId="42908199-65f4-4d4a-8e05-6e659ccb82ce" providerId="ADAL" clId="{078FB1CC-2C21-44D2-A6E9-63F5C218CBAA}" dt="2025-04-26T21:29:52.522" v="6"/>
          <ac:spMkLst>
            <pc:docMk/>
            <pc:sldMk cId="2617518111" sldId="256"/>
            <ac:spMk id="11" creationId="{B22A95AE-866D-BD25-1608-D66AB4D2E834}"/>
          </ac:spMkLst>
        </pc:spChg>
        <pc:spChg chg="mod">
          <ac:chgData name="Guillermo AntonioAguirre" userId="42908199-65f4-4d4a-8e05-6e659ccb82ce" providerId="ADAL" clId="{078FB1CC-2C21-44D2-A6E9-63F5C218CBAA}" dt="2025-04-26T21:30:07.902" v="8"/>
          <ac:spMkLst>
            <pc:docMk/>
            <pc:sldMk cId="2617518111" sldId="256"/>
            <ac:spMk id="13" creationId="{A215D2A1-41BF-50E3-65B5-A58FF69471E7}"/>
          </ac:spMkLst>
        </pc:spChg>
        <pc:spChg chg="mod">
          <ac:chgData name="Guillermo AntonioAguirre" userId="42908199-65f4-4d4a-8e05-6e659ccb82ce" providerId="ADAL" clId="{078FB1CC-2C21-44D2-A6E9-63F5C218CBAA}" dt="2025-04-26T21:30:07.902" v="8"/>
          <ac:spMkLst>
            <pc:docMk/>
            <pc:sldMk cId="2617518111" sldId="256"/>
            <ac:spMk id="14" creationId="{1879EED7-CA34-F472-748C-1731FA23A1FA}"/>
          </ac:spMkLst>
        </pc:spChg>
        <pc:spChg chg="mod">
          <ac:chgData name="Guillermo AntonioAguirre" userId="42908199-65f4-4d4a-8e05-6e659ccb82ce" providerId="ADAL" clId="{078FB1CC-2C21-44D2-A6E9-63F5C218CBAA}" dt="2025-04-26T21:30:16.861" v="10"/>
          <ac:spMkLst>
            <pc:docMk/>
            <pc:sldMk cId="2617518111" sldId="256"/>
            <ac:spMk id="16" creationId="{D29EB516-6E66-CD0D-A1A7-B3D757D46AB0}"/>
          </ac:spMkLst>
        </pc:spChg>
        <pc:spChg chg="mod">
          <ac:chgData name="Guillermo AntonioAguirre" userId="42908199-65f4-4d4a-8e05-6e659ccb82ce" providerId="ADAL" clId="{078FB1CC-2C21-44D2-A6E9-63F5C218CBAA}" dt="2025-04-26T21:30:16.861" v="10"/>
          <ac:spMkLst>
            <pc:docMk/>
            <pc:sldMk cId="2617518111" sldId="256"/>
            <ac:spMk id="17" creationId="{DD4AC026-4605-0C6A-926E-07BB5B28DE10}"/>
          </ac:spMkLst>
        </pc:spChg>
        <pc:grpChg chg="mod">
          <ac:chgData name="Guillermo AntonioAguirre" userId="42908199-65f4-4d4a-8e05-6e659ccb82ce" providerId="ADAL" clId="{078FB1CC-2C21-44D2-A6E9-63F5C218CBAA}" dt="2025-04-26T21:31:05.448" v="11" actId="962"/>
          <ac:grpSpMkLst>
            <pc:docMk/>
            <pc:sldMk cId="2617518111" sldId="256"/>
            <ac:grpSpMk id="8" creationId="{DD9835F9-1C72-D581-EE8C-4B05B7616F83}"/>
          </ac:grpSpMkLst>
        </pc:grpChg>
        <pc:grpChg chg="mod">
          <ac:chgData name="Guillermo AntonioAguirre" userId="42908199-65f4-4d4a-8e05-6e659ccb82ce" providerId="ADAL" clId="{078FB1CC-2C21-44D2-A6E9-63F5C218CBAA}" dt="2025-04-26T21:31:29.049" v="12" actId="962"/>
          <ac:grpSpMkLst>
            <pc:docMk/>
            <pc:sldMk cId="2617518111" sldId="256"/>
            <ac:grpSpMk id="9" creationId="{4C954195-55D2-40E9-C1DC-1EC4F0D7DCB6}"/>
          </ac:grpSpMkLst>
        </pc:grpChg>
        <pc:grpChg chg="mod">
          <ac:chgData name="Guillermo AntonioAguirre" userId="42908199-65f4-4d4a-8e05-6e659ccb82ce" providerId="ADAL" clId="{078FB1CC-2C21-44D2-A6E9-63F5C218CBAA}" dt="2025-04-26T21:31:35.086" v="13" actId="962"/>
          <ac:grpSpMkLst>
            <pc:docMk/>
            <pc:sldMk cId="2617518111" sldId="256"/>
            <ac:grpSpMk id="12" creationId="{AAA49AF3-AA07-1094-DC84-FFCB0DB81934}"/>
          </ac:grpSpMkLst>
        </pc:grpChg>
        <pc:grpChg chg="mod">
          <ac:chgData name="Guillermo AntonioAguirre" userId="42908199-65f4-4d4a-8e05-6e659ccb82ce" providerId="ADAL" clId="{078FB1CC-2C21-44D2-A6E9-63F5C218CBAA}" dt="2025-04-26T21:31:40.186" v="14" actId="962"/>
          <ac:grpSpMkLst>
            <pc:docMk/>
            <pc:sldMk cId="2617518111" sldId="256"/>
            <ac:grpSpMk id="15" creationId="{56BC0108-13A7-4670-3B42-D75FCBA4DCAF}"/>
          </ac:grpSpMkLst>
        </pc:grpChg>
      </pc:sldChg>
      <pc:sldChg chg="addSp modSp mod modTransition">
        <pc:chgData name="Guillermo AntonioAguirre" userId="42908199-65f4-4d4a-8e05-6e659ccb82ce" providerId="ADAL" clId="{078FB1CC-2C21-44D2-A6E9-63F5C218CBAA}" dt="2025-04-26T22:23:34.842" v="64" actId="1440"/>
        <pc:sldMkLst>
          <pc:docMk/>
          <pc:sldMk cId="1784124391" sldId="257"/>
        </pc:sldMkLst>
        <pc:spChg chg="mod">
          <ac:chgData name="Guillermo AntonioAguirre" userId="42908199-65f4-4d4a-8e05-6e659ccb82ce" providerId="ADAL" clId="{078FB1CC-2C21-44D2-A6E9-63F5C218CBAA}" dt="2025-04-26T21:31:57.474" v="16"/>
          <ac:spMkLst>
            <pc:docMk/>
            <pc:sldMk cId="1784124391" sldId="257"/>
            <ac:spMk id="5" creationId="{2B0E8495-1985-F12A-B195-B3148297914A}"/>
          </ac:spMkLst>
        </pc:spChg>
        <pc:spChg chg="mod">
          <ac:chgData name="Guillermo AntonioAguirre" userId="42908199-65f4-4d4a-8e05-6e659ccb82ce" providerId="ADAL" clId="{078FB1CC-2C21-44D2-A6E9-63F5C218CBAA}" dt="2025-04-26T21:31:57.474" v="16"/>
          <ac:spMkLst>
            <pc:docMk/>
            <pc:sldMk cId="1784124391" sldId="257"/>
            <ac:spMk id="6" creationId="{B8219AD9-55D4-4E1A-5C4A-FAF98D8F29EE}"/>
          </ac:spMkLst>
        </pc:spChg>
        <pc:spChg chg="mod">
          <ac:chgData name="Guillermo AntonioAguirre" userId="42908199-65f4-4d4a-8e05-6e659ccb82ce" providerId="ADAL" clId="{078FB1CC-2C21-44D2-A6E9-63F5C218CBAA}" dt="2025-04-26T21:32:46.377" v="22"/>
          <ac:spMkLst>
            <pc:docMk/>
            <pc:sldMk cId="1784124391" sldId="257"/>
            <ac:spMk id="17" creationId="{17817E0E-BEE0-6211-2D00-FDA2A45AFD86}"/>
          </ac:spMkLst>
        </pc:spChg>
        <pc:spChg chg="mod">
          <ac:chgData name="Guillermo AntonioAguirre" userId="42908199-65f4-4d4a-8e05-6e659ccb82ce" providerId="ADAL" clId="{078FB1CC-2C21-44D2-A6E9-63F5C218CBAA}" dt="2025-04-26T21:32:46.377" v="22"/>
          <ac:spMkLst>
            <pc:docMk/>
            <pc:sldMk cId="1784124391" sldId="257"/>
            <ac:spMk id="18" creationId="{E77718B4-9E86-3214-2360-6311221E931A}"/>
          </ac:spMkLst>
        </pc:spChg>
        <pc:spChg chg="mod">
          <ac:chgData name="Guillermo AntonioAguirre" userId="42908199-65f4-4d4a-8e05-6e659ccb82ce" providerId="ADAL" clId="{078FB1CC-2C21-44D2-A6E9-63F5C218CBAA}" dt="2025-04-26T21:32:44.963" v="21"/>
          <ac:spMkLst>
            <pc:docMk/>
            <pc:sldMk cId="1784124391" sldId="257"/>
            <ac:spMk id="20" creationId="{8FF9424A-6B5C-6CF8-EEF2-4104AD93FD1E}"/>
          </ac:spMkLst>
        </pc:spChg>
        <pc:spChg chg="mod">
          <ac:chgData name="Guillermo AntonioAguirre" userId="42908199-65f4-4d4a-8e05-6e659ccb82ce" providerId="ADAL" clId="{078FB1CC-2C21-44D2-A6E9-63F5C218CBAA}" dt="2025-04-26T21:32:44.963" v="21"/>
          <ac:spMkLst>
            <pc:docMk/>
            <pc:sldMk cId="1784124391" sldId="257"/>
            <ac:spMk id="21" creationId="{4D2AAF4C-D81B-D16F-C420-431FF12FE359}"/>
          </ac:spMkLst>
        </pc:spChg>
        <pc:spChg chg="mod">
          <ac:chgData name="Guillermo AntonioAguirre" userId="42908199-65f4-4d4a-8e05-6e659ccb82ce" providerId="ADAL" clId="{078FB1CC-2C21-44D2-A6E9-63F5C218CBAA}" dt="2025-04-26T21:32:43.433" v="20"/>
          <ac:spMkLst>
            <pc:docMk/>
            <pc:sldMk cId="1784124391" sldId="257"/>
            <ac:spMk id="23" creationId="{677D6ACA-1534-26CE-1EBA-3ECC6CD4F50E}"/>
          </ac:spMkLst>
        </pc:spChg>
        <pc:spChg chg="mod">
          <ac:chgData name="Guillermo AntonioAguirre" userId="42908199-65f4-4d4a-8e05-6e659ccb82ce" providerId="ADAL" clId="{078FB1CC-2C21-44D2-A6E9-63F5C218CBAA}" dt="2025-04-26T21:32:43.433" v="20"/>
          <ac:spMkLst>
            <pc:docMk/>
            <pc:sldMk cId="1784124391" sldId="257"/>
            <ac:spMk id="24" creationId="{96B6C7A8-5AB7-F41A-80E0-539A066DAEE7}"/>
          </ac:spMkLst>
        </pc:spChg>
        <pc:grpChg chg="mod">
          <ac:chgData name="Guillermo AntonioAguirre" userId="42908199-65f4-4d4a-8e05-6e659ccb82ce" providerId="ADAL" clId="{078FB1CC-2C21-44D2-A6E9-63F5C218CBAA}" dt="2025-04-26T21:31:57.474" v="16"/>
          <ac:grpSpMkLst>
            <pc:docMk/>
            <pc:sldMk cId="1784124391" sldId="257"/>
            <ac:grpSpMk id="4" creationId="{8C7B5ED1-C2CB-1B47-902B-9F91B0BC9978}"/>
          </ac:grpSpMkLst>
        </pc:grpChg>
        <pc:grpChg chg="mod">
          <ac:chgData name="Guillermo AntonioAguirre" userId="42908199-65f4-4d4a-8e05-6e659ccb82ce" providerId="ADAL" clId="{078FB1CC-2C21-44D2-A6E9-63F5C218CBAA}" dt="2025-04-26T21:32:46.377" v="22"/>
          <ac:grpSpMkLst>
            <pc:docMk/>
            <pc:sldMk cId="1784124391" sldId="257"/>
            <ac:grpSpMk id="16" creationId="{DFE2A577-9295-1F25-B5DE-722975377187}"/>
          </ac:grpSpMkLst>
        </pc:grpChg>
        <pc:grpChg chg="mod">
          <ac:chgData name="Guillermo AntonioAguirre" userId="42908199-65f4-4d4a-8e05-6e659ccb82ce" providerId="ADAL" clId="{078FB1CC-2C21-44D2-A6E9-63F5C218CBAA}" dt="2025-04-26T21:32:44.963" v="21"/>
          <ac:grpSpMkLst>
            <pc:docMk/>
            <pc:sldMk cId="1784124391" sldId="257"/>
            <ac:grpSpMk id="19" creationId="{14E702FA-21DE-A12B-F068-F5EA484BB429}"/>
          </ac:grpSpMkLst>
        </pc:grpChg>
        <pc:grpChg chg="mod">
          <ac:chgData name="Guillermo AntonioAguirre" userId="42908199-65f4-4d4a-8e05-6e659ccb82ce" providerId="ADAL" clId="{078FB1CC-2C21-44D2-A6E9-63F5C218CBAA}" dt="2025-04-26T21:32:43.433" v="20"/>
          <ac:grpSpMkLst>
            <pc:docMk/>
            <pc:sldMk cId="1784124391" sldId="257"/>
            <ac:grpSpMk id="22" creationId="{795C11B5-DFFA-69D2-047D-BE297EA3ADA7}"/>
          </ac:grpSpMkLst>
        </pc:grpChg>
        <pc:picChg chg="add mod">
          <ac:chgData name="Guillermo AntonioAguirre" userId="42908199-65f4-4d4a-8e05-6e659ccb82ce" providerId="ADAL" clId="{078FB1CC-2C21-44D2-A6E9-63F5C218CBAA}" dt="2025-04-26T22:23:34.842" v="64" actId="1440"/>
          <ac:picMkLst>
            <pc:docMk/>
            <pc:sldMk cId="1784124391" sldId="257"/>
            <ac:picMk id="1026" creationId="{1DE62444-1B0F-7FF2-D4E1-BB35EFA63810}"/>
          </ac:picMkLst>
        </pc:picChg>
      </pc:sldChg>
      <pc:sldChg chg="modSp mod modTransition">
        <pc:chgData name="Guillermo AntonioAguirre" userId="42908199-65f4-4d4a-8e05-6e659ccb82ce" providerId="ADAL" clId="{078FB1CC-2C21-44D2-A6E9-63F5C218CBAA}" dt="2025-04-26T21:41:56.920" v="55"/>
        <pc:sldMkLst>
          <pc:docMk/>
          <pc:sldMk cId="1166941090" sldId="258"/>
        </pc:sldMkLst>
        <pc:spChg chg="mod">
          <ac:chgData name="Guillermo AntonioAguirre" userId="42908199-65f4-4d4a-8e05-6e659ccb82ce" providerId="ADAL" clId="{078FB1CC-2C21-44D2-A6E9-63F5C218CBAA}" dt="2025-04-26T21:34:02.955" v="31"/>
          <ac:spMkLst>
            <pc:docMk/>
            <pc:sldMk cId="1166941090" sldId="258"/>
            <ac:spMk id="5" creationId="{4D153870-5390-ACB3-58E3-8AD6502A0A92}"/>
          </ac:spMkLst>
        </pc:spChg>
        <pc:spChg chg="mod">
          <ac:chgData name="Guillermo AntonioAguirre" userId="42908199-65f4-4d4a-8e05-6e659ccb82ce" providerId="ADAL" clId="{078FB1CC-2C21-44D2-A6E9-63F5C218CBAA}" dt="2025-04-26T21:34:02.955" v="31"/>
          <ac:spMkLst>
            <pc:docMk/>
            <pc:sldMk cId="1166941090" sldId="258"/>
            <ac:spMk id="6" creationId="{371CFFAF-842E-3C81-7DBB-C21FCC12CE7A}"/>
          </ac:spMkLst>
        </pc:spChg>
        <pc:spChg chg="mod">
          <ac:chgData name="Guillermo AntonioAguirre" userId="42908199-65f4-4d4a-8e05-6e659ccb82ce" providerId="ADAL" clId="{078FB1CC-2C21-44D2-A6E9-63F5C218CBAA}" dt="2025-04-26T21:33:12.672" v="24"/>
          <ac:spMkLst>
            <pc:docMk/>
            <pc:sldMk cId="1166941090" sldId="258"/>
            <ac:spMk id="17" creationId="{0116DF00-6FF5-7C02-D2EC-58645309C45B}"/>
          </ac:spMkLst>
        </pc:spChg>
        <pc:spChg chg="mod">
          <ac:chgData name="Guillermo AntonioAguirre" userId="42908199-65f4-4d4a-8e05-6e659ccb82ce" providerId="ADAL" clId="{078FB1CC-2C21-44D2-A6E9-63F5C218CBAA}" dt="2025-04-26T21:33:12.672" v="24"/>
          <ac:spMkLst>
            <pc:docMk/>
            <pc:sldMk cId="1166941090" sldId="258"/>
            <ac:spMk id="18" creationId="{DBA5F75F-034E-DDFB-04F2-88D1CFEB88C3}"/>
          </ac:spMkLst>
        </pc:spChg>
        <pc:spChg chg="mod">
          <ac:chgData name="Guillermo AntonioAguirre" userId="42908199-65f4-4d4a-8e05-6e659ccb82ce" providerId="ADAL" clId="{078FB1CC-2C21-44D2-A6E9-63F5C218CBAA}" dt="2025-04-26T21:34:00.373" v="30"/>
          <ac:spMkLst>
            <pc:docMk/>
            <pc:sldMk cId="1166941090" sldId="258"/>
            <ac:spMk id="20" creationId="{1F494976-9CB3-C472-E6AC-2D2BFFE6E5E9}"/>
          </ac:spMkLst>
        </pc:spChg>
        <pc:spChg chg="mod">
          <ac:chgData name="Guillermo AntonioAguirre" userId="42908199-65f4-4d4a-8e05-6e659ccb82ce" providerId="ADAL" clId="{078FB1CC-2C21-44D2-A6E9-63F5C218CBAA}" dt="2025-04-26T21:34:00.373" v="30"/>
          <ac:spMkLst>
            <pc:docMk/>
            <pc:sldMk cId="1166941090" sldId="258"/>
            <ac:spMk id="21" creationId="{ADB7A1D0-1BD8-F59D-6FD1-83A5458333F0}"/>
          </ac:spMkLst>
        </pc:spChg>
        <pc:spChg chg="mod">
          <ac:chgData name="Guillermo AntonioAguirre" userId="42908199-65f4-4d4a-8e05-6e659ccb82ce" providerId="ADAL" clId="{078FB1CC-2C21-44D2-A6E9-63F5C218CBAA}" dt="2025-04-26T21:33:59.059" v="29"/>
          <ac:spMkLst>
            <pc:docMk/>
            <pc:sldMk cId="1166941090" sldId="258"/>
            <ac:spMk id="23" creationId="{A2B033F5-C258-BE64-590A-B1ECCC2D9182}"/>
          </ac:spMkLst>
        </pc:spChg>
        <pc:spChg chg="mod">
          <ac:chgData name="Guillermo AntonioAguirre" userId="42908199-65f4-4d4a-8e05-6e659ccb82ce" providerId="ADAL" clId="{078FB1CC-2C21-44D2-A6E9-63F5C218CBAA}" dt="2025-04-26T21:33:59.059" v="29"/>
          <ac:spMkLst>
            <pc:docMk/>
            <pc:sldMk cId="1166941090" sldId="258"/>
            <ac:spMk id="24" creationId="{4ECA9EC1-6295-9A81-928C-77426E59E4BD}"/>
          </ac:spMkLst>
        </pc:spChg>
        <pc:grpChg chg="mod">
          <ac:chgData name="Guillermo AntonioAguirre" userId="42908199-65f4-4d4a-8e05-6e659ccb82ce" providerId="ADAL" clId="{078FB1CC-2C21-44D2-A6E9-63F5C218CBAA}" dt="2025-04-26T21:34:02.955" v="31"/>
          <ac:grpSpMkLst>
            <pc:docMk/>
            <pc:sldMk cId="1166941090" sldId="258"/>
            <ac:grpSpMk id="4" creationId="{8904B2EF-8F8C-7A64-687D-B3CAFB4741AB}"/>
          </ac:grpSpMkLst>
        </pc:grpChg>
        <pc:grpChg chg="mod">
          <ac:chgData name="Guillermo AntonioAguirre" userId="42908199-65f4-4d4a-8e05-6e659ccb82ce" providerId="ADAL" clId="{078FB1CC-2C21-44D2-A6E9-63F5C218CBAA}" dt="2025-04-26T21:33:18.795" v="25" actId="962"/>
          <ac:grpSpMkLst>
            <pc:docMk/>
            <pc:sldMk cId="1166941090" sldId="258"/>
            <ac:grpSpMk id="16" creationId="{8DEFA3A1-DC17-A785-190E-47FFB892F239}"/>
          </ac:grpSpMkLst>
        </pc:grpChg>
        <pc:grpChg chg="mod">
          <ac:chgData name="Guillermo AntonioAguirre" userId="42908199-65f4-4d4a-8e05-6e659ccb82ce" providerId="ADAL" clId="{078FB1CC-2C21-44D2-A6E9-63F5C218CBAA}" dt="2025-04-26T21:34:00.373" v="30"/>
          <ac:grpSpMkLst>
            <pc:docMk/>
            <pc:sldMk cId="1166941090" sldId="258"/>
            <ac:grpSpMk id="19" creationId="{E55B89F3-A90F-6EE6-EA26-C3C04366C46F}"/>
          </ac:grpSpMkLst>
        </pc:grpChg>
        <pc:grpChg chg="mod">
          <ac:chgData name="Guillermo AntonioAguirre" userId="42908199-65f4-4d4a-8e05-6e659ccb82ce" providerId="ADAL" clId="{078FB1CC-2C21-44D2-A6E9-63F5C218CBAA}" dt="2025-04-26T21:33:59.059" v="29"/>
          <ac:grpSpMkLst>
            <pc:docMk/>
            <pc:sldMk cId="1166941090" sldId="258"/>
            <ac:grpSpMk id="22" creationId="{9C535BA4-BBE1-DB59-003E-0CB14D78AEAE}"/>
          </ac:grpSpMkLst>
        </pc:grpChg>
      </pc:sldChg>
      <pc:sldChg chg="modSp mod modTransition">
        <pc:chgData name="Guillermo AntonioAguirre" userId="42908199-65f4-4d4a-8e05-6e659ccb82ce" providerId="ADAL" clId="{078FB1CC-2C21-44D2-A6E9-63F5C218CBAA}" dt="2025-04-26T21:41:56.920" v="55"/>
        <pc:sldMkLst>
          <pc:docMk/>
          <pc:sldMk cId="1782167560" sldId="259"/>
        </pc:sldMkLst>
        <pc:spChg chg="mod">
          <ac:chgData name="Guillermo AntonioAguirre" userId="42908199-65f4-4d4a-8e05-6e659ccb82ce" providerId="ADAL" clId="{078FB1CC-2C21-44D2-A6E9-63F5C218CBAA}" dt="2025-04-26T21:34:58.863" v="40"/>
          <ac:spMkLst>
            <pc:docMk/>
            <pc:sldMk cId="1782167560" sldId="259"/>
            <ac:spMk id="5" creationId="{617A4495-9149-BEEA-B9ED-72C68152A843}"/>
          </ac:spMkLst>
        </pc:spChg>
        <pc:spChg chg="mod">
          <ac:chgData name="Guillermo AntonioAguirre" userId="42908199-65f4-4d4a-8e05-6e659ccb82ce" providerId="ADAL" clId="{078FB1CC-2C21-44D2-A6E9-63F5C218CBAA}" dt="2025-04-26T21:34:58.863" v="40"/>
          <ac:spMkLst>
            <pc:docMk/>
            <pc:sldMk cId="1782167560" sldId="259"/>
            <ac:spMk id="6" creationId="{AEDB4FD1-ACB4-5D07-B8A4-9C370829A6D2}"/>
          </ac:spMkLst>
        </pc:spChg>
        <pc:spChg chg="mod">
          <ac:chgData name="Guillermo AntonioAguirre" userId="42908199-65f4-4d4a-8e05-6e659ccb82ce" providerId="ADAL" clId="{078FB1CC-2C21-44D2-A6E9-63F5C218CBAA}" dt="2025-04-26T21:35:00.602" v="41"/>
          <ac:spMkLst>
            <pc:docMk/>
            <pc:sldMk cId="1782167560" sldId="259"/>
            <ac:spMk id="17" creationId="{F89C8057-C3C1-178C-9AB0-C0595AB6B9FC}"/>
          </ac:spMkLst>
        </pc:spChg>
        <pc:spChg chg="mod">
          <ac:chgData name="Guillermo AntonioAguirre" userId="42908199-65f4-4d4a-8e05-6e659ccb82ce" providerId="ADAL" clId="{078FB1CC-2C21-44D2-A6E9-63F5C218CBAA}" dt="2025-04-26T21:35:00.602" v="41"/>
          <ac:spMkLst>
            <pc:docMk/>
            <pc:sldMk cId="1782167560" sldId="259"/>
            <ac:spMk id="18" creationId="{3970B915-FB6A-5882-E70F-466BD01C482D}"/>
          </ac:spMkLst>
        </pc:spChg>
        <pc:spChg chg="mod">
          <ac:chgData name="Guillermo AntonioAguirre" userId="42908199-65f4-4d4a-8e05-6e659ccb82ce" providerId="ADAL" clId="{078FB1CC-2C21-44D2-A6E9-63F5C218CBAA}" dt="2025-04-26T21:34:42.474" v="38"/>
          <ac:spMkLst>
            <pc:docMk/>
            <pc:sldMk cId="1782167560" sldId="259"/>
            <ac:spMk id="20" creationId="{C4FD291A-051B-3396-B5A6-F4C68BD05EA5}"/>
          </ac:spMkLst>
        </pc:spChg>
        <pc:spChg chg="mod">
          <ac:chgData name="Guillermo AntonioAguirre" userId="42908199-65f4-4d4a-8e05-6e659ccb82ce" providerId="ADAL" clId="{078FB1CC-2C21-44D2-A6E9-63F5C218CBAA}" dt="2025-04-26T21:34:42.474" v="38"/>
          <ac:spMkLst>
            <pc:docMk/>
            <pc:sldMk cId="1782167560" sldId="259"/>
            <ac:spMk id="21" creationId="{0FF793E0-855F-5452-1EA0-7A0C4B63940F}"/>
          </ac:spMkLst>
        </pc:spChg>
        <pc:spChg chg="mod">
          <ac:chgData name="Guillermo AntonioAguirre" userId="42908199-65f4-4d4a-8e05-6e659ccb82ce" providerId="ADAL" clId="{078FB1CC-2C21-44D2-A6E9-63F5C218CBAA}" dt="2025-04-26T21:35:08.153" v="43"/>
          <ac:spMkLst>
            <pc:docMk/>
            <pc:sldMk cId="1782167560" sldId="259"/>
            <ac:spMk id="23" creationId="{3324CC4F-2CD8-9920-302F-C8D4009EE33E}"/>
          </ac:spMkLst>
        </pc:spChg>
        <pc:spChg chg="mod">
          <ac:chgData name="Guillermo AntonioAguirre" userId="42908199-65f4-4d4a-8e05-6e659ccb82ce" providerId="ADAL" clId="{078FB1CC-2C21-44D2-A6E9-63F5C218CBAA}" dt="2025-04-26T21:35:08.153" v="43"/>
          <ac:spMkLst>
            <pc:docMk/>
            <pc:sldMk cId="1782167560" sldId="259"/>
            <ac:spMk id="24" creationId="{EEEE4DA5-215E-ABA9-5B78-06B2DCBA59E5}"/>
          </ac:spMkLst>
        </pc:spChg>
        <pc:grpChg chg="mod">
          <ac:chgData name="Guillermo AntonioAguirre" userId="42908199-65f4-4d4a-8e05-6e659ccb82ce" providerId="ADAL" clId="{078FB1CC-2C21-44D2-A6E9-63F5C218CBAA}" dt="2025-04-26T21:34:58.863" v="40"/>
          <ac:grpSpMkLst>
            <pc:docMk/>
            <pc:sldMk cId="1782167560" sldId="259"/>
            <ac:grpSpMk id="4" creationId="{7908F121-7FED-6269-4EE0-4BB774AE107C}"/>
          </ac:grpSpMkLst>
        </pc:grpChg>
        <pc:grpChg chg="mod">
          <ac:chgData name="Guillermo AntonioAguirre" userId="42908199-65f4-4d4a-8e05-6e659ccb82ce" providerId="ADAL" clId="{078FB1CC-2C21-44D2-A6E9-63F5C218CBAA}" dt="2025-04-26T21:35:00.602" v="41"/>
          <ac:grpSpMkLst>
            <pc:docMk/>
            <pc:sldMk cId="1782167560" sldId="259"/>
            <ac:grpSpMk id="16" creationId="{86330B69-DB26-1B0F-9970-6A14DA138AF0}"/>
          </ac:grpSpMkLst>
        </pc:grpChg>
        <pc:grpChg chg="mod">
          <ac:chgData name="Guillermo AntonioAguirre" userId="42908199-65f4-4d4a-8e05-6e659ccb82ce" providerId="ADAL" clId="{078FB1CC-2C21-44D2-A6E9-63F5C218CBAA}" dt="2025-04-26T21:34:42.474" v="38"/>
          <ac:grpSpMkLst>
            <pc:docMk/>
            <pc:sldMk cId="1782167560" sldId="259"/>
            <ac:grpSpMk id="19" creationId="{D84AD2AE-7939-BA1C-6537-DEE07E56ACAB}"/>
          </ac:grpSpMkLst>
        </pc:grpChg>
        <pc:grpChg chg="mod">
          <ac:chgData name="Guillermo AntonioAguirre" userId="42908199-65f4-4d4a-8e05-6e659ccb82ce" providerId="ADAL" clId="{078FB1CC-2C21-44D2-A6E9-63F5C218CBAA}" dt="2025-04-26T21:35:14.671" v="44" actId="962"/>
          <ac:grpSpMkLst>
            <pc:docMk/>
            <pc:sldMk cId="1782167560" sldId="259"/>
            <ac:grpSpMk id="22" creationId="{D5D1E3C2-A070-4A59-B258-B4FD31A3B8ED}"/>
          </ac:grpSpMkLst>
        </pc:grpChg>
      </pc:sldChg>
      <pc:sldChg chg="modSp mod modTransition">
        <pc:chgData name="Guillermo AntonioAguirre" userId="42908199-65f4-4d4a-8e05-6e659ccb82ce" providerId="ADAL" clId="{078FB1CC-2C21-44D2-A6E9-63F5C218CBAA}" dt="2025-04-26T21:41:56.920" v="55"/>
        <pc:sldMkLst>
          <pc:docMk/>
          <pc:sldMk cId="2485547512" sldId="260"/>
        </pc:sldMkLst>
        <pc:spChg chg="mod">
          <ac:chgData name="Guillermo AntonioAguirre" userId="42908199-65f4-4d4a-8e05-6e659ccb82ce" providerId="ADAL" clId="{078FB1CC-2C21-44D2-A6E9-63F5C218CBAA}" dt="2025-04-26T21:36:10.841" v="52"/>
          <ac:spMkLst>
            <pc:docMk/>
            <pc:sldMk cId="2485547512" sldId="260"/>
            <ac:spMk id="5" creationId="{2FA10277-833E-BAAB-825C-221612318EA3}"/>
          </ac:spMkLst>
        </pc:spChg>
        <pc:spChg chg="mod">
          <ac:chgData name="Guillermo AntonioAguirre" userId="42908199-65f4-4d4a-8e05-6e659ccb82ce" providerId="ADAL" clId="{078FB1CC-2C21-44D2-A6E9-63F5C218CBAA}" dt="2025-04-26T21:36:10.841" v="52"/>
          <ac:spMkLst>
            <pc:docMk/>
            <pc:sldMk cId="2485547512" sldId="260"/>
            <ac:spMk id="6" creationId="{BC038446-AD90-F816-50B1-42ACCDEADEAE}"/>
          </ac:spMkLst>
        </pc:spChg>
        <pc:spChg chg="mod">
          <ac:chgData name="Guillermo AntonioAguirre" userId="42908199-65f4-4d4a-8e05-6e659ccb82ce" providerId="ADAL" clId="{078FB1CC-2C21-44D2-A6E9-63F5C218CBAA}" dt="2025-04-26T21:36:09.240" v="51"/>
          <ac:spMkLst>
            <pc:docMk/>
            <pc:sldMk cId="2485547512" sldId="260"/>
            <ac:spMk id="17" creationId="{4DD7ED5F-DE86-10A9-0C0E-3E69B1EA2443}"/>
          </ac:spMkLst>
        </pc:spChg>
        <pc:spChg chg="mod">
          <ac:chgData name="Guillermo AntonioAguirre" userId="42908199-65f4-4d4a-8e05-6e659ccb82ce" providerId="ADAL" clId="{078FB1CC-2C21-44D2-A6E9-63F5C218CBAA}" dt="2025-04-26T21:36:09.240" v="51"/>
          <ac:spMkLst>
            <pc:docMk/>
            <pc:sldMk cId="2485547512" sldId="260"/>
            <ac:spMk id="18" creationId="{66B667AF-E6EA-7B42-96EE-4830040F9134}"/>
          </ac:spMkLst>
        </pc:spChg>
        <pc:spChg chg="mod">
          <ac:chgData name="Guillermo AntonioAguirre" userId="42908199-65f4-4d4a-8e05-6e659ccb82ce" providerId="ADAL" clId="{078FB1CC-2C21-44D2-A6E9-63F5C218CBAA}" dt="2025-04-26T21:36:07.539" v="50"/>
          <ac:spMkLst>
            <pc:docMk/>
            <pc:sldMk cId="2485547512" sldId="260"/>
            <ac:spMk id="20" creationId="{D8EF897F-42B6-4EE7-F1E9-E5BA1A512757}"/>
          </ac:spMkLst>
        </pc:spChg>
        <pc:spChg chg="mod">
          <ac:chgData name="Guillermo AntonioAguirre" userId="42908199-65f4-4d4a-8e05-6e659ccb82ce" providerId="ADAL" clId="{078FB1CC-2C21-44D2-A6E9-63F5C218CBAA}" dt="2025-04-26T21:36:07.539" v="50"/>
          <ac:spMkLst>
            <pc:docMk/>
            <pc:sldMk cId="2485547512" sldId="260"/>
            <ac:spMk id="21" creationId="{A3F8A151-5863-0509-11B9-720EE3DCF698}"/>
          </ac:spMkLst>
        </pc:spChg>
        <pc:spChg chg="mod">
          <ac:chgData name="Guillermo AntonioAguirre" userId="42908199-65f4-4d4a-8e05-6e659ccb82ce" providerId="ADAL" clId="{078FB1CC-2C21-44D2-A6E9-63F5C218CBAA}" dt="2025-04-26T21:36:04.301" v="49"/>
          <ac:spMkLst>
            <pc:docMk/>
            <pc:sldMk cId="2485547512" sldId="260"/>
            <ac:spMk id="23" creationId="{D7FF87B8-0B60-7D3F-1F6D-A720B83DE5F7}"/>
          </ac:spMkLst>
        </pc:spChg>
        <pc:spChg chg="mod">
          <ac:chgData name="Guillermo AntonioAguirre" userId="42908199-65f4-4d4a-8e05-6e659ccb82ce" providerId="ADAL" clId="{078FB1CC-2C21-44D2-A6E9-63F5C218CBAA}" dt="2025-04-26T21:36:04.301" v="49"/>
          <ac:spMkLst>
            <pc:docMk/>
            <pc:sldMk cId="2485547512" sldId="260"/>
            <ac:spMk id="24" creationId="{B9748DBA-FF0C-544E-2F34-E1384FC32BCB}"/>
          </ac:spMkLst>
        </pc:spChg>
        <pc:grpChg chg="mod">
          <ac:chgData name="Guillermo AntonioAguirre" userId="42908199-65f4-4d4a-8e05-6e659ccb82ce" providerId="ADAL" clId="{078FB1CC-2C21-44D2-A6E9-63F5C218CBAA}" dt="2025-04-26T21:36:10.841" v="52"/>
          <ac:grpSpMkLst>
            <pc:docMk/>
            <pc:sldMk cId="2485547512" sldId="260"/>
            <ac:grpSpMk id="4" creationId="{3CF312FB-D610-F8C1-D387-7A3E85F2F8E3}"/>
          </ac:grpSpMkLst>
        </pc:grpChg>
        <pc:grpChg chg="mod">
          <ac:chgData name="Guillermo AntonioAguirre" userId="42908199-65f4-4d4a-8e05-6e659ccb82ce" providerId="ADAL" clId="{078FB1CC-2C21-44D2-A6E9-63F5C218CBAA}" dt="2025-04-26T21:36:09.240" v="51"/>
          <ac:grpSpMkLst>
            <pc:docMk/>
            <pc:sldMk cId="2485547512" sldId="260"/>
            <ac:grpSpMk id="16" creationId="{161ADA8F-5C18-94FC-FAE5-02BB180BD563}"/>
          </ac:grpSpMkLst>
        </pc:grpChg>
        <pc:grpChg chg="mod">
          <ac:chgData name="Guillermo AntonioAguirre" userId="42908199-65f4-4d4a-8e05-6e659ccb82ce" providerId="ADAL" clId="{078FB1CC-2C21-44D2-A6E9-63F5C218CBAA}" dt="2025-04-26T21:36:07.539" v="50"/>
          <ac:grpSpMkLst>
            <pc:docMk/>
            <pc:sldMk cId="2485547512" sldId="260"/>
            <ac:grpSpMk id="19" creationId="{15CF4BCE-AF62-F091-7F2E-A6F6CD64C4FE}"/>
          </ac:grpSpMkLst>
        </pc:grpChg>
        <pc:grpChg chg="mod">
          <ac:chgData name="Guillermo AntonioAguirre" userId="42908199-65f4-4d4a-8e05-6e659ccb82ce" providerId="ADAL" clId="{078FB1CC-2C21-44D2-A6E9-63F5C218CBAA}" dt="2025-04-26T21:36:04.301" v="49"/>
          <ac:grpSpMkLst>
            <pc:docMk/>
            <pc:sldMk cId="2485547512" sldId="260"/>
            <ac:grpSpMk id="22" creationId="{ECF1EF11-1548-415B-976A-A5EB509E0FE0}"/>
          </ac:grpSpMkLst>
        </pc:grpChg>
      </pc:sldChg>
      <pc:sldMasterChg chg="modTransition modSldLayout">
        <pc:chgData name="Guillermo AntonioAguirre" userId="42908199-65f4-4d4a-8e05-6e659ccb82ce" providerId="ADAL" clId="{078FB1CC-2C21-44D2-A6E9-63F5C218CBAA}" dt="2025-04-26T21:41:56.920" v="55"/>
        <pc:sldMasterMkLst>
          <pc:docMk/>
          <pc:sldMasterMk cId="1656260306" sldId="2147483648"/>
        </pc:sldMasterMkLst>
        <pc:sldLayoutChg chg="modTransition">
          <pc:chgData name="Guillermo AntonioAguirre" userId="42908199-65f4-4d4a-8e05-6e659ccb82ce" providerId="ADAL" clId="{078FB1CC-2C21-44D2-A6E9-63F5C218CBAA}" dt="2025-04-26T21:41:56.920" v="55"/>
          <pc:sldLayoutMkLst>
            <pc:docMk/>
            <pc:sldMasterMk cId="1656260306" sldId="2147483648"/>
            <pc:sldLayoutMk cId="1496258787" sldId="2147483649"/>
          </pc:sldLayoutMkLst>
        </pc:sldLayoutChg>
        <pc:sldLayoutChg chg="modTransition">
          <pc:chgData name="Guillermo AntonioAguirre" userId="42908199-65f4-4d4a-8e05-6e659ccb82ce" providerId="ADAL" clId="{078FB1CC-2C21-44D2-A6E9-63F5C218CBAA}" dt="2025-04-26T21:41:56.920" v="55"/>
          <pc:sldLayoutMkLst>
            <pc:docMk/>
            <pc:sldMasterMk cId="1656260306" sldId="2147483648"/>
            <pc:sldLayoutMk cId="2185295147" sldId="2147483650"/>
          </pc:sldLayoutMkLst>
        </pc:sldLayoutChg>
        <pc:sldLayoutChg chg="modTransition">
          <pc:chgData name="Guillermo AntonioAguirre" userId="42908199-65f4-4d4a-8e05-6e659ccb82ce" providerId="ADAL" clId="{078FB1CC-2C21-44D2-A6E9-63F5C218CBAA}" dt="2025-04-26T21:41:56.920" v="55"/>
          <pc:sldLayoutMkLst>
            <pc:docMk/>
            <pc:sldMasterMk cId="1656260306" sldId="2147483648"/>
            <pc:sldLayoutMk cId="3189839154" sldId="2147483651"/>
          </pc:sldLayoutMkLst>
        </pc:sldLayoutChg>
        <pc:sldLayoutChg chg="modTransition">
          <pc:chgData name="Guillermo AntonioAguirre" userId="42908199-65f4-4d4a-8e05-6e659ccb82ce" providerId="ADAL" clId="{078FB1CC-2C21-44D2-A6E9-63F5C218CBAA}" dt="2025-04-26T21:41:56.920" v="55"/>
          <pc:sldLayoutMkLst>
            <pc:docMk/>
            <pc:sldMasterMk cId="1656260306" sldId="2147483648"/>
            <pc:sldLayoutMk cId="2366294447" sldId="2147483652"/>
          </pc:sldLayoutMkLst>
        </pc:sldLayoutChg>
        <pc:sldLayoutChg chg="modTransition">
          <pc:chgData name="Guillermo AntonioAguirre" userId="42908199-65f4-4d4a-8e05-6e659ccb82ce" providerId="ADAL" clId="{078FB1CC-2C21-44D2-A6E9-63F5C218CBAA}" dt="2025-04-26T21:41:56.920" v="55"/>
          <pc:sldLayoutMkLst>
            <pc:docMk/>
            <pc:sldMasterMk cId="1656260306" sldId="2147483648"/>
            <pc:sldLayoutMk cId="1351651178" sldId="2147483653"/>
          </pc:sldLayoutMkLst>
        </pc:sldLayoutChg>
        <pc:sldLayoutChg chg="modTransition">
          <pc:chgData name="Guillermo AntonioAguirre" userId="42908199-65f4-4d4a-8e05-6e659ccb82ce" providerId="ADAL" clId="{078FB1CC-2C21-44D2-A6E9-63F5C218CBAA}" dt="2025-04-26T21:41:56.920" v="55"/>
          <pc:sldLayoutMkLst>
            <pc:docMk/>
            <pc:sldMasterMk cId="1656260306" sldId="2147483648"/>
            <pc:sldLayoutMk cId="184295334" sldId="2147483654"/>
          </pc:sldLayoutMkLst>
        </pc:sldLayoutChg>
        <pc:sldLayoutChg chg="modTransition">
          <pc:chgData name="Guillermo AntonioAguirre" userId="42908199-65f4-4d4a-8e05-6e659ccb82ce" providerId="ADAL" clId="{078FB1CC-2C21-44D2-A6E9-63F5C218CBAA}" dt="2025-04-26T21:41:56.920" v="55"/>
          <pc:sldLayoutMkLst>
            <pc:docMk/>
            <pc:sldMasterMk cId="1656260306" sldId="2147483648"/>
            <pc:sldLayoutMk cId="1363948380" sldId="2147483655"/>
          </pc:sldLayoutMkLst>
        </pc:sldLayoutChg>
        <pc:sldLayoutChg chg="modTransition">
          <pc:chgData name="Guillermo AntonioAguirre" userId="42908199-65f4-4d4a-8e05-6e659ccb82ce" providerId="ADAL" clId="{078FB1CC-2C21-44D2-A6E9-63F5C218CBAA}" dt="2025-04-26T21:41:56.920" v="55"/>
          <pc:sldLayoutMkLst>
            <pc:docMk/>
            <pc:sldMasterMk cId="1656260306" sldId="2147483648"/>
            <pc:sldLayoutMk cId="3322218823" sldId="2147483656"/>
          </pc:sldLayoutMkLst>
        </pc:sldLayoutChg>
        <pc:sldLayoutChg chg="modTransition">
          <pc:chgData name="Guillermo AntonioAguirre" userId="42908199-65f4-4d4a-8e05-6e659ccb82ce" providerId="ADAL" clId="{078FB1CC-2C21-44D2-A6E9-63F5C218CBAA}" dt="2025-04-26T21:41:56.920" v="55"/>
          <pc:sldLayoutMkLst>
            <pc:docMk/>
            <pc:sldMasterMk cId="1656260306" sldId="2147483648"/>
            <pc:sldLayoutMk cId="1409342849" sldId="2147483657"/>
          </pc:sldLayoutMkLst>
        </pc:sldLayoutChg>
        <pc:sldLayoutChg chg="modTransition">
          <pc:chgData name="Guillermo AntonioAguirre" userId="42908199-65f4-4d4a-8e05-6e659ccb82ce" providerId="ADAL" clId="{078FB1CC-2C21-44D2-A6E9-63F5C218CBAA}" dt="2025-04-26T21:41:56.920" v="55"/>
          <pc:sldLayoutMkLst>
            <pc:docMk/>
            <pc:sldMasterMk cId="1656260306" sldId="2147483648"/>
            <pc:sldLayoutMk cId="3242747760" sldId="2147483658"/>
          </pc:sldLayoutMkLst>
        </pc:sldLayoutChg>
        <pc:sldLayoutChg chg="modTransition">
          <pc:chgData name="Guillermo AntonioAguirre" userId="42908199-65f4-4d4a-8e05-6e659ccb82ce" providerId="ADAL" clId="{078FB1CC-2C21-44D2-A6E9-63F5C218CBAA}" dt="2025-04-26T21:41:56.920" v="55"/>
          <pc:sldLayoutMkLst>
            <pc:docMk/>
            <pc:sldMasterMk cId="1656260306" sldId="2147483648"/>
            <pc:sldLayoutMk cId="3051498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CA23B-02E3-B707-1568-DF2571D16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3B89FC-06EB-6A54-9B12-C8D6AD8EE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76317-04FB-6E51-83F3-35952FEE2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793E47-E029-40C9-B778-61A670088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4D5BA8-FDA0-0979-0FE8-723F2A3EC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587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A7623-5378-B848-B41E-803FFE5D6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51207C-CB81-D75F-1D78-A386B9EE8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6A9785-E57A-F84A-8CE7-57DCBB972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86F035-B674-2C3F-96D0-FC7E69B07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359C22-E43D-DC47-EAA2-4C48F1740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95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2FC13-2A7C-0AEE-FE68-257320DC9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A309E8-67B3-175E-30EC-418AAA45F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DE7865-A45D-1D25-5EB9-9950AA46D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A0B580-D08A-C3B2-7649-8DF7E9EFB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1802FD-C869-26B3-4F60-AA532A19E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391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E90B1-B42A-861D-F386-34F2F4305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DA5CC1-B61D-3673-29B7-8E70B3D65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8D18F06-C44D-42D9-5A77-AFBC4127F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00644E-46A3-E2E9-F5FF-7F973B12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B8BF69-6361-52EC-7D91-9F52CD6BD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40CCD6-6DE4-3BA9-930F-EC0694C6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944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AE703-0217-5588-2A60-54E0FDFA9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AEB3A4-ECB3-0807-0E6F-2F122C5B1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86A5AE-635D-46ED-5454-BE1FDB273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DB3D49B-B268-A338-4268-5D99BD1C9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EB1EE75-A208-4C4C-8FE2-75CD02F54D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E6AA3D-A1CD-8126-6109-A0556089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0C85F85-C5A5-4154-6700-B1089A6C9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21D38FE-A53F-0E4B-1055-E97AE9F1C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651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B3768-9B37-3131-7B3A-B3CC346B9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021E96-9D95-F85E-1C2B-ECAA099A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5040C1-247E-0CFE-D532-02759EF4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676F6E-AC26-B91E-9B03-D021F395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53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85C96-93F1-FE7B-9B68-7CD233E8B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71342B8-AA7B-13F3-0F1E-5AA45484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6817CF6-D3F3-CABA-2B68-EADCF5277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483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794D8-BFFF-1BF5-8752-6604F08E9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DA1816-A75A-81E9-EA2B-5D70CF13A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383B65-FAC4-CE3A-4616-4D0FFCE2D0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39E4B3-9E12-53F0-FA54-F4527EF90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CB3E04-E229-F0BF-0687-A00344BF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D9BB0F-C452-34C3-A094-B981B000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2188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8C685-A982-5C6E-615B-EAF4AF2E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0F44CD7-53EC-918D-E94B-CB478E87C5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29E432C-1C33-3FBB-21CA-83AA34924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8282D9-24C5-1C6A-2BB8-CCDF8A434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6191C20-1FCA-25F9-1E5E-2A049B06B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ABE6F58-D899-E0E3-0FBE-95B7FDFAE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428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1B91C-43EE-F274-092B-91EA862A8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FA5DEAB-F40F-DA4A-B677-FAF21D7EE5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0694B2-23B0-0690-1916-E23EFF82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3DF660-FF31-3465-91B5-594CD9E77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FCA932-1272-65B3-2712-AB0E44D0A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47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4D1ED0-E650-CB4F-04D4-3909330AF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FDC2765-4B85-8489-056A-B6C0228E1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B0FB24-7CA7-5CBB-3028-E6512A247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71ED01-89F0-0618-AFC2-58C60FE01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7A00DD-38EC-FA8D-0DDA-977081E2A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7B45D40-0093-6D7D-D7EF-054AEBB07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90D693-19C9-D729-2320-9FA162AA7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399033-71D0-CD7A-068A-7701C0F9B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5BDADE-9E52-4DFF-9EE4-B52376BBF807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02A71D-AED8-4124-6CAA-50D4C7B3B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E46D7B-2BAE-F785-F368-A27506FBF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1FA748-B89C-4BB1-8EE3-A2F5D3C90AC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60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!! G1">
            <a:extLst>
              <a:ext uri="{FF2B5EF4-FFF2-40B4-BE49-F238E27FC236}">
                <a16:creationId xmlns:a16="http://schemas.microsoft.com/office/drawing/2014/main" id="{DD9835F9-1C72-D581-EE8C-4B05B7616F8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344349"/>
            <a:ext cx="3070800" cy="522000"/>
            <a:chOff x="0" y="6343650"/>
            <a:chExt cx="3070800" cy="522000"/>
          </a:xfrm>
        </p:grpSpPr>
        <p:sp>
          <p:nvSpPr>
            <p:cNvPr id="4" name="Rectángulo 3">
              <a:hlinkClick r:id="rId2" action="ppaction://hlinksldjump"/>
              <a:extLst>
                <a:ext uri="{FF2B5EF4-FFF2-40B4-BE49-F238E27FC236}">
                  <a16:creationId xmlns:a16="http://schemas.microsoft.com/office/drawing/2014/main" id="{980002A3-7936-20E7-260C-08E9310F5A5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C446DDD2-E8AD-CB0E-23B2-42522344EB1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860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Superior Derecho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grpSp>
        <p:nvGrpSpPr>
          <p:cNvPr id="9" name="!! G2">
            <a:extLst>
              <a:ext uri="{FF2B5EF4-FFF2-40B4-BE49-F238E27FC236}">
                <a16:creationId xmlns:a16="http://schemas.microsoft.com/office/drawing/2014/main" id="{4C954195-55D2-40E9-C1DC-1EC4F0D7DCB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70798" y="6344349"/>
            <a:ext cx="3070800" cy="522000"/>
            <a:chOff x="0" y="6343650"/>
            <a:chExt cx="3070800" cy="522000"/>
          </a:xfrm>
        </p:grpSpPr>
        <p:sp>
          <p:nvSpPr>
            <p:cNvPr id="10" name="Rectángulo 9">
              <a:hlinkClick r:id="rId3" action="ppaction://hlinksldjump"/>
              <a:extLst>
                <a:ext uri="{FF2B5EF4-FFF2-40B4-BE49-F238E27FC236}">
                  <a16:creationId xmlns:a16="http://schemas.microsoft.com/office/drawing/2014/main" id="{FE07CA4A-959E-BE23-3EE4-BDB0CBA8D4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B22A95AE-866D-BD25-1608-D66AB4D2E8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925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Superior izquierdo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grpSp>
        <p:nvGrpSpPr>
          <p:cNvPr id="12" name="!! G3">
            <a:extLst>
              <a:ext uri="{FF2B5EF4-FFF2-40B4-BE49-F238E27FC236}">
                <a16:creationId xmlns:a16="http://schemas.microsoft.com/office/drawing/2014/main" id="{AAA49AF3-AA07-1094-DC84-FFCB0DB8193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141596" y="6336000"/>
            <a:ext cx="3070800" cy="522000"/>
            <a:chOff x="0" y="6343650"/>
            <a:chExt cx="3070800" cy="522000"/>
          </a:xfrm>
        </p:grpSpPr>
        <p:sp>
          <p:nvSpPr>
            <p:cNvPr id="13" name="Rectángulo 12">
              <a:hlinkClick r:id="rId4" action="ppaction://hlinksldjump"/>
              <a:extLst>
                <a:ext uri="{FF2B5EF4-FFF2-40B4-BE49-F238E27FC236}">
                  <a16:creationId xmlns:a16="http://schemas.microsoft.com/office/drawing/2014/main" id="{A215D2A1-41BF-50E3-65B5-A58FF69471E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1879EED7-CA34-F472-748C-1731FA23A1F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724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Inferior Derecho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grpSp>
        <p:nvGrpSpPr>
          <p:cNvPr id="15" name="!! G4">
            <a:extLst>
              <a:ext uri="{FF2B5EF4-FFF2-40B4-BE49-F238E27FC236}">
                <a16:creationId xmlns:a16="http://schemas.microsoft.com/office/drawing/2014/main" id="{56BC0108-13A7-4670-3B42-D75FCBA4DCA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73695" y="6336000"/>
            <a:ext cx="3070800" cy="522000"/>
            <a:chOff x="0" y="6343650"/>
            <a:chExt cx="3070800" cy="522000"/>
          </a:xfrm>
        </p:grpSpPr>
        <p:sp>
          <p:nvSpPr>
            <p:cNvPr id="16" name="Rectángulo 15">
              <a:hlinkClick r:id="rId5" action="ppaction://hlinksldjump"/>
              <a:extLst>
                <a:ext uri="{FF2B5EF4-FFF2-40B4-BE49-F238E27FC236}">
                  <a16:creationId xmlns:a16="http://schemas.microsoft.com/office/drawing/2014/main" id="{D29EB516-6E66-CD0D-A1A7-B3D757D46AB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DD4AC026-4605-0C6A-926E-07BB5B28DE1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78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Inferior izquierdo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75181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 G1">
            <a:extLst>
              <a:ext uri="{FF2B5EF4-FFF2-40B4-BE49-F238E27FC236}">
                <a16:creationId xmlns:a16="http://schemas.microsoft.com/office/drawing/2014/main" id="{8C7B5ED1-C2CB-1B47-902B-9F91B0BC997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048001"/>
            <a:ext cx="3070800" cy="809999"/>
            <a:chOff x="-1915" y="6158984"/>
            <a:chExt cx="3070800" cy="522000"/>
          </a:xfrm>
        </p:grpSpPr>
        <p:sp>
          <p:nvSpPr>
            <p:cNvPr id="5" name="Rectángulo 4">
              <a:hlinkClick r:id="rId2" action="ppaction://hlinksldjump"/>
              <a:extLst>
                <a:ext uri="{FF2B5EF4-FFF2-40B4-BE49-F238E27FC236}">
                  <a16:creationId xmlns:a16="http://schemas.microsoft.com/office/drawing/2014/main" id="{2B0E8495-1985-F12A-B195-B314829791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915" y="6158984"/>
              <a:ext cx="3070800" cy="522000"/>
            </a:xfrm>
            <a:prstGeom prst="rect">
              <a:avLst/>
            </a:prstGeom>
            <a:solidFill>
              <a:srgbClr val="D46A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B8219AD9-55D4-4E1A-5C4A-FAF98D8F29E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664" y="6335232"/>
              <a:ext cx="3008837" cy="238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b="1" dirty="0">
                  <a:ln>
                    <a:solidFill>
                      <a:srgbClr val="FFAAAA"/>
                    </a:solidFill>
                  </a:ln>
                  <a:solidFill>
                    <a:srgbClr val="550000"/>
                  </a:solidFill>
                </a:rPr>
                <a:t>Miembro Superior Derecho</a:t>
              </a:r>
              <a:endParaRPr lang="en-US" b="1" dirty="0">
                <a:ln>
                  <a:solidFill>
                    <a:srgbClr val="FFAAAA"/>
                  </a:solidFill>
                </a:ln>
                <a:solidFill>
                  <a:srgbClr val="550000"/>
                </a:solidFill>
              </a:endParaRPr>
            </a:p>
          </p:txBody>
        </p:sp>
      </p:grpSp>
      <p:grpSp>
        <p:nvGrpSpPr>
          <p:cNvPr id="16" name="!! G2">
            <a:extLst>
              <a:ext uri="{FF2B5EF4-FFF2-40B4-BE49-F238E27FC236}">
                <a16:creationId xmlns:a16="http://schemas.microsoft.com/office/drawing/2014/main" id="{DFE2A577-9295-1F25-B5DE-7229753771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69995" y="6336000"/>
            <a:ext cx="3070800" cy="522000"/>
            <a:chOff x="0" y="6343650"/>
            <a:chExt cx="3070800" cy="522000"/>
          </a:xfrm>
        </p:grpSpPr>
        <p:sp>
          <p:nvSpPr>
            <p:cNvPr id="17" name="Rectángulo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17817E0E-BEE0-6211-2D00-FDA2A45AFD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E77718B4-9E86-3214-2360-6311221E931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9256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Superior izquierdo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grpSp>
        <p:nvGrpSpPr>
          <p:cNvPr id="19" name="!! G3">
            <a:extLst>
              <a:ext uri="{FF2B5EF4-FFF2-40B4-BE49-F238E27FC236}">
                <a16:creationId xmlns:a16="http://schemas.microsoft.com/office/drawing/2014/main" id="{14E702FA-21DE-A12B-F068-F5EA484BB42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140793" y="6336000"/>
            <a:ext cx="3070800" cy="522000"/>
            <a:chOff x="0" y="6343650"/>
            <a:chExt cx="3070800" cy="522000"/>
          </a:xfrm>
        </p:grpSpPr>
        <p:sp>
          <p:nvSpPr>
            <p:cNvPr id="20" name="Rectángulo 19">
              <a:hlinkClick r:id="rId4" action="ppaction://hlinksldjump"/>
              <a:extLst>
                <a:ext uri="{FF2B5EF4-FFF2-40B4-BE49-F238E27FC236}">
                  <a16:creationId xmlns:a16="http://schemas.microsoft.com/office/drawing/2014/main" id="{8FF9424A-6B5C-6CF8-EEF2-4104AD93FD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4D2AAF4C-D81B-D16F-C420-431FF12FE35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724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Inferior Derecho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grpSp>
        <p:nvGrpSpPr>
          <p:cNvPr id="22" name="!! G4">
            <a:extLst>
              <a:ext uri="{FF2B5EF4-FFF2-40B4-BE49-F238E27FC236}">
                <a16:creationId xmlns:a16="http://schemas.microsoft.com/office/drawing/2014/main" id="{795C11B5-DFFA-69D2-047D-BE297EA3ADA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72892" y="6336000"/>
            <a:ext cx="3070800" cy="522000"/>
            <a:chOff x="0" y="6343650"/>
            <a:chExt cx="3070800" cy="522000"/>
          </a:xfrm>
        </p:grpSpPr>
        <p:sp>
          <p:nvSpPr>
            <p:cNvPr id="23" name="Rectángulo 22">
              <a:hlinkClick r:id="rId5" action="ppaction://hlinksldjump"/>
              <a:extLst>
                <a:ext uri="{FF2B5EF4-FFF2-40B4-BE49-F238E27FC236}">
                  <a16:creationId xmlns:a16="http://schemas.microsoft.com/office/drawing/2014/main" id="{677D6ACA-1534-26CE-1EBA-3ECC6CD4F5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96B6C7A8-5AB7-F41A-80E0-539A066DAEE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78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Inferior izquierdo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E62444-1B0F-7FF2-D4E1-BB35EFA63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153346"/>
              </a:clrFrom>
              <a:clrTo>
                <a:srgbClr val="15334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5350" y="167179"/>
            <a:ext cx="3611880" cy="541782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41243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387FA-48E6-3020-ADC4-45A1F5BA5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 G2">
            <a:extLst>
              <a:ext uri="{FF2B5EF4-FFF2-40B4-BE49-F238E27FC236}">
                <a16:creationId xmlns:a16="http://schemas.microsoft.com/office/drawing/2014/main" id="{8904B2EF-8F8C-7A64-687D-B3CAFB4741A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67062" y="6069283"/>
            <a:ext cx="3125722" cy="809999"/>
            <a:chOff x="-1915" y="6158984"/>
            <a:chExt cx="3125722" cy="522000"/>
          </a:xfrm>
        </p:grpSpPr>
        <p:sp>
          <p:nvSpPr>
            <p:cNvPr id="5" name="Rectángulo 4">
              <a:hlinkClick r:id="rId2" action="ppaction://hlinksldjump"/>
              <a:extLst>
                <a:ext uri="{FF2B5EF4-FFF2-40B4-BE49-F238E27FC236}">
                  <a16:creationId xmlns:a16="http://schemas.microsoft.com/office/drawing/2014/main" id="{4D153870-5390-ACB3-58E3-8AD6502A0A9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915" y="6158984"/>
              <a:ext cx="3070800" cy="522000"/>
            </a:xfrm>
            <a:prstGeom prst="rect">
              <a:avLst/>
            </a:prstGeom>
            <a:solidFill>
              <a:srgbClr val="D46A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371CFFAF-842E-3C81-7DBB-C21FCC12CE7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664" y="6335232"/>
              <a:ext cx="3095143" cy="238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b="1" dirty="0">
                  <a:ln>
                    <a:solidFill>
                      <a:srgbClr val="FFAAAA"/>
                    </a:solidFill>
                  </a:ln>
                  <a:solidFill>
                    <a:srgbClr val="550000"/>
                  </a:solidFill>
                </a:rPr>
                <a:t>Miembro Superior Izquierdo</a:t>
              </a:r>
              <a:endParaRPr lang="en-US" b="1" dirty="0">
                <a:ln>
                  <a:solidFill>
                    <a:srgbClr val="FFAAAA"/>
                  </a:solidFill>
                </a:ln>
                <a:solidFill>
                  <a:srgbClr val="550000"/>
                </a:solidFill>
              </a:endParaRPr>
            </a:p>
          </p:txBody>
        </p:sp>
      </p:grpSp>
      <p:grpSp>
        <p:nvGrpSpPr>
          <p:cNvPr id="16" name="!! G1">
            <a:extLst>
              <a:ext uri="{FF2B5EF4-FFF2-40B4-BE49-F238E27FC236}">
                <a16:creationId xmlns:a16="http://schemas.microsoft.com/office/drawing/2014/main" id="{8DEFA3A1-DC17-A785-190E-47FFB892F23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337863"/>
            <a:ext cx="3070800" cy="522000"/>
            <a:chOff x="0" y="6343650"/>
            <a:chExt cx="3070800" cy="522000"/>
          </a:xfrm>
        </p:grpSpPr>
        <p:sp>
          <p:nvSpPr>
            <p:cNvPr id="17" name="Rectángulo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0116DF00-6FF5-7C02-D2EC-58645309C4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DBA5F75F-034E-DDFB-04F2-88D1CFEB88C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860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Superior Derecho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grpSp>
        <p:nvGrpSpPr>
          <p:cNvPr id="19" name="!! G3">
            <a:extLst>
              <a:ext uri="{FF2B5EF4-FFF2-40B4-BE49-F238E27FC236}">
                <a16:creationId xmlns:a16="http://schemas.microsoft.com/office/drawing/2014/main" id="{E55B89F3-A90F-6EE6-EA26-C3C04366C46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134124" y="6357282"/>
            <a:ext cx="3070800" cy="522000"/>
            <a:chOff x="0" y="6343650"/>
            <a:chExt cx="3070800" cy="522000"/>
          </a:xfrm>
        </p:grpSpPr>
        <p:sp>
          <p:nvSpPr>
            <p:cNvPr id="20" name="Rectángulo 19">
              <a:hlinkClick r:id="rId4" action="ppaction://hlinksldjump"/>
              <a:extLst>
                <a:ext uri="{FF2B5EF4-FFF2-40B4-BE49-F238E27FC236}">
                  <a16:creationId xmlns:a16="http://schemas.microsoft.com/office/drawing/2014/main" id="{1F494976-9CB3-C472-E6AC-2D2BFFE6E5E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ADB7A1D0-1BD8-F59D-6FD1-83A5458333F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724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Inferior Derecho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grpSp>
        <p:nvGrpSpPr>
          <p:cNvPr id="22" name="!! G4">
            <a:extLst>
              <a:ext uri="{FF2B5EF4-FFF2-40B4-BE49-F238E27FC236}">
                <a16:creationId xmlns:a16="http://schemas.microsoft.com/office/drawing/2014/main" id="{9C535BA4-BBE1-DB59-003E-0CB14D78AEA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66223" y="6357282"/>
            <a:ext cx="3070800" cy="522000"/>
            <a:chOff x="0" y="6343650"/>
            <a:chExt cx="3070800" cy="522000"/>
          </a:xfrm>
        </p:grpSpPr>
        <p:sp>
          <p:nvSpPr>
            <p:cNvPr id="23" name="Rectángulo 22">
              <a:hlinkClick r:id="rId5" action="ppaction://hlinksldjump"/>
              <a:extLst>
                <a:ext uri="{FF2B5EF4-FFF2-40B4-BE49-F238E27FC236}">
                  <a16:creationId xmlns:a16="http://schemas.microsoft.com/office/drawing/2014/main" id="{A2B033F5-C258-BE64-590A-B1ECCC2D91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4ECA9EC1-6295-9A81-928C-77426E59E4B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78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Inferior izquierdo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6941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CDBF1-2A14-F928-9723-AEBE7BCAA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 G3">
            <a:extLst>
              <a:ext uri="{FF2B5EF4-FFF2-40B4-BE49-F238E27FC236}">
                <a16:creationId xmlns:a16="http://schemas.microsoft.com/office/drawing/2014/main" id="{7908F121-7FED-6269-4EE0-4BB774AE107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134367" y="6056709"/>
            <a:ext cx="3070800" cy="809999"/>
            <a:chOff x="-1915" y="6158984"/>
            <a:chExt cx="3070800" cy="522000"/>
          </a:xfrm>
        </p:grpSpPr>
        <p:sp>
          <p:nvSpPr>
            <p:cNvPr id="5" name="Rectángulo 4">
              <a:hlinkClick r:id="rId2" action="ppaction://hlinksldjump"/>
              <a:extLst>
                <a:ext uri="{FF2B5EF4-FFF2-40B4-BE49-F238E27FC236}">
                  <a16:creationId xmlns:a16="http://schemas.microsoft.com/office/drawing/2014/main" id="{617A4495-9149-BEEA-B9ED-72C68152A8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915" y="6158984"/>
              <a:ext cx="3070800" cy="522000"/>
            </a:xfrm>
            <a:prstGeom prst="rect">
              <a:avLst/>
            </a:prstGeom>
            <a:solidFill>
              <a:srgbClr val="D46A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AEDB4FD1-ACB4-5D07-B8A4-9C370829A6D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664" y="6335232"/>
              <a:ext cx="2877198" cy="238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b="1" dirty="0">
                  <a:ln>
                    <a:solidFill>
                      <a:srgbClr val="FFAAAA"/>
                    </a:solidFill>
                  </a:ln>
                  <a:solidFill>
                    <a:srgbClr val="550000"/>
                  </a:solidFill>
                </a:rPr>
                <a:t>Miembro Inferior Derecho</a:t>
              </a:r>
              <a:endParaRPr lang="en-US" b="1" dirty="0">
                <a:ln>
                  <a:solidFill>
                    <a:srgbClr val="FFAAAA"/>
                  </a:solidFill>
                </a:ln>
                <a:solidFill>
                  <a:srgbClr val="550000"/>
                </a:solidFill>
              </a:endParaRPr>
            </a:p>
          </p:txBody>
        </p:sp>
      </p:grpSp>
      <p:grpSp>
        <p:nvGrpSpPr>
          <p:cNvPr id="16" name="!! G1">
            <a:extLst>
              <a:ext uri="{FF2B5EF4-FFF2-40B4-BE49-F238E27FC236}">
                <a16:creationId xmlns:a16="http://schemas.microsoft.com/office/drawing/2014/main" id="{86330B69-DB26-1B0F-9970-6A14DA138AF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337863"/>
            <a:ext cx="3070800" cy="522000"/>
            <a:chOff x="0" y="6343650"/>
            <a:chExt cx="3070800" cy="522000"/>
          </a:xfrm>
        </p:grpSpPr>
        <p:sp>
          <p:nvSpPr>
            <p:cNvPr id="17" name="Rectángulo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F89C8057-C3C1-178C-9AB0-C0595AB6B9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3970B915-FB6A-5882-E70F-466BD01C482D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860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Superior Derecho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grpSp>
        <p:nvGrpSpPr>
          <p:cNvPr id="19" name="!! G2">
            <a:extLst>
              <a:ext uri="{FF2B5EF4-FFF2-40B4-BE49-F238E27FC236}">
                <a16:creationId xmlns:a16="http://schemas.microsoft.com/office/drawing/2014/main" id="{D84AD2AE-7939-BA1C-6537-DEE07E56ACA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70799" y="6339562"/>
            <a:ext cx="3070800" cy="522000"/>
            <a:chOff x="0" y="6343650"/>
            <a:chExt cx="3070800" cy="522000"/>
          </a:xfrm>
        </p:grpSpPr>
        <p:sp>
          <p:nvSpPr>
            <p:cNvPr id="20" name="Rectángulo 19">
              <a:hlinkClick r:id="rId4" action="ppaction://hlinksldjump"/>
              <a:extLst>
                <a:ext uri="{FF2B5EF4-FFF2-40B4-BE49-F238E27FC236}">
                  <a16:creationId xmlns:a16="http://schemas.microsoft.com/office/drawing/2014/main" id="{C4FD291A-051B-3396-B5A6-F4C68BD05EA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0FF793E0-855F-5452-1EA0-7A0C4B63940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9304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Superior Izquierdo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grpSp>
        <p:nvGrpSpPr>
          <p:cNvPr id="22" name="!! G4">
            <a:extLst>
              <a:ext uri="{FF2B5EF4-FFF2-40B4-BE49-F238E27FC236}">
                <a16:creationId xmlns:a16="http://schemas.microsoft.com/office/drawing/2014/main" id="{D5D1E3C2-A070-4A59-B258-B4FD31A3B8E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196528" y="6357282"/>
            <a:ext cx="3070800" cy="522000"/>
            <a:chOff x="0" y="6343650"/>
            <a:chExt cx="3070800" cy="522000"/>
          </a:xfrm>
        </p:grpSpPr>
        <p:sp>
          <p:nvSpPr>
            <p:cNvPr id="23" name="Rectángulo 22">
              <a:hlinkClick r:id="rId5" action="ppaction://hlinksldjump"/>
              <a:extLst>
                <a:ext uri="{FF2B5EF4-FFF2-40B4-BE49-F238E27FC236}">
                  <a16:creationId xmlns:a16="http://schemas.microsoft.com/office/drawing/2014/main" id="{3324CC4F-2CD8-9920-302F-C8D4009EE33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EEEE4DA5-215E-ABA9-5B78-06B2DCBA59E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7896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Inferior izquierdo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21675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69E7E-CDAF-C4AE-0DB7-303E5A606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!! G4">
            <a:extLst>
              <a:ext uri="{FF2B5EF4-FFF2-40B4-BE49-F238E27FC236}">
                <a16:creationId xmlns:a16="http://schemas.microsoft.com/office/drawing/2014/main" id="{3CF312FB-D610-F8C1-D387-7A3E85F2F8E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212398" y="6061399"/>
            <a:ext cx="3070800" cy="809999"/>
            <a:chOff x="-1915" y="6158984"/>
            <a:chExt cx="3070800" cy="522000"/>
          </a:xfrm>
        </p:grpSpPr>
        <p:sp>
          <p:nvSpPr>
            <p:cNvPr id="5" name="Rectángulo 4">
              <a:hlinkClick r:id="rId2" action="ppaction://hlinksldjump"/>
              <a:extLst>
                <a:ext uri="{FF2B5EF4-FFF2-40B4-BE49-F238E27FC236}">
                  <a16:creationId xmlns:a16="http://schemas.microsoft.com/office/drawing/2014/main" id="{2FA10277-833E-BAAB-825C-221612318EA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1915" y="6158984"/>
              <a:ext cx="3070800" cy="522000"/>
            </a:xfrm>
            <a:prstGeom prst="rect">
              <a:avLst/>
            </a:prstGeom>
            <a:solidFill>
              <a:srgbClr val="D46A6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BC038446-AD90-F816-50B1-42ACCDEADEA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8664" y="6335232"/>
              <a:ext cx="2963504" cy="238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b="1" dirty="0">
                  <a:ln>
                    <a:solidFill>
                      <a:srgbClr val="FFAAAA"/>
                    </a:solidFill>
                  </a:ln>
                  <a:solidFill>
                    <a:srgbClr val="550000"/>
                  </a:solidFill>
                </a:rPr>
                <a:t>Miembro Inferior Izquierdo</a:t>
              </a:r>
              <a:endParaRPr lang="en-US" b="1" dirty="0">
                <a:ln>
                  <a:solidFill>
                    <a:srgbClr val="FFAAAA"/>
                  </a:solidFill>
                </a:ln>
                <a:solidFill>
                  <a:srgbClr val="550000"/>
                </a:solidFill>
              </a:endParaRPr>
            </a:p>
          </p:txBody>
        </p:sp>
      </p:grpSp>
      <p:grpSp>
        <p:nvGrpSpPr>
          <p:cNvPr id="16" name="!! G1">
            <a:extLst>
              <a:ext uri="{FF2B5EF4-FFF2-40B4-BE49-F238E27FC236}">
                <a16:creationId xmlns:a16="http://schemas.microsoft.com/office/drawing/2014/main" id="{161ADA8F-5C18-94FC-FAE5-02BB180BD56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6337863"/>
            <a:ext cx="3070800" cy="522000"/>
            <a:chOff x="0" y="6343650"/>
            <a:chExt cx="3070800" cy="522000"/>
          </a:xfrm>
        </p:grpSpPr>
        <p:sp>
          <p:nvSpPr>
            <p:cNvPr id="17" name="Rectángulo 16">
              <a:hlinkClick r:id="rId3" action="ppaction://hlinksldjump"/>
              <a:extLst>
                <a:ext uri="{FF2B5EF4-FFF2-40B4-BE49-F238E27FC236}">
                  <a16:creationId xmlns:a16="http://schemas.microsoft.com/office/drawing/2014/main" id="{4DD7ED5F-DE86-10A9-0C0E-3E69B1EA24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66B667AF-E6EA-7B42-96EE-4830040F913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860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Superior Derecho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grpSp>
        <p:nvGrpSpPr>
          <p:cNvPr id="19" name="!! G2">
            <a:extLst>
              <a:ext uri="{FF2B5EF4-FFF2-40B4-BE49-F238E27FC236}">
                <a16:creationId xmlns:a16="http://schemas.microsoft.com/office/drawing/2014/main" id="{15CF4BCE-AF62-F091-7F2E-A6F6CD64C4F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070799" y="6328132"/>
            <a:ext cx="3070800" cy="522000"/>
            <a:chOff x="0" y="6343650"/>
            <a:chExt cx="3070800" cy="522000"/>
          </a:xfrm>
        </p:grpSpPr>
        <p:sp>
          <p:nvSpPr>
            <p:cNvPr id="20" name="Rectángulo 19">
              <a:hlinkClick r:id="rId4" action="ppaction://hlinksldjump"/>
              <a:extLst>
                <a:ext uri="{FF2B5EF4-FFF2-40B4-BE49-F238E27FC236}">
                  <a16:creationId xmlns:a16="http://schemas.microsoft.com/office/drawing/2014/main" id="{D8EF897F-42B6-4EE7-F1E9-E5BA1A5127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A3F8A151-5863-0509-11B9-720EE3DCF69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9304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Superior Izquierdo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  <p:grpSp>
        <p:nvGrpSpPr>
          <p:cNvPr id="22" name="!! G3">
            <a:extLst>
              <a:ext uri="{FF2B5EF4-FFF2-40B4-BE49-F238E27FC236}">
                <a16:creationId xmlns:a16="http://schemas.microsoft.com/office/drawing/2014/main" id="{ECF1EF11-1548-415B-976A-A5EB509E0FE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6141599" y="6336000"/>
            <a:ext cx="3070800" cy="522000"/>
            <a:chOff x="0" y="6343650"/>
            <a:chExt cx="3070800" cy="522000"/>
          </a:xfrm>
        </p:grpSpPr>
        <p:sp>
          <p:nvSpPr>
            <p:cNvPr id="23" name="Rectángulo 22">
              <a:hlinkClick r:id="rId5" action="ppaction://hlinksldjump"/>
              <a:extLst>
                <a:ext uri="{FF2B5EF4-FFF2-40B4-BE49-F238E27FC236}">
                  <a16:creationId xmlns:a16="http://schemas.microsoft.com/office/drawing/2014/main" id="{D7FF87B8-0B60-7D3F-1F6D-A720B83DE5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6343650"/>
              <a:ext cx="3070800" cy="522000"/>
            </a:xfrm>
            <a:prstGeom prst="rect">
              <a:avLst/>
            </a:prstGeom>
            <a:solidFill>
              <a:srgbClr val="FFAAA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B9748DBA-FF0C-544E-2F34-E1384FC32BC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5296" y="6419984"/>
              <a:ext cx="27242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NI" dirty="0">
                  <a:solidFill>
                    <a:srgbClr val="550000"/>
                  </a:solidFill>
                </a:rPr>
                <a:t>Miembro Inferior Derecho</a:t>
              </a:r>
              <a:endParaRPr lang="en-US" dirty="0">
                <a:solidFill>
                  <a:srgbClr val="55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55475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60</Words>
  <Application>Microsoft Office PowerPoint</Application>
  <PresentationFormat>Panorámica</PresentationFormat>
  <Paragraphs>20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Guillermo AntonioAguirre</dc:creator>
  <cp:lastModifiedBy>Guillermo AntonioAguirre</cp:lastModifiedBy>
  <cp:revision>1</cp:revision>
  <dcterms:created xsi:type="dcterms:W3CDTF">2025-04-12T21:15:54Z</dcterms:created>
  <dcterms:modified xsi:type="dcterms:W3CDTF">2025-04-26T22:23:43Z</dcterms:modified>
</cp:coreProperties>
</file>