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65" d="100"/>
          <a:sy n="65" d="100"/>
        </p:scale>
        <p:origin x="120" y="78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E7EBC-59F9-4804-A0C4-1B8152CC34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F2CF59-FF2E-4D75-965B-19813ED7FB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D1ADE5-00F9-4537-8941-D29368F4D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7A3A2-924B-4569-8DA4-A2D772E82199}" type="datetimeFigureOut">
              <a:rPr lang="es-NI" smtClean="0"/>
              <a:t>22/5/2021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9058D2-1F45-4492-B8BB-7D84E8450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9A4813-D1D2-4BE6-A95C-71E9A55CF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CBDE-5147-4FE0-9AE8-12D311B8976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511272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235132-0752-46AA-8586-453A42411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966BFD-F9D9-4C87-B488-6646730F3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1678B1-3911-45F8-98E9-2BDEB9C08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7A3A2-924B-4569-8DA4-A2D772E82199}" type="datetimeFigureOut">
              <a:rPr lang="es-NI" smtClean="0"/>
              <a:t>22/5/2021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51983-B161-4762-910C-83B77C30B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FBF2A8-CE89-4FE9-87CB-421759C78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CBDE-5147-4FE0-9AE8-12D311B8976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509631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2A1427-26AC-42A5-81AC-A5B11D0D5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D9336F-EED4-4A87-8B30-964D0E468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FB49FC-139D-46AF-9BCA-71D135D15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7A3A2-924B-4569-8DA4-A2D772E82199}" type="datetimeFigureOut">
              <a:rPr lang="es-NI" smtClean="0"/>
              <a:t>22/5/2021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FE5FAE-8C1E-4583-940F-621A24547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928BB6-6706-4D9A-9151-26677CAD5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CBDE-5147-4FE0-9AE8-12D311B8976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815076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BD87F-02B7-400F-B890-9960C5B0C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079724-9EC5-4797-857F-BB24D438D7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240F682-B572-47F0-BD32-53C9406190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1DB3ED-A0FC-4BB3-975B-13842CADC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7A3A2-924B-4569-8DA4-A2D772E82199}" type="datetimeFigureOut">
              <a:rPr lang="es-NI" smtClean="0"/>
              <a:t>22/5/2021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7C0411E-18D4-4EEE-BF79-39033BE78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6EA61DF-E509-4947-AF3F-69D38FCE1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CBDE-5147-4FE0-9AE8-12D311B8976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123095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7596EB-69BE-4C7D-9597-F00F1F47D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EDBB4F3-9BB5-49F8-A45E-AC741855F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780CAEA-393E-4432-86DE-8A2EE0E31F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6201AE9-BC6B-4069-86DA-A50DA3B31D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DA49028-07A8-4B2B-8769-93E0FC2C7C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EBDCA75-2755-4E5E-AD49-7B19D7CD3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7A3A2-924B-4569-8DA4-A2D772E82199}" type="datetimeFigureOut">
              <a:rPr lang="es-NI" smtClean="0"/>
              <a:t>22/5/2021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5E4CB09-0C52-4A1C-8629-A69052874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C90D3CA-54C0-4DE5-8C46-844078076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CBDE-5147-4FE0-9AE8-12D311B8976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016755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FA9656-D057-4763-B4AD-06FFB915B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1AC3302-7094-40B6-952B-6EAC3A602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7A3A2-924B-4569-8DA4-A2D772E82199}" type="datetimeFigureOut">
              <a:rPr lang="es-NI" smtClean="0"/>
              <a:t>22/5/2021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E504E1-2ED5-47A3-9B4F-812FB2DFD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06F811B-D17B-457A-8600-4793E43D6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CBDE-5147-4FE0-9AE8-12D311B8976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136219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6FC6624-D969-44AB-9CF4-0B24DA9B4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7A3A2-924B-4569-8DA4-A2D772E82199}" type="datetimeFigureOut">
              <a:rPr lang="es-NI" smtClean="0"/>
              <a:t>22/5/2021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418A4EB-E3D4-41CF-8D50-21D5CF533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9922BF1-FB1B-4DCD-9000-610C3031A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CBDE-5147-4FE0-9AE8-12D311B8976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377377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200F3C-61C0-4C0A-8F73-22E897CDA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C76803-23A5-41DA-A2EE-70F109599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2D4157C-FDCF-450E-8985-055980AB0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347078-A0BC-4F04-A687-91D6CEC7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7A3A2-924B-4569-8DA4-A2D772E82199}" type="datetimeFigureOut">
              <a:rPr lang="es-NI" smtClean="0"/>
              <a:t>22/5/2021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468C28-C035-46B5-8616-470E98D1B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3094E06-247E-4DAE-B2EB-732D9DA06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CBDE-5147-4FE0-9AE8-12D311B8976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51139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F0C64A-BB18-40B6-A60F-2FD8EE23E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0187B4E-AABB-4CCD-B5F2-B67513FFEF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2DD050-6ACD-405B-8A81-5CC3B0BBE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3047889-3D28-40DA-B898-232C8F4A2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7A3A2-924B-4569-8DA4-A2D772E82199}" type="datetimeFigureOut">
              <a:rPr lang="es-NI" smtClean="0"/>
              <a:t>22/5/2021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13992E-657B-4287-9D70-C910C2234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FA359C-FA99-40C4-A8FA-559C5783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CBDE-5147-4FE0-9AE8-12D311B8976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697992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0353DA-0979-4414-9A68-8BA55B902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F37F2E6-2ED6-4E05-B29D-979B6AE1AC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08B1B8-83D0-4CED-9FC9-CEE32FAC3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7A3A2-924B-4569-8DA4-A2D772E82199}" type="datetimeFigureOut">
              <a:rPr lang="es-NI" smtClean="0"/>
              <a:t>22/5/2021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0E2785-6046-4656-BE37-333EC983B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ECC211-724B-4801-90B2-257A1B97D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CBDE-5147-4FE0-9AE8-12D311B8976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96671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DEB35B8-A8D0-44B5-ADD1-9ABDA4E492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4C9E0C-7929-4EFD-843E-E815B7A63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333D7E-1ECA-49AC-93DD-96853C999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7A3A2-924B-4569-8DA4-A2D772E82199}" type="datetimeFigureOut">
              <a:rPr lang="es-NI" smtClean="0"/>
              <a:t>22/5/2021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DBE28C-5C31-4231-8168-0E4955C44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E6FBB2-310B-43DA-9387-9C2AB655A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CBDE-5147-4FE0-9AE8-12D311B8976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767893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5994BE7-F845-4A2B-80A5-AD3971A31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553064-AD20-4E5A-8454-99E913CCF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6692D7-797E-4250-B287-980FF90FBB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27A3A2-924B-4569-8DA4-A2D772E82199}" type="datetimeFigureOut">
              <a:rPr lang="es-NI" smtClean="0"/>
              <a:t>22/5/2021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3BFC3F-3C1B-4A7F-92FC-9D24167C3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F13544-FCBD-408A-BCFD-7FE0B46C0A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8CBDE-5147-4FE0-9AE8-12D311B8976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472685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6097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E6F2421-C626-4DFC-B68A-EDF17B607B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403" t="23643" r="47621" b="43007"/>
          <a:stretch/>
        </p:blipFill>
        <p:spPr>
          <a:xfrm>
            <a:off x="86843" y="545691"/>
            <a:ext cx="6009157" cy="268420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1B9360C-AA0B-43E2-B552-611127CE38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282" t="21922" r="45927" b="43867"/>
          <a:stretch/>
        </p:blipFill>
        <p:spPr>
          <a:xfrm>
            <a:off x="6096000" y="545691"/>
            <a:ext cx="6111208" cy="268420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1556C00-3900-4B1E-A3F0-DE0957EFA09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766" t="22352" r="45202" b="44299"/>
          <a:stretch/>
        </p:blipFill>
        <p:spPr>
          <a:xfrm>
            <a:off x="0" y="3996814"/>
            <a:ext cx="6026473" cy="256621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14971A7-1948-409F-9F3F-F2E2AB8F90E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1246" t="18504" r="43028" b="68801"/>
          <a:stretch/>
        </p:blipFill>
        <p:spPr>
          <a:xfrm>
            <a:off x="6165529" y="4247535"/>
            <a:ext cx="5952853" cy="92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482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7C079AA-F4B3-477C-965D-9F563976A2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266" t="18695" r="62984" b="33541"/>
          <a:stretch/>
        </p:blipFill>
        <p:spPr>
          <a:xfrm>
            <a:off x="221225" y="140110"/>
            <a:ext cx="2177878" cy="311928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502201E-B51B-4032-8871-E89E40C5E9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903" t="18910" r="61048" b="33970"/>
          <a:stretch/>
        </p:blipFill>
        <p:spPr>
          <a:xfrm>
            <a:off x="2713702" y="84803"/>
            <a:ext cx="2566220" cy="322989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8605784-435F-46E5-BC4A-29F8B041215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435" t="33756" r="48468" b="56346"/>
          <a:stretch/>
        </p:blipFill>
        <p:spPr>
          <a:xfrm>
            <a:off x="6327058" y="501447"/>
            <a:ext cx="5132439" cy="678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076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2DCDB0D-396F-46B4-8973-C4450C7421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903" t="19770" r="62016" b="33325"/>
          <a:stretch/>
        </p:blipFill>
        <p:spPr>
          <a:xfrm>
            <a:off x="117986" y="176981"/>
            <a:ext cx="2448233" cy="321514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064B2B1-3D3E-4D3F-B36D-9032246BA9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903" t="19986" r="56331" b="29022"/>
          <a:stretch/>
        </p:blipFill>
        <p:spPr>
          <a:xfrm>
            <a:off x="2816942" y="28043"/>
            <a:ext cx="3023419" cy="336408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A264E80-F9C8-4E8D-8853-73FF92F3198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435" t="35907" r="52098" b="56131"/>
          <a:stretch/>
        </p:blipFill>
        <p:spPr>
          <a:xfrm>
            <a:off x="6381138" y="486697"/>
            <a:ext cx="4689987" cy="54569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8CDD3BE-CD38-48B9-8A0B-7E6D64B915E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5202" t="30528" r="50000" b="31604"/>
          <a:stretch/>
        </p:blipFill>
        <p:spPr>
          <a:xfrm>
            <a:off x="285135" y="3790336"/>
            <a:ext cx="3023419" cy="259571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3DD968B-3540-4869-A7A5-E58A53569F9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9475" t="30958" r="37581" b="29237"/>
          <a:stretch/>
        </p:blipFill>
        <p:spPr>
          <a:xfrm>
            <a:off x="4129548" y="3790336"/>
            <a:ext cx="5235678" cy="272845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B9A3162-BBC8-4575-A53E-4D0C1151D66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9678" t="18479" r="51128" b="72915"/>
          <a:stretch/>
        </p:blipFill>
        <p:spPr>
          <a:xfrm>
            <a:off x="6381138" y="1526459"/>
            <a:ext cx="4778477" cy="589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35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6A60C5A-5ECB-4F68-A276-964EBAFF84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540" t="18694" r="59718" b="31389"/>
          <a:stretch/>
        </p:blipFill>
        <p:spPr>
          <a:xfrm>
            <a:off x="48059" y="132737"/>
            <a:ext cx="2473915" cy="305291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20530CF-9CF9-41F8-97FB-0AA9D83C28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686" t="36122" r="54032" b="27947"/>
          <a:stretch/>
        </p:blipFill>
        <p:spPr>
          <a:xfrm>
            <a:off x="2713703" y="722672"/>
            <a:ext cx="3082413" cy="246298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452616E-25AF-42FD-9DAE-142FB115BE0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621" t="36338" r="52460" b="55462"/>
          <a:stretch/>
        </p:blipFill>
        <p:spPr>
          <a:xfrm>
            <a:off x="6395886" y="589935"/>
            <a:ext cx="4866968" cy="56211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75764FF-6660-4D0F-95EF-AD077CEF0D2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6855" t="27731" r="40605" b="36337"/>
          <a:stretch/>
        </p:blipFill>
        <p:spPr>
          <a:xfrm>
            <a:off x="287593" y="3952568"/>
            <a:ext cx="3967316" cy="246298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4D79F62-B661-414D-B1B5-FE884BC478A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4637" t="31819" r="40000" b="29237"/>
          <a:stretch/>
        </p:blipFill>
        <p:spPr>
          <a:xfrm>
            <a:off x="4675238" y="3849329"/>
            <a:ext cx="5530645" cy="266945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2611450-6D32-4E79-BF42-C4D1510E284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8226" t="18910" r="47540" b="63447"/>
          <a:stretch/>
        </p:blipFill>
        <p:spPr>
          <a:xfrm>
            <a:off x="6395886" y="1598527"/>
            <a:ext cx="5392996" cy="1209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361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A7C4F24-352E-43F2-A105-64875D2C77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202" t="19125" r="60202" b="32249"/>
          <a:stretch/>
        </p:blipFill>
        <p:spPr>
          <a:xfrm>
            <a:off x="265471" y="95864"/>
            <a:ext cx="2389238" cy="333313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8C03FF0-49D9-49E8-834F-DF997D8849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718" t="36768" r="55847" b="29022"/>
          <a:stretch/>
        </p:blipFill>
        <p:spPr>
          <a:xfrm>
            <a:off x="2861187" y="707922"/>
            <a:ext cx="2979174" cy="234499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7FF7E04-6A08-4E0B-B45F-6FFF0C7274E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951" t="35907" r="52097" b="55486"/>
          <a:stretch/>
        </p:blipFill>
        <p:spPr>
          <a:xfrm>
            <a:off x="6636774" y="707922"/>
            <a:ext cx="4748980" cy="58993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B512319-E7C3-4A0A-8231-5CE9004C01F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0363" t="27516" r="41694" b="42147"/>
          <a:stretch/>
        </p:blipFill>
        <p:spPr>
          <a:xfrm>
            <a:off x="427703" y="4203291"/>
            <a:ext cx="3406878" cy="207952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01C63F1-626E-4354-B249-5605E9E2CF3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8508" t="27301" r="10725" b="8366"/>
          <a:stretch/>
        </p:blipFill>
        <p:spPr>
          <a:xfrm>
            <a:off x="5043948" y="3603360"/>
            <a:ext cx="6194322" cy="316598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D520BCF7-0C11-4E49-A064-D3385DCEC94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8347" t="18910" r="44113" b="69794"/>
          <a:stretch/>
        </p:blipFill>
        <p:spPr>
          <a:xfrm>
            <a:off x="6113206" y="1762432"/>
            <a:ext cx="5796116" cy="77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060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75E0449-D74E-4645-AF2A-5FD70C78BC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532" t="19340" r="57299" b="32464"/>
          <a:stretch/>
        </p:blipFill>
        <p:spPr>
          <a:xfrm>
            <a:off x="0" y="196670"/>
            <a:ext cx="2442702" cy="312665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3AD047B-DCB1-43B2-948C-2185E6C2FF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105" t="15467" r="29596" b="7507"/>
          <a:stretch/>
        </p:blipFill>
        <p:spPr>
          <a:xfrm>
            <a:off x="2659626" y="186825"/>
            <a:ext cx="3436374" cy="314634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DC27A1C-DEB9-4F0F-8B62-E616419A3D6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193" t="36123" r="50000" b="56132"/>
          <a:stretch/>
        </p:blipFill>
        <p:spPr>
          <a:xfrm>
            <a:off x="6622024" y="516194"/>
            <a:ext cx="4975123" cy="53094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28EBE58-BAAE-486B-A94D-B40370C7DE4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0927" t="31174" r="46653" b="37413"/>
          <a:stretch/>
        </p:blipFill>
        <p:spPr>
          <a:xfrm>
            <a:off x="221225" y="4041058"/>
            <a:ext cx="3952569" cy="215326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DA1A263-2D2E-48CF-BCA9-D84FC41B060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4637" t="30098" r="44556" b="33325"/>
          <a:stretch/>
        </p:blipFill>
        <p:spPr>
          <a:xfrm>
            <a:off x="4483510" y="3864077"/>
            <a:ext cx="4975124" cy="250722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22BD9009-E752-49A6-8EC8-24428157952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7863" t="18910" r="43992" b="67965"/>
          <a:stretch/>
        </p:blipFill>
        <p:spPr>
          <a:xfrm>
            <a:off x="6174656" y="1533796"/>
            <a:ext cx="5869858" cy="89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802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0B099AA-5D3F-4125-AF4B-E020962EF8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863" t="19770" r="52339" b="33325"/>
          <a:stretch/>
        </p:blipFill>
        <p:spPr>
          <a:xfrm>
            <a:off x="58996" y="250722"/>
            <a:ext cx="2773782" cy="294967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6E80618-B95C-4D05-A706-36CBFDF819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379" t="35692" r="48831" b="29452"/>
          <a:stretch/>
        </p:blipFill>
        <p:spPr>
          <a:xfrm>
            <a:off x="2909982" y="914397"/>
            <a:ext cx="3141774" cy="21385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5FD6580-635A-4C26-9EDE-50EFA69BDCA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008" t="35478" r="51371" b="55485"/>
          <a:stretch/>
        </p:blipFill>
        <p:spPr>
          <a:xfrm>
            <a:off x="6843250" y="604680"/>
            <a:ext cx="4586749" cy="61943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84C8F69-4941-4F41-BCE0-1C80C6DD2C4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235" t="32465" r="38427" b="37843"/>
          <a:stretch/>
        </p:blipFill>
        <p:spPr>
          <a:xfrm>
            <a:off x="61169" y="4070554"/>
            <a:ext cx="4674151" cy="203527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B58DFF2-5F25-488B-B818-E91B4A79A46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7177" t="22998" r="13508"/>
          <a:stretch/>
        </p:blipFill>
        <p:spPr>
          <a:xfrm>
            <a:off x="5514808" y="3633979"/>
            <a:ext cx="4852220" cy="303061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8144773-07CD-424C-9371-3D931E8BFF7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8589" t="19340" r="45685" b="69256"/>
          <a:stretch/>
        </p:blipFill>
        <p:spPr>
          <a:xfrm>
            <a:off x="6349178" y="1647382"/>
            <a:ext cx="5574891" cy="781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609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5CDDB51-3746-4802-9ACA-9A99D1819D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137" t="19125" r="55968" b="50000"/>
          <a:stretch/>
        </p:blipFill>
        <p:spPr>
          <a:xfrm>
            <a:off x="73742" y="132736"/>
            <a:ext cx="2213696" cy="175505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63EE162-434F-47F4-8C86-4D4E53C77A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500" t="39027" r="50000" b="32034"/>
          <a:stretch/>
        </p:blipFill>
        <p:spPr>
          <a:xfrm>
            <a:off x="0" y="1887794"/>
            <a:ext cx="2561340" cy="151539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B624F47-1D8B-4533-AE4A-1A4D3F1A46E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823" t="30312" r="17016" b="7507"/>
          <a:stretch/>
        </p:blipFill>
        <p:spPr>
          <a:xfrm>
            <a:off x="2635082" y="596489"/>
            <a:ext cx="3433743" cy="21762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D1FFDEA-39D1-469A-A6EB-C96AA060398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073" t="35907" r="51976" b="53980"/>
          <a:stretch/>
        </p:blipFill>
        <p:spPr>
          <a:xfrm>
            <a:off x="6533535" y="457201"/>
            <a:ext cx="4748981" cy="69317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874C675-2BD5-470B-9EBC-E1004356B3B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9367" t="32489" r="36855" b="40831"/>
          <a:stretch/>
        </p:blipFill>
        <p:spPr>
          <a:xfrm>
            <a:off x="178419" y="4447460"/>
            <a:ext cx="5337478" cy="18288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945C7E0C-BD61-4BDA-B739-5B721C1733C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24073" r="15565"/>
          <a:stretch/>
        </p:blipFill>
        <p:spPr>
          <a:xfrm>
            <a:off x="6096000" y="3562199"/>
            <a:ext cx="5929189" cy="299760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77971B61-056E-4132-AD59-AD2A16E5EFB1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8347" t="20201" r="71836" b="53120"/>
          <a:stretch/>
        </p:blipFill>
        <p:spPr>
          <a:xfrm>
            <a:off x="8008374" y="1389446"/>
            <a:ext cx="2416104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4759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0</Words>
  <Application>Microsoft Office PowerPoint</Application>
  <PresentationFormat>Panorámica</PresentationFormat>
  <Paragraphs>0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Aguirre</dc:creator>
  <cp:lastModifiedBy>Guillermo Aguirre</cp:lastModifiedBy>
  <cp:revision>9</cp:revision>
  <dcterms:created xsi:type="dcterms:W3CDTF">2021-05-22T11:40:56Z</dcterms:created>
  <dcterms:modified xsi:type="dcterms:W3CDTF">2021-05-22T13:09:12Z</dcterms:modified>
</cp:coreProperties>
</file>