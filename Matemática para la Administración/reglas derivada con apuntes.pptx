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5" r:id="rId4"/>
    <p:sldId id="266" r:id="rId5"/>
    <p:sldId id="257" r:id="rId6"/>
    <p:sldId id="258" r:id="rId7"/>
    <p:sldId id="260" r:id="rId8"/>
    <p:sldId id="262" r:id="rId9"/>
    <p:sldId id="261" r:id="rId10"/>
    <p:sldId id="263" r:id="rId11"/>
    <p:sldId id="264" r:id="rId12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858" y="78"/>
      </p:cViewPr>
      <p:guideLst>
        <p:guide orient="horz" pos="2137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1T20:28:00.07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1463 4911 0,'0'0'0,"25"0"16,0 25-1,0-25 1,1612 0 109,-546 0-63,-1016 0-62,-1 0 16,1 0-16,24 0 16,397 0 15,-149 0-15,-248 0-16,422 0 46,-297 0-30,-76 0-16,-24 0 16,422 0 15,-496 0-15,-1 0-16,1 0 15,223 0 32,-224 0-47,1 0 16,-25 0-16,24 0 0,299 0 47,-249 0-47,0 0 15,0 0-15,25 0 16,-24 0-16,247 0 31,-273 0-15,-24 0-16,49 0 15,174 0 32,-223 0-47,-26 0 16,100-25 46,-74 25-62,49 0 32,-49 0-32,-25 0 0,-1 0 15,26 0 16,0 0-15,-26 0 0,373 0 15,-322 0-15,-26 0-16,-24 0 15,0 0 1,49 0 15,-49 0-31,0 0 16,0 0-1,0 0 1,-1 0-16,1 0 31,99 0 0,-25 0-15,-49 0 0,-25 0-16,24 0 15,26 0 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1T20:29:57.25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1563 13494 0,'24'0'63,"26"0"-48,-25 0 17,0 0-32,173 0 31,273 0 31,-421 0-62,0 0 0,24 0 32,-24 0-32,148 0 31,-74 0-16,819 0 32,-869 0-47,-24 0 16,24 0 15,1 0 0,98-50 16,-98 50-31,-26 0-16,1 0 16,49 0-1,-25 0-15,224 0 47,-199 0-16,-49 0-31,446 0 47,-422 0-31,1 0-16,223 0 62,-249 0-62,26 0 16,495 0 31,-496 0-47,-24 0 15,198-49 48,-173 24-63,-1 25 31,298 0 16,-298 0-31,1 0-16,24 0 15,149 0 1,-99 0 15,-25 0 32,-74-25-63,-1 0 0,1 25 15,-1 0-15,274 0 47,-274 0-31,-24 0-16,298 0 47,-199 0-32,-25 0-15,25 0 16,50 0 0,-150 0-1,26 0-15,24 0 16,249 0 46,-298 0-46,0 0-16,99 0 47,-50 0-32,25 0-15,869 0 63,-844 0-63,-50 0 0,-24 0 16,222 0 30,-222 0-46,-25 0 16,74 0 0,-74 0-1,74 0 1,-49 0 15,99 0 0,198 0 1,-273 0-17,-49 0 17,99 0 30,-99 0-62,25 0 16,24 0 15,-49 0-31,49 0 31,25 0 16,-74 0-16,0 0-15,0 0-16,49 0 16,50 0-1,-25 0 48,-74 0-48,25 0 1,-25 0 0,-1 0-16,76 0 62,-76 0-31,1 0 1,0 0-1,25 0 0,-26 0-15,1 0-1,0 0 1,0 0 46,0 0-62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1T20:30:46.6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12452 11782 0,'-25'-49'78,"25"24"-78,-25-25 16,1-24 31,24 49-47,0-25 0,-25 1 15,25-249 32,0 248-31,0 26-16,0-1 15,0-198 32,0 173-47,0 0 0,0 1 16,0-100 31,0 124-47,25 0 15,24-24 32,-24 49-47,49-25 16,-24 25-16,-25 0 16,148-25 15,-148 25-16,-25-25-15,25 25 16,25 0 31,-26 0-47,1 0 31</inkml:trace>
  <inkml:trace contextRef="#ctx0" brushRef="#br0" timeOffset="801.87">11931 11112 0,'25'0'47,"24"0"-16,26-24-31,-50 24 16,49 0-1,-24 0-15,-1 0 16,51 0-1,-76 0 1,125 0 31,-124 0 0,0 0 78,0 0-110,-1 0 1</inkml:trace>
  <inkml:trace contextRef="#ctx0" brushRef="#br0" timeOffset="1471.98">12700 11088 0,'25'0'31,"0"24"-15,-1-24-16,1 25 15,0 0-15,74 74 32,-74-99-32,74 75 47,-99-50-47,75-1 31,-1 51 31,-49-75-62</inkml:trace>
  <inkml:trace contextRef="#ctx0" brushRef="#br0" timeOffset="2168">12948 11584 0,'0'-25'31,"25"25"-15,0-25-16,-1-49 31,1 49-31,74-149 47,-99 125-31,0 24-1,25-50 48,-25 51-48,0-1 1,0 0 46,0 0-62</inkml:trace>
  <inkml:trace contextRef="#ctx0" brushRef="#br0" timeOffset="3128.65">12799 10914 0,'-25'0'79,"25"25"-64,-24 49 16,24-49-15,0 0-16,0 0 16,-25 74 15,25-49-15,0-26-1,0 1 1,0 0-1,0 0 17,0 0-32,0 24 31,49 75 16,-49-99-32,25-25-15,-25 25 16,50 0 15,-25-25 16,-1 0 63,1 0-95</inkml:trace>
  <inkml:trace contextRef="#ctx0" brushRef="#br0" timeOffset="4113.1">13395 10914 0,'24'0'78,"1"0"-78,0 0 15,0 25 1,24 124 31,-24-149-47,-25 24 0,0 76 62,0-75-62,0-1 16,0 51 31,0-50-47,0-1 15,0 1-15,0 124 47,-25-149-31,25 25-16,0-50 141</inkml:trace>
  <inkml:trace contextRef="#ctx0" brushRef="#br0" timeOffset="4689.78">13990 11063 0,'25'-25'110,"24"25"-95,100 0 1,-99 0 0,-1 0-16,1 0 31</inkml:trace>
  <inkml:trace contextRef="#ctx0" brushRef="#br0" timeOffset="5320.64">13791 11509 0,'75'0'78,"-26"0"-78,26 0 16,-1 0-1,75-24 1,-99 24-16,123 0 47,-148 0 78</inkml:trace>
  <inkml:trace contextRef="#ctx0" brushRef="#br0" timeOffset="6392.49">14759 10592 0,'0'-25'47,"25"25"-32,24 49 1,1-24-16,-25 0 15,123 74 1,100 149 31,-223-223-31,0 0 15,0 0 16,-25-1-32,25-24 1,0 25 0,-1-25-1,1 50-15,74 0 31,-74-1-31,0-49 16,0 50 0,24-25 31</inkml:trace>
  <inkml:trace contextRef="#ctx0" brushRef="#br0" timeOffset="7200.68">15032 11609 0,'0'-25'15,"0"0"1,24-25 0,1-74 30,0 100-46,25-100 47,-1-1-31,-49 101-16,0-51 16,75-247 15,-51 173 0,1 75-31,0 49 16,-25 0 31,0 0-32,0 0 1,25 1-16</inkml:trace>
  <inkml:trace contextRef="#ctx0" brushRef="#br0" timeOffset="8376.71">15652 10914 0,'25'0'78,"-1"0"-63,26 0 1,148 0 15,-148 0-15,-25 0-16,0 0 15,-1 0 32,1 0-47,0 0 32,0 0-1</inkml:trace>
  <inkml:trace contextRef="#ctx0" brushRef="#br0" timeOffset="9320.04">16247 10740 0,'0'-24'110,"25"24"-95,74 0 1,-49 24-1,-25-24-15,74 25 32,-74-25-17,49 25 17,-24 25-1,-26-50-16,-24 24 17,0 26-1,-49-25-15,24-25 15,0 25-16,0-1-15,-49 1 32,-25 25 15,74-50-1,0 0-46</inkml:trace>
  <inkml:trace contextRef="#ctx0" brushRef="#br0" timeOffset="11088.44">17264 10790 0,'0'-25'78,"25"-24"-62,0-1 0,-1 50-1,-24-50-15,25 50 16,50-248 15,-75 199-31,24-1 16,1 25-16,-25 1 15,0-1 17,0 50 93,0 24-125,0 1 15,0-1-15,0 1 16,0 0-16,0 24 15,0-24-15,0 49 32,25-50-32,0 125 47,-25-149-16,25 0-16,0 24 17,-25-24-17,24-25 1</inkml:trace>
  <inkml:trace contextRef="#ctx0" brushRef="#br0" timeOffset="11744.26">17264 11311 0,'25'0'46,"99"0"-14,-50-25-32,1 0 0,-50 25 15,49 0 1,124-49 15,-148 49-31,0-25 16,-1 25-16,-24 0 15,0 0 1,0 0-16</inkml:trace>
  <inkml:trace contextRef="#ctx0" brushRef="#br0" timeOffset="12504.21">18132 10294 0,'0'25'93,"25"-25"-93,0 25 16,24-1-16,26 51 16,-1-50-1,-49-1-15,174 150 47,-175-174-31,51 74 15,-50-74-31,-25 25 0,99 25 47,-99-25-16</inkml:trace>
  <inkml:trace contextRef="#ctx0" brushRef="#br0" timeOffset="13184.14">18504 11112 0,'-25'0'16,"25"-24"-1,0-1 1,0 0-16,0 0 16,0-24-16,0-175 46,0 175-46,0 24 16,25-223 31,-25 223-31,0 0-1,0 1 1,25-26 46</inkml:trace>
  <inkml:trace contextRef="#ctx0" brushRef="#br0" timeOffset="15424.73">19348 10592 0,'49'0'140,"1"0"-140,-1 0 16,1 0-16,0 0 16,173 0 15,-173 0-15,-26 0-16,1 0 15,25 0 1,-25 0-1,-1 0 1</inkml:trace>
  <inkml:trace contextRef="#ctx0" brushRef="#br0" timeOffset="16328.91">20067 10368 0,'0'-24'109,"25"24"-93,0 0 0,-1 24-16,1-24 15,50 0-15,-26 0 16,26 25 0,-51-25-1,76 50 32,-76-25-47,1-25 31,-25 24-15,25 51 31,-25-26-47,-25-49 15,-24 50-15,24-25 16,-124 74 15,124-99-15,0 0 0,1 25-1,-1-25 1,0 25 31,0-1 93</inkml:trace>
  <inkml:trace contextRef="#ctx0" brushRef="#br0" timeOffset="18576.27">21332 12973 0,'0'-25'47,"0"0"-32,0 0 17,0 1-17,0-1-15,0 0 32,0 0-32,0 0 15,0-24 1,0-174 46,0 198-62,0-25 0,0 1 16,0-51 0,0 1 15,0-50 31,0 124-46,0 1-16,-25 24 16,0-25-1,25-25 1,0-74 31,-24 75-47,-1 49 15,25-25 32</inkml:trace>
  <inkml:trace contextRef="#ctx0" brushRef="#br0" timeOffset="19616.27">21084 11906 0,'0'-25'47,"0"1"-47,25-1 15,0 0 1,-25-99 15,0 74-15,0 26-1,24-51 32,-24 50-47,0 1 0,0-1 16,25 0 62,0 25-47,0 0-15,0 0 0,-1 25-16,26 0 15,49 49 16,-99-49-15,25 0-16,0-25 16,0 24 31,-1-24-47,-24 25 0,25-25 15,-25 25 16,25 0 1</inkml:trace>
  <inkml:trace contextRef="#ctx0" brushRef="#br0" timeOffset="22344.65">21084 10244 0,'25'0'109,"0"0"-93,-25-24-16,49-26 15,-24 25 1,-25 0-16,74-99 62,-74 75-62,0 24 16,50-25 31,-50 100 109,0-25-156,0-1 16,0 26-16,0-25 15,50 74 1,-50-74 0,0 25-16,0-1 31,0-24-15,0 0-1,0 0 1,0-1-16,0 1 15,0 50 32,0-51-31,0 1 0,24 0 15,-24 0-16,0 0 17,25-1-1</inkml:trace>
  <inkml:trace contextRef="#ctx0" brushRef="#br0" timeOffset="23256.37">21332 10716 0,'-25'0'47,"50"-25"31,0 25-62,49 0-1,-49 0 1,0 0-16,24 0 31,125-50 16,-149 50-16,0 0 16</inkml:trace>
  <inkml:trace contextRef="#ctx0" brushRef="#br0" timeOffset="28304.31">22622 10071 0,'0'-25'110,"-25"25"-63,0-25-47,0 25 62,1 0-31,-26 0-15,-74 75 31,99-51-47,25 1 15,-25 74 48,25-74-47,0 0-1,0 0 16,0 0-31,0-1 16,0 1 47,0 0-32,25-25-16,25 0 1,-1-25 0,1 25 15,-25-49 0,-25 24-15,0 0-1,0 0 1,0 0-16,0 1 16,0-1-1,0-99 48,0 99-48,0 0 1,0-25 15,0 26-15,0-1-16,0-25 31,0 1-31,0 24 16,0-25 31,0 25-47,0 1 156,0-1-140,0 0 15,0 0-31,0 0 15,0 1 1,0-26 0,0 0-1,-25 26-15,25-1 32,0-25 14</inkml:trace>
  <inkml:trace contextRef="#ctx0" brushRef="#br0" timeOffset="30889.85">22076 10716 0,'25'0'16,"0"0"0,198 0 31,-198 0-47,0 0 15,-1 0-15,76 0 31,-76 0-31,150 0 47,-149 0-31,0 0-16,99 0 31,-99 0-31,49 0 47,-49 0 0,0 0-16</inkml:trace>
  <inkml:trace contextRef="#ctx0" brushRef="#br0" timeOffset="31904.49">22448 11088 0,'50'0'109,"-25"0"-93,-1 24-1,1-24 1,0 25-1,74 50 32,-74-75-31,0 0 0,0 25 15,0-1-16,-1-24-15,-24 25 16,25 0 0,0 0-16,49 49 62,-49-49-62,-25 0 31,25-25-15,25 25 31</inkml:trace>
  <inkml:trace contextRef="#ctx0" brushRef="#br0" timeOffset="32625.15">22746 11584 0,'0'-50'62,"0"-24"-46,25 24-16,-25 1 15,0 24-15,49-74 47,-49 74-47,25 0 0,25-25 31,-50 25-31,25 1 32,-25-1-17,0 0 1,24 0 0</inkml:trace>
  <inkml:trace contextRef="#ctx0" brushRef="#br0" timeOffset="48144.69">22399 11410 0,'0'-25'46,"-25"25"-14,0 0-17,0 0 1,-24 0 15,-1 0 16,25 0-16,0 0-15,1 0-16,24 25 16,-25 0-16,-25 49 46,50-49-30,0 74 31,0-74-47,0 0 16,0 49 30,25-49-14,0 0-17,0-25 63,-1 0-15,1 0-47,0 0-1,0 0 32,0 0-31,-1-25 31,1 25-32,-25-25 16,0 1-15,0-1 0,0 0-16,0 0 15,0 0 17,0 1-1,0-1-31,0 0 0,0-49 62,0 49-62,0-50 63,0 26-48,0-1 1,0-74 47,0 99-48,0 0 1,0 1 15,0-1-15,0 0 46,0 0-46,0 0 31</inkml:trace>
  <inkml:trace contextRef="#ctx0" brushRef="#br0" timeOffset="49608.76">23515 10071 0,'0'25'141,"0"-1"-125,0 1-16,25 50 31,-25-51-31,24 26 0,26 49 47,-50-74-32,25 25 1,-25-26 0,0 1-1,25 0 32,-1 0-16,-24 0 16,50-25-31,-50 24 0,25 1-16,-25 0 31</inkml:trace>
  <inkml:trace contextRef="#ctx0" brushRef="#br0" timeOffset="50480.24">23564 10765 0,'0'-49'16,"0"-1"-1,0 25 1,0 0-16,0 1 15,0-1 1,25 0-16,-25 0 31,0 0-15,0 1 0,25-26-16,25 0 62,-50 26-62,24-1 16,-24 0 62,25 0-31,-25 0-16,0 1 0</inkml:trace>
  <inkml:trace contextRef="#ctx0" brushRef="#br0" timeOffset="51448.19">24085 10393 0,'25'0'172,"50"0"-172,-26 0 15,1 0 1,-1 0-16,26 0 31,-50 0-15</inkml:trace>
  <inkml:trace contextRef="#ctx0" brushRef="#br0" timeOffset="52464.01">24507 10220 0,'-25'0'31,"0"0"16,25 24-16,0 1 31,0 0-46,25-25-16,50 50 31,-26-50-31,-24 0 16,25 24 0,98 1 30,-123-25-30,0 25 15,-25 0 1,0 0-17,0-1 1,-50 51 15,1-50-15,24-25 15,0 24 0,0-24 157,1 0-188</inkml:trace>
  <inkml:trace contextRef="#ctx0" brushRef="#br0" timeOffset="59648.79">23788 9351 0,'-25'25'125,"25"0"-125,-50 25 16,25-1-16,25-24 15,-49 49 1,49-49-16,-25 0 16,-25 74-1,26-99 1,-1 99 15,-25 1 0,25-51-31,-74 175 47,-25-1 0,99-174-31,1 1-16,-1 24 15,-74 174 32,74-198-47,0 0 0,0-26 16,-49 200 31,49-175-47,0 1 15,-149 347 32,150-348-47,-1 1 16,25 0-16,-25-1 16,-49 125 15,49-125-16,25 1 1,-25-25-16,25 0 16,-25 0-1,25-1-15,-25 1 16,25 0 0,-24 49-1,-1-24 1,25 0 31,0-26-47</inkml:trace>
  <inkml:trace contextRef="#ctx0" brushRef="#br0" timeOffset="62304">25846 10096 0,'0'-25'63,"0"0"-48,25 0 1,75-223 31,-76 198-32,1 26-15,-25-26 16,50-49 15,-50 148 110,0 1-126,0 0-15,0 74 32,0-50-32,0 348 47,0-373-32,0 26-15,25-50 16</inkml:trace>
  <inkml:trace contextRef="#ctx0" brushRef="#br0" timeOffset="63072.22">25673 10691 0,'25'0'46,"74"0"-30,-25-25-16,1 0 16,247-24 15,50-1 16,-322 50-47</inkml:trace>
  <inkml:trace contextRef="#ctx0" brushRef="#br0" timeOffset="66863.98">18653 16743 0,'25'0'94,"25"0"-79,24-25-15,0 25 16,-24-24-16,148 24 31,-148 0-15,-25 0-16,0 0 15,247 0 32,-222 0-47,25 0 16,-51 0-16,175-25 47,-174 25-32,-1 0-15,1-25 16,0 25 15</inkml:trace>
  <inkml:trace contextRef="#ctx0" brushRef="#br0" timeOffset="67848.78">19745 16321 0,'24'25'78,"26"25"-78,0-50 16,-1 25-16,26 0 15,24 24 1,-74-24-16,-1-25 16,76 0-1,-76 0-15,1 0 16,74 50 15,-24-26 16,-75 1-31,0 25 15,0 24 0,-223 25 16,173-74-31,0 0-1,26-25-15,-26 0 32,-24 25-1,49 0 16</inkml:trace>
  <inkml:trace contextRef="#ctx0" brushRef="#br0" timeOffset="73016.57">5680 16842 0,'0'-24'125,"25"24"-94,0 0-15,24 0-16,-24 0 16,273-50 31,-273 50-47,0 0 15,49 0 1,-49 0-1,0 0 64</inkml:trace>
  <inkml:trace contextRef="#ctx0" brushRef="#br0" timeOffset="74016.05">6102 16446 0,'25'0'94,"0"24"-94,24-24 15,1 25 1,-25-25-16,198 75 47,-174-51-47,-24 1 0,25-25 16,49 50 30,-99-25-30,0-1 0,0 26-1,0-25-15,-25 0 16,-74 49 15,74-74-15,-24 25-1,24 0 1,0-25 15</inkml:trace>
  <inkml:trace contextRef="#ctx0" brushRef="#br0" timeOffset="76984.36">7169 16272 0,'0'-25'31,"49"25"-15,1 0-16,49 25 31,-49 0-31,-26-25 16,26 24-1,-50 1 17,0 0-17,0 0 1,0 0-16,0 0 16,25-1 46,0-24-46,-1 25-16,76 50 47,-76-51-32,1 26 1,-25 24 31,0-24-32,-25-25-15,25 0 16,-49-1-16,24 1 16,0 0-1,0-25 16,1 0-15,-1 0 31</inkml:trace>
  <inkml:trace contextRef="#ctx0" brushRef="#br0" timeOffset="78592.02">8607 16272 0,'0'-25'31,"-25"0"-15,1 25 15,-1 0-31,-99 0 62,99 0-62,0 0 0,-49 0 16,-100 99 31,125-74-47,49 0 16,-25 25 15,25-25-31,0-1 31,0 76 32,0-51-63,0-24 15,49 25 32,1-50-47,49 0 31,-74 0-15,49 0 15,100-75 16,-174 50-47,25 25 16,0-49-16,24-50 47,-24 74-32,-25 0 1,0 0-16,0-25 15,0 1 1,0-1 0,0-123 46,0 123-62,0-24 16,0-1-16,-25-173 47,25 199-32,0-1-15,0 25 0,0-49 32,0 49-17</inkml:trace>
  <inkml:trace contextRef="#ctx0" brushRef="#br0" timeOffset="79857.12">8037 16892 0,'25'0'16,"-1"0"0,150-25 31,-149 25-32,24-25-15,100 25 47,-99 0-47,-1 0 16,1 0-16,0-24 15,24-1 1,-49 25-16,0 0 16,24 0-16,26 0 15,98-25 16,-123 25-31,99-25 63,-174 25 62,-49 0-125,-1 0 16</inkml:trace>
  <inkml:trace contextRef="#ctx0" brushRef="#br0" timeOffset="80888.12">8310 17735 0</inkml:trace>
  <inkml:trace contextRef="#ctx0" brushRef="#br0" timeOffset="82513.64">8508 17983 0,'0'-24'15,"0"-1"-15,-25 0 16,25 0-1,-25 25 1,1-25 31,24-24-31,-25 49-1,25-25 1,-25 0 15,0 25-15,0 0 109,25 50-110,-24-1 1,24-24 0,0 0-16,0 25 31,0-26-31,0 26 31,0-25-31,24 124 63,1-100-48,0-49-15,-25 25 47,25-25 16,24 0-32,-24-25-16,0 0 1,-25-24-16,25-26 31,-25 51-31,0-274 63,0 248-63,-25-24 15,0-75 17,25 124-32,-25-49 0,1-50 47,-1 99-32,25 0 1,-99-148 31,99 148-47,-25 0 15,25 0 1,0 0-16,-25 1 16</inkml:trace>
  <inkml:trace contextRef="#ctx0" brushRef="#br0" timeOffset="83257.28">8731 17413 0,'25'25'78,"0"24"-62,0 1-16,-1-25 16,125 148 15,-124-148-31,25 0 15,-50 25-15,74 74 47,-49-100-31,-25 1-16,-25-25 156</inkml:trace>
  <inkml:trace contextRef="#ctx0" brushRef="#br0" timeOffset="83888.63">8731 18107 0,'0'-24'31,"0"-26"-15,25 0-16,-25 26 15,25 24-15,24-100 47,-24 76-47,0-26 0,25 0 16,-26 1-16,101-224 47,-101 223-47,1 25 15,-25 1 17,0-1 14,0 0 48</inkml:trace>
  <inkml:trace contextRef="#ctx0" brushRef="#br0" timeOffset="86297.78">9376 15900 0,'25'0'79,"0"0"-79,0 25 15,49 74 1,0-50-1,-49 1-15,25 0 16,-1 24 0,-49-24-16,50-26 15,0 76 17,-26-75-32,-24-1 15,25 1-15,-25 0 16</inkml:trace>
  <inkml:trace contextRef="#ctx0" brushRef="#br0" timeOffset="86928.53">9327 16818 0,'-25'0'16,"25"-25"-16,49-25 15,-24 1 1,25-75 0,99-273 46,-149 347-62,24 25 16,1-24-16,-25 24 31,25 0-31,25-25 31,-50 26-31,74-26 31,-24 25 32,-75 25 15,-25 0-78</inkml:trace>
  <inkml:trace contextRef="#ctx0" brushRef="#br0" timeOffset="88769.58">10071 14957 0,'-25'25'94,"0"25"-94,-25 49 15,26-50-15,-26 1 16,-248 347 15,224-347-15,49 24-16,-223 248 62,223-247-62,-297 471 78,322-497-78,-75 100 32,26-50-17,-75 199 48,99-249-63,-99 125 31,25 0 16,99-75 0,-25-74-47,25 0 15,-25-1 1,0 26-16,25-25 16,-49 124 30,49-125-30,0 1 0,0 0-1,0 0 1,0 0 0,0-1-16,-25 26 15,25-25-15,0 24 16,-25 1-16,0-25 15,25 24 1,0-24-16,0 25 16,0-25 15,0 24-15,0-73 109,-24-51-125,-1 1 15,25-75 1</inkml:trace>
  <inkml:trace contextRef="#ctx0" brushRef="#br0" timeOffset="89904.23">8409 14709 0,'25'-25'79,"-1"1"-79,1-1 15,0 0 16,0 0-31,-25-24 16,25-1 15,-25 25 16,24 25 63,1 50-95,-25-1-15,0 100 31,0-99-31,0 223 47,0-149-15,0-100-32</inkml:trace>
  <inkml:trace contextRef="#ctx0" brushRef="#br0" timeOffset="90536.97">8384 15180 0,'50'0'63,"-1"0"-63,50 0 15,-49 0 1,124-49-1,-50 24 48</inkml:trace>
  <inkml:trace contextRef="#ctx0" brushRef="#br0" timeOffset="92297.29">15751 15776 0,'25'0'31,"-25"25"0,0 24-15,0-24 15,0 25-31,0-26 0,0 125 47,0-124-31,0 0-16,0 0 15,0-1-15,0 1 141</inkml:trace>
  <inkml:trace contextRef="#ctx0" brushRef="#br0" timeOffset="93000.57">15627 16173 0,'25'0'63,"-25"24"-47,25 1-16,-1 0 15,26 49 1,-50-49-16,25 25 15,0-50 48,-1 0-47,100-25 30,-49-25 1,-75 26-31,25-1-16</inkml:trace>
  <inkml:trace contextRef="#ctx0" brushRef="#br0" timeOffset="101760.58">2257 17388 0,'25'0'78,"25"0"-62,-1 0 0,100 0-1,-99 0 1,24 0-16,-24 0 15,148 0 17,-148 0-32,24 0 15,1 0-15,73 0 32,-123 0-32,124 0 31,223 0 31,-273 25-62,-49-25 0,124 0 32,-125 0-32,-24 0 15,0 0-15,74 0 47,-25 25-31,-24-25-16,74 24 15,-74 1 1,-1-25-16,274 0 47,-298 0-47,-1 0 15,1 0-15,50 0 32,-26 0-32,1 0 15,223 0 32,-249 0-47,1 0 0,0 0 16,198 0 31,-148 0-47,-26 0 15,51 0 1,-76 0 0,26 0 15,-25 0-31,0 0 15,148-25 32,-148 25-47,0 0 63,0 0-48,198-49 48,-198 49-63,223 0 62,-199 0-46,-24 0-16,0 0 0,0 0 172,-25 25-156,0-1-1,0 1-15,-25 99 31,0-74-15,25-25 0,-25 0-16,1 49 31,24-24 0,0-26-15,0 26 15,-25 49 0,-25 25 32,25-99-16,25 25-16,-49-50 16,49 24-47,-25 1 15,0 0 48,25 0-32,0 24 0,-25-49-15,25 25 47,0 0-1,-25-25-31,1 25-15,-26 0-16,-24-25 31,-26 0-31,-123 0 47,174 0-31,24 0-16,-25 0 0,1 0 15,-150 0 32,149 0-47,26 0 16,-1 0-16,0 0 15,-99 0 17,99 0-32,0 0 15,-24 0-15,-174 0 47,173 0-47,0 0 16,-24 0-16,24 0 15,-98 0 17,123 0-17,0 0-15,-25 0 16,25 0-16,-123 0 47,123 0-47,-25 0 0,1 0 15,-274 0 32,274 0-31,-1 0-16,25 0 16,-24 0-1,-1 0-15,-24 0 31,49 0-15,-124 0 31,124 0-47,0 0 0,0 0 16,-173 0 30,173 0-46,-24 0 16,24 0 0,0 0-1,0 0-15,-24 0 32,24 0-32,0 0 15,0 0 1,-49 0 31,49 0-32,0 0 1,0 0 0,-74 0 15,74 0-31,1 0 0,-26 0 62,-24 0-30,49 0-32,0 0 0,-74 0 46,74 0-46,0 0 16,0 0 0,0 0-16,1 0 31,-1 0 0,-149 0 32,149 0 46,1-25-109,24 0 16,0-74-1,-25 74-15,25 0 16,0-272 31,0 247-47,0 25 15,0 0-15,0-49 47,0 49-31,0 0 0,0 1-1,0-1 1,0 0 31,-25 25-16,25-25-31,0 0 47,0 1-32,0-1 1,0 0 0</inkml:trace>
  <inkml:trace contextRef="#ctx0" brushRef="#br0" timeOffset="111040.26">5680 17438 0,'0'24'141,"0"1"-141,0 0 15,0 0-15,0 0 32,0 0-17,0-1 1,0 1-1,0 0 1,0 0 0,0 74 31,0-74-32,0 0-15,0 24 47,0-24-31,0 0-16,-25 24 15,25 1 32,0-25-31,0 0-1,0-1 32,0 1-15,0 25-17,0-25 1,0-1-1,0 1 1,0 0 0,0 0-1,0 49 48,0-49-63,0 0 31,0 0 63,0-1-94</inkml:trace>
  <inkml:trace contextRef="#ctx0" brushRef="#br0" timeOffset="118872.31">14734 18455 0,'25'0'109,"0"0"-93,-1 0 0,51 0 15,-50 0-15,24 0-16,125 0 62,-149 0-62,24 0 16,75-25 31,-99 25-32,0 0 1,74 0 15,348-25 32,-249 0-32,-148 25-31,-1 0 15,150-49 32</inkml:trace>
  <inkml:trace contextRef="#ctx0" brushRef="#br0" timeOffset="125208.28">6474 17413 0,'-25'0'94,"0"0"-78,1 0-1,-1 0 1,0 0 15,0 0-31,-24 0 16,24 0-1,0 0 48,0 0-48,0 0 1,1 25 62,-1-25-62,0 0-1,0 24-15,25 1 0,-49-25 16,49 25 0,-25-25-1,25 25-15,-25 0 16,0 0 0,25-1 15,0 1-31,0 0 15,0 0 17,-25 24-1,25-24-31,0 0 16,0 74 30,0-74-30,0 0 0,0 0-1,0-1-15,0 1 16,0 0 15,0 0-15,0 49 31,0-49-47,0 0 0,25 49 62,-25-49-62,25 0 16,-25 24 31,25-49-32,-25 25-15,25 0 32,-1-25-17,-24 25 1,25-25-1,50 49 32,-51-49-31,100 0 31,-99 0-47,0 0 15,124 0 48,-100 0-47,1-74 30,0 49-30,-26 0 0,51-74 46,-75 74-62,0 1 16,0-1-1,0-25 1,0 25 0,0 1-16,0-1 15,0 0 1,0-49 31,0 49-47,0 0 0,-25-49 62,25 49-46,0 0 0,-25 25 15,0-50-16,1 50 1,-1-24 15,0 24-15,0 0 46,0-25-46,25 0 0,-24 25 15,-1 0 0,0 0 47,0 0-78,0 0 32,1 0-1,24-25-16,-25 25 1</inkml:trace>
  <inkml:trace contextRef="#ctx0" brushRef="#br0" timeOffset="127865.27">1736 6300 0,'50'0'110,"49"0"-110,0 0 15,1067 0 16,-843 0-15,98-24-16,-123 24 16,49 0-16,1142 0 47,-1093 0-47,101-50 0,1115 0 31,-1240 50-16,-50 0-15,150 0 16,-348 0 0,24 0 15,-123 0 31,0 0-46</inkml:trace>
  <inkml:trace contextRef="#ctx0" brushRef="#br0" timeOffset="135360.76">17066 18306 0,'0'25'31,"24"-25"0,1 24-31,0-24 16,0 0 0,24 0-1,1 0-15,49 0 32,-74 0 30</inkml:trace>
  <inkml:trace contextRef="#ctx0" brushRef="#br0" timeOffset="141154.12">18132 17438 0,'0'24'62,"0"1"-62,0 25 16,0 24-16,25 50 15,-25-74 1,25 49-16,0 25 31,-25-74-31,0 148 47,0-173-16,0 0-15,0 0 0,0-1-1,0 1 1,0 0 0,0 0-1,0 0-15,0-1 16,24 1 31,1-25 0,25 0-32,99-74 16,-100 74-31,1 0 16,223-75 31,-248 75-47,247 0 62,-247 0-62,-25-24 204,0-51-204,-25 26 15,1-1-15,-1-99 16,25 75-1,-25-25-15,-74-298 47,99 347-31,-25 0-16,25 26 187,-25-1-171,0 0 0,1 25-1,24-25-15,-25 25 47,0 0-31,0 0-16,-124 0 47,125 0-32,-1 0 17,0 0-17,0 0 1,-49 0-16,49 0 15,0 0 1,0 0-16,-148 0 47,123 0-31,0 0-1,1 0 16,24 0-15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1T20:33:43.63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2208 2778 0,'0'25'31,"24"-25"-15,1 0 0,0 0-16,0 0 15,124 0 1,-75 0 0,75 0-1,149 0 48,-224 0-63,-24 0 15,-1 0-15,373 0 47,-348 0-31,1 0-16,-26 0 0,199 0 62,-223 0-62,50 0 16,-26-25-16,125 0 47,-149 25-47,24 0 15,-24 0-15,198 0 47,-173 0-47,-1 0 16,26 0-16,247 0 47,-272 0-32,-25 0-15,49 0 16,75-24 31,-124 24-47,24 0 0,-24 0 16,198 0 30,-148 0-46,-25 24 16,-1-24-16,522 0 47,-497 0-31,-24 0-16,123-24 46,-148 24-30,0 0 0,49 0 31,-24 0-47,0 0 15,-1 0-15,100 0 16,-50 0-1,0 0-15,75 0 16,-100 0 0,199 0 15,-223 24-31,0-24 0,322 0 47,-323 0-32,-24 0-15,0 0 16,0 0 31,-1 0-31,1 0-16,50 0 15,-1 25 1,50-25 15,-99 0-31,24 0 16,-24 0 15,0 0-31,0 0 31,0 0-31,0 0 47,24 0-47,1 25 16,24 0-1,-49-25 1,124 25 0,-100-25-1,-24 0 32,0 0-16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1T20:36:59.37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2084 11013 0,'49'0'109,"50"0"-109,1 0 16,48 0-16,225 0 31,-175 0-31,0 0 0,174 0 31,-297 0-31,-1 0 16,1 0 0,-1 0-16,397 0 31,-272 0-15,24 0-16,50 0 15,992 0 32,-1042 0-47,-74 0 0,0 0 16,124 0 31,-224 0-47,-24 0 15,0 0-15,149 0 47,-100 0-47,-24 0 16,24 0-16,621 0 62,-596 0-62,25 0 16,471 0 31,-520 0-32,-1 0-15,0 0 16,150 25 15,-175-25-15,-24 0-16,0 0 0,347 0 62,-322 0-62,-1 0 0,1 0 16,49 0 0,-49 0-16,-26 0 31,125 0 31,-124 0-15,25 0-31,-26 0-1,200 0 32,-200 0-47,26 0 16,49 0 31,-74 0-47,49-25 31,-24 25 0,-25 0 1,0 0 30,0 0-31,-1 0 1,1-25-1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1T20:34:29.4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4986 5928 0,'49'0'125,"-49"25"-93,0 0-32,0 0 15,0 24-15,25-49 16,-25 25 15,0 0-15,0 0-1,0 0 48,0-1-63,0 1 31,0 25 141,25-50-156,0 0-1,124 0 1,-125 0 0,1 0-16,0 0 15,0 0-15,0 0 16,-1 0-1,1 0 1,0 0 15,0 0 1,0 0 14,-1 0-14,1 0-1,0 0-31,0 25 0,0-25 31,-1 0 0,-24-25 282,0 0-282,0 0-15,0 0-1,0 1 32,0-1 16,0 0-32,0 0-15,0 0 15,0 1 16,0-1 0,0 0-16,0 0 0,0 50 297,0 25-328</inkml:trace>
  <inkml:trace contextRef="#ctx0" brushRef="#br0" timeOffset="4207.88">6152 5308 0,'0'-25'63,"-25"25"-48,0-24 1,25-1-1,-25-50 1,0 51 0,25-1-1,0-99 32,0 74-31,-24 25-1,24-49 32,0 49 235,49 25-267,-24 0 1,25 0-16,-26 0 15,26 0-15,24 0 32,-24 0-32,74 0 62,-99 0-62,0 0 16,-1 0-1,1 0-15,50 25 63,-51-25-47,26 25 15,-25-25-31,0 0 31,-1 0-15,26 25 15,-25-25-31,25 24 16,24-24 15,-49 0-16,0 0-15,-25 25 16,49-25 0,1 0 15,-25 0-31,-1 0 0,1 0 31,0 0 0,0 0-15,0 0 0,-1 0 15,26 0 0,-25 50 141,-25-25-156,0-1 15,0 26-31,0-25 16,0 0-1,0 49 48,0-49-63,0 0 31,0-1-15,0 1 30,0 0-46,0 0 16,0 0 15,0 24 16,0-24 0,0 0-47,0 0 63,0-1 187,25-24-235,-1 0 16,1 0-31</inkml:trace>
  <inkml:trace contextRef="#ctx0" brushRef="#br0" timeOffset="6856.14">8111 5854 0,'0'-25'94,"0"50"-78,25 25-1,0-26-15,-25 26 16,49 74 31,-49-99-31,0 0-16,25 74 46,-25-74-30,0-1 31,0 1 109,0 0-125,0 0 1,0 0-17,0-1 1,0 1 0,0 0 15,25-25 172,0 0-187,0 0-16,24 0 15,1 0-15,99 0 47,-125 0-47,1 0 0,0 0 16,49-25 31,-49 25-47,0 0 0,0 0 15,99 0 32,-99 0-31,-1 0-1,1 0 1,0 0 0,25 0-1,-25 0 1,-1 0-1,1 0-15,0 0 16,74 0 31,-99-25 172,0-24-204,0 24-15,0 0 16,0-99 15,0 75-31,0 24 16,0-74 31,0 74-47,0 0 15,0 0-15,-25-74 63,25 74-63,0 0 31</inkml:trace>
  <inkml:trace contextRef="#ctx0" brushRef="#br0" timeOffset="14615.37">5308 6573 0,'25'0'125,"0"50"-93,0-25-17,-25-1-15,24 1 16,-24 0-16,75 174 62,-50-150-62,-1-24 16,-24 25-16,50 49 62,-50-74-62,25 24 0,-25-24 16,25 49 31,-25-49-47,0 0 16,24 124 30,-24-124-30,0-1-16,0 100 31,0-99-15,0 248 31,0-248-47,0 0 15,0 49 1,0 174 47,0-198-63,0-1 15,0 125 16,0 24 1,0 150 15,0-323-32,0-1-15,0 26 16,0 99 31,0-100-47,0-24 15,-24 198 32,24-198-31,0 0-16,0 0 47,0 0 250,24-25-266,51 0-31,-26 0 15,51 0 1,-51 0-16,1 0 16,99 0 31,-124 0-32,-1 0-15,26 0 31,-25 0-31,24 0 32,1 0 30,-25 0-46,0 0 15</inkml:trace>
  <inkml:trace contextRef="#ctx0" brushRef="#br0" timeOffset="15782.98">6226 9575 0,'0'24'125,"25"-24"-125,24 0 16,1 25-16,-25 0 15,24 0 1,-49 0-16,25-25 0,74 49 31,-74-24-31,25 0 63,-50 0 46,0-1-93,0 26-1,0 0 1,-25-26 0,0 1-1,25 0-15,-25-25 16,-24 50 0,-125-1 46,149-49-46,1 0-1,-1 0-15</inkml:trace>
  <inkml:trace contextRef="#ctx0" brushRef="#br0" timeOffset="26272.46">6747 9500 0,'49'0'62,"-24"0"-46,0 0-1,74 0 32,-74 0-47,50-25 16,-1-24 31,-49-1-47,-25 25 15,25 25-15,-1-74 63,-24 49-32,0 0-15,0 50 124,0 0-140,0 25 16,0-1-16,0 1 31,0-1-31,0 1 0,0-25 16,0 124 31,0-125-47,0 1 15,0 0-15,0 49 47,0-49-47,0 0 16,0 0-1,0 0-15,0-1 32</inkml:trace>
  <inkml:trace contextRef="#ctx0" brushRef="#br0" timeOffset="27111.83">6945 10120 0,'25'0'47,"0"0"-31,49-24-16,-49-1 16,0 25-1,25 0 1,-26 0-1,1-25 17,0 0-32,0 25 31,0 0-31,24 0 16,-24 0 15,25 0 0,-26 0-15</inkml:trace>
  <inkml:trace contextRef="#ctx0" brushRef="#br0" timeOffset="32815.32">7516 9897 0,'25'0'62,"-1"0"-46,1 0-16,99 0 31,-49 0-31,-1 0 16,348 0 30,-323 0-46,-25 0 0,26 0 16,669 0 31,-670 0-47,0 0 16,75 0-1,644 0 16,-619 0-15,24 0-16,372 0 31,149 0 1,-99 0 14,-471 0-46,942 0 63,-1017 0-47,149 0-1,298 0 48,-521 0-48,24 0-15,-24 0 16,25 0 15,223 0 16,-224 0-47,1 0 16,173 0 15,174 0-15,-223 0-16,-1 0 15,-73 0-15,98 0 47,-173 0-31,0 0-1,49 0 17,-49 0-17,0 0-15,24 0 0,-24 0 16,49 0 31,-24 0-47,-25 0 0,24 0 15,100 0 17,-74 0 14,-50 0-46,-1 0 16,1 0 0,25 0-1,-1 0-15,26 0 0,98 0 32,-24 0-1,50 0 16,24 0-16,-173 0-15,-26 0-16,1 0 15,-25-25 235,-25-24-250,25 24 16,0 0-16,0-49 15,-49-100 17,24 100-17,25 49-15,0-50 16,-75-247 31,51 272-47,24 1 15,-25-100 1,-25-25 15,25-24 32,25 173-63,-24-25 15,-1 26-15,25-1 16,0-99 15,0 74-15,-25 1-16,0-1 0,25-149 62,0 150-46,0-26 0,0 51-1,0-1-15,-49-99 47,49 99-47,0 0 16,0 0-1,0-99 17,0 100-17,0-1 17,0 0-17,0 0-15,0-49 47,0 49-47,0 0 0,0-24 16,0-26 31,0 50-16,24 1 0,-24-1-15,0 0-1,0-25 17,0 25 14,0 1-14,0-26-1,0 25 16,0-24-32,0 24 17,0 0-1,0 0 0,0 0 16</inkml:trace>
  <inkml:trace contextRef="#ctx0" brushRef="#br0" timeOffset="34264.51">17661 6871 0,'25'-25'47,"0"0"-16,-1-24-16,26 49 1,-25-25 15,99-74 32,-99 74-63,49-50 31,0-49 16,-74 100-47,25 24 16,25-50 46,-50 25-46,25 0-16,-1 25 172,1 0-16,0 0-141,25 0 1,74 124 15,-124-74-15,24-25-16,26 74 62,-25-74-46,-25 0 31,0-1-31,25 1-1</inkml:trace>
  <inkml:trace contextRef="#ctx0" brushRef="#br0" timeOffset="37376.69">6722 6276 0,'0'24'109,"0"1"-93,0 0-16,0 0 15,0 24-15,0 51 47,0-76-47,0 26 16,0-25-1,0 74 17,0-74-32,0 24 15,0-24 1,25 50 0,-25-26-16,25 75 31,-1-74-31,-24-25 15,0 24 1,25 100 31,-25-99-31,0 173 30,0-173-46,0-26 16,0 1-16,0 25 16,0-25-1,0 24-15,0 75 47,0-99-31,0 0-1,0 49 17,0-49-1,0 0-15,0 0 15,0 0-16,0 99 32,0-100-47,0 1 16,25 0 0,0-25 280,0 0-296,0 0 16,24 0 0,-24 0-16,25 0 15,148-50 32,-173 50-47,0 0 16,-1 0-16,125-24 47,-124 24-32,0 0-15,0 0 16,24 0 15,-24 0-15,0 0-1,0 0 1,24 0 15,-24 0-31,0 0 16,0 0 0,-1 0-1</inkml:trace>
  <inkml:trace contextRef="#ctx0" brushRef="#br0" timeOffset="38551.93">7764 8037 0,'74'25'125,"-24"-1"-125,-1-24 16,1 25-16,99 25 47,-124-50-47,0 0 16,24 25 30,-24-1-30,-25 1 31,0 0-31,0 0-1,-25 0 32,25-1-47,-25-24 0,1 0 16,-51 25 31,50 25-16,1-50-16,-1 0-15,-25 49 32,25-24-32,0 0 31,1 0-31,-1-25 16,-50 49 15</inkml:trace>
  <inkml:trace contextRef="#ctx0" brushRef="#br0" timeOffset="51942.38">8434 7838 0,'24'0'140,"1"0"-124,25 0-16,-25 0 16,24 0-1,-24 0 1,0 0-1,74 75 17,-99-26-17,25-24 1,0 25 31,-25-1-47,0-24 31,0 0-31,0 0 0,0 99 63,0-99-63,-25-1 15,25 1 204,25 0-219,-1-25 16,51 0-1,-50 0 1,49 50-1,-49-50 1,0 24 0,0 1 15,-25 25-15,0-25-1,0 24 16,0-24-15,0 0 31,0 0-47,0-1 16,-50 1-1,25-25 1,0 0-16,0 0 15,1 0 32,-1 0-47,0 0 32,0 0-32,-49 0 31,49-25 0,25 1 47,0-26-62,50 50-16</inkml:trace>
  <inkml:trace contextRef="#ctx0" brushRef="#br0" timeOffset="75375.75">9525 5854 0,'25'0'125,"24"0"-110,1 0-15,124 25 47,-125-25-47,-24 0 16,25 0 0,49 0 15,-74 0-16</inkml:trace>
  <inkml:trace contextRef="#ctx0" brushRef="#br0" timeOffset="76511.14">10120 5581 0,'-24'0'16,"24"25"93,0 0-93,0-1 0,49 1-16,-49 0 15,174 74 32,-149-99-31,-1 0-16,1 0 15,-25 25 1,25-25-16,25 25 63,-26-25-48,-24 25 16,0 24 1,0-24-32,-24 0 15,-76 0 17,1 0-1,74-25-31,1 49 31,-1-49-31,-25 0 31,1 25-31,24 0 0,0-25 47,0 0-31</inkml:trace>
  <inkml:trace contextRef="#ctx0" brushRef="#br0" timeOffset="81519.84">10716 5407 0,'0'-24'94,"24"24"-78,26 0-1,0 0-15,24 0 16,-24 0-1,-26 0 1,1 0-16,0 0 16,0 0-16,24 0 31,-24 0-15,-25 24-1,25 1-15,-25 74 63,0-74-63,-124 149 62,99-174-62,-24 25 31,24 24 1,0-24 30,25 0-46,0 0-1,0 0 17,0-1-32,0 1 31,74 50 0,26-26 0,197-49 32,-272 0-47,0 0-16,0 0 15,0 50 204</inkml:trace>
  <inkml:trace contextRef="#ctx0" brushRef="#br0" timeOffset="96457.48">18033 4539 0,'-25'-25'31,"25"1"1,0-1-17,25-25-15,-25 1 32,25-1-32,24-24 31,-49 24-16,25 0 1,-25 75 125,0 25-141,0-25 15,25 24-15,0 1 16,-25-25 0,0-1-16,25 26 0,-25 49 31,0-74-31,0 49 31,0-49 32,0 0-17,0 0 48,0 0-78,0 24-1,0 1-15</inkml:trace>
  <inkml:trace contextRef="#ctx0" brushRef="#br0" timeOffset="97631.7">18157 4911 0,'-25'0'47,"25"-24"-16,0-1 173,-25 25-189,1 0 1,48 0 156,1 0-157,0 0-15,25 0 16,-26 0 0,26 0 30,-25 0-14,0 0-17,24 0 1,-24 0-16,25 0 16,24 0-1</inkml:trace>
  <inkml:trace contextRef="#ctx0" brushRef="#br0" timeOffset="98399.05">18777 4291 0,'0'50'78,"0"-1"-62,25 26-16,-25-26 16,25 51-1,-25-76-15,0 26 16,0 0-1,0-26-15,0 26 32,0-25 30,0-50 32</inkml:trace>
  <inkml:trace contextRef="#ctx0" brushRef="#br0" timeOffset="99063.67">18653 4490 0,'25'0'94,"0"0"-78,0 0-16,24 24 15,50-24 16,-74 0-15,0 0 0,49 0 15,-24 0 0,0 0 110,-26 25-141</inkml:trace>
  <inkml:trace contextRef="#ctx0" brushRef="#br0" timeOffset="100392.28">19596 4142 0,'49'0'110,"-24"0"-95,0 25 17,0-25-32,0 25 15,-25 74 32,0-24-47,0-51 0,-50 26 63,50-25-1,25 0-46,24-1-16,-24 1 15,25 0-15,24 49 32,-49-74-32,0 149 46,-25-124-30,0 0 0,0 0-1,0 0 1,-25-25 0,-198 49 46,198-49-62,0 0 31</inkml:trace>
  <inkml:trace contextRef="#ctx0" brushRef="#br0" timeOffset="101303.35">20786 4217 0,'25'0'78,"-25"25"-78,25 24 15,-25 50 17,25-49-32,-25-25 0,49 49 31,-24 25 0,0-24 32</inkml:trace>
  <inkml:trace contextRef="#ctx0" brushRef="#br0" timeOffset="102023.66">20563 4514 0,'25'0'47,"24"-24"-32,26 24-15,-50-25 16,74 25-1,-74-25 1,49 25 31,-49 0 15,0 0 95</inkml:trace>
  <inkml:trace contextRef="#ctx0" brushRef="#br0" timeOffset="103488.46">21530 4390 0,'25'0'63,"0"0"-48,0 0-15,0 0 16,24 0-1,-24 0-15,25 0 32,49 50 30,-99 173-31,-25-198-15,0 74 15,1-74-31,-26 50 63,50-51-48,0 1 1,-25 0-16,75-25 109,-1 0-93,1-25 0,0 25-16,-26 0 15,26 0 1,0-25 15,-26 25-31,1 0 16</inkml:trace>
  <inkml:trace contextRef="#ctx0" brushRef="#br0" timeOffset="104439.93">22969 4465 0,'25'0'62,"0"0"-46,74 0-1,-25 0-15,50-25 32,-74 25-32,-25 0 15</inkml:trace>
  <inkml:trace contextRef="#ctx0" brushRef="#br0" timeOffset="104951.92">23267 4762 0,'0'0'0,"49"0"16,51 0 15,-76 0-31,51 0 62,-50 0-62,-1 0 16,1 0 31</inkml:trace>
  <inkml:trace contextRef="#ctx0" brushRef="#br0" timeOffset="108471.08">24383 3994 0,'0'-25'31,"0"0"-15,-50 25-1,26 0-15,-26 0 16,-173 0 31,198 0-47,0 0 15,25 25 157,0 0-156,0 24-16,25-24 16,25 99-1,-50-74 1,0-26-16,0 1 15,0 25 1,0-25 15,0-1 1,24-24 30,1 0-46,25 0-16,-1 0 15,26 0 1,-50 0-16,-1 0 16,76 25 30,-76 0-46,1 0 16,0-25 0,-25 25-1,25-1 17,-25 1-17,0 0 32,25 0-47,-25 24 31,0-24-31,0 0 16,0 0 0,-25 0 15,-25-1 0,-74-24 16,99 0-31,1 0-16,-1 0 15,0 0 16</inkml:trace>
  <inkml:trace contextRef="#ctx0" brushRef="#br0" timeOffset="183984.14">6028 14660 0,'0'24'140,"0"1"-124,0 0-16,0 0 16,0 0-16,0 24 15,0-24 1,0 49-1,0 26 17,0-26-1,0 25 16,0-74-47,0 0 15,0 0 17,-25-50 93</inkml:trace>
  <inkml:trace contextRef="#ctx0" brushRef="#br0" timeOffset="184543.84">5879 15180 0,'25'0'93,"-1"25"-93,-24 25 16</inkml:trace>
  <inkml:trace contextRef="#ctx0" brushRef="#br0" timeOffset="185736.88">5879 15131 0,'25'49'110,"-1"1"-95,-24 0 1,25 74 31,0-50-47,-25 50 47,0-99-32,0 0-15,25 24 63,0-49 15,-1-24-62,1-1-1,99-149 16,-124 125-31,25 24 16,-25 0 0,0 0-16,0 0 15,0 0 1,25 1 31</inkml:trace>
  <inkml:trace contextRef="#ctx0" brushRef="#br0" timeOffset="187103.4">5730 16049 0,'0'-25'47,"25"25"-47,24 0 15,1 0-15,148 0 47,-173 0-47,0 0 0,0 0 16,0 25 31,-1-1-47,26 1 15,-50 0-15,0 0 16,0 74 15,0-74-15,0 0-16,0 24 16,-25-24 30,0 0 17,25 0-32,0 0-31,0-1 125,0 1-78,0 0-31,0 0 15</inkml:trace>
  <inkml:trace contextRef="#ctx0" brushRef="#br0" timeOffset="187807.44">5978 16396 0,'74'0'109,"1"-25"-93,-26 0-16,-24 0 16,0 25-16,74 0 15,-74 0 1,0-24-16</inkml:trace>
  <inkml:trace contextRef="#ctx0" brushRef="#br0" timeOffset="190551.78">6548 16346 0,'50'0'203,"0"0"-203,-1 0 16,1 0-16,24 0 16,100 0 15,-124 0-31,24 0 15,-24 0-15,24 0 16,422 0 15,-372 0-31,-25 0 16,25 0-16,124 0 47,-223 0-32,25 0-15,-1 0 16,26 0-16,222 0 47,-222 0-47,-1 0 0,1 0 16,446 0 30,-373 0-46,-24 0 16,25 0-16,-49 0 16,321-74 15,-322 49-15,-49 25-16,-25 0 15,49 0-15,224 0 47,-199 0-47,0 0 0,25 0 16,25 0-16,372 0 47,-347 0-47,-25 0 0,-25 0 15,0 0-15,322 0 47,-372 0-47,26 0 16,-26 0-1,25 0-15,249 0 32,-224 0-17,-25 0-15,50 0 16,545 0 31,-520 0-47,-1 0 15,-24 0-15,0 0 16,446 0 15,-396 0-31,-50 0 16,-25 0-16,0 0 15,397 0 17,-397 0-32,-50 0 15,0 0-15,323 0 63,-322 0-63,-1 0 0,1 0 15,98 0 1,-74 0 0,1-25-16,-26 25 15,-24-25 48,-25 25-63,-1 0 15,1 0-15,0 0 16,124-24 15,-100 24-15,1 0-16,0-25 16,-1 0-1,-24 25-15,0 0 31,0 0-31,74-25 63,-99 0 124,0 1-187,0-26 16,0 0-16,0-49 16,0 74-1,0-49-15,0-273 63,0 297-63,0 0 0,0-74 62,0 100-30,0-26-1,0 25-16,0 0 17</inkml:trace>
  <inkml:trace contextRef="#ctx0" brushRef="#br0" timeOffset="191728.18">19000 15329 0,'-24'0'32,"24"-49"-1,24-100-15,-24 99-1,0-49 1,0 0 31,25 74 15,0 0-46,0 25 124,24 0-140,-24 50 16,74 24 31,-74-74-31,0 0-1,0 25 1,0 0-16,-1 0 31,26-1 0</inkml:trace>
  <inkml:trace contextRef="#ctx0" brushRef="#br0" timeOffset="212503.99">7714 14387 0,'0'25'281,"0"-1"-265,0 26 15,25-25-31,-25 0 0,25 74 62,-25-74-46,0-1 0,0 1 15,25 0-31</inkml:trace>
  <inkml:trace contextRef="#ctx0" brushRef="#br0" timeOffset="213673.35">7590 14684 0,'0'50'94,"25"-25"-79,-25 24 1,0-24 0,25 0-16,0 49 31,-1-24-31,26 49 62,-25-99 17,0 0-33,24 0-30,-24-25 0,-25-24-16,25 24 15,74-198 32,-99 198-47,0 0 31</inkml:trace>
  <inkml:trace contextRef="#ctx0" brushRef="#br0" timeOffset="-214279.26">7838 15553 0,'-25'0'78,"25"-25"-63,0 0 1,25-25-16,0 26 16,-25-1-1,25-50 32,0 75 78,-1 25-109,-24 25-1,0 49 1,0-74 0,25 24 15,0-24-31,-25 0 31,0 0 125</inkml:trace>
  <inkml:trace contextRef="#ctx0" brushRef="#br0" timeOffset="-213585.17">7789 15875 0,'24'0'63,"26"-25"-63,24 0 15,-49 25 1,99-74 0,-74 74 15</inkml:trace>
  <inkml:trace contextRef="#ctx0" brushRef="#br0" timeOffset="-208183.61">9823 13990 0,'49'0'203,"1"0"-187,24 0-16,-24 0 16,0 0-16,98 0 47,-123 0-47,0 0 15</inkml:trace>
  <inkml:trace contextRef="#ctx0" brushRef="#br0" timeOffset="-207392.81">10319 13816 0,'-25'0'16,"50"25"109,0 0-109,-1-25-16,1 49 15,149 1 17,-149-25-17,-1-25 1,-24 25-1,25-25-15,-25 24 32,0 26-17,0-25 1,-248 74 46,149-74-30,74 0-32</inkml:trace>
  <inkml:trace contextRef="#ctx0" brushRef="#br0" timeOffset="-206321.13">11013 13494 0,'25'0'109,"0"0"-93,74 25-1,-74-25 1,0 0-1,24 74 17,-49-24-17,0 49 1,-74 124 15,-1-99 32,75-99-48,0 0 32,25-1 31,0-24-62,99 25 15,-25 0-31,149 0 31,-99-25 16</inkml:trace>
  <inkml:trace contextRef="#ctx0" brushRef="#br0" timeOffset="-196977.11">18752 12378 0,'75'0'47,"-26"0"-47,26 24 15,49 1 1,-99-25-16,-1 0 31,1 0-15,-25 50-1,25-25 1,0 223 31,-25-174-31,0-49-16,0 99 31,-25 49 16,25-148-32,0 0 1</inkml:trace>
  <inkml:trace contextRef="#ctx0" brushRef="#br0" timeOffset="-196417.06">18901 12874 0,'0'-25'31,"50"0"-15,24 0-16,50 25 16,0-25-1,-25 25-15,25-24 0,25 24 32,-124 0-17</inkml:trace>
  <inkml:trace contextRef="#ctx0" brushRef="#br0" timeOffset="-193057.1">20166 12750 0,'25'0'78,"25"0"-78,-1 0 16,1 0-16,24 0 31</inkml:trace>
  <inkml:trace contextRef="#ctx0" brushRef="#br0" timeOffset="-191785.61">20935 12948 0,'25'0'47,"0"0"-32,-25-25-15,0 0 16,25-24-16,-25 24 16,24 0-1,1-24 1,50-100 46,-51 149 63,-24 25-109,0 49 0,25-24-1,-25-26-15,0 1 16,0 74 15,0-74-15,0 0-16,0 0 125,0 0-63,0-1-46,0 1-1</inkml:trace>
  <inkml:trace contextRef="#ctx0" brushRef="#br0" timeOffset="-191200.43">21059 13221 0,'25'0'0,"0"0"15,0 0 1,24-25-16,1 25 16,24-50-1,100 1 16,-25-26 32</inkml:trace>
  <inkml:trace contextRef="#ctx0" brushRef="#br0" timeOffset="-189668.03">22076 12700 0,'25'0'125,"0"0"-109,0 0-1,-1 0 1,76 0 15</inkml:trace>
  <inkml:trace contextRef="#ctx0" brushRef="#br0" timeOffset="-187567.94">22622 12452 0,'0'-25'31,"49"25"0,-24 0-15,0 0 0,0 25-16,25 0 31,-50 24-15,24 1-16,1 0 15,-25 198 32,0-199-47,0-24 0,0 0 31,0 0 32,0-1-32,0 1 47,25 0-78,0-25 16,0 0-1,-1 0 1,1 0 15,25 0 16,-25 0-47,-1 0 16,-48 25 109</inkml:trace>
  <inkml:trace contextRef="#ctx0" brushRef="#br0" timeOffset="-183964.08">24805 13097 0,'0'0'0,"0"-25"15,-25 25-15,0 0 16,-25 0 0,26 0-1,-26 74 16,25-49-31,0 273 63,25-248-63,0-1 0,0 26 31,0-26-31,50 50 31,-50-49-31,0 0 16,25 24 0,0-49-1,-25 74 1,74 50 46,-49-149-62,0 49 16,-1-24 15,125-25 16,-99 0-47,272-149 63,-272 125-63,-50-1 0,74-149 31,-74 100-15,0-1-16,0-24 15,-148-397 16,73 347-15,-24 0-16,0 25 0,-149-74 31,198 148-31,0 26 32,26 24-1,-51 24-31,-24 100 31,49-24-31,1-26 0,-1 0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1T20:39:24.56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2530 1736 0,'50'0'141,"24"0"-141,1 0 16,73 0-1,-73 0-15,297 0 47,298 0-16,-348 0-15,-124 0 0,1 0-16,49 0 15,893 0 17,-868 0-17,-50 0-15,-49 0 16,371 0 15,-470 0-15,24 0-16,0 0 15,869 0 32,-770 0-47,-24 0 16,892 0 31,-991 0-47,-1 0 15,249 0 48,-299 0-63,26 0 62,-25 0-46,24 0-16,323 0 47,-322 0-47,0 0 15,-1 0-15,26 0 16,-1 0 0,249 0 31,-299 0-47,51-24 15,-50 24 1,148-25 31,-98 25-47,-1 0 15,0 0-15,51 0 16,-101 0 0,1 0-1,0 0 204,0 0-188,0 0 0,-1 0-15,1 0 0,0 0 15,0 0 63,24-25-63,-24 25 0,0 0-15,0 0-16,24 0 47,1 0-32,-50-25 1,25 25 31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1T20:46:05.78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1687 10443 0,'-25'-25'62,"25"0"-30,50 0-17,-26 25-15,100-24 32,-24-1-32,222 25 31,-198 0-31,50 0 15,173 0 1,794 0 47,-992 0-48,-50 0-15,174 0 31,124 0 1,-124 0-17,744 0 48,-745 0-32,-222 0-31,0 0 16,570 0 31,-447 0-47,75 0 15,75 0 48,-298 0-63,272 49 47,-123 1-32,24 0-15,75-1 16,496-24-1,-99-25 17,-298 0 15,-347 0 249,0 0-280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1T20:43:57.1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1910 7764 0</inkml:trace>
  <inkml:trace contextRef="#ctx0" brushRef="#br0" timeOffset="206855.63">14412 2034 0,'0'-25'110,"0"0"-110,0-24 15,0-1 1,0 25-16,0-49 31,0 49-31,0 0 16,0-74 0,0-149 30,0 174-30,0-50 15,24-50 1,-24 100-17,25 49-15,-25-50 31,99-73 16,-24 98-31,-26 25 0,150-49 30,-174 74-46,-1 0 32,1 0-17,0 0 17,0 0-32,49 0 31,-74 25 94</inkml:trace>
  <inkml:trace contextRef="#ctx0" brushRef="#br0" timeOffset="207591.07">14139 1389 0,'49'0'94,"26"0"-94,24 0 16,-25 0-1,75 0 1,99 0 15,-198 0-15,24 0 31</inkml:trace>
  <inkml:trace contextRef="#ctx0" brushRef="#br0" timeOffset="208331.63">15131 1389 0,'-25'50'63,"0"-1"-48,-24 50 1,24-74-16,-25 174 63,50-174-63,0-1 15,0 1-15,0 50 47,0-51-47,0 1 16,273 99 31,-248-124-32,0 0-15,24 0 31,-49-49 32,0 24-47,0 0-16</inkml:trace>
  <inkml:trace contextRef="#ctx0" brushRef="#br0" timeOffset="208887.11">15329 1538 0,'0'25'47,"50"-1"-31,-50 1-1,50 25-15,98 74 32,-24 25-17,25 24 48,-124-148-63,0-25 15,-25 25 1</inkml:trace>
  <inkml:trace contextRef="#ctx0" brushRef="#br0" timeOffset="209375.01">15677 2158 0,'0'-50'47,"0"26"-47,0-26 16,24-74 0,-24 50-16,50-100 31,-25-99 16</inkml:trace>
  <inkml:trace contextRef="#ctx0" brushRef="#br0" timeOffset="210079.49">15850 1215 0,'25'0'46,"0"25"-46,-25 0 16,49 149 15,-24-125-15,0 1-16,25 74 31,-50-99-31,0 0 0,0 24 16,24 224 31,-24-223-47,0-1 0,0 1 15,0 24 1,0-49-16,-24 25 16,-1-26 109,0-24-110,0 25 1,0-25 46,25-25-46,25-24-16</inkml:trace>
  <inkml:trace contextRef="#ctx0" brushRef="#br0" timeOffset="210686.92">16446 1712 0,'24'-25'78,"26"25"-47,-25-25-31,49 0 16,-49 25-1,25 0 1,-26 0-16,51 0 16,-50-25-1,-1 25 1,125-25 46</inkml:trace>
  <inkml:trace contextRef="#ctx0" brushRef="#br0" timeOffset="211849.24">16768 1984 0,'25'0'141,"0"0"-125,24 0-16,1 0 15,-25 0-15,24 0 31,-24 0 16,0 0 47,0 0 62,-1 0-156,1 0 16,0 0 0,0 0-1,0 0-15,24 0 31,-24 0 16,0 0 94,-25-24-125,-25 24-1</inkml:trace>
  <inkml:trace contextRef="#ctx0" brushRef="#br0" timeOffset="214062.65">17859 1091 0,'0'-24'31,"25"24"110,0 24-141,-25 1 15,50 25 1,-50-25-16,49 24 31,75 100 32,-124-124-63,25-25 0,0 49 15,0-24-15,74 99 47,-74-99-31,-1 25 0,1-50-1,0 0-15,0 49 63,0-24-63,-1-25 31</inkml:trace>
  <inkml:trace contextRef="#ctx0" brushRef="#br0" timeOffset="214722.38">17983 1935 0,'0'0'0,"25"-50"31,-25 1-15,25-1-16,0-49 31,49-199 32,-49 248-63,-25 26 0,25-26 15,-25 25-15,49-99 47,-49 99 47,0 1-94,25-1 16,0 0-1,0 0 1</inkml:trace>
  <inkml:trace contextRef="#ctx0" brushRef="#br0" timeOffset="-201129.26">18355 620 0,'25'0'141,"0"0"-126,25-25 1,-26 1 0,26 24-1,-25 0 1,25 0 31,-26 24-32,-24 1 17,0 0-17,-24 25 1,-1-26-1,25 1-15,-50 0 16,0 0 0,50 0 15,-24-25 0,-1 24-15,0-24 15,25 25 78,25-25-93,0 0 15,24 0-31,-24 0 16,0 0 0,0 0-1,0 0-15,24 0 47,-24 0-31,0-25-16</inkml:trace>
  <inkml:trace contextRef="#ctx0" brushRef="#br0" timeOffset="-194298.18">6648 4490 0,'0'49'109,"0"-24"-109,0 25 16,0-26-16,0 51 31,0-50-31,0-1 16,0 1-1,0 0 1,0 0 93,24-25-93,26 0-16,74 0 15,-99 0 1,223 0 15,-198 0-31,322 0 63,-348 0-63,175 0 31,-26 0 0,348 0 16,-471 0-31,173 0 15,100 0-15,-26 0 46,-222 0-62,74 0 31,-75 0-31,0 0 0,100 0 32,-124 0-32,247 0 62,-272 0-46,0 0-1,0 0 64,24 0-48,26-25-16,-50 0 95,-25 0-95,0-24 1,0-1 0,0-148 15,0 148-31,0-24 16,0-50-1,0 74 32</inkml:trace>
  <inkml:trace contextRef="#ctx0" brushRef="#br0" timeOffset="-188074.05">8830 3125 0,'25'0'63,"0"0"-48,25 0-15,-26 0 16,26 0 31,-25 0-47,0 0 15,0 0 17,24 124 14,-49-99-30,0 0-16,0 49 47,0-49-31,0 0-16,-49 0 46,24-25-30,25 25 15,-25-25 1,0 24 46,25 1-31,25-25-47,0 25 31,0-25-16,74 0 32,-74 0-31,-1 0 0</inkml:trace>
  <inkml:trace contextRef="#ctx0" brushRef="#br0" timeOffset="-184256.67">14585 3894 0,'0'-24'15,"-25"-26"1,25-149 31,0 150-47,0-1 15,0-24 1,0 24-16,0-74 47,0 75-47,0-26 0,75-222 62,-75 247-46,25-24 31,-25 49-47,24 0 15,26 25 32,-25 0-47,0 0 16,-1 0-16,1 0 31,-25 25 32,25-25-63,0 25 15,-25-1 1,49 76 15,-49-76-15</inkml:trace>
  <inkml:trace contextRef="#ctx0" brushRef="#br0" timeOffset="-183657.25">14585 3473 0,'0'24'78,"25"-24"-63,25 0-15,123 0 32,1 0-1,-125 0 16</inkml:trace>
  <inkml:trace contextRef="#ctx0" brushRef="#br0" timeOffset="-182714.16">15056 2580 0,'0'49'62,"25"-24"-46,-25 0-16,25 25 31,0-26-31,-25 1 16,0 0-1,0 0 1</inkml:trace>
  <inkml:trace contextRef="#ctx0" brushRef="#br0" timeOffset="-181786.05">15553 3349 0,'-25'24'78,"0"26"-62,25-25-1,-25 24 16,25-24-15,0 25-16,0-25 31,0 24-31,0-24 16,0 124 31,25-99-47,-25-1 0,99 26 31,-74-26-15,25-24 15,-26 0-31</inkml:trace>
  <inkml:trace contextRef="#ctx0" brushRef="#br0" timeOffset="-181177.58">15850 3497 0,'50'0'63,"-25"50"-32,-1-25-31,-24 24 31,25 1-31,0-25 0,-25 25 31,124 123 32,-124-148-63,25-25 16</inkml:trace>
  <inkml:trace contextRef="#ctx0" brushRef="#br0" timeOffset="-180521.35">15999 4068 0,'-25'0'15,"25"-50"1,25 26-16,-25-26 16,25-49-1,0 74 1,-1-124 15,26-124 16,-50 248-31,0 1-16,0-1 15,0 0 32</inkml:trace>
  <inkml:trace contextRef="#ctx0" brushRef="#br0" timeOffset="-179826.18">16247 2927 0,'0'25'31,"25"0"-16,49 74 17,-49-74-32,-25 24 0,50 50 31,49 149 16,-99-198-32,0 0-15,0 24 0,25 249 63,-25-274-63,0-24 0,0 0 16,0 24-16,-25 1 46,25-25-46,-25 0 16,0-25 0,1 0-1,-26 0 17,25 0-1</inkml:trace>
  <inkml:trace contextRef="#ctx0" brushRef="#br0" timeOffset="-179177.66">16718 3522 0,'25'0'78,"0"0"-63,0 0-15,24 0 16,26 0 0,-1 0-16,75-25 31,-124 25-15</inkml:trace>
  <inkml:trace contextRef="#ctx0" brushRef="#br0" timeOffset="-178561.6">16892 3820 0,'50'0'94,"74"0"-78,-100 0-16,26-25 15,0 0-15,49 25 47</inkml:trace>
  <inkml:trace contextRef="#ctx0" brushRef="#br0" timeOffset="-171889.94">17562 3175 0,'0'-25'31,"25"25"-15,-1-25-16,26 25 31,198 0 16,-223 0-31,24 0-1,75 100 32,-124-76-47,0 51 32,0 98-1,-124 51 31,75-150-30,24-74-32,0 25 46,25 25 48,0-26-94,50 1 16,-1-25-16,125 50 47,-149-50-47,0 0 15,49 0 17,-49 0-32,0 0 15</inkml:trace>
  <inkml:trace contextRef="#ctx0" brushRef="#br0" timeOffset="-156542.03">18852 2877 0,'-25'0'110,"25"25"-95,0 0 1,-50 99 31,50-74-47,-25-26 0,25 1 16,-24 149 30,24-100-46,-25-49 16,25 25 0,0-26-16,0 100 31,0-74-31,0-25 16,25 25-16,49 98 46,-49-123-30,0 0-16,-25 25 16,49-1-1,50 50 17,-49 1-1,49-1 0,-74-74 16,-25-1-47,0-48 234,-25 24-218,0-25-16</inkml:trace>
  <inkml:trace contextRef="#ctx0" brushRef="#br0" timeOffset="-153713.65">19248 3125 0,'25'0'110,"0"0"-95,99 50 1,-99-25 0,49 24-16,-24-49 15,-25 50-15,124 49 47,-125-74-47,1-25 0,-25 25 16,149 49 31,-124-74-47,0 0 15,24 0-15,-24 50 63,0-25-16,24-1 15,-49 1-15,25-25-47</inkml:trace>
  <inkml:trace contextRef="#ctx0" brushRef="#br0" timeOffset="-153089.22">19596 3894 0,'-25'0'0,"25"-24"15,-25 24 1,25-25-16,0 0 15,25-174 17,124-272 15,-124 422-32,-25-1-15,0 25 16,0 0-16,0 1 47,0-1 46,0 0-61</inkml:trace>
  <inkml:trace contextRef="#ctx0" brushRef="#br0" timeOffset="-147513.6">19571 2406 0,'25'0'141,"0"0"-126,-1 0 17,1 0-32,25 0 31,-50 25 16,0 0-32,0-1-15,0 1 16,0 50 0,0-51-16,-25 200 62,25-199 63,50-25-109,-26 24-1,26-24 1,0 0 0,-1 0-16,-24 0 15,49 0 32</inkml:trace>
  <inkml:trace contextRef="#ctx0" brushRef="#br0" timeOffset="-146706.16">20067 2604 0,'-25'0'94,"50"-24"-79,-25-1-15,25 25 16,74-25-1,-74 0-15,24 25 32,-24 0-32</inkml:trace>
  <inkml:trace contextRef="#ctx0" brushRef="#br0" timeOffset="-145793.45">20538 2208 0,'25'-25'141,"0"0"-110,-25 0-31,25 0 16,-25 1-16,24-1 15,1 25 126,0 25-141,-25 24 16,25 125 30,-25-149-46,0-1 16,0 1-16,0 0 47</inkml:trace>
  <inkml:trace contextRef="#ctx0" brushRef="#br0" timeOffset="-145209.24">20489 2629 0,'49'0'16,"-24"0"-1,25-25 1,-26 1-16,76-1 31,73-25 16,-148 25-31,0 25-1,25-24 32,-26 24-31</inkml:trace>
  <inkml:trace contextRef="#ctx0" brushRef="#br0" timeOffset="-144113.27">21406 2108 0,'50'0'78,"-50"25"-78,50 0 15,-26 25-15,51 49 16,-50-50-16,24 1 16,26 148-1,-75-148 1,49 248 31,-49-249-47,0 26 15,0-1-15,-49 298 47,49-297-47,-25-1 16,-25 1-16,-123 396 47,148-422-32,-25 1-15,50 0 0,-25-50 16,-49 49 31,49-24-47,-24 0 16,-100-25 30,124 0-30,0 0-16</inkml:trace>
  <inkml:trace contextRef="#ctx0" brushRef="#br0" timeOffset="-142177.7">22299 3175 0,'25'-25'78,"0"25"-78,25-25 15,74 1 1,-75 24 0,125-50-1,-124 50 48</inkml:trace>
  <inkml:trace contextRef="#ctx0" brushRef="#br0" timeOffset="-141522.24">22498 3497 0,'74'0'79,"-24"0"-64,24-24-15,-24-1 16,173 0 15,-148 0-31,-51 25 16,26 0-16,49-25 62,-74 25 63</inkml:trace>
  <inkml:trace contextRef="#ctx0" brushRef="#br0" timeOffset="-139905.83">23192 2679 0,'0'-25'47,"25"0"-16,0 25-15,0 0-16,24 0 16,26 0 15,123 124 31,-173-99-62,0 0 16,0 0 0,-25 0-1,0-1 1,0 51 0,0-50-16,0 99 31,-25-100-16,-25 76 1,25-1 15,25-25 1,0-49 14,0 0 1,124-25-15,50 0-17,0 0 32,-149 0-31</inkml:trace>
  <inkml:trace contextRef="#ctx0" brushRef="#br0" timeOffset="-138993.15">24185 2580 0,'49'24'125,"-24"26"-125,25-25 16,-1 25-1,1-1-15,49 1 0,174 223 63,-248-249-63,-1 1 0,26 50 47,-25-51-47,-25 1 0</inkml:trace>
  <inkml:trace contextRef="#ctx0" brushRef="#br0" timeOffset="-138361.39">24408 3473 0,'-25'0'0,"25"-25"16,50-50 0,-26 26-1,1-1-15,25-49 31,-50 25-31,74-75 16,75-248 47,-124 372-48,-25 0-15,25 0 0,-25 1 31,0-1-31,0-99 63,0 99-47,0 0-1</inkml:trace>
  <inkml:trace contextRef="#ctx0" brushRef="#br0" timeOffset="-131648.87">24780 1786 0,'0'-25'63,"0"0"-32,0 1-15,49-1-1,-49 0 1,0 0 0,25 0-1,0 25 141,0 0-156,-25 25 16,0 0 0,0 0-1,25 24 17,-25 1 14,0-25 48,25-25-94,-25 25 31,24-1-15,-24 1-16,25 25 47,-25-25 234,0-1-265</inkml:trace>
  <inkml:trace contextRef="#ctx0" brushRef="#br0" timeOffset="-130809.58">24978 2059 0,'25'0'78,"0"-25"-62,0 25-16,0-25 15,99-24 16,-100 49-15,1 0 0,0 0 31,0 0-16,0 0 172</inkml:trace>
  <inkml:trace contextRef="#ctx0" brushRef="#br0" timeOffset="-129832.21">25400 2952 0,'0'-25'63,"25"25"-63,0 0 16,49-25-16,124-24 31,75-1 0,-173 50 0</inkml:trace>
  <inkml:trace contextRef="#ctx0" brushRef="#br0" timeOffset="-128905.45">26119 2580 0,'25'0'62,"50"24"-62,-1-24 16,124 25 15,-148 0-31,49 0 31,-24 0 1,-274 322 14,150-322-30,-26 24-16,1-24 16,-25 50-1,74-75 1</inkml:trace>
  <inkml:trace contextRef="#ctx0" brushRef="#br0" timeOffset="-114465.33">27186 2108 0,'25'-24'79,"24"-1"-64,26 25-15,49 0 31,-75 0-31,1 0 0,198 25 47,-223-1-31,-25 1 0,0 149 30,0-125-46,-25 26 16,-25-26-16,-24 51 31,49-76-31,0 26 16,-99 74 15,100-99-15,-76 49 46,100-24 16,25-50-62,25 0 0,-1 0-16,348 0 47,-347 0-32,24 0-15,-49 0 16,0 0-1,0 0-15,0-25 141,-25-24-125</inkml:trace>
  <inkml:trace contextRef="#ctx0" brushRef="#br0" timeOffset="-113481.41">28377 2183 0,'0'-25'62,"24"25"79,1 25-141,0 0 15,0 24 1,24-24-16,-24 25 0,74 74 31,-74-100-31,50 51 31,-1 49 32,-49-99-63,-25 0 94,25-1-94,-1 1 47,1 0-16,0 25-16,0-1 17</inkml:trace>
  <inkml:trace contextRef="#ctx0" brushRef="#br0" timeOffset="-112817.31">28525 3026 0,'0'0'0,"0"-25"15,0-24-15,0 24 16,0-74-1,0 74-15,25-174 32,74-148 15,1 0-1,-100 322-30,0 0 0</inkml:trace>
  <inkml:trace contextRef="#ctx0" brushRef="#br0" timeOffset="-110937.98">27112 2853 0,'0'24'62,"0"26"-62,0 0 16,0 24-16,-50 372 62,50-421-62,0 0 16,25-25 62,49 0-78,298-25 31,-248 0-31,25 1 16,-25-1-16,99-25 31,-123 25-31,396 1 47,-397 24-31,-25 0-16,25 0 15,26 0 1,-76 0 15,-24 0 1,25-25-1,-26 25-31,1 0 31,0-25 16,0 25-16,0-25 0,-1 25 1,1-25 30,-25 1-46,0-1-1,0-248 17,-25 223-17,25 26-15,-24-150 32,-1 99-1</inkml:trace>
  <inkml:trace contextRef="#ctx0" brushRef="#br0" timeOffset="-101352.99">223 6821 0,'0'-25'78,"0"-24"-78,0 24 16,25-74-1,-25 74 1,0-25 0,0-247 46,0 272-46,0 0-16,0-24 15,0-51 1,0 51-16,25-50 31,0 24 16,24 50-31,-24 25-1,0 0 1,49 0 15,-24-25-31,-25 25 16,0 0-1,-1 0 1,26 0-16,-25 0 125</inkml:trace>
  <inkml:trace contextRef="#ctx0" brushRef="#br0" timeOffset="-100505.89">273 6350 0,'49'0'125,"-24"0"-125,0 0 16,0 0-16,0 0 31,-1 0-15,101 0 31,-101 0 31,1 0-63,0 0 1,0 0 0</inkml:trace>
  <inkml:trace contextRef="#ctx0" brushRef="#br0" timeOffset="-99544.59">893 6400 0,'0'24'125,"0"1"-93,0 0-17,0 0 1,0 0 0,0-1 15,0 1-31,0 25 31,0-25-31,0-1 31,0 1-31,0 0 16,25 0 0,24 74 30,-24-74 1,0-25-15,-25-25 93</inkml:trace>
  <inkml:trace contextRef="#ctx0" brushRef="#br0" timeOffset="-98929.37">1166 6400 0,'25'0'16,"-1"0"31,1 0-32,25 49 17,-25-24-32,-1 0 15,-24 0-15,100 99 47,-76-75-31,-24-24-16,25 25 31,0-50-31,25 99 47,-50-74-16,-75-25 63,1 0-78</inkml:trace>
  <inkml:trace contextRef="#ctx0" brushRef="#br0" timeOffset="-98400.61">1215 6945 0,'0'-24'16,"0"-1"-16,25 0 15,0 0 1,0 0-16,74-124 47,-74 125-32,-25-1-15,49-50 16,51-73 31,-76 98-31</inkml:trace>
  <inkml:trace contextRef="#ctx0" brushRef="#br0" timeOffset="-97457.86">1687 6176 0,'25'0'79,"-1"0"-64,1 50 1,-25-25-1,75 148 32,-51-123-31,1 0-16,-25-1 16,0 75 15,0-99-16,0 0 1,0 49 31,0-24-47,0 0 31,0-1-31,-25-24 31,-49 49 32,49-74 31,0 0-79,-24 0 1,24 0-16,-74 0 47,74 0-47,0 0 0,25-24 15</inkml:trace>
  <inkml:trace contextRef="#ctx0" brushRef="#br0" timeOffset="-96697.72">2332 6474 0,'24'0'109,"26"0"-93,-25 0-1,0 0-15,-1 0 16,51 0 15,-50 0-15,-1 0 31,1 0-32,0 0-15</inkml:trace>
  <inkml:trace contextRef="#ctx0" brushRef="#br0" timeOffset="-96016.39">2332 6871 0,'24'0'47,"1"0"-32,0 0 1,0 0-16,49 0 31,100 0 16,-149 0-31,0 0-16</inkml:trace>
  <inkml:trace contextRef="#ctx0" brushRef="#br0" timeOffset="-93616.96">3597 5854 0,'0'-25'109,"-25"25"-93,-25 0-1,-24 0 17,24 0-17,25 0 32,1 25-47,-1-25 16,0 25 15,0-25-15,25 25 15,-25-1-15,25 1-1,0 25 1,0-25-1,0 223 48,25-199-63,-25 1 31,25 24 0,0-74 32,0 0-16,-1 0-32,1 0 17,50 0-1,-51 0-31,51 0 0,24 50 62,-74-1-62,0 1 32,-25-25-32,0 0 15,0 49 32,0-49-47,0 0 16,0-1-16,-75 1 47,50 0-32,1 0-15,-1-25 16,-50 0 0,51 0-1,-1 0 32,0 0 0,0 0-47,-24 0 16,24-25-1,0 25 1</inkml:trace>
  <inkml:trace contextRef="#ctx0" brushRef="#br0" timeOffset="-92224.02">4068 6077 0,'0'25'78,"25"-25"-78,0 50 16,-1-26-1,-24 1 1,0 0-16,50 25 15,-50-26 1,50 51 0,-1-1 15,26 75 31,-51-124-46,1 0-16,-25-1 16,25-24-1,-25 25 1,25-25 0,0 25 46,-25 0 63</inkml:trace>
  <inkml:trace contextRef="#ctx0" brushRef="#br0" timeOffset="-91425.54">4068 6921 0,'0'-25'16,"25"0"-16,-25 0 31,25-25-31,-1 1 16,-24-1-1,50-49 17,24-124 14,-74 198-30,25 0-16,-25 0 16,50-24 15,-50 24-15,0 0-16,0 0 15,25 25-15,24-49 31,-49 24-15,0 0 15,25 0-15,-25 1 0</inkml:trace>
  <inkml:trace contextRef="#ctx0" brushRef="#br0" timeOffset="-87473.98">4415 5482 0,'25'0'109,"0"0"-77,0 0 30,-1 0-31,1 0-15,0 0 15,0 25 0,0-25-15,-25 24 15,0 1 1,0 0 61,0 0-77,-25 0-16,0-25 31,0 0-15,0 0-1,-24 24 32,74-24 297,-1 0-328,1 0-1,0 0-15,25 0 16,-26 0 31,1 0-47,0 25 15,0 0 1,49 0 15,-74 0-15,25-25-16,0 24 16,-25 1 30,25-25-14,-25 25-1,0 0 0,0 0 16,0 0-47,-25-25 31,0 24-31,0-24 32,0 0-32,-49 25 46,49-25-30,0 0 0,1 0 31,-1 0-32,0 0 48</inkml:trace>
  <inkml:trace contextRef="#ctx0" brushRef="#br0" timeOffset="-80409.78">3919 6524 0,'0'24'172,"0"1"-156,0 0-16,0 25 16,0-1 15,0-24-16,0 0-15,0 49 32,0-49-17,-49 124 32,49-124-31,0 24 15,0 1-15,0-25 187,0 0-188,0-1 1,0 1 0,0 25-1,0-25 1,24-25 109,1 0-109,0-25-1,25 25 1,-50-25-16,24 25 15,76-25 1,-76 0 0,26 1 15,-25 24-31,24 0 0,-24-25 16,0 25-1,0 0 1,24-25-16,-24 25 0,50 0 31,148 0 16,-198 0 31,-1 0-62,1 0-16,0 0 15,25 0 32,-25 0-47,-1 0 16,51 0 31,-50 0-32,-1 0 32,1 0 78,-25-25-109,0-124 15,0 100-31,0-1 16,0-49-1,0-124 48,0 198-1,0 0 1</inkml:trace>
  <inkml:trace contextRef="#ctx0" brushRef="#br0" timeOffset="-76505.19">347 8880 0,'-25'-25'78,"25"0"-62,-24-24 0,-1-100 31,0 99-47,25 1 15,0-199 32,0 198-31,25-148 31,0 173-32,-1 0 16,1 0-15,149 0 47,-149 25-48,0 0 141</inkml:trace>
  <inkml:trace contextRef="#ctx0" brushRef="#br0" timeOffset="-75737.69">223 8483 0,'50'0'141,"-25"0"-125,-1 0-16,26 0 15,0 0-15,-26 0 31,1 0-31,0 0 32,0 0-17,0 0 1,0 0 0,24 0 30,-24 0 1,0 0-15,0 0-17,-25 25 1,24-25-1</inkml:trace>
  <inkml:trace contextRef="#ctx0" brushRef="#br0" timeOffset="-74992.86">769 7789 0,'0'49'78,"0"-24"-78,25 25 16,-25-26 15,0 1-15,0 0 93</inkml:trace>
  <inkml:trace contextRef="#ctx0" brushRef="#br0" timeOffset="-74113.19">1042 8285 0,'0'25'78,"0"-1"-78,0 1 16,-25 0-1,0 0 1,25 49-16,-49 75 78,49-124-78,0 24 62,0-24-30,24-25-32,-24 25 15,25-25 1,0 0 46,0-25-46</inkml:trace>
  <inkml:trace contextRef="#ctx0" brushRef="#br0" timeOffset="-73497.52">1191 8334 0,'24'0'32,"1"50"-17,-25-25-15,0 0 16,25 24-1,-25-24-15,50 99 63,-26-74-63,1-1 16,0 1 30,-25-25-46</inkml:trace>
  <inkml:trace contextRef="#ctx0" brushRef="#br0" timeOffset="-72952.97">1265 8806 0,'-25'0'63,"25"-25"-48,0 0-15,25 0 16,-25 0-16,74-74 47,-49 74-47,-25-24 0,25 49 15,0-124 32,-25 99 78</inkml:trace>
  <inkml:trace contextRef="#ctx0" brushRef="#br0" timeOffset="-72264.82">1439 8111 0,'0'-25'15,"24"75"17,1-50-32,-25 50 15,25-1 1,0 150 31,-25-150-47,0-24 15,25 25-15,-1-1 16,-24 75 15,0-74-31,0-25 16,0 24-16,-24 1 15,24-1 1,-25-24-16,0 50 31,0-75 1,25 25-1,-49-25 16,24 0 0,0-25-32,25 0 1</inkml:trace>
  <inkml:trace contextRef="#ctx0" brushRef="#br0" timeOffset="-71521.26">1662 8458 0,'25'0'125,"24"0"-109,26 25-16,-1 0 15,1 0 1,-26 0-16,-24-25 31,0 0 32</inkml:trace>
  <inkml:trace contextRef="#ctx0" brushRef="#br0" timeOffset="-70913.39">1836 8880 0,'24'0'78,"1"0"-63,25 0-15,24-25 32,75 25 15</inkml:trace>
  <inkml:trace contextRef="#ctx0" brushRef="#br0" timeOffset="-68665.58">3101 7937 0,'24'-24'31,"-24"-1"-15,-24 25 15,-1 0 0,0 0-31,0 0 16,-24 0-16,-1 0 16,0 0-1,26 0-15,-1 0 16,0 0 0,-25 0 15,50 25 109,0-1-124,0 1-16,0 0 16,0 25-1,0-1-15,0 100 47,0-124-47,0 0 0,0 24 31,0-24 79,50-25-95,-25 0 1,24 0 0,75 0 15,0 25 16,-99-25-32,25 50 17,-25-26-1,-25 26-15,49-25 30,-49 24-30,-25 75 47,25-99-63,0 0 15,-49 49 32,49-24-31,-25-50 15,25 25 0,-25-25-31,0 0 31,1 25-15,-1-25 0,-25 24 15,25-24-31,-24 0 31,-1 0 32,1 0-32,24 0 16,25-24 47,0-1-79</inkml:trace>
  <inkml:trace contextRef="#ctx0" brushRef="#br0" timeOffset="-67080.62">3820 7863 0,'-50'25'78,"50"0"-78,-24-1 16,-1 1-16,25 0 15,-75 25 16,75 24-15,-25-74-16,25 25 16,0 0-1,0 0-15,-24-1 0,-1 1 32,25 25-32,0-25 0,0 99 31,0-100-31,0 1 15,25 74 1,-25-74-16,99 174 63,-99-175-48,0 1 1,25 25 15,0-25-15,-1 24 15,1-24 16,-25 0-32,25-25 1,25 25 31,-50 0-31,24-25 15,1 24 0,0-24 47</inkml:trace>
  <inkml:trace contextRef="#ctx0" brushRef="#br0" timeOffset="-56593.38">3969 8210 0,'0'-24'63,"49"24"-47,75 0 15,-74 0-16,-25 0-15,49 0 32,1 198 15,-75-173-32,0 0-15,0 49 47,24-49 62,1-25-109,0 25 16,25-1-16,24 1 16,-24 0-1,-1 25 17,50 148 14,-99-173-30,0 0 0,-24 24 31,-1-49-47,0 0 15,-74 0 1,74 0-1,-49 0 32,49 0-47,0 0 16,0 0 15</inkml:trace>
  <inkml:trace contextRef="#ctx0" brushRef="#br0" timeOffset="-54153.78">5184 7962 0,'0'25'188,"0"0"-173,0 0-15,0 0 16,0-1 0,0 1-1,0 0 1,-49 49 15,49 1 0,-50 98 16,50-148-31,0 0-16,0 0 0,0 74 62,0-74-46,0 0-16,25-1 47,-25 1-47,0 0 15,25 0-15,-1 0 32,-24 24-17,25-24 1,0 25 0,49 49 15,-49-74-16,0 0 1,-25-1 0,25 1-1</inkml:trace>
  <inkml:trace contextRef="#ctx0" brushRef="#br0" timeOffset="-51881.91">5407 8161 0,'25'25'31,"25"-1"-16,-25-24-15,-1 25 16,26 0-16,24 25 16,-74-26-1,100 100 1,-76-74 0,150 173 46,-149-198-62,49 99 31,26-25 16,-76-74-16,-24 0 1</inkml:trace>
  <inkml:trace contextRef="#ctx0" brushRef="#br0" timeOffset="-51137.5">5804 9103 0,'0'-24'15,"0"-1"1,0 0-16,0-74 47,0 49-47,0 0 0,0-98 31,0 123-31,0 0 16,0-99 15,0 99-31,50-223 62,-25 248-62,-25-25 32,0 1 15,0-1-32,25 0-15,-25 0 31,0 0 1,0 1-17</inkml:trace>
  <inkml:trace contextRef="#ctx0" brushRef="#br0" timeOffset="-46505.2">6052 7739 0,'25'0'125,"25"0"-110,-25 0 1,49 0 31,-49 0-47,0 0 16,-1 0 15,1 0-31,-25 25 31,25-25-31,0 49 16,-25 1 15,0-25-15,0 24 15,0-24-16,0 0 1,-75 0 15,51-25-15,-1 0-16,0 25 16,-74-25 30,99 25 64,25-25-95,-1 0 1,51 0 15,-50 0-15,-1 24 0,1 1-16,0-25 15,0 25-15,0 0 47,-25 0 0,0-1 31,0 1-78,0 0 16,-25-25-1,0 0-15,0 25 16,-24-25 31,24 0-32,0 0-15,0 0 47</inkml:trace>
  <inkml:trace contextRef="#ctx0" brushRef="#br0" timeOffset="-45545.93">6697 7937 0,'25'0'172,"0"0"-63,0 0-77,-1 0-32,1 0 15,0 0 1,25 0 0,-1 0 15</inkml:trace>
  <inkml:trace contextRef="#ctx0" brushRef="#br0" timeOffset="-44561.3">7193 7813 0,'0'-24'109,"25"-1"-93,-25 0 0,25 0-16,0 0 31,0 1-15,-25-1-1,24 25 141,-24 25-140,0-1 0,0 76 15,0-51-31,0-24 0,0 0 16,0 0-16,0-1 15,0 1 1,0 0 15</inkml:trace>
  <inkml:trace contextRef="#ctx0" brushRef="#br0" timeOffset="-43913.94">7218 8012 0,'25'0'62,"0"0"-62,0 0 16,24 0 0,50 0 30,-74-25-46,0 25 16</inkml:trace>
  <inkml:trace contextRef="#ctx0" brushRef="#br0" timeOffset="-42865.33">7541 7590 0,'24'0'78,"-24"25"-62,75 74 15,-75-74-15,223 248 46,-173-199-62,24 26 0,50 73 31,-49-24 1,-75 173 30,0-272-62,-124 149 31,99-150-15,0 1-16,-74 49 31,99-74-15,-50 49 31,25-74-47,0 0 0,1 25 15,-26-25 1,25 0-16,-24 0 63,24 0-32,0 0 94,25-25-110,-50 25-15,26-49 16</inkml:trace>
  <inkml:trace contextRef="#ctx0" brushRef="#br0" timeOffset="-40385.63">7937 7367 0,'0'25'78,"50"49"-62,-25-24 0,99 198 31,-74-223-47,-50 24 0,49 26 15,26 49 16,-51-50-31,1-24 16,99 223 31,-99-249-47,0 51 0,-25-50 16,0 24-1,25 1-15,-1-25 16,-24 24-1,25 26 1,-25-51-16,0 125 47,0-99-31,-74 99 30,74-124-30,-25-1-16,0 1 16,0 0 15,1-25 0</inkml:trace>
  <inkml:trace contextRef="#ctx0" brushRef="#br0" timeOffset="-39379.8">8706 8533 0,'50'0'63,"-25"0"-32,24 0-15,-24 0-1,149 0 32,-149 0-47,0 0 31,24 25-15,-24-25 0,25 0 15,-26 24 0</inkml:trace>
  <inkml:trace contextRef="#ctx0" brushRef="#br0" timeOffset="-38705.2">9054 8930 0,'25'0'125,"49"0"-109,-24 0-16,-26 0 16,26 0-16,24 0 15,-49 0 1,0 0 31</inkml:trace>
  <inkml:trace contextRef="#ctx0" brushRef="#br0" timeOffset="-35800.63">9599 8235 0,'0'25'47,"25"0"-31,0 0-1,0 24 1,0-24 0,-25 49-16,49 75 31,26 223 16,-51-272-32,-24-76 17,25 1 108,0-50-124,-25 1 0</inkml:trace>
  <inkml:trace contextRef="#ctx0" brushRef="#br0" timeOffset="-33969.06">10393 8161 0,'0'-25'62,"-25"25"-46,1 0-1,-76 0 17,51 0-32,24 0 15,-99 0 32,99 0 125,25 25-156,25 49 15,0 1-31,-25-26 0,25 50 31,-25 75 0,0-124 16,24-26 0,26-24-16,-25 0-31,24 0 16,26 0 15,-50 0-31,24 0 31,50 25 16,-74 0-15,0 0-1,-25 0-16,0 24 17,0 100-1,-25 25 16,0-149-32,1-25 48,-1 0-47,0 0-16,-74 0 46,74 0-46,0 0 16,-24 0 31,24 0-16,0 0-15,0 0-1,0 0 1,1 0 15,-1 0 16</inkml:trace>
  <inkml:trace contextRef="#ctx0" brushRef="#br0" timeOffset="-32248.96">10889 8235 0,'25'25'63,"0"0"-48,0 24-15,24 1 16,1-25-16,198 272 47,-198-247-47,24 49 0,0-24 15,174 247 32,-223-297-47,0 25 16,-25-26 15,25 26 16,-25-25-31,25 0-1,-25-1 63</inkml:trace>
  <inkml:trace contextRef="#ctx0" brushRef="#br0" timeOffset="-31761.77">11112 9302 0,'0'-50'0,"0"25"16,0 1-1,50-125 17,-25 74-17,25 26-15,24-323 47,-74 322-31,0 0-16,0 26 15</inkml:trace>
  <inkml:trace contextRef="#ctx0" brushRef="#br0" timeOffset="-29385.56">11311 7764 0,'25'0'94,"0"0"-63,-1 0-31,1 25 47,-25-1-31,0 1 0,0 0-1,0 0-15,0 24 16,0 51 31,0-75-47,0-1 93,0 1-93,0 0 16,25-25-16,0 50 16,0-26-1,99 1 48,-100-25-63,51 0 31</inkml:trace>
  <inkml:trace contextRef="#ctx0" brushRef="#br0" timeOffset="-24920.32">12378 7516 0,'0'25'93,"0"-1"-93,0 1 16,0 25 0,0-25-16,0 49 31,-25 273 31,25-297-62,0 24 0,0-24 16,0 24-16,0 26 31,0-26-31,0 149 31,0-148-31,0 98 32,0 51 15,0-200-32,0 1 1,0 0-1,0 0 1,0 0-16,0 24 16,0 100 46,0-124-62,0 0 16,0-1-16,0 1 109,0 0-31,-25-25 250,25-25-312,0 0 0,0 1-1</inkml:trace>
  <inkml:trace contextRef="#ctx0" brushRef="#br0" timeOffset="1775.1">13221 8384 0,'0'-25'78,"0"0"-62,0 1-1,25-51 17,-25 50-32,0 1 15,0-1 1,25-50 0,-25 51-16,0-1 15,0 0 1,24-248 46,-24 223-62,0 26 16,0-1 0,25-25-1,-25 25-15,25-24 31,0 24 16,24-25-15,-49 26-17,25 24 1,0 0-1,74 0 17,-74 0-32,0 0 0,0 0 15,49 0 32,-49 0-31,0 0 46</inkml:trace>
  <inkml:trace contextRef="#ctx0" brushRef="#br0" timeOffset="2614.48">13345 7962 0,'0'25'125,"25"-25"-125,0 0 16,-1 0-1,1 0-15,50 0 31,-26 0-31,-24 0 32,0 0 30,0 0-31,-1 25 79</inkml:trace>
  <inkml:trace contextRef="#ctx0" brushRef="#br0" timeOffset="3383.02">13816 7987 0,'25'0'78,"0"0"-62,-25 50-16,25-50 16,24 99 15,-24-99-15,-25 25-16,0 0 0,50 49 31,24 50 16,-49-74-16,0-26 0</inkml:trace>
  <inkml:trace contextRef="#ctx0" brushRef="#br0" timeOffset="4111.09">13915 8508 0,'-24'0'31,"24"-50"-15,24 1 15,1-1-31,0-24 32,25-25-1,-26 74-31,1-25 31,0 25 0,0-24 16,-25 24-31,25 25 15</inkml:trace>
  <inkml:trace contextRef="#ctx0" brushRef="#br0" timeOffset="6118.81">13692 7962 0,'0'25'110,"0"0"-95,0 25-15,0-26 16,-25 125 31,25-124-47,0 0 0,0 24 16,0 75 30,0-99-46,25 50 32,0-26-1,-25-24 31,25-25-30,0 0-17,-1 0 1,1 0 0</inkml:trace>
  <inkml:trace contextRef="#ctx0" brushRef="#br0" timeOffset="6974.55">14312 7913 0,'25'0'47,"0"0"-31,0 0 0,-25 24-16,49 101 31,1-51 0,-50 124 32,0-173-63,0 0 15,0 0 1,-50 74 15,26-99-15,24 25-16,-25-25 0,-50 74 47</inkml:trace>
  <inkml:trace contextRef="#ctx0" brushRef="#br0" timeOffset="7550.77">14759 8186 0,'49'-25'78,"1"0"-78,-25 25 16,24 0 0,1 0 46,-25 0-46</inkml:trace>
  <inkml:trace contextRef="#ctx0" brushRef="#br0" timeOffset="8142.74">14759 8409 0,'49'0'47,"1"0"-32,-25 0-15,24 0 16,51-25 15,-76 25 0</inkml:trace>
  <inkml:trace contextRef="#ctx0" brushRef="#br0" timeOffset="10543.14">15999 7541 0,'25'-25'94,"0"0"-79,24 0 1,-24 0 0,0-24 15,-25 24-31,0 0 0,0 0 31,25 25-15,-1 0 124,-24 25-124,0 0 0,0 49 15,0-49-31,0 0 16,0 0-1,0 0 32,-24-1-47,24 100 63,0-99-63,0 0 15,0 0 32</inkml:trace>
  <inkml:trace contextRef="#ctx0" brushRef="#br0" timeOffset="11319.13">15974 7789 0,'50'0'78,"-25"0"-63,-1 0-15,1 0 16,25 0 0,24 0-1,-49 0 1,0 0-16,0 0 16,24 0 15,-24 0-31,0 0 15,0 0 17,0 0-32</inkml:trace>
  <inkml:trace contextRef="#ctx0" brushRef="#br0" timeOffset="12430.79">15553 8186 0,'24'0'94,"1"0"-94,25 0 16,24-25-1,-24 25-15,173-50 32,-173 50-17,49-25-15,-50 1 16,1 24-16,198-50 47,-198 25-47,148 25 31,-148 0-15,-1 0-16,75 0 47,-99 0-32,0 0 1,0 0-1,0 0 1</inkml:trace>
  <inkml:trace contextRef="#ctx0" brushRef="#br0" timeOffset="15966.75">16024 8682 0,'25'0'62,"-1"24"-62,26 1 16,-25 0-1,24 0 1,75 99 15,-99-99-15,-25-1-16,75 51 31,-50-50-15,-1 24 31,1-24-32,0-25 1</inkml:trace>
  <inkml:trace contextRef="#ctx0" brushRef="#br0" timeOffset="16711.39">16222 9227 0,'0'-24'32,"0"-1"-17,0-25 1,25-49 15,0 49-15,-25 25-1,25-123 32,-1 123-47,-24 0 0,0-25 16,25 50 31,-25-24-32,0-1 17,0 0-17,25 25 110</inkml:trace>
  <inkml:trace contextRef="#ctx0" brushRef="#br0" timeOffset="53863">16545 8260 0,'0'-50'94,"25"50"-16,-1 0 0,1 25-78,-25 0 47,0 0-31,0 0-16,0-1 16,0 1-1,0 0 16,0 0-31,-25 0 16,25 24 31,-24-24-31,-1 25 15,0-26 16,25 1 171,25-25-186,0 0-17,-1 0-15,1 0 16,0 0 0,25 0 15,-1 0 0,-24 0 78,-25-25 32,0 1-141,0-1 16,-25 0-16,0 0 47,25 0-32,-24-24 48,24 24-48,-25 25 1,0-25 15,0 25 16,25-25 0,-25 25-31,25-24 15,-24 24 0,-1 0 0,0 0 32,0-25-16,0 0 62,25 0 0,0 0-109,25 1 32,0 24 436</inkml:trace>
  <inkml:trace contextRef="#ctx0" brushRef="#br0" timeOffset="57972.31">13667 10939 0,'0'-50'140,"0"25"-124,0 1-16,0-76 31,0 26-31,0-447 47,0 472-31,0 24-16,0-149 46,0 149-30,0-24 15,25-1-15,0 50 0,74-50 30,-49 50-46,-1-24 0,75-26 63,-99 25-47,25 25 30,-25 0-14,-1 0-17</inkml:trace>
  <inkml:trace contextRef="#ctx0" brushRef="#br0" timeOffset="58670.9">13593 10294 0,'0'25'31,"0"0"1,25-25-17,0 0 1,49 0 0,-24 0-16,-26 0 15,1 0-15,25 0 16,24 0 31,-49 0-32,0 0 32,-25 24-31,0 1 46</inkml:trace>
  <inkml:trace contextRef="#ctx0" brushRef="#br0" timeOffset="59511.36">14238 10344 0,'-25'49'93,"0"-24"-77,0 49 0,25-49-1,-24 0-15,24 49 31,0-24-31,0-25 16,0 24 15,0-24-31,24 99 32,1-99-17,50 25 32,-51-50-31,26 0 77,0-25-77</inkml:trace>
  <inkml:trace contextRef="#ctx0" brushRef="#br0" timeOffset="60095.43">14486 10418 0,'25'0'31,"0"25"16,-1-25-47,1 25 16,99 99 31,-99-100-47,25 51 31,-26-50-15,-24-1-16,25-24 31,0 0 16,-75 25 0,26-25-32,-26 0-15</inkml:trace>
  <inkml:trace contextRef="#ctx0" brushRef="#br0" timeOffset="60590.37">14436 10815 0,'0'0'0,"25"-25"0,-25 0 16,25 0-16,0 25 16,49-99 15,-74 74-31,0-24 16,0 24-1,25-25 1,0 26-16,-25-51 31,99-98 32</inkml:trace>
  <inkml:trace contextRef="#ctx0" brushRef="#br0" timeOffset="61304.77">14833 10120 0,'25'0'47,"0"25"-47,49 25 32,-24-1-32,74 175 62,-124-175-46,0 1-1,0-25 1,0 24 0,0 50 15,-25-74-31,0 0 15,0 0 17,25 0-32,-24 24 62,-26-49-46,0-25-1,-222-148 17</inkml:trace>
  <inkml:trace contextRef="#ctx0" brushRef="#br0" timeOffset="63254.39">15478 10393 0,'25'0'47,"0"0"-32,0 0-15,49 0 16,-49 0-1,99 0 17,-75 0-32,175-25 47</inkml:trace>
  <inkml:trace contextRef="#ctx0" brushRef="#br0" timeOffset="63878.73">15801 10765 0,'0'25'31,"24"-25"0,26 0-15,24 0-16,125-25 47,-174 25-31</inkml:trace>
  <inkml:trace contextRef="#ctx0" brushRef="#br0" timeOffset="74110.83">16594 9947 0,'25'0'78,"25"24"-78,24 1 16,-24 50-1,-25-50-15,49 24 0,0 50 32,-49-74-32,50 74 31,-51-74-31,-24 0 15,50 25 32,-25-1-31,-25-24-16,74 74 47,-49-99-32</inkml:trace>
  <inkml:trace contextRef="#ctx0" brushRef="#br0" timeOffset="74822.32">16842 10815 0,'0'-25'47,"0"0"-47,0-24 31,0-1-31,75-396 63,-75 346-63,25-24 31,-1 50-15,1 24-16,-25 1 0,25 24 15,0-25 1,0 1 0,-1 24 15,1-25-31</inkml:trace>
  <inkml:trace contextRef="#ctx0" brushRef="#br0" timeOffset="83134.41">16942 9475 0,'24'0'203,"1"0"-187,0 0-16,74 0 47,-74 0-16,0 0 0,0 0-31,-1 0 16,1 0 0</inkml:trace>
  <inkml:trace contextRef="#ctx0" brushRef="#br0" timeOffset="85255.06">17438 9029 0,'24'0'78,"26"0"-47,-25 25-15,0-25-16,-25 25 16,25-25-1,-1 24 16,26 51 16,-50-50-31,0-1-16,0 1 16,-25 0 15,0 25 16,1-50-32,24 24-15,-25 1 16,0 0 15,0 25 32,0-1-48,25-24 32,0 0-16,0 0-15,50-1 15,-50 1-15,25-25 15,0 0-15,-1 0-16,1 0 15,0 25 1,0-25 15,0 0 47,-25-25-31,0 0-31,0 1-16,0-1 31,0 0-31,-50-25 31,-24 1 16,49 24-31,-50-49 31,50 74-32,1-50 32,-1 25-47,25 0 32,-25 1-17,0-1 32,25 0-16,0 0 1,0 0-1,0 1-16,25 24 17,0 0-17,0 0 1,-1 0 0,1 0-16,0-25 31</inkml:trace>
  <inkml:trace contextRef="#ctx0" brushRef="#br0" timeOffset="101766.99">17686 10294 0,'25'0'157,"24"0"-142,-24 0-15,0 0 16,0 0-16,24 0 31,-24 0-31,49 0 16,50 0 46,-99 0-62,0 0 16</inkml:trace>
  <inkml:trace contextRef="#ctx0" brushRef="#br0" timeOffset="102687.06">18182 10096 0,'25'0'141,"24"24"-141,1-24 15,49 50 1,-25-25-16,-49-25 15,25 25 32,-25-25-31,-25 49 0,0-24-1,0 25 1,-25-26-1,0 1 1,-25-25 0,26 0-1,-26 25 1,25-25 62</inkml:trace>
  <inkml:trace contextRef="#ctx0" brushRef="#br0" timeOffset="104294.45">19323 10740 0,'0'-24'110,"0"-1"-110,0-25 15,0 1 1,0 24-1,0-25-15,-50-123 32,50 148-32,-74-223 47,74 223-32,0 0-15,0-25 16,-25 50-1,25-24-15,0-1 0,0-124 63,0 124-47,0-24-16,25-1 0,74-74 46,-99 99-46,25 0 16,24 25 15,1-24-31,-25 24 16,0 0 15,-1 0-15,1 0 15,0 0-15,0 0 46,-25 49 16</inkml:trace>
  <inkml:trace contextRef="#ctx0" brushRef="#br0" timeOffset="104975.45">19124 10046 0,'0'25'78,"25"-25"-62,25 0-16,148 0 31,-123 0-31,-1 0 47</inkml:trace>
  <inkml:trace contextRef="#ctx0" brushRef="#br0" timeOffset="105825.29">19645 10195 0,'25'25'47,"-25"-1"-32,-25 1 1,-74 174 46,99-175-62,0 51 32,25 49 14,0-99-30,-25-1-16,25-24 16,-1 25-1,1 0 32,-25 0-31,25-25 62,-25-25-78,0 0 16</inkml:trace>
  <inkml:trace contextRef="#ctx0" brushRef="#br0" timeOffset="106390.84">19819 10368 0,'25'0'16,"24"0"-1,1 25 1,-25 0 0,0 25-1,-1-26-15,-24 26 0,25-50 16,0 25-16,25 74 47,-50-74-47,24 0 0,-24-1 15,25-24-15</inkml:trace>
  <inkml:trace contextRef="#ctx0" brushRef="#br0" timeOffset="106939.69">19869 10765 0,'24'-25'15,"1"1"1,0-1 0,0 25-16,0-50 15,-1 1 1,-24-1-1,75-148 32,-50 148-31,-25 25 31,0 0-32</inkml:trace>
  <inkml:trace contextRef="#ctx0" brushRef="#br0" timeOffset="107575.29">20141 9996 0,'25'0'31,"0"0"-15,25 75 15,-50-50-31,49 24 0,1 1 31,-25-1-31,123 249 47,-148-248-31,0-1-16,0-24 15,25 74 16,-25-49-15,0-25 0,0-1-16,-25 1 15,1 0 1,-1-25 62,-25 0-78,-123-50 31,123 1-15,-24-1-16,49 25 0,0-24 16</inkml:trace>
  <inkml:trace contextRef="#ctx0" brushRef="#br0" timeOffset="108551.29">19819 9128 0,'0'25'109,"0"0"-93,0 24 15,0-24-31,0 0 63,0 0-48,0 0 1,0-1 15,0 1-31</inkml:trace>
  <inkml:trace contextRef="#ctx0" brushRef="#br0" timeOffset="109431.13">20910 10046 0,'25'0'109,"0"0"-93,0 0-16,49 0 16,1-25 15</inkml:trace>
  <inkml:trace contextRef="#ctx0" brushRef="#br0" timeOffset="110070.37">21010 10443 0,'49'0'94,"26"0"-94,-51 0 15,51 0 32</inkml:trace>
  <inkml:trace contextRef="#ctx0" brushRef="#br0" timeOffset="117999.2">21431 10195 0,'25'0'109,"0"-25"-109,0 25 16,-1 0-1,1 0 1,50-25-1,-26 0 17,-24 25 30,0 0 94</inkml:trace>
  <inkml:trace contextRef="#ctx0" brushRef="#br0" timeOffset="119838.86">22225 9624 0,'25'0'62,"0"0"-46,-1 0 0,1 0-1,0 0-15,0 0 31,0 0-15,-1 0 0,1 25 31,-25 0-47,0 49 15,0-24 1,-74 123 31,49-173-32,25 25-15,-25-25 16,0 50 15,1-25-15,-1 0-16,25-1 15,0 1 1,-25 0 15,0 25 16,25-26-16,0 26-15,25-25 15,0 0-15,0-25 0,148 49 46,-148-49-62,25 0 0,-26 0 47,1 0 0,-25-25-32,0 1 1,0-26 0,0 25-16,-25-24 31,1 24-31,-200-199 62,200 200-62,-26-1 16,25 0 0,-24-25 15,24 26-15,-25-51 30,50 50-14,0 1-17,0-1 17,0 0-32,0 0 0,99 25 62,-49 0-62,-25 0 16,24 0 31,-24 0 31,25 0-31,-25 0-32</inkml:trace>
  <inkml:trace contextRef="#ctx0" brushRef="#br0" timeOffset="121103.01">22870 9525 0,'0'-25'16,"0"50"140,0 0-156,-25 24 16,25-24 0,0 0-16,0 0 15,0 24 1,0-24-1,0 25 17,0-25-32,0-1 0,0 26 31,75 173 16,-75-198-47,0 0 15,24 25-15,26 24 32,0 0-1,-26-24 31,1 0-30,0-26-17,0-24 1,0 25 15</inkml:trace>
  <inkml:trace contextRef="#ctx0" brushRef="#br0" timeOffset="123215.21">23316 9525 0,'25'0'47,"0"0"-47,0 0 16,-25 25-1,25-25 1,-25 25-16,24-1 16,1 26-1,74 148 17,100 100 30,-174-273-46,-1 0-16,1 49 31,25-24 0,-50-25 16,-25-25 31</inkml:trace>
  <inkml:trace contextRef="#ctx0" brushRef="#br0" timeOffset="123839.95">23440 10468 0,'0'-25'0,"0"-25"15,25 1-15,-25 24 16,50-174 15,-25 150-31,-25 24 16,0-50-16,24 1 16,51-298 30,-50 322-46,-1 1 0,1-100 32,-25 124-17,0 0 1,0 1 0</inkml:trace>
  <inkml:trace contextRef="#ctx0" brushRef="#br0" timeOffset="125927.86">23391 8979 0,'25'0'140,"-1"0"-140,1 0 16</inkml:trace>
  <inkml:trace contextRef="#ctx0" brushRef="#br0" timeOffset="126671.59">23490 8880 0</inkml:trace>
  <inkml:trace contextRef="#ctx0" brushRef="#br0" timeOffset="127744.19">23440 9004 0,'0'25'94,"25"-25"-63,0 0-15,0 0-16,74 0 31,-49 0-15,-26 0 0,1 0-1,25 0 16,-1 0 16,-24 0-15</inkml:trace>
  <inkml:trace contextRef="#ctx0" brushRef="#br0" timeOffset="129142.31">23986 8806 0,'25'-25'32,"25"25"-1,-26 0-31,26 0 15,-25 0-15,49 0 16,-49 0 0,25 49 31,-50-24-32,0 0-15,-25 74 63,0-74-63,25 0 15,-25-25 1,25 25 0,-25 0-1,-24 49 16,49-49-15,0 24 0,0-24 15,0 0-31,0 25 109,25-50-15,-25-25-63,0 0-15,0-74 0,-25 74-16,-50-99 46,75 99-30,0 0 0,-24 25 15,24-25 0,0 1-31,0-1 31,0 0 16,0 0-15,0 0-17</inkml:trace>
  <inkml:trace contextRef="#ctx0" brushRef="#br0" timeOffset="130319.66">24581 9029 0,'50'0'188,"-25"0"-188,0 0 15,-1 0-15,1 0 63</inkml:trace>
  <inkml:trace contextRef="#ctx0" brushRef="#br0" timeOffset="131222.7">24904 8954 0,'0'-24'47,"0"-26"-32,25 50 1,0-25-16,-1-24 31,-24 24-15,50-25 15,-25 75 94,-25 25-125,0-26 16,0 1-1,25 74 1,-25-49-1,24 25 32,-24-51-15,25-24 14</inkml:trace>
  <inkml:trace contextRef="#ctx0" brushRef="#br0" timeOffset="131775.31">25053 9227 0,'0'25'31,"0"-50"-15,25 25-1,173-74 32</inkml:trace>
  <inkml:trace contextRef="#ctx0" brushRef="#br0" timeOffset="133895.49">25400 8657 0,'25'0'94,"0"0"-79,24 49-15,1-24 16,-1 25-16,100 148 47,-99-123-47,-25-26 16,-1 26-16,76 222 46,-100-247-30,0 24-16,25 1 16,-25 198 31,0-249-47,-75 200 62,50-199-62,-24 24 16,24-49-1,-124 75 17,124-51-32,-24-24 15,-1 25-15,-49 0 31,74-25-31,0 0 16,-124 74 31,149-49-47,-24-25 16,-1 0-16,-25 25 46</inkml:trace>
  <inkml:trace contextRef="#ctx0" brushRef="#br0" timeOffset="134502.43">26541 9599 0</inkml:trace>
  <inkml:trace contextRef="#ctx0" brushRef="#br0" timeOffset="135966.66">26243 9699 0,'25'0'63,"25"0"-63,-25-25 15,24-25-15,50 50 16,100-25 46,-174 25-62,-1-24 16,1 24-16</inkml:trace>
  <inkml:trace contextRef="#ctx0" brushRef="#br0" timeOffset="136558.61">26417 10071 0,'25'0'78,"74"0"-78,-25-25 15,224-50 1,-273 75 0,24 0-16,-24 0 31</inkml:trace>
  <inkml:trace contextRef="#ctx0" brushRef="#br0" timeOffset="137367.04">27310 9723 0,'50'0'94,"-1"0"-78,1 0-16,-1 0 15,26 0 1,-50 0-16,24 0 16,26 0-1,-1 0 17</inkml:trace>
  <inkml:trace contextRef="#ctx0" brushRef="#br0" timeOffset="138879.33">28153 9029 0,'25'0'31,"0"0"-15,0 0-16,223 99 47,-223-74-31,-1-25-16,1 50 46,-25-26-30,0 26-16,0-25 16,0 49-1,-25-24 1,1-25-16,-1-1 16,0 26-1,-99 74 16,99-99-15,0 0-16,-24 49 31,24-24 1,25 24-1,0-49-16,0 0 1,0 24 31,0-24-47,0 0 16,25 0-1,49 0 16,-49-25-31,74 0 32,-24 0-1,-26 0 0,-24-25-15,-75-273 46,26 248-62,-76-98 32,76 98-32,24 0 15,-124-74 48,99 100-63,25-1 0,-75-25 31,26 1 0,24-1-31,25 25 31,0-99 1,0 99-17,25 25 95</inkml:trace>
  <inkml:trace contextRef="#ctx0" brushRef="#br0" timeOffset="140903.28">28848 9178 0,'0'25'47,"25"-25"-32,-1 24-15,1-24 16,74 50 15,-99-25-31,50 0 16,-25-25-16,99 124 47,-99-124-32,-25 24-15,74 76 63,-49-76-63,-25 1 15,25 0 1,0 0 15,-50 24 141,0-49-156</inkml:trace>
  <inkml:trace contextRef="#ctx0" brushRef="#br0" timeOffset="141511.39">28972 9897 0,'25'-25'15,"-25"0"1,0 1 0,49-76 15,-49 76-31,25-26 15,0 25-15,-25-49 16,50-100 15,-50 149-15,0 1 0,24-26-16,51-74 46,-75 99-46,0 0 32,25 1-1,-25-1 31,-75 0-46</inkml:trace>
  <inkml:trace contextRef="#ctx0" brushRef="#br0" timeOffset="143438.42">29170 8731 0,'0'-25'94,"25"25"-79,25 0-15,-1-24 32,1 24-32,-25 0 31</inkml:trace>
  <inkml:trace contextRef="#ctx0" brushRef="#br0" timeOffset="145471.87">29617 8434 0,'0'0'0,"-25"0"78,0 0-47,-24 0 0,24 24-15,0-24-16,0 25 31,0 74 32,25-74-32,0 0-31,0 0 47,25-25-16,0 0-31,0 0 31,74 0 16,-74-25-31,0 0-1,-1 0 1,-24 1 0,0-1-1,0 0 17,0 0 30,0 50 1,0 0-48,0 24 1,0-24-16,0 25 31,0-25-31,0-1 0,0 51 31,0-26 1,0-24 14,0 0 423,0 0-406,25 0-48,-25-1 17,25-24 14</inkml:trace>
  <inkml:trace contextRef="#ctx0" brushRef="#br0" timeOffset="-168080.33">4192 15503 0,'0'-25'15,"0"0"1,-25 1 0,25-1-1,0-75 32,0 76-31,0-1-16,0 0 15,0 0-15,0-99 32,0 99-17,0 1 1,0-1-16,0-74 47,0 74-32,0 0 1,0 0 187,25 25-172,0 0-15,0 0-16,24 0 16,26 0-1,222 0 17,-49 50-1,-49-1 31,-150-49-62,-24 0 16,50 25 0,-26-25 15,50 25 31,-74-25-62,0 0 32,0 0-17,0 0 1,-1 0-1,26 0 17,-25 0-32,0 0 47,-1 0-32,1 0 126,0 0-126,-25 25 1,25 0 31,-25-1-47,0 1 16,0 0-1,0 0-15,25 24 63,-25-24-63,0 0 15,24 25 32,-73-75 141,-26 0-173</inkml:trace>
  <inkml:trace contextRef="#ctx0" brushRef="#br0" timeOffset="-166713.29">4440 14213 0,'0'-25'94,"25"0"-79,0 1 1,-25-1 15,24 0-31,-24 0 31,25-24-31,0 49 32,0-25-1,0 25 109,24 0-108,-49 49-17,0 1-15,0-25 32,0 0-32,0 148 46,0-148-46,0 50 63,0-51-63</inkml:trace>
  <inkml:trace contextRef="#ctx0" brushRef="#br0" timeOffset="-165609.57">4514 14511 0,'25'0'110,"0"0"-110,25 0 15,-1 0 1,-24 0-16,124 0 63,-124 0-32,0 0-31</inkml:trace>
  <inkml:trace contextRef="#ctx0" brushRef="#br0" timeOffset="-163273.35">5953 16197 0,'25'0'62,"0"25"-46,0 25 0,-1-1-1,-24-24 1,25 25 15,-25-25-31,0 0 0,25 99 31,-25-100-15,0 51 15,0-50-15,0-1-1,25-24 32,24 0 31,26 0-78,-26 0 16,26-24 0,-26-1-16,1 25 0,74-75 31,-74 75-31,-1-24 16,100-1 15,-124 25-16,0 0-15,0 0 16,49 0-16,199 0 47,-224 0-47,1 0 0,0 0 16,-26 0-16,150 0 46,-124 0-46,-26 0 16,26 0 0,0 0-1,-26 0-15,1 0 16,0 0 31,0 0-32,0-25 142,-25 0-142,0 0-15,0-24 16,0-125 31,0 149-47,0-24 15,0 24 1,0 0 15</inkml:trace>
  <inkml:trace contextRef="#ctx0" brushRef="#br0" timeOffset="-161785.85">6921 17041 0,'24'-25'62,"26"25"-46,-25 0 0,99 0 30,-99 0-46,49 0 32,-49 0-17,24 174 32,-49-100-47,0-49 16,0 49-16,-49-24 15,-26 49 1,51-74-16,-1 0 16,0 0-16,0-25 15,-24 24 17,73-24 108,1 0-124,0 0-16,0 0 15,74 0 1,-49 0-16,24 0 31,-49 0 1,0 0 30,24 0 110</inkml:trace>
  <inkml:trace contextRef="#ctx0" brushRef="#br0" timeOffset="-157713.96">8434 13692 0,'24'0'62,"-24"-25"-30,25 1-32,0-26 15,0 25 1,0 0-16,24-99 31,-24 75-31,0 24 16,0 0-16,-25 50 140,0 0-124,0 24-16,0-24 16,0 0-16,0 25 15,0-1-15,0 26 16,0-51-1,0 51 17,0-50-32,0-1 15,0 1 1,0 174 46,0-175-62,0 1 16</inkml:trace>
  <inkml:trace contextRef="#ctx0" brushRef="#br0" timeOffset="-157064.76">8483 14064 0,'25'25'47,"25"0"-32,24-25 1,-24 0-16,173 0 63,-174 0-63,-24 0 15,25 0 1,-25 0 15,24 0-31,-24-25 156,-25 0-140</inkml:trace>
  <inkml:trace contextRef="#ctx0" brushRef="#br0" timeOffset="-155809.66">9004 13122 0,'0'24'94,"0"1"-79,0 0 1,0 0 0,0 0-16,0 0 15,0 49 16,0-49-15,0 0 0,0-1-1,0 1 17</inkml:trace>
  <inkml:trace contextRef="#ctx0" brushRef="#br0" timeOffset="-154253.39">9351 13097 0,'0'25'62,"0"24"-46,25-24-16,-25 25 16,25 49-1,0-49-15,-25-26 16,0 76 0,0-76-16,0 1 15,-50 174 32,25-150-47,25-24 16,-49 25-16,-26 98 47,75-123-47,0 0 15,-24 25-15,-26 74 47,25-100-31,25 1 15,0 0 0,-25-25 79,-24 0-110,-1-25 15,0-24-15,-24 49 16</inkml:trace>
  <inkml:trace contextRef="#ctx0" brushRef="#br0" timeOffset="-153347.71">8310 13221 0,'-25'25'62,"0"0"-62,25 24 16,-25 1-16,-49 247 62,74-247-62,0 124 31,0-125-31,0-24 16,124 273 47,-99-274-63,24 26 31,26 0 16,-51-50-32,1 0-15,-25 25 16,25-25 46,0 0-46</inkml:trace>
  <inkml:trace contextRef="#ctx0" brushRef="#br0" timeOffset="-152344.71">9922 13171 0,'-25'0'47,"25"25"-47,-25 0 16,25 74-1,-25-24-15,25 24 32,-24-25-32,24-49 15,0 0-15,0 0 16,0 123 0,0-98-1,0-25-15,0 24 16,0 1-16,0 124 47,0-150-47,0 1 0,0 25 15,24-25-15,26 49 47,-50-49-16,25 0 32</inkml:trace>
  <inkml:trace contextRef="#ctx0" brushRef="#br0" timeOffset="-151305.83">10096 13568 0,'49'0'63,"1"0"-63,-25 0 16,24 0-16,100 0 62,-124 25-46,0 0-1,-1 49 17,-24-24-17,0 24-15,0-24 16,-49 24-1,-1 1 17,25-51-32,-49 51 31,49-50-15,25-1 15,0 1 0,0 0-15,0 0 46,50-25-46,24 0-1,75-25 17,-99 25-32,24 0 31,-49-50 94</inkml:trace>
  <inkml:trace contextRef="#ctx0" brushRef="#br0" timeOffset="-150569.37">10616 13171 0,'25'25'31,"50"174"16,-26-150-47,-24 1 0,25-1 16,98 299 30,-123-299-30,50 199 15,-75-24 16,0-175-31,0-24-1,-25 25 1,25-26 15,-25-24-15,0 25 93</inkml:trace>
  <inkml:trace contextRef="#ctx0" brushRef="#br0" timeOffset="-149305.76">11559 13444 0,'0'25'94,"0"49"-94,25-24 15,-25-25-15,25 74 16,-1-25 0,1 50 15,0-49-31,0-26 0,0 26 31,-1-1 0,-24-49 32</inkml:trace>
  <inkml:trace contextRef="#ctx0" brushRef="#br0" timeOffset="-148698.06">11286 14064 0,'0'-25'47,"25"25"-32,0 0 1,49 0-16,174-49 63,-198 24-63,-1 0 0,-24 25 31,0-25 0</inkml:trace>
  <inkml:trace contextRef="#ctx0" brushRef="#br0" timeOffset="-145696.84">12750 14163 0,'0'-24'94,"0"-26"-94,0-24 15,-25 24-15,-25-148 47,50 148-47,-25 0 16,25 26 15,0-51 16,0 50-47,0 1 16,0-1-1,0-50 17,0 51-32,0-26 671,25 25-655,25 25 15,-25-25-31,24-24 63,1 49-32,-1-25 63,-49 0-94,25 25 172,25 0-172,-1 25 15,1 0-15</inkml:trace>
  <inkml:trace contextRef="#ctx0" brushRef="#br0" timeOffset="-144825.11">13494 13643 0,'0'-75'93,"0"50"-93,25-24 16,-25-26 0,24 26-16,1 24 15,-25 0 1,0-24 46,0 73 16,0 1-78,0 0 16,50 74 0,-50-49-16,0-25 15,0 24 1,0-24-16,0 124 31,0-75 0,0 50 32,0-99 31,0 0-79</inkml:trace>
  <inkml:trace contextRef="#ctx0" brushRef="#br0" timeOffset="-144270.7">13494 14139 0,'25'0'31,"24"-25"-15,-24 25-1,25-25 1,-1 0-1,75-24 48,-99 49-47,0 0-16,-25-25 62,0 0-31,0-25-15,0 1 0</inkml:trace>
  <inkml:trace contextRef="#ctx0" brushRef="#br0" timeOffset="-143312.96">13767 13295 0,'0'-24'93,"24"24"-77,1 24 0,0 1-16,25 74 46,-26-74-30,1 25-16,-25 74 63,0-99-63,0-1 15,25 125 32,-25-124-47,0 0 16,0 0-16,0 74 47,0-74-32,0-1 1,0 26 15,0-25 47,0 0-31,0-1 0,-25 1-31,0-25 46,-24 0-46,49-25 15</inkml:trace>
  <inkml:trace contextRef="#ctx0" brushRef="#br0" timeOffset="-142320.58">14238 13097 0,'0'25'78,"0"-1"-78,0 1 16,0 0 0,0 0-1,0 0 1,-50 74 15,50-49-15,0 247 31,0-247-47,0 24 15,25-24-15,25 123 31,-26-123-31,26 49 32,-25-49-1,0-25 0,-25-1 0,25-24 16</inkml:trace>
  <inkml:trace contextRef="#ctx0" brushRef="#br0" timeOffset="-140665.51">14660 13370 0,'0'25'78,"0"-1"-63,24-24-15,1 0 32,0 0-1,0 25-31,0 0 47,-1 0-47,-24 0 15,0-1 1,0 76 15,-24-100-31,24 24 0,0 1 16,-25 50 15,0-51-31,25 1 16,0 25 15,0-25-31,0-1 31,0 1 16,0 0-16,25-25-31,24 0 16,1 0-16,0 0 16,98 0 31,-123 0 78</inkml:trace>
  <inkml:trace contextRef="#ctx0" brushRef="#br0" timeOffset="-139513.73">15131 13246 0,'0'25'218,"0"24"-202,25-24-16,-1 0 16,51 124 15,-50-125-15,-1 26-16,1 0 0,75 148 62,-76-148-62,-24-26 16,25 125 31,-25-124-47,0 25 15,0-26 1,-25 26 15,25-25-15,-24 0-1,24-1 32,-25 1 0,-25-50 47,25-24-94</inkml:trace>
  <inkml:trace contextRef="#ctx0" brushRef="#br0" timeOffset="-138514.07">14858 13146 0,'0'25'156,"0"0"-156,0 50 16,0-51-16,0 1 15,0 0 1,25 0-16,-25 0 31,25 74 16</inkml:trace>
  <inkml:trace contextRef="#ctx0" brushRef="#br0" timeOffset="-102129.82">24011 11906 0,'50'25'156,"-50"0"-156,49 24 16,-24-24-16,25 50 31,-26-51-15,-24 26-16,25-50 16,0 50-16,0-25 15,-25-1 1,25 26-1,24 24 48,-24-24-32,0-50-31</inkml:trace>
  <inkml:trace contextRef="#ctx0" brushRef="#br0" timeOffset="-101377.96">24160 12452 0,'0'0'0,"0"-25"16,0-24-1,0 24 1,25-50 0,-1 51-1,-24-1-15,50-75 47,0 76-47,-50-26 0,24 50 16,1-50-1,0 26-15,0-1 32,0 0-1,-1 0-15,-24 0 15</inkml:trace>
  <inkml:trace contextRef="#ctx0" brushRef="#br0" timeOffset="-100361.37">24631 11460 0,'-25'-25'78,"0"50"-46,25 0-17,0 24 32,0-24-16,0 0 16,0 0-47,0-1 0,25-24 32,0 25-1,49-25 16,-49 0 31</inkml:trace>
  <inkml:trace contextRef="#ctx0" brushRef="#br0" timeOffset="-99649.17">24854 11509 0,'0'25'109,"0"0"-109,0 25 16,0-26-1,0 1 1,0 25 0,0-25 15,0 49 0,0-49-15,-25 0 31</inkml:trace>
  <inkml:trace contextRef="#ctx0" brushRef="#br0" timeOffset="-96523.52">25078 12254 0,'-25'-25'31</inkml:trace>
  <inkml:trace contextRef="#ctx0" brushRef="#br0" timeOffset="-96097.03">25053 12229 0,'25'0'141,"-1"0"-125,1 0-16,0 0 15,223-25 32,-198 25-47,24-25 0,-74 0 16,25 25 31</inkml:trace>
  <inkml:trace contextRef="#ctx0" brushRef="#br0" timeOffset="-95255.89">25673 11981 0,'25'24'109,"-1"-24"-109,26 25 16,-25 0-16,0-25 31,-1 0-31,26 0 31,0 25-15,-25 0 31,-25-1-47,0 1 16,0 25-1,-100 74 48,75-124-48,1 0 1,-1 25 15,0-25-15,0 25-16,25-1 125</inkml:trace>
  <inkml:trace contextRef="#ctx0" brushRef="#br0" timeOffset="-94241.95">26888 12204 0,'-25'-25'141,"1"0"-141,24 0 15,0 1-15,-25-51 16,-50-98 15,75 148-15,0 0-16,0-25 0,0-98 62,0 98-62,0 25 16,0 0-16,50-148 47,-25 148-32,0 0-15,99-24 47,-100 49-31,1 0-16,0 0 16,0 0 15</inkml:trace>
  <inkml:trace contextRef="#ctx0" brushRef="#br0" timeOffset="-93648.56">26715 11807 0,'0'25'62,"24"-25"-46,26 0-16,124 0 31,-150 0-31,26 0 16,-25 0 0,0 0 15,0 0-16,-1 0 1</inkml:trace>
  <inkml:trace contextRef="#ctx0" brushRef="#br0" timeOffset="-92633.65">27409 11807 0,'0'50'235,"0"-26"-220,-25 26-15,25 49 47,0-74-31,0 0 0,0 24 15,0 1-16,25-25-15,0 0 16,0 49 31,0-49 125</inkml:trace>
  <inkml:trace contextRef="#ctx0" brushRef="#br0" timeOffset="-91929.25">27583 11881 0,'25'-24'31,"-25"48"1,24-24-17,1 25-15,50 25 32,49 99 30,-100-125-62,1 1 16,50 50 31</inkml:trace>
  <inkml:trace contextRef="#ctx0" brushRef="#br0" timeOffset="-91273.89">27781 12378 0,'0'-25'63,"0"0"-48,0 0 1,25 0 0,0 1 15,-25-26-31,25-25 15,-1 51-15,-24-125 32,50-50-17,-50 150 17,0 24 61</inkml:trace>
  <inkml:trace contextRef="#ctx0" brushRef="#br0" timeOffset="-90449.15">28079 11509 0,'0'-24'47,"25"24"-16,-25 24-15,25 26-1,24 124 17,-49-125-32,0 1 15,25-1 1,-25 125 46,0-124-46,0-26-16,0 26 31,0-25-31,0 49 32,0 1 14,0-50 79,-25-25-93,-24 0-17,-26-25-15</inkml:trace>
  <inkml:trace contextRef="#ctx0" brushRef="#br0" timeOffset="-82529.19">7665 12055 0,'0'-50'94,"0"26"-78,24-26-16,-24 25 15,25-74 32,-25 74-31,25 0-1,0-24 17,0-1-17,-25 25-15,124-99 63,-124 100 15,24 24-16,26 0-46,149 0 15,-100 0-31,25 0 16,347 0 31,-421 0-47,-1 0 0,1 0 15,0 0 1,24 0-16,100 0 31,-125 0-15,-24 0-16,0 0 15,24 0 17,-24 0-17,0 0-15,0 0 16,0 0 0,74 0 30,-74 0 33,-1 0-33,1 0 17,-25 24-47,25 1 15,-25 0 0,0 0-31,0 124 63,0-125-48,0 26 1,0-25-1,0 24 48,0-24 203</inkml:trace>
  <inkml:trace contextRef="#ctx0" brushRef="#br0" timeOffset="-79864.05">24259 14188 0,'0'0'0,"0"25"47,0 0-31,0 0-1,0 49 16,0-49-31,0 0 16,0-100 125,0 50-141,0-74 15,-25 25 1,0-1-16,25 26 16,-24-50-16,24 24 15,-75-198 32,75 224-47,0 24 16,0-173 31,0 148-47,25 25 15,-25 0-15,50-24 31,-26 24-15,1 25 0,149-75 46,-149 75-62</inkml:trace>
  <inkml:trace contextRef="#ctx0" brushRef="#br0" timeOffset="-79217.7">24209 13866 0,'0'25'63,"75"-25"-47,98-25 15,-148 25-31,74-25 62</inkml:trace>
  <inkml:trace contextRef="#ctx0" brushRef="#br0" timeOffset="-78488.89">24854 13816 0,'-25'25'31,"25"0"-15,-24 24 0,24 1-16,0-25 15,-25 99 32,25-99-47,0-1 16,0 1-1,0 74 17,0-74-17,25 25-15,49 49 47,-49-99-31,-25 25-16,25-25 156</inkml:trace>
  <inkml:trace contextRef="#ctx0" brushRef="#br0" timeOffset="-77871.75">25202 13866 0,'24'-25'31,"26"25"0,-25 25-31,0 0 16,-1 24-16,1-24 15,50 49 1,-75-49 0,24 0-16,1 0 15,25 24 1,-50-24 0,25 25 30,-25-1 79</inkml:trace>
  <inkml:trace contextRef="#ctx0" brushRef="#br0" timeOffset="-77345.14">25350 14436 0,'-24'0'16,"24"-24"0,0-26-1,0 0-15,24-198 63,-24 199-63,25-26 0,0 26 15,0-1-15,0-49 47,-25 74-47,0 0 78</inkml:trace>
  <inkml:trace contextRef="#ctx0" brushRef="#br0" timeOffset="-76625.75">25648 13494 0,'25'0'47,"-25"25"-47,49 49 15,-24-24 1,0 74 31,-25-100-47,0 51 16,0-50-16,50 173 46,-50-173-30,0 24-16,0 26 31,0-50-31,0-1 16,0 1 15,0 0-15,-25-25 78,-25 0-94,25 0 15,1-25-15,-51 0 16,50 1-16</inkml:trace>
  <inkml:trace contextRef="#ctx0" brushRef="#br0" timeOffset="-75809.3">24606 12849 0,'0'25'78,"0"-1"-62,25 76 31,-25-76-47,0 1 0,50 25 31,-50-25-15</inkml:trace>
  <inkml:trace contextRef="#ctx0" brushRef="#br0" timeOffset="-71561.65">26541 13866 0,'25'0'140,"24"25"-140,-24-25 16,0 0-1,49 0 17,-49 0-17,0 0-15,0 0 16,24 0 0,-24 0-1</inkml:trace>
  <inkml:trace contextRef="#ctx0" brushRef="#br0" timeOffset="-70896.05">26715 14362 0,'0'25'62,"49"-25"-46,1-25-16,-1 25 16,-24 0-16,25-50 15,-25 50 1,-1 0 15</inkml:trace>
  <inkml:trace contextRef="#ctx0" brushRef="#br0" timeOffset="-65641.04">27186 13419 0,'25'0'47,"0"25"-16,-25 0 1,24 25-1,1 98 16,-25-98-47,0-25 15,0 0 1,0 24 15,0-24-31,25-25 94,0 0-63,0 0-15,-1 0 15,26 0-15,-25 0-1,0 0 32,-1 0-47,1 0 0</inkml:trace>
  <inkml:trace contextRef="#ctx0" brushRef="#br0" timeOffset="-64753.62">27484 13444 0,'0'25'109,"0"0"-93,0 0-16,24 24 15,-24 1 1,25-25-16,-25-1 16,50 76 31,-50-76-47,0 26 31,25 0-16,-25-26 1,0 1-16,0 0 16,0 0-16,0 49 31,0-24-15,24 24 30,-24-49-46,0 0 63,25-25-32</inkml:trace>
  <inkml:trace contextRef="#ctx0" brushRef="#br0" timeOffset="-63376.62">27955 13370 0,'0'25'93,"0"24"-77,0-24 0,0 25-1,0 24 32,0-49-47,0 24 0,0-24 16,0 124 31,0-124-32,0 0-15,0-1 16,0 26 0,0-25-16,0 24 15,25 26 32,-25-26-47,0-24 31,49 50 1,-24-51-17,0 1 32,-25 0 0,25-25 140</inkml:trace>
  <inkml:trace contextRef="#ctx0" brushRef="#br0" timeOffset="-57968.45">28327 13593 0,'25'74'156,"-25"-49"-156,49 25 16,-49-1-16,50-24 15,-25 25-15,0 24 16,49 1 15,-49-51-31,0 1 16,-1 25 0,51-25 15,-50-1 31</inkml:trace>
  <inkml:trace contextRef="#ctx0" brushRef="#br0" timeOffset="-57081.4">28525 14312 0,'0'-25'47,"0"1"-47,0-1 16,25-25 0,-25-49 15,25-75 31,-25 150-46,0-1-16,0 0 16,0-25-1,0 26-15,0-1 31,0-25 32,0 25 93,0 1-125</inkml:trace>
  <inkml:trace contextRef="#ctx0" brushRef="#br0" timeOffset="-55673.34">28550 13196 0,'0'25'125,"0"0"-109,0 0-16,0-1 31,0 1 1,0 0-32,0 0 31,25 0 16,0-1-32,0-24 32,-1 0 0,1 0-31,0 0-1,25-24 32</inkml:trace>
  <inkml:trace contextRef="#ctx0" brushRef="#br0" timeOffset="-54832.8">28749 13221 0,'24'0'109,"-24"25"-93,0 0-16,0 24 31,0-24-31,50 74 63,-50-74-63,0 0 15,0 24 1,0-24 0,25 50 31</inkml:trace>
  <inkml:trace contextRef="#ctx0" brushRef="#br0" timeOffset="-52496.2">29096 13345 0,'-25'0'94,"50"0"-78,25-25-1,-26 0 1,51 1 15,-50 24-31,-1-25 156</inkml:trace>
  <inkml:trace contextRef="#ctx0" brushRef="#br0" timeOffset="-51497.15">29418 13022 0,'0'-24'78,"25"-1"-62,0-25 15,-25 25-31,25 1 16,0-51 31,-1 100 62,1 25-93,0-1-1,0 1 1,-25-25 0,0 49-1,0-49-15,0 49 32,0 1 14,0-50-30,0-1 0,0 1-1,0 0 1,0 0 171</inkml:trace>
  <inkml:trace contextRef="#ctx0" brushRef="#br0" timeOffset="-50569.28">29493 13543 0,'0'-24'31,"0"-1"-31,0 0 31,49 25-15,-49-25-1,25 25 1,74-49 46,-74 49-46,0 0-16,25 0 16,49-50 15,-50 50-15,1 0 15,-25 0 0,0-25-15,-25 0-16,49 25 15,-49-24 110</inkml:trace>
  <inkml:trace contextRef="#ctx0" brushRef="#br0" timeOffset="-49400.88">29865 12402 0,'25'0'0,"-25"25"15,24-25-15,1 50 16,74 74 31,-74-75-47,0-24 0,198 322 62,-198-272-62,50 74 32,-51-25-1,-24 198 31,0-247-62,0-1 16,0-24-16,0 49 31,0 25 1,0-75-32,0 1 15,0 0-15,0 74 47,0-99-47,-24-1 16,-26 26-1,50-25 1,-50 0 0,-49 24 15,0-24 31,49-25 1,50 25-63,-25-25 47,1 0-32,-1 0-15,0 0 16,-25 0-16,1 0 16,24 0-1</inkml:trace>
  <inkml:trace contextRef="#ctx0" brushRef="#br0" timeOffset="-46593.2">30708 13444 0,'25'0'109,"-25"-25"-78,50 1-15,-1 24-16,-24-25 16,0 25-1,24 0 17</inkml:trace>
  <inkml:trace contextRef="#ctx0" brushRef="#br0" timeOffset="-45649.37">30956 13146 0,'50'0'171,"-1"0"-171,-24 25 16,25-25 0,-1 0-16,-24 0 31,0 0 16,-25 25-32,25 0 1,-25 0 0,0 0-16,0 24 15,0 75 17,-25-124-32,0 50 31</inkml:trace>
  <inkml:trace contextRef="#ctx0" brushRef="#br0" timeOffset="-43311">31502 12700 0,'0'25'78,"0"24"-63,0-24 1,0 50 0,25-51-16,0 51 31,-25-50-31,0-1 15,24 26 1,-24-25 62,25-25-62,25 25 15,-25-25 110,-25-25-126,24 0-15</inkml:trace>
  <inkml:trace contextRef="#ctx0" brushRef="#br0" timeOffset="-42529.3">31750 12799 0,'0'25'93,"0"0"-93,0 24 16,0 1 0,0-25-1,0 99 1,0 174 46,0-249-62,0-24 16,0 25 15,0-1-31,0 26 31,0-1 16</inkml:trace>
  <inkml:trace contextRef="#ctx0" brushRef="#br0" timeOffset="-40880.86">32147 12849 0,'0'25'125,"25"-1"-125,-25 1 16,24 0-16,26 74 47,-25-74-32,0 0-15,74 173 63,-99-148-63,25-25 15,-25 0 17,49-1 15</inkml:trace>
  <inkml:trace contextRef="#ctx0" brushRef="#br0" timeOffset="-40193.83">32246 13469 0,'0'-25'78,"0"-24"-78,0-26 16,0 26-16,25-76 31,25-73 0,-50 99 16,0 74-31,0 0 46</inkml:trace>
  <inkml:trace contextRef="#ctx0" brushRef="#br0" timeOffset="-37400.63">32122 12278 0,'0'-24'78,"25"24"-16,0 0-46,-1 0 0,1 0-16,0 24 15,25 1 48,-50 0-63,25 25 62,-25-26-30,0 1-32,0 0 15,0 0 16,0 24 16,-25-24-47,-25 25 63,50-25 46,25-25-93,0 0-1,0 0 1,-1 0 0,1 0-1,0 0 17,0 0-1,49 24 31,-49-24-62,0 0 16,24 25 31,-24-25-32,0 0 17,-25 25 15,0 25-1,-50-26-14,26-24-1,-1 0-15,0 0-16,-25 0 46,1 0-46,49 25 16,-25-25 0,-25 0 15</inkml:trace>
  <inkml:trace contextRef="#ctx0" brushRef="#br0" timeOffset="-21592.78">14784 15329 0,'0'0'0,"0"-25"16,0 1 0,0-100 15,0 99-15,0 0-16,0 0 31,0 0-16,0-74 32,0 74-15,0 1-1,24 24 16,26 0-32,0 0-15,-1 0 16,1 0-16,322 0 62,-322 0-62,74 0 32,24 0-1,-98 0 0,124 0 16,-75 0-16,-74 0-31,-1 0 16,1 0 0,124 0 30,-99 0-30,-26 0-16,1 0 16,0 0 31,0 0-47,0 0 15,0 0 1,-1 0-1,76 0 48,-76 0-47,1 0 202,-25 24-186,0 26-17,0-25 1,0 0-1,0-1-15,0 1 16,0 0-16,0 25 47,0-26 156</inkml:trace>
  <inkml:trace contextRef="#ctx0" brushRef="#br0" timeOffset="-19993.75">15528 14635 0,'-25'0'156,"25"-25"-125,0 0 1,0 0-17,0 1 1,0-175 46,0 174-62,0 0 16,0-74 0,0 74-16,0-49 46,25 24-14,0 1-1,24-1 31,-24 50-62,0 0 0,49-25 32,1 25 15</inkml:trace>
  <inkml:trace contextRef="#ctx0" brushRef="#br0" timeOffset="-19265.7">15602 14238 0,'0'25'125,"25"-25"-109,25 0-1,98 24 32,-98 1-31</inkml:trace>
  <inkml:trace contextRef="#ctx0" brushRef="#br0" timeOffset="-18016.96">16049 14387 0,'-25'25'157,"25"-1"-142,0 1 1,0 0 0,-50 74 30,50-74-30,25 0-16,-25 24 31,25-24-15,0 0 0,-1 0-1,1 0 16,0-1 1,0-24 30,0-24-62,-1-1 16</inkml:trace>
  <inkml:trace contextRef="#ctx0" brushRef="#br0" timeOffset="-17479.52">16222 14511 0,'50'0'47,"-50"49"-31,74 51 31,-49-100-47,0 24 0,-25 1 15,50 25 16,-1-1 1</inkml:trace>
  <inkml:trace contextRef="#ctx0" brushRef="#br0" timeOffset="-17048.83">16346 14808 0,'0'0'0,"25"-24"32,0-26-1,0 0-31,-25 26 16,0-1-1,0 0 79,0 0-78</inkml:trace>
  <inkml:trace contextRef="#ctx0" brushRef="#br0" timeOffset="-16453.86">16421 14337 0,'25'0'16,"-1"50"-1,26-25 1,-50-1-16,25-24 15,0 25-15,49 74 47,-74-49-47,25 0 16,0 24 15,-25-24-31,0-1 63,-25-49-1,0 0-46,-25 0-16,26 0 15,-26-25-15,25-24 16</inkml:trace>
  <inkml:trace contextRef="#ctx0" brushRef="#br0" timeOffset="-15417.54">16024 13667 0,'0'25'219,"0"0"-203,0 0-1,0 24 32,0-24-31</inkml:trace>
  <inkml:trace contextRef="#ctx0" brushRef="#br0" timeOffset="-12336.84">16743 16197 0,'25'0'109,"0"25"-78,-25 0 1,0 0-32,0 0 15,0-1-15,0 76 47,0-51-47,0-24 0,25 74 63,-25-74-32,24 0-16,-24 0 17,0 0 15,25-25 124,0 0-155,25 0-16,24 0 31,-24 0-31,-1 0 0,199 0 32,-49 0-1,-125 0 0,100 24 0,-100-24-15,-49 0 0,0 0-16,0 0 15,74 0 16,-74 0-15,-1 0 0,1 0-1,0 0 1,74 0 31,-74 0-32,0 0 1,24 0 0,26 0 31,-50 0-1,-25-24 1,0-1-31,0 0 0,0-25-1,0 1 16,24-26 16,-24 26-47,0 24 16,0-25 31,0 25-32</inkml:trace>
  <inkml:trace contextRef="#ctx0" brushRef="#br0" timeOffset="-9952.8">17314 17090 0,'0'-49'47,"-25"49"-32,0-25 1,0 25-1,0 0 1,1 0 0,-26 0-1,-24 124 48,74-99-63,0 0 15,0 24-15,24-49 16,1 0 15,25 0-15,148 0 0,-74-49 46,-124-26-31,0 50-31,-49-24 63,24 49 31,25 25-79,0-1 1,0 26-1,0 0-15,25 49 32,-25-25-1,24 100 31,-24-149-62,0 0 16,0-1-16,0 1 31,-74 50-15,49-51 46,0-24-30,1 0-1,-1 0 0</inkml:trace>
  <inkml:trace contextRef="#ctx0" brushRef="#br0" timeOffset="-9104.62">17611 17090 0,'25'0'63,"-25"25"-32,0 25 0,0-1-15,0-24-16,0 74 62,0-24-62,0-1 32,25-24-1,0-25 0,-25-50 78,0 0-109,0 0 16,0-24-16</inkml:trace>
  <inkml:trace contextRef="#ctx0" brushRef="#br0" timeOffset="-8584.68">17859 16966 0,'50'0'32,"-25"25"-32,0 0 15,123 248 32,-123-248-31,-25-1-16,0 1 15,50 25 17,-50-25-32,0-1 15,25 1-15,-50-25 110</inkml:trace>
  <inkml:trace contextRef="#ctx0" brushRef="#br0" timeOffset="-8113.64">17934 17363 0,'0'0'16,"25"-49"-16,-1-1 15,125-248 32,-149 274-47,50-51 31,-50 50 16</inkml:trace>
  <inkml:trace contextRef="#ctx0" brushRef="#br0" timeOffset="-7303.86">18207 16818 0,'24'-25'31,"-24"50"-15,50 49 15,-50-49-31,50 74 32,-50 149 30,0-198-62,0-1 0,0 1 16,0 124 31,-25-150-47,0 1 46,0-25 17,0 0-47,-49-74 30,74 49-46,0 0 16</inkml:trace>
  <inkml:trace contextRef="#ctx0" brushRef="#br0" timeOffset="-5224.57">24581 15205 0,'0'0'0,"-74"-25"15,49 25-15,0 0 16,-24 0-16,-75 50 16,99-25-1,-49 198 32,74-198-31,0 0-16,0 49 0,74-24 47,-24-50-32,-26 0-15,51 0 32,-1 0-1,-49-223 31,-25 173-46,0 25 0,0 0-1,25 100 126,0-26-126,-25-24-15,49 50 16,-24-26-16,25 100 47,-50-124-47,0 24 16,0 1-16,0 24 31,0-49-31,0 99 31,0-99-31,0 0 0,0 0 16,-25 74 15,0-74-15,25-1-16,-25-24 15,0 25 1,-49 0 15,-25-25 16,74 0-31,0 0-1,0-50 16,25 26-31,0-26 16,75-24 0</inkml:trace>
  <inkml:trace contextRef="#ctx0" brushRef="#br0" timeOffset="-4416.93">25053 15304 0,'0'25'110,"0"0"-110,0 25 15,0-1 1,0 1-16,49 148 62,-49-173-62,25 0 0,-25 0 16,50 0 15,-25-1-15,-25 1 0,49-25-1,100 50 48</inkml:trace>
  <inkml:trace contextRef="#ctx0" brushRef="#br0" timeOffset="-3849.66">25400 15404 0,'25'0'94,"24"25"-94,-49-1 15,50 51-15,-25-50 16,74 74 15,-74-74-15,0-1 15,24 1-15,-24 0-1</inkml:trace>
  <inkml:trace contextRef="#ctx0" brushRef="#br0" timeOffset="-3417.27">25474 15751 0,'0'-50'47,"0"26"-31,0-51 0,0 26-16,25-51 31,0 1 31</inkml:trace>
  <inkml:trace contextRef="#ctx0" brushRef="#br0" timeOffset="-2560.16">25698 15081 0,'49'0'62,"-49"25"-46,25 0 15,0 24-31,124 224 63,-149-248-63,99 223 62,-99-198-31,25-50-31,-25 25 47,0-1-16,-25-24-15,0 0 31,0 0-47,1 0 62,-1 0-46,0 0 31</inkml:trace>
  <inkml:trace contextRef="#ctx0" brushRef="#br0" timeOffset="-1758">26367 15379 0,'25'0'94,"0"0"-79,0 0 1,49 25 31,-24-25-47,-25 0 31,-1 0 0</inkml:trace>
  <inkml:trace contextRef="#ctx0" brushRef="#br0" timeOffset="-1097.34">26392 15751 0,'25'0'110,"0"0"-95,24 0-15,1 0 16,24 0 15,-49 0 47,-50 0 16,-24 0-78</inkml:trace>
  <inkml:trace contextRef="#ctx0" brushRef="#br0" timeOffset="3207.33">26888 15280 0,'50'0'78,"-25"0"-78,24 0 15,1 0-15,24 0 16,75 49 31,-124-24-31,-25 0-1,25 0-15,0-25 31,-25 25-31,0 123 63,0-123-1,0 0-62,0 0 16,24-25 0,51 25-1,-26-25-15,51 24 16,-1 26 46,-99-25-15,0 0-31,-50-25 0,25 24-16,1-24 15,-1 0 1,-25 0-16,-24 25 15,49 0 1,0-25-16,-124-25 47,75 25-31,49 0-1,0 0 1,50 0 78,0 0-94</inkml:trace>
  <inkml:trace contextRef="#ctx0" brushRef="#br0" timeOffset="3822.25">28004 15131 0,'0'-25'31,"25"25"-31,25 25 16,0 0-1,-26-1 1,1 1-16,174 124 47,-199-124-32,99 25 17,-50-50-32,75 124 62,-99-100-46,0 1-1,49 50 48,-74-51-63</inkml:trace>
  <inkml:trace contextRef="#ctx0" brushRef="#br0" timeOffset="4359.17">28129 15925 0,'-25'0'16,"25"-25"0,0-124 15,25 75-16,-25 24-15,24 0 16,-24 1-16,100-224 31,-76 223-15,1-24-16,25 49 16,-25-74-1,-25 74-15,24 0 16,26-148 31,-50 148-32</inkml:trace>
  <inkml:trace contextRef="#ctx0" brushRef="#br0" timeOffset="5567.17">28575 14635 0,'0'-25'32,"25"25"-1,0 0-31,-1 0 47,1 25 0,0 0-47,0-1 31,-25 26-16,0-25 1,0 24-16,-25-24 16,0 50 46,25-51-31,0 1 16,0 0-15,50-25-1,-25 0-16,-1 0-15,1 0 16,0 0 0,0 0-1,24 0 48,-24 0-63</inkml:trace>
  <inkml:trace contextRef="#ctx0" brushRef="#br0" timeOffset="19639.1">12427 12254 0,'0'-25'47,"0"0"-47,0-25 15,0 25-15,99-148 47,-99 148-47,25 0 16,25-173 31,-50 173-32,0 0 1,0-24 46,25 49 48,49 0-110,-24 24 15,-1-24-15,26 0 16,197 0 15,-197 0-31,-25 0 16,-1 0-16,224 0 62,-248 0-62,24 0 16,125 0 15,-124 0-31,24 0 16,-24 0-16,-1 0 16,-24 0 15,0 0 63,0 0-63,-1 0-16,1 0 17,0 0-17,0 0 32,-25 25 16,0 0-48,0 0 1,0 0 0,0 24-1,0 26 1,0-51-1,0 51 32,0-50-31,0-1-16,0 1 31,0 0-31,0 25 63,-25-26 140,0-24-188,0 0 1</inkml:trace>
  <inkml:trace contextRef="#ctx0" brushRef="#br0" timeOffset="39607.18">14362 12328 0,'0'-25'125,"0"0"-109,0-24 15,0 24-31,0 0 0,0 0 31,0-24-15,0-1-16,0 25 31,25-49 1,-25 49-32,25 0 15,-25-24 1,24 24-1,1 25 204,0 0-203,74 0-1,-49 0 1,99 0 15,198 0 16,-298 0-31,-24 0-16,0 0 0,25 0 15,74 0 17,-25 0-17,-49 0-15,-26 0 16,51 0 0,-50 0-16,49 0 31,-49 0-16,0 0 1,-1 0 0,1 0-1,50-25 17,-51 25-17,1 0-15,99 0 63,-99 0-63,-25 25 265,0 24-249,0-24 0,0 0-1,0 25 32,0-26-31,0 1-1</inkml:trace>
  <inkml:trace contextRef="#ctx0" brushRef="#br0" timeOffset="46575.69">24358 16942 0,'-25'0'78,"25"-25"-62,-24 25-16,-1 0 31,-25 0-15,-24 99 31,74-74-47,0 0 15,49 198 32,-24-223-31,0 25-16,0-25 15,24 24 17,-24-24-17,0 0 1,0 0 15,0-24-15,-25-1-16,0 0 15,0 0-15,0-74 16,0 74 0,0-24 31,24 49 109,-24 24-141,0 26 1,25-25-16,0 24 16,-25 26-1,25-50-15,0 74 32,-25 75 14,0-125-30,0-24-16,-25 124 31,-149-25 32,149-124-63,50 0 203,25 0-187</inkml:trace>
  <inkml:trace contextRef="#ctx0" brushRef="#br0" timeOffset="47472.53">24780 17165 0,'-25'0'94,"25"25"-78,0-1-16,0 1 15,0 99 17,0-74-32,0-25 15,0-1-15,25 51 31,-25-50-31,74 74 63,-49-99 31,0 0-63,0 0-31,0 0 31,-1-25-31</inkml:trace>
  <inkml:trace contextRef="#ctx0" brushRef="#br0" timeOffset="48007.81">25028 17115 0,'25'0'46,"0"25"-46,49 25 32,-49-50-32,0 24 15,49 51 1,-49-75 0,0 49-16,-1-24 15,1 0-15,0 0 16,-25 0-1,25-1-15,-25 1 32,0 0 15,0 0-1,-25 0-46</inkml:trace>
  <inkml:trace contextRef="#ctx0" brushRef="#br0" timeOffset="48535.48">25177 17661 0,'0'0'0,"0"-50"16,25 26 0,49-125 31,-49 99-47,-25 25 0,25-49 15,49-100 32,-74 149-31,0 1-16,0-1 62,0-50-15,0 51-31</inkml:trace>
  <inkml:trace contextRef="#ctx0" brushRef="#br0" timeOffset="49175.35">25524 16718 0,'25'0'78,"0"0"-62,-25 25-16,124 149 47,-75-149-47,-49 49 15,25-49-15,25 223 63,-50-199-63,0 1 0,0 49 62,-25-99 16,-74 0-62,-1-25-16,51-24 16,-26 24-16,-49-49 15,50-1-15</inkml:trace>
  <inkml:trace contextRef="#ctx0" brushRef="#br0" timeOffset="50247.26">24433 16520 0,'24'0'46,"100"-25"-14,-99 25-32,0 0 0,0 0 15,0 0 17,-1 0-32,1 0 31,0 0-31,-25 75 47,0-26-47,0-24 15,-25 0-15,-24 24 32,24-49-17,50 0 126,-1 25-141,1 0 15,0-25 1,0 0 0,0 0 140,-25-25-140</inkml:trace>
  <inkml:trace contextRef="#ctx0" brushRef="#br0" timeOffset="51142.42">26268 17090 0,'50'0'93,"-1"0"-77,1 0-16,0 0 16,49 0-1,-74 0 1,24 0 31</inkml:trace>
  <inkml:trace contextRef="#ctx0" brushRef="#br0" timeOffset="51719.03">26442 17462 0,'49'0'78,"1"0"-78,0-24 16,24-1-16,25-25 16,-24 25 46,-75 1 32</inkml:trace>
  <inkml:trace contextRef="#ctx0" brushRef="#br0" timeOffset="61031.12">27037 16594 0,'0'-24'47,"25"24"-31,0 0-16,198 0 47,-173 0-47,-26 0 15,1 0-15,0 0 47,-25 49-31,0 1 0,0-1 30,0-24 33,0 0-64,74 25 1,-49-50-16,124 124 47,-124-124-32,0 24-15,24 76 47,-49-76-31,0 1-16,0 0 15,0 74 32,0-74-31,-74 49 31,49-49-32,-25-25-15,26 0 16,-51 0 15,-49 0 16,99 0-31,1 0-1</inkml:trace>
  <inkml:trace contextRef="#ctx0" brushRef="#br0" timeOffset="62222.76">28253 16272 0,'0'25'78,"0"-1"-62,0 1-16,0 25 16,0-25-16,0 74 15,0-49 1,0-1-16,49 75 31,-49-74-31,0-25 31,25 74 1,0 50 30,0-100-62,-25-24 0,24 0 16,-24 0-1,25-1 1,-25 1-16,25-25 16,-25 25-1,25-25 126,0 0-110,-1 0 16</inkml:trace>
  <inkml:trace contextRef="#ctx0" brushRef="#br0" timeOffset="65751.05">27905 15627 0,'25'0'79,"-25"50"-64,25-1 1,0 1-16,-25-25 15,0 49 17,0-49-32,0 24 0,74 125 47,-74-149-32,0 0-15,25-1 63,0-24 15,0-24-78,24 24 15,-24-50-15,173-49 63,-148 99-63,-50-25 16,25 25-1,124-50 32,-100 26-47,1 24 16,-25 0-1,-1 0-15,100-25 32,-74 0-17,124 0 32,-149 0-31,24 25-16,100-24 47,-124-1 124,-25-25-155,-25 50-16,-25-74 31,-98-100 16</inkml:trace>
  <inkml:trace contextRef="#ctx0" brushRef="#br0" timeOffset="72719.97">28649 16644 0,'0'-25'94,"0"0"-79,100 1 1,-26-1-1,-24 0 17,-26 25-32,1 0 31,0 0 31,0 0-62,0 50 32,-25-26-32,0 26 15,0-25-15,-50 124 47,25-149-47,0 49 0,25-24 16,-24-25-1,-1 50 17,25-1 93,25-49-110,-1 0-15,26 0 16,49 0 0,-49 0-1,74 0 1,-99 0-1,74-25 17,-74 1-32</inkml:trace>
  <inkml:trace contextRef="#ctx0" brushRef="#br0" timeOffset="73382.74">29418 16570 0</inkml:trace>
  <inkml:trace contextRef="#ctx0" brushRef="#br0" timeOffset="76486.6">29567 16098 0,'0'25'125,"-25"0"-125,25 24 16,-24-24 0,24 50 31,-25-51-47,25 1 0,-25 149 93,25-149-93,0 0 0,0-1 16,0 1 0,0 124 46,0-124-62,0 0 16,25 24-16,24 26 47,-24-51-32,0 1-15,0 0 16,0 0-1,24 0 17,26-1-1,-1-24 16,-49 0-47,0 0 15,-1 0 1,1 0 156,-25-24-141,0-1-31</inkml:trace>
  <inkml:trace contextRef="#ctx0" brushRef="#br0" timeOffset="80509.94">30014 16247 0,'24'0'94,"1"25"-78,0 24-16,0-24 31,24 25-31,-24 0 16,25-1 15,-25-49-16,-25 25 1,25 0 31,-1-25-47,1 25 16,0-25 15,0 49 16,0-49-16,-25 25-15,24 0 30</inkml:trace>
  <inkml:trace contextRef="#ctx0" brushRef="#br0" timeOffset="81422.82">30212 16842 0,'-25'-24'16,"25"-1"-1,0 0-15,-25 0 16,25-99 31,0 99-47,0 1 15,0-1 1,0 0 0,0-25 15,0 26-16,0-1 1,0 0 0,0-25-1,50-74 17,-25 75 30,-25 24-62,25-25 31,-25 25 79,25 25-110,-25-24 47</inkml:trace>
  <inkml:trace contextRef="#ctx0" brushRef="#br0" timeOffset="83015.38">30212 15701 0,'25'-24'93,"0"24"-61,0 0-1,24 0 47,-49 24-62,25-24-1,-25 25 16,0 0-15,0 25 15,-25 74 32,25-100-63,0 1 62,0 0-62,25-25 94,0 0-94,24 0 219</inkml:trace>
  <inkml:trace contextRef="#ctx0" brushRef="#br0" timeOffset="83902.88">30485 15726 0,'25'0'141,"0"0"-125</inkml:trace>
  <inkml:trace contextRef="#ctx0" brushRef="#br0" timeOffset="84926.42">30659 15627 0,'0'-25'93,"24"0"-61,-24 1-1,75-26 16,-75 25-47,25 0 156,-1 50-125,-24 0-15,25 25-1,0-26 1,-25 1-16,25 50 63,-25-51-32,25-24-31,-25 25 94</inkml:trace>
  <inkml:trace contextRef="#ctx0" brushRef="#br0" timeOffset="86094.63">30857 15776 0,'25'0'172,"0"0"-172,-1 0 15,1 0-15,0 0 32,0 0 218,0 0-219,-25-25-15,24 0-1</inkml:trace>
  <inkml:trace contextRef="#ctx0" brushRef="#br0" timeOffset="87791.92">31031 15280 0,'0'24'172,"0"1"-157,24 25 1,1-25 31,0-25-32,-25 25-15,25-1 32,-25 1-17,25-25 1,-1 25 0,-24 0 15,25 0-16,-25-1 204,25 1-203,0-25-1,-25 25 1,74 124 31,-24-75-16,-25-49-15,49 173 46,-24-74-46,-25-74 0,-1 124 30,1-125-30,-25 1-16,0-25 16,0 24-1,0-24 1,0 25 0,0 74 46,0-99-15,-25-1-31,1 1-16,-1-25 15,-25 25 32,25-25-47,1 0 63,-1 0-17,0 0-30,0-50 0,0 1-1</inkml:trace>
  <inkml:trace contextRef="#ctx0" brushRef="#br0" timeOffset="88911.58">31477 15230 0,'0'25'125,"25"0"-125,0-1 16,0 26-16,-1-25 15,100 198 32,-99-198-47,0 25 0,-25-1 16,74 150 31,-74-150-47,25 26 15,-25-1 1,0-49 0,0 24-1,0 51 17,0-76-17,0 1 1,0 0-1,0 25 1,0-25 0,0-1 15,0 1 31,-25-25-62,1 0 157</inkml:trace>
  <inkml:trace contextRef="#ctx0" brushRef="#br0" timeOffset="90126.45">26615 18728 0,'25'0'93,"0"0"-93,49 0 16,-24-25-16,223-25 47,-223 50-47,-26 0 16,26 0-1,-25 0 16,0 0 16</inkml:trace>
  <inkml:trace contextRef="#ctx0" brushRef="#br0" timeOffset="90902.89">27087 18306 0,'25'0'15,"-25"25"1,272 99 31,-197-124-47,-50 0 16,-1 0-16,125 0 46,-124 0-46,0 24 16,0 1 0,-1 0-1,-24 0-15,25 173 47,-25-148-31,-25-25-16,25 0 15,-24-1 1,-1 1-16,0-25 16</inkml:trace>
  <inkml:trace contextRef="#ctx0" brushRef="#br0" timeOffset="93155.57">28649 18058 0,'-24'0'94,"-26"25"-94,50-1 15,-50 26-15,26 74 31,-1-74-31,0-26 0,25 125 47,0-99-31,0-25 15,0 24-15,25-24-1,-25 0 17,49 49 15,-24-74-16,0 0-31,0 0 15,24 0-15,100-74 47,-124 49-31,-25 0 31,25 1-32,-25-1 32,0-25-47,0 25 16,-25-74 31,0 74-16,-24 25 0,-1 0-15,0 75 0,1-1-1,-1 25 48,50-74-32,0 0 172</inkml:trace>
  <inkml:trace contextRef="#ctx0" brushRef="#br0" timeOffset="96086.97">29046 18058 0,'50'0'32,"0"0"-17,-26 25-15,125 99 31,-25-25 1,-49-74-1,-51-1-31,-24 1 16,50-25-1,49 99 32,-74-99-47,49 75 31,-49-75-15,-25 25-16,25-25 31,-25 25 79,0-1-110</inkml:trace>
  <inkml:trace contextRef="#ctx0" brushRef="#br0" timeOffset="96635.22">29319 18777 0,'25'-49'15,"-25"-1"1,0 25-16,25-49 16,-25 49-1,25-50-15,24-123 32,-49 148-32,0-247 62,0 247-62,25 25 16,-25 1-1,25-1-15,0 0 47,-1 25-47,26-74 31</inkml:trace>
  <inkml:trace contextRef="#ctx0" brushRef="#br0" timeOffset="101519.36">20762 15304 0,'-25'0'47,"50"-49"0,-1 24-32,1 0-15,0-49 32,-25 24-32,50-24 31,-26-1 0,1 26 16,0 49 31,0 0-62,0 0-1,421-25 17,-297 0-32,-50 25 15,348 0 32,-398 0-47,-24 0 0,0 0 16,173 25 31,-173-25-32,99 25 32,-99-25-16,0 0 1,-1 25-32,-24-1 46,25 1-46,-25 0 16,0 0 0,0 0-16,0-1 15,0 1 204</inkml:trace>
  <inkml:trace contextRef="#ctx0" brushRef="#br0" timeOffset="103662.79">21580 14064 0,'0'0'0,"-25"0"15,0 0 1,1 0-16,-1 0 31,0 0-15,25 25 31,0 25-32,0-1 1,50 50 31,-50-74-47,24-25 0,76 50 62,-76-50-62,1 0 32,0 0-17,0 0-15,25 0 16,-26-25 15,1 0-31,-25 0 31,0-24-15,0 24 0,0 0-1,0 50 204,0 0-203,0 0-1,0-1 1,0 1 0,0 0-1,0 74 16,0-74-15,0 50 31,0-51-31,0 26 15,-25-50-31,25 25 0,-74 0 31,49-25 47,0 0 0,0 0-62,1 0 78</inkml:trace>
  <inkml:trace contextRef="#ctx0" brushRef="#br0" timeOffset="104503.05">22076 13891 0,'0'49'110,"0"-24"-95,0 25 1,0-1 0,0-24-1,0 0 17</inkml:trace>
  <inkml:trace contextRef="#ctx0" brushRef="#br0" timeOffset="105455.51">22275 14213 0,'0'25'32,"0"0"-1,0-1-31,0 1 16,0 25 15,0 0-31,-25-26 15,0 76 32,25-76-47,0 1 16,0 0 15,0 0 16,0 0-47,0-1 16,50-24 15,-50 25-31,24-25 141,1-49-141</inkml:trace>
  <inkml:trace contextRef="#ctx0" brushRef="#br0" timeOffset="106039">22473 14337 0,'25'0'78,"0"25"-62,-25 0 15,24 0-31,51 49 47,-50-49-31,-25 0-1,49 49 17,-24-24-17</inkml:trace>
  <inkml:trace contextRef="#ctx0" brushRef="#br0" timeOffset="106551.2">22399 14709 0,'0'-25'15,"24"25"-15,26-24 32,0-1-32,74-124 62,-100 124-62,1 0 0,-25 1 63,0-1-63,25 0 15,-25 0 16,0 0-31,0 0 47</inkml:trace>
  <inkml:trace contextRef="#ctx0" brushRef="#br0" timeOffset="107200.07">22820 14213 0,'25'-25'62,"0"25"-46,-25 50-1,74 49 17,-74-74-17,25 25-15,-25-1 16,0-24 15,0 0-31,0 0 0,0-1 16,0 26-16,0 0 15,0-26 1,0 1 0,0 25 31,-25-50-47,1 0 62,-26 0-62,-24 0 16,-199-124 15</inkml:trace>
  <inkml:trace contextRef="#ctx0" brushRef="#br0" timeOffset="108742.49">21828 14238 0,'25'-25'141,"-50"0"-110,-24 0-16,24 1 1,0 24 15,0-25-31,0 25 47,0 0-16,1 0-15,-1-25 0,-25 25 31,25 0-32,-24 0 16,49-25 32</inkml:trace>
  <inkml:trace contextRef="#ctx0" brushRef="#br0" timeOffset="122919.48">12526 18182 0,'25'0'16,"0"0"-16</inkml:trace>
  <inkml:trace contextRef="#ctx0" brushRef="#br0" timeOffset="124055.17">12526 18182 0,'25'-25'94,"0"25"-63,-25 25-15,25 0 0,0-1-16,-25 76 47,0-51-47,0 1 15,49 99 32,-49-124-31,0-1-16,25 76 62,0-76 16</inkml:trace>
  <inkml:trace contextRef="#ctx0" brushRef="#br0" timeOffset="125291.8">12874 18083 0,'49'0'125,"-24"24"-109,25 1 0,-1 0-1,-24-25-15,0 25 32,0-25-17,-1 25 1,1-25-1,-25 24 1,-49 200 31,24-200-47,0 1 16,-49 25 30,74-25 64,0 0-95,0-1 1,24 1-16,1-25 16,50 50-1,-26-50 1,-24 0 15,0 0 250,0 0-265,24 0 0</inkml:trace>
  <inkml:trace contextRef="#ctx0" brushRef="#br0" timeOffset="127862.47">13444 18157 0,'0'25'94,"25"-25"-94,-25 49 15,25-24-15,0 0 16,-25 25-16,124 74 62,-100-50-62,1-24 32,0-50-32,25 74 31,-26-49-16,51 74 32,-75-74-47,25-25 32</inkml:trace>
  <inkml:trace contextRef="#ctx0" brushRef="#br0" timeOffset="128686.66">13667 18852 0,'-24'0'0,"24"-25"15,0-50 17,0 51-32,0-125 46,0 124-46,0 0 16,0 0-16,0-173 47,0 173-31,0 0-1,0 0 1,0 1-16,0-1 156,0 0-140,0 0 124</inkml:trace>
  <inkml:trace contextRef="#ctx0" brushRef="#br0" timeOffset="130495.97">13891 17636 0,'0'-25'94,"-50"25"-63,25 0-15,0 0 0,1 0-16,-26 0 15,25 0 1,0 0-16,25 25 156,0 0-140,0 25-16,0-26 15,0 26 1,0-25 0,0 0-1,0-1-15,25-24 94,0 0-47,0 0-31,0 0-1,-1 0 16,125 0 16,-124 0-31,0 0 0,0 0-1,-1 0 16,-24 25 1,25-25-17,-25 25 32,0 0-31,0 0 15,0 24 16,-25-49-16,1 25-15,-1-25 15,0 0-15,-25 50-1,26-50 1,-1 0 46,0 0-46,-25 0 31</inkml:trace>
  <inkml:trace contextRef="#ctx0" brushRef="#br0" timeOffset="131559.22">14461 18182 0,'25'-25'16,"-25"50"47,0 0-63,25 49 15,-25-24-15,25-26 16,-1 76-1,-24-76-15,25 26 16,25 124 31,-50-149-31,0 24-1,0 1-15,0-25 31,0 24 1,0-24-17,25 0 63,-50-25-31,0-25-31</inkml:trace>
  <inkml:trace contextRef="#ctx0" brushRef="#br0" timeOffset="132183.21">14213 18678 0,'25'0'0,"0"0"15,-1 0-15,125 0 31,-124 0-31,25 0 16,-1 0-16,51 0 31,-51 0-31,-24 0 0,49 0 32,-49 0-32,0 0 0,49-25 31,-49 25 141,-25-49-157</inkml:trace>
  <inkml:trace contextRef="#ctx0" brushRef="#br0" timeOffset="138231.01">15577 18182 0,'0'25'94,"0"-1"-78,-24-24-1,-1 50-15,25-25 31,-75 74 1,26 100 15,49-150-32,0-24 1,0 49 46,0-49-46,0 0 15,25 25 0,-1-50-15,26 0 15,-25 0-31,0 0 16,-1 0 0,1-25-1,0 25 1,-25-25 31,25 0-32,-25 0 1,0-24 15,0 24-15,0 0-1,-25 0 32,25 1-31,-25 24 0,0 0-1,1 0 48,24 24-48,-25 1 1,0 0-16,25 0 0,-25 0 16,25-1 15</inkml:trace>
  <inkml:trace contextRef="#ctx0" brushRef="#br0" timeOffset="139079.16">16123 18157 0,'25'25'125,"-25"0"-109,49-1 0,-49 1-16,50 50 15,-50-51 1,124 150 15,-99-149-31,0 25 16,49 49 31,-74-74-16,25-1 16</inkml:trace>
  <inkml:trace contextRef="#ctx0" brushRef="#br0" timeOffset="139775.21">16321 18802 0,'0'-25'47,"0"0"-32,25 1-15,-25-26 16,25-24-1,25-51 17,24-48-1,-49 98 16,0 51 62,-25-1-93</inkml:trace>
  <inkml:trace contextRef="#ctx0" brushRef="#br0" timeOffset="141473.39">16619 17810 0,'-25'-25'219,"1"25"-203,-1 0-1,0 0 142,25 25-142,0 24 1,0 1 31,0-25-47,0 0 15,25 24 17,0-24 61,-1-25-77,1 0 15,0 0-15,0 0 0,49 0 30,-49 0 48,-25 25-63,25-25-31,-25 49 32,0-24-17,0 0 1,-50 25 31,25-50-32,1 0-15,-1 0 16,0 0 0,0 0 46,0 0-46,1 0 15,-1 0 0,25-50 1,-25 50-32,25-25 15</inkml:trace>
  <inkml:trace contextRef="#ctx0" brushRef="#br0" timeOffset="142294.76">16520 17735 0,'25'0'78,"0"0"-62,24 0 15,-24 0-15,0 0 0,24 0 15,-24 0-16,-25 25 142</inkml:trace>
  <inkml:trace contextRef="#ctx0" brushRef="#br0" timeOffset="145583.03">17016 18504 0,'50'0'62,"24"25"-46,-24-25-16,-1 0 16,1 0-16,123 0 47,-148 0-32,0 0-15</inkml:trace>
  <inkml:trace contextRef="#ctx0" brushRef="#br0" timeOffset="146368.14">17562 18306 0,'0'25'63,"25"-1"-48,24 1-15,1-25 32,347 124 14,-373-124-30,1 0-16,0 25 0,0-25 16,0 25-1,-25 25 17,-75-26-1,50-24-16,-49 25-15,-25 0 16,74-25 0,-124 50-1,50-26 17,99 1-32,-25-25 62,0 0 16</inkml:trace>
  <inkml:trace contextRef="#ctx0" brushRef="#br0" timeOffset="149575.57">18653 18058 0,'0'25'47,"25"-1"-47,-25 1 15,25 25 1,0 24 0,-1 1-1,1 24 1,-25-74 0,0 74 15,0 149 16,0-223-32,0-50 142</inkml:trace>
  <inkml:trace contextRef="#ctx0" brushRef="#br0" timeOffset="151200.14">19124 17909 0,'25'0'47,"0"0"-32,0 0 32,0 25-31,49 0 15,-24-1-15,-50 1-16,49-25 15,-24 25 1,49 124 46,-74-100-62,0 1 0,0 0 16,-24-26-16,-100 100 47,49-74-47,26-50 15,-26 50 17,50-25-32,1-1 15,-51 26 17,50-25-17,1-25-15,24 25 16,0-1-1,0 1 1,0 0 0,0 49 15,74-49 16,0-25-47,-49 0 15,0 0 1,0 0 31,0 0-31,-1 0-16,1-149 62,-25 125-62,0-26 0,0 0 31,0 26-15,0-1-16,0-124 47,-25 124-47,1-25 15,24 26-15,-25-26 16,-50-24 15,51 49-15,-1 0-16,25 0 0,-25 0 31,25 1 32,25-1-32,0 25-31,-1 0 62,1 0-46,0 0-16,99 0 47</inkml:trace>
  <inkml:trace contextRef="#ctx0" brushRef="#br0" timeOffset="151871.22">19869 18033 0,'24'0'16,"51"0"-1,-50 25 1,24 24 0,100 249 46,-124-248-62,0-50 16,-25 24-1,24 51 1,1-50 0,-25 24-1,25-49 16,-25 25 32,-50 0-1</inkml:trace>
  <inkml:trace contextRef="#ctx0" brushRef="#br0" timeOffset="152431.81">19745 18951 0,'0'0'0,"24"-25"15,1-25 1,99-98 15,50-150 16,-149 248-31,-25 25-16,24 1 15,26-100 32,-25 99-47,-25 0 63,0 0-1,0 0-46</inkml:trace>
  <inkml:trace contextRef="#ctx0" brushRef="#br0" timeOffset="154431.6">20464 17487 0,'0'-25'31,"-25"25"16,0 0-32,-24-24-15,-1 24 32,25 0-32,0 0 15,1 0 1,-1 0-16,-25 0 47,50 24 62,0 26-93,0-25 15,0 0-31,25 24 31,0-24 1,0 25-32,-1-25 31,1-1 16,-25 1-47,25-25 15,25 0 1,-26 0 0,76 0 30,-76 25-30,1-25 0,0 25 46,-25 0 1,0-1-16,0 26-32,-25-50 1,0 25-1,1 0 1,-1-25 0,0 24-1,-25-24 17,26 0-17,-1 0 1,0 0-1,-25 0 1,26 0 0,-1 0 15,-25 0-15,1 0 46</inkml:trace>
  <inkml:trace contextRef="#ctx0" brushRef="#br0" timeOffset="197543.51">12303 18083 0,'0'0'0,"0"-25"0,25 0 16,74-173 31,-74 148-47,0-24 0,24-26 15,-24 26-15,99-397 47,-124 421-47,0 0 0,0 1 16,0-26 46,50 75 1,-25 0-48,74 25-15,25 25 16,25-25-16,496 123 47,-472-123-47,-74-25 0,50 0 15,273 0 32,-323 0-47,0 0 16,1 0-16,48 0 0,76 0 31,371 0 16,-545 0-31,-1 0-16,26 0 15,173 50 1,-99-25 31,-1-1 0,-123-24-47,124 0 31,-124 0-15,-25 25 202,25 0-218,-25 25 16,24 49 15,-24-74-15,0-1-16,25 51 47,-25-50-47,0 0 15,0 24 32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1T21:07:30.20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19372 1860 0,'0'-24'141,"0"-1"-141,0 0 15,0 0-15,0-49 16,-24 24 0,24 0-1,0 26 1,0-26-16,0-148 47,0 148-47,0 25 15,0-74 32,0 49-31,24 1 0,1 24-1,-25 0 1,50 0-1,-1 1 1,1 24 15,0-25-31,-25 25 16,-1 0 46,1 0-46,25 0 0,-25 0 31,-25 25 62</inkml:trace>
  <inkml:trace contextRef="#ctx0" brushRef="#br0" timeOffset="639.41">19273 1463 0,'25'0'62,"0"0"-62,24 0 16,1 0 0,24 0-1,1 0 16,-50 0 32,0 0 62</inkml:trace>
  <inkml:trace contextRef="#ctx0" brushRef="#br0" timeOffset="1431.03">19943 1463 0,'0'25'94,"0"25"-79,0-25-15,-25 124 63,25-125-63,0 1 16,0 25-1,25-1 16,0-49 63,0 25-63,-1-25-15</inkml:trace>
  <inkml:trace contextRef="#ctx0" brushRef="#br0" timeOffset="2015.6">20092 1587 0,'25'0'46,"-1"0"-30,1 25 0,0 0-1,25 50 17,-26-51-17,-24 1 1,50 25-1,-25-25 17</inkml:trace>
  <inkml:trace contextRef="#ctx0" brushRef="#br0" timeOffset="2646.74">20216 1960 0,'0'0'0,"0"-25"0,25 25 15,-25-50 17,74 50-17,-49-49 1,-25 24 0,49-74 30,-49 49-46,0-25 16,25 51-16,-25-26 31,25 0-15</inkml:trace>
  <inkml:trace contextRef="#ctx0" brushRef="#br0" timeOffset="3399.89">20513 1240 0,'0'-25'31,"25"50"1,0 0-17,0 0 1,49 148 31,-74-148-47,0 0 15,0 74 1,25-49 0,-25-25-16,0 0 15,0 24 16,0-24-31,0 49 16,-25 50 62</inkml:trace>
  <inkml:trace contextRef="#ctx0" brushRef="#br0" timeOffset="4734.87">20141 1637 0,'25'0'63,"0"0"-48,25 0 16,-50 25-31,74 25 47,-24-26-47,-26 26 16,26 24 31,-25-74-32,-25 25 1,25 0 15,-1 0-15,-24 0 0,25-1 30,0 1 33,-25 0-17,25-25-31,-25 25 110</inkml:trace>
  <inkml:trace contextRef="#ctx0" brushRef="#br0" timeOffset="7346.12">7417 7937 0,'24'-24'78,"-24"-1"-78,0 0 15,25-25 1,-25 26-16,0-200 31,0-172 32,0 371-63,0 0 15,0 0-15,-25-24 16,25 24 0,0 0 15,-24-25 16,73 50 125,26 0-172,-1 0 15,-24 0-15,148 0 31,-74 0-31,25 0 0,49 0 32,-98 0-32,-26 0 0,323 75 62,-323-75-62,-49 0 0,446 74 63,-371-74-48,73 25 1,150-25 46,-274 0-62,1 0 16,24 0-16,26 0 16,98 0-1,224 25 17,-373-25-32,125 49 31,-100-49-31,-49 0 15,74 25 1,50 0 15,-50-25 32,-49 0-63,-25 0 15,0 0-15,24 0 16,26 0 0,-51 0-16,150 0 31,-25-50 0,-124 26 16,0 24 125,-25 74-156,-25-24-16,-50 173 46,75-174-46,0-24 0,0 0 16,0 25 0,0-1 15,-25-49 172,1-25-187</inkml:trace>
  <inkml:trace contextRef="#ctx0" brushRef="#br0" timeOffset="8583.48">9599 6772 0,'-24'0'94,"-1"0"-78,25-25-1,0 0-15,0-99 47,0 99-31,0 0-16,0 1 15,0-76 32,0 76-47,0-1 0,0-149 47,25 149-16,-25 1-15,24-1-16,1 0 16,50-25 30,-26 26-46,1-1 16,-25 25 0,74-25 15,-74 25-31,-1 0 16,1 0 15,0 0-16,0 0 17,0 0 30,-75 25-15</inkml:trace>
  <inkml:trace contextRef="#ctx0" brushRef="#br0" timeOffset="9471.76">9401 6474 0,'25'25'62,"0"0"-46,24-25-1,-24 0 1,0 0 0,49 0 31,-49 0-47,0 0 15,24 0 1,-24 0-16,0 0 15,0 0 17,0 0-17</inkml:trace>
  <inkml:trace contextRef="#ctx0" brushRef="#br0" timeOffset="10184.18">10021 6499 0,'0'49'109,"0"-24"-93,0 0-16,0 0 16,0 74 15,0-74-16,0 0-15,0-1 0,50 1 63,-25-25-47,-1 0 15,1 25-16,0-25 79</inkml:trace>
  <inkml:trace contextRef="#ctx0" brushRef="#br0" timeOffset="10743.27">10269 6474 0,'25'-25'31,"-25"75"16,25-50-32,-25 49-15,25-49 16,24 75 0,1-1 15,-50-49-31,25-25 15,24 50 17</inkml:trace>
  <inkml:trace contextRef="#ctx0" brushRef="#br0" timeOffset="11359.49">10393 6796 0,'-25'0'78,"25"-24"-62,25 24-1,0-50-15,0 0 16,-25 26-1,25 24-15,-1-50 0,1 0 32,-25 26-17,0-1 1</inkml:trace>
  <inkml:trace contextRef="#ctx0" brushRef="#br0" timeOffset="12071.77">10517 6226 0,'25'0'47,"-25"25"-31,25 0-1,-25 24 1,0-24 15,49 49-15,-49-49-1,50 174 32,-50-175-31,50 100-1,-50-24 17,0-26 30,0-49 79,-25-25-126</inkml:trace>
  <inkml:trace contextRef="#ctx0" brushRef="#br0" timeOffset="14335.84">7268 10740 0,'0'25'125,"0"0"-125,0 49 16,-25-24-16,0 0 15,0 223 16,25-224-15,0 1-16,0-1 0,0 1 16,0 124 15,0-150-15,0 1 77,25-25-77,25-25 0,-1 25-1,-24 0 1,25 0-16,24-24 0,224-26 47,-199 50-32,-25 0-15,26 0 16,123 0 0,248 0 15,-148 0 0,24 0 0,174 0 1,-347 0-32,594 0 62,-668 0-62,-26 0 0,447 0 63,-447 0-63,-24 0 0,173-74 62,-173 74-62,-25 0 0,24 0 16,274-50 31,-224 25-47,-49 25 15,-1-25-15,-24 25 16,149-49 15,-150 49-15,-24-25 93,0 0-109,-24-24 16,-26-1-16,-124-173 47,125 148-47,24 26 15,-25-1-15,-24-124 47,74 125-47,0 24 16,-25-25-1,0 26 1,25-1 0,0 0 15,0 0 109,-24 25-124</inkml:trace>
  <inkml:trace contextRef="#ctx0" brushRef="#br0" timeOffset="16007.58">9401 12080 0,'0'0'0,"0"-25"15,-25 25 1,0 0 15,1 0-31,-1 0 16,-25 25 31,25 0-32,1-1-15,24 26 31,0-25 1,0 0-17,0 0 17,24-25-1,26 0-16,0-25 1,-26 25-16,1-25 16,25-25-1,-50-24 17,25 49 30,-1 25 79,1 50-126,0-1 1,0-49 0,0 25-16,49 124 46,-74-124-30,0 0-16,25 24 0,0 50 63,-25-74-63,0 0 15,0 25 32,0-26-47,0 1 31,-25-25-15,0 0 15,0 0 0,0 0 126</inkml:trace>
  <inkml:trace contextRef="#ctx0" brushRef="#br0" timeOffset="16741.68">9798 11857 0,'0'49'63,"0"-24"-63,0 25 15,0-26 1,0 51-1,0 24 17,49 75 30,-24-149-62,-25-1 16,50 26 15,-25-50 0,-1 0 1,51 0-1,-75-25 0,0 0-15</inkml:trace>
  <inkml:trace contextRef="#ctx0" brushRef="#br0" timeOffset="17286.93">9971 11807 0,'25'0'31,"-25"25"0,25 0-15,0-25-16,25 49 15,24 26 1,-74-51-16,50 1 16,-1 50-1,-24-26-15,49-24 32,-49 25-32,-25-25 15,25-1 1</inkml:trace>
  <inkml:trace contextRef="#ctx0" brushRef="#br0" timeOffset="17822.75">10195 12328 0,'0'-25'15,"0"-24"1,25-26 0,-1 25-1,1-24-15,-25-124 47,0 148-47,0 25 16,0-24-1,0-1 17,25 0-32</inkml:trace>
  <inkml:trace contextRef="#ctx0" brushRef="#br0" timeOffset="18661.55">10418 11559 0,'25'0'47,"-25"25"-32,25-25-15,-1 25 32,1-1-32,0 1 15,-25 0 1,74 198 31,-49-198-32,-25 25-15,0-26 0,0 76 32,0-26-1,0 50 31,-25-99-46,1 0 109,-51-50-109,26 0-1,-249-124 1</inkml:trace>
  <inkml:trace contextRef="#ctx0" brushRef="#br0" timeOffset="21167.39">5507 3249 0,'0'0'0,"0"-24"16,-25-1-16,-25-25 47,25 25-47,1 1 0,24-1 15,-124 0 32,99 0-47,-25 25 16,-173 0 46,149 0-62,49 0 16,-50 25-16,-148 49 47,124-49-47,24 0 0,26 25 15,-150 74 1,51-25 15,24 99 16,124-173-47,0 0 16,0 74-16,-50 174 47,50-223-47,0 24 15,50 521 48,-26-471-63,-24-74 15,75 322 1,-50-273 0,24 25-16,174 348 46,-148-398-30,-26 0-16,-24-24 0,0-25 31,99 74 1,447 99-1,-423-198-16,150 0 17,198-99 15,-347 25-32,-124 49 1,24-25-16,26-49 31,-26 50-31,1-51 0,124-173 31,173-223 1,-273 372-32,50-124 31,-99 199-31,-25-100 31,-25-198 0,-892-819 32,693 1042-63,-867-496 62,1041 620-62,-123-25 63,123 50-63,0 24 15,-24-24-15,-75 99 47,124-99-47</inkml:trace>
  <inkml:trace contextRef="#ctx0" brushRef="#br0" timeOffset="24246.85">21183 1339 0,'25'-24'109,"74"-1"-93,-49 0-16,24 0 15,149-49 17,-173 74-17,-25 0-15,0 0 16,49-25-16</inkml:trace>
  <inkml:trace contextRef="#ctx0" brushRef="#br0" timeOffset="25079.38">21431 1513 0,'0'25'94,"25"-25"-78,49 0-1,26-25 1,-26 0-16,-49 25 16,74 0 30,-74 0-30,0 0 15,0 0-15</inkml:trace>
  <inkml:trace contextRef="#ctx0" brushRef="#br0" timeOffset="27071.99">22051 967 0,'25'0'63,"0"50"-48,0-50 1,-25 25-16,25 0 16,99 123 30,-100-148-46,1 25 16,74 50 15,-24-26-15,-1 26 15,-49-51 32,-25 1 30</inkml:trace>
  <inkml:trace contextRef="#ctx0" brushRef="#br0" timeOffset="27695.07">22225 1637 0,'0'0'0,"0"-25"0,25 25 16,0 0-1,24-25 1,-24 25 0,0-24-1,74-125 16,-25-149 16,-74 273-31,0 1 0,0-1-1</inkml:trace>
  <inkml:trace contextRef="#ctx0" brushRef="#br0" timeOffset="28967.25">22423 521 0,'25'0'62,"0"0"-46,0 0-16,24 0 16,-24 0-1,0 0 1,0 25 31,0 24-47,-25 1 0,0-25 31,0 49 0,0-49 79,0 0-95,24 0 1,1-25 15,0 49-15,0-24-1,-25 0 32,0 0 16,-25-1-32,0-24 32,25 25-48,-25-25 1</inkml:trace>
  <inkml:trace contextRef="#ctx0" brushRef="#br0" timeOffset="29743">22969 1166 0,'25'0'110,"0"0"-95,0 0-15,99 0 47,-100 0-47,1 0 16,25 0-1</inkml:trace>
  <inkml:trace contextRef="#ctx0" brushRef="#br0" timeOffset="30756.67">23440 893 0,'25'-50'125,"0"1"-110,0 24 1,0-25 0,-25 26-1,0-1 1,0 74 109,24-24-109,-24 0-16,25 49 15,-25-49-15,0 74 47,0-74-47,0 0 16,25 0 31,-25 0-1,0-1-14,0 1-1,0 0-31,0 0 0,50 0 62,-50-1-15,0 1-47,0 0 16</inkml:trace>
  <inkml:trace contextRef="#ctx0" brushRef="#br0" timeOffset="31807.03">23639 1364 0,'0'-25'47,"49"25"62,-24 0-93,0 0-16,0 0 16,24 0-16,51-24 31,-75 24 31</inkml:trace>
  <inkml:trace contextRef="#ctx0" brushRef="#br0" timeOffset="34847.72">20017 4093 0,'-24'0'47,"-1"0"-32,25-50 1,-25-148 15,25 148-31,0-24 16,-50-150 15,1 1 0,49 198-31,0-24 0,-50-50 31,50 49-31,0 25 32,25-74-17,25 25 48,-26 49-48,100 25 17,0 0 15,-99 0-1,-25 25-14</inkml:trace>
  <inkml:trace contextRef="#ctx0" brushRef="#br0" timeOffset="35631.21">19769 3870 0,'0'-50'109,"50"50"-109,24-50 16,-24 26-16,24-1 15,-49 0 16,0 25 32</inkml:trace>
  <inkml:trace contextRef="#ctx0" brushRef="#br0" timeOffset="36383.25">20340 3671 0,'0'25'78,"0"0"-78,0 0 16,0 24 31,0-24-47,0 0 15,0 0 17,0-1-17,25 1 1,-1 0-1,100 74 17,-74-99-17,-25 25 1,-25-50 93,0-24-93</inkml:trace>
  <inkml:trace contextRef="#ctx0" brushRef="#br0" timeOffset="36935.53">20588 3721 0,'0'-25'47,"25"50"-32,-1 0 1,51 49 15,49 25 16,-99-99-31,0 0 30,-25 25 48,0 0-78</inkml:trace>
  <inkml:trace contextRef="#ctx0" brushRef="#br0" timeOffset="37471.56">20762 4018 0,'0'0'0,"0"-24"15,0-1-15,0 0 16,24-99 15,-24 74-15,0 26-16,25-51 15,-25 50 1,0 0-16,0 1 125</inkml:trace>
  <inkml:trace contextRef="#ctx0" brushRef="#br0" timeOffset="38205.5">20811 3324 0,'25'0'47,"25"25"-16,-26-1-16,51 76 32,-50-51-47,-1-24 0,1 25 16,0 74 15,0-75-31,-25 51 47,0-76-31,0 26 15,-25 24 0,25-24 0,-50-75 63,50 0-94,-24-24 16,-1-26-16,0 1 15</inkml:trace>
  <inkml:trace contextRef="#ctx0" brushRef="#br0" timeOffset="39003.37">20216 2530 0,'0'25'47,"0"0"-47,0-1 16,25-24 15,-25 25 0,0 0-15,0 0-16,0 0 16,24 124 15,-24-75-15,25-74-16,-25 25 15,25 74 32,-25-124 78,0 0-109,0 1-1</inkml:trace>
  <inkml:trace contextRef="#ctx0" brushRef="#br0" timeOffset="44695.38">22076 1538 0,'25'0'125,"-25"25"-109,0-1-1,0 200 17,0-175-17,0-24-15,0 0 16,0 0-16,0 74 47,0-74 93,25-25-124,0 0 0,-1 0-16,51-25 47,-26 0-47,51 0 31,-100 1-31,49-1 15,100-74 17,-75 74-1,1 0 16,-50 25-32,0 0 1,-1 0-16,1-25 391,-25 0-360,0 1-15,0-1-16,0 0 78,0 0-63,0 0-15,0 0 16,0-24 0,0-1 15,0 25 31</inkml:trace>
  <inkml:trace contextRef="#ctx0" brushRef="#br0" timeOffset="46639.04">23465 1364 0,'25'0'31,"0"0"-15,-25 50-16,25-25 31,-25-1-16,0 1 1,24 25-16,1 74 63,0-124-48,-25 50 1,0-1-1,0-24 1,0 0 0,0 0-16,25-25 125,0 0-110,49-25 1,-49 0-16,149-49 31,-125 24-15,75 25 31,-99 0 46,-25 0 111,0-24-189,0 24 1,0 0-1</inkml:trace>
  <inkml:trace contextRef="#ctx0" brushRef="#br0" timeOffset="54567.62">13395 1116 0,'0'-25'46,"-25"25"1,0 0-47,0 0 16,-24 0-16,24 0 16,-25 0-1,25 25-15,0-25 16,1 50 31,24-25-47,-25-1 15,25 1 1,-25 0-16,0-25 47,-24 74-32,24-74 17,25 25 15,0 0 46,0 49-77,0 1-16,0-26 16,25 1-16,-25-25 15,0 25-15,24-1 16,-24-24 31,25 0 0,0-25-32,25 0 1,49-50-1,0 50 17,0 0-1,-49 25 0,49 25 32,-99-26-32,0 26-15,-25-25-1,1 24-15,-26-24 0,0 25 16,-98 24 31,123-74-47,-25 0 15,-99 0 32,224-25 78,-26-24-125,1-1 16,24 1-16</inkml:trace>
  <inkml:trace contextRef="#ctx0" brushRef="#br0" timeOffset="55127.75">13767 1191 0,'49'0'31,"1"0"-15,-25 24 0,-1 1-16,1 0 15,124 198 48,-124-223-63,-25 25 15,0 0-15,49 24 32,-49-24-32,25-25 31,-25 25 0,25 25-15,-25-25 46,-25-1-46</inkml:trace>
  <inkml:trace contextRef="#ctx0" brushRef="#br0" timeOffset="55692.07">13841 1935 0,'0'0'0,"0"-25"16,25 25-16,49-174 47,-74 150-47,0-26 15,25-49-15,49-125 63,-74 200-63,25-26 0,25-74 62,-25 124-62,-25-25 32,0 0-1,0 1 0,0-1-15</inkml:trace>
  <inkml:trace contextRef="#ctx0" brushRef="#br0" timeOffset="56576.04">14064 595 0,'25'0'78,"0"0"-62,24 0-1,26 0 1,-26 25 15,-24 0-31,0 0 32,-25 223 30,0-199-46,25-49 124,0 0-140,0 0 16,-1 0-16,1 0 16,0 0 15,-25 50 109</inkml:trace>
  <inkml:trace contextRef="#ctx0" brushRef="#br0" timeOffset="58191.65">12774 1910 0,'0'50'110,"0"-1"-110,0 1 15,25 99 1,0-75-16,0 75 62,-25-124-46,0-1 0,25-24 93,-1 0-93,150 0-1,-25 0-15,446-24 32,-322-1-32,496-124 31,-471 99 0,-274 50 32,-24-24 140,0-51-188,0 1-15,-49-75 16,49 75 0,-75-299 46,51 349 157</inkml:trace>
  <inkml:trace contextRef="#ctx0" brushRef="#br0" timeOffset="73440.45">21307 3349 0,'25'0'62,"25"0"-46,-1-25 15,-24 25-31,0-50 0,49 1 32,-74 24-17</inkml:trace>
  <inkml:trace contextRef="#ctx0" brushRef="#br0" timeOffset="74191.28">21406 3696 0,'25'-25'47,"0"25"-32,99 0 17,-74-25-17,-26 0 16,1 25-31,0 0 16,0-24 31</inkml:trace>
  <inkml:trace contextRef="#ctx0" brushRef="#br0" timeOffset="82640.36">21828 2877 0,'25'0'125,"0"0"-110,0 0-15,-1 0 16,26 0 15,-25 0 16,-25 25-47,25 25 16,-25-25 15,0-1-31,0 1 47,24 0 78,1-25-110,25 0 1,123 50 31,-148-50-47,0 24 47,0 1-32,-25 0 17,0 0-1,0 0-16,-25 24 1,-198 26 47,198-51-63,-25-24 31</inkml:trace>
  <inkml:trace contextRef="#ctx0" brushRef="#br0" timeOffset="84575.88">22547 2629 0,'0'25'125,"0"0"-109,0 49 15,0-49-15,0 25-1,0 24 17,0 25 15,0-74-32,0 0 1,25 0-1,-25 0 1,25-1 0,0 1-1,0 0 1,-1 0 0,1 0-1,0-25-15,0 0 0,25 49 31,-26-49-31,1 0 0,0 0 47,0 0-31,0 0 0,-25 25 30</inkml:trace>
  <inkml:trace contextRef="#ctx0" brushRef="#br0" timeOffset="85640.3">22870 2753 0,'50'0'141,"-50"25"-141,49 0 15,-24 0-15,49 24 16,-49 1 0,25-25-16,-25 0 15,-1-25-15,1 24 16,0 1-1,0 0 1,0 0 0,-25 0 15,24-25 94</inkml:trace>
  <inkml:trace contextRef="#ctx0" brushRef="#br0" timeOffset="87015.69">23093 3150 0,'0'-49'156,"0"24"-156,0 0 16,0 0-16,0-24 16,0 24-1,0 0 1,0 0-1,0 0-15,0 1 16,0-1 31,-25-25-16,1 50-15,24-25 46,0 1-30,0-1-17,0 0 16,0 0-15,0 0 31,0 0-47</inkml:trace>
  <inkml:trace contextRef="#ctx0" brushRef="#br0" timeOffset="89023.11">23019 2332 0,'25'0'140,"-1"0"-124,1 0 0,0 0-16,0 0 15,0 0 32,-25 24-31,24 51 31,-24-50-47,0 24 31,0-24 0,25-25 141,0 25-78,0-25-79,-25 25 17,0-1-1,0 1 16,0 0-16,-25-25-15,25 25 31,-25-25-32</inkml:trace>
  <inkml:trace contextRef="#ctx0" brushRef="#br0" timeOffset="89864.15">23416 2456 0,'0'-25'172,"24"25"-141,1 0 16,0 0-16,0 0 63,0 0-63</inkml:trace>
  <inkml:trace contextRef="#ctx0" brushRef="#br0" timeOffset="90991.9">23688 2406 0,'0'-25'93,"0"0"-77,0 1 15,0-1-15,0-25 15,0 25-15,0 1-1,0-1 126,25 25-110,0 25-15,-25-1-16,50 51 31,-26 49 32,1-99-63,0-1 0,-25 1 31,0 0 0</inkml:trace>
  <inkml:trace contextRef="#ctx0" brushRef="#br0" timeOffset="91736.78">23788 2580 0,'24'-25'93,"26"25"-77,-50-25-16,25 0 31,0 25-15,0 0 125</inkml:trace>
  <inkml:trace contextRef="#ctx0" brushRef="#br0" timeOffset="92872.24">23961 2084 0,'25'0'110,"0"24"-95,0 1 16,0 0-31,24 25 32,-49-26-32,124 150 62,-99-124-62,25-1 0,49 100 63,-99-99-48,0-25 1,0 24 0,0-24-16,0 0 15,0 0-15,0-1 16,-25 76 15,0-76-15,0 1-1,25 0 1,-24 49 15,-26 26 16,25-76-31,-24 1 46,24-25 79,-25 0-126,25 0 17</inkml:trace>
  <inkml:trace contextRef="#ctx0" brushRef="#br0" timeOffset="94342.9">24681 2431 0,'0'25'63,"24"-25"-32,1 0-15,25 0-16,-1-25 31,-24 25-31,75 0 31,-76 0-31,51-50 63,-50 50 15,-1 0-62,1-25 140</inkml:trace>
  <inkml:trace contextRef="#ctx0" brushRef="#br0" timeOffset="104975.38">25474 1712 0,'0'24'78,"0"1"-31,0 0-32,0 0 1,0 0-16,0-1 15,0 26 1,0-25-16,0 49 31,0-24-31,0-1 16,0-24-16,25 198 47,0-198-32,0 0 1,0 0 0,74 0 31,-50-25-47,1 0 15,-25 0-15,49 0 16,26 0-1,-76 0 1,51 0 31,-26 0-31,-49-25-1,50-223 16,-50 74 1,-124-123 30,99 272-62,0 0 31,1 25-15,24-25 0,-125-25 31,101 50-47,-1 0 0,-25-24 46,25 24-46,-24 0 32,-75 124 15,99-99-32,25-1-15,-25-24 16,-24 100-1,49-76 1,0 1 0</inkml:trace>
  <inkml:trace contextRef="#ctx0" brushRef="#br0" timeOffset="109191.71">26343 2034 0,'0'-25'16,"24"0"15,1 1-15,0-1 15,0 0-16,0 25 1,148-74 31,-148 74-31,25-75 30</inkml:trace>
  <inkml:trace contextRef="#ctx0" brushRef="#br0" timeOffset="110039.78">26739 1612 0,'25'0'62,"25"0"-46,24 0-16,1 0 15,98 0 1,-123 0 15,-25 0 32,-25 25-48,0 0-15,0 0 16,0 24 0,-25 1-1,0 0 1,0-1 0,1-24-1,24 0 16,0 0-31</inkml:trace>
  <inkml:trace contextRef="#ctx0" brushRef="#br0" timeOffset="111951.11">27335 1116 0,'25'0'62,"-1"0"-46,26 0-16,-25 0 16,0 0 15,-1 0 0,-24 25-15,0 25-1,25 74 32,-25-100-47,25 1 16,-25 0 0,25-25-1,24 25 1,1 0 15,-25-25-15,0 24-1,-25 1 1,24 0-16,-24 0 31,0 49 0,0-24-15,-148 49 31,123-99-31,0 0-1,0 0 1,-24 0-1</inkml:trace>
  <inkml:trace contextRef="#ctx0" brushRef="#br0" timeOffset="112744.14">27930 1191 0,'25'0'140,"0"24"-124,24 1-16,-24 0 15,0 0-15,74 24 47,-49-24-47,-50 0 0,25-25 16,-1 25 0,26 0-16,-25-1 15,0 1 1,24 25 31,1-25 0,-75-25 46</inkml:trace>
  <inkml:trace contextRef="#ctx0" brushRef="#br0" timeOffset="113432.4">28178 1687 0,'25'-25'32,"-25"0"-17,25 0 1,-25 0-1,25 1-15,-25-76 47,24 26-31,-24 24-16,0 1 16,0-26-1,0-24 16,0 74-31,0 1 16,0-1 15,0 0 157</inkml:trace>
  <inkml:trace contextRef="#ctx0" brushRef="#br0" timeOffset="116232.56">28129 645 0,'24'0'78,"1"0"-62,0 0 0,0 0 15,0 0-15,-1 0-1,1-25 16,0 0-31,0 25 110,-25 25-95,0 25 17,0-25-32,-50 148 62,50-148 1,0 0 46,0 0-109,0-1 31,0 1-15,25-25 0,0 0-1,74-49 32,-74 24 0</inkml:trace>
  <inkml:trace contextRef="#ctx0" brushRef="#br0" timeOffset="119704.32">26863 893 0,'0'-25'15,"0"0"1,0-24 15,0-1-15,25 50-16,25-25 16,-25 1-1,49-1 16,-24 0-31,-25 25 0,-1 0 16,1-25-16,298-99 47,-249 74-31,50 50-16,347-148 46,-396 123-30,-1 0-16,-49 25 16,397-74 31,-348 49-47,-24 25 15,-1 0-15,1-25 16,-1 0 62,-24 75 109,-25-25-171,25-1 0,-25 1-1,0 74 17,25 298 14,0-347-30,0 24-16,-25-49 16,0 50-16,99 148 47,-99-198-47,25 49 0,24 0 31,-49-49-31,0 0 15,25-25 17,-25 25-1,25-25-15,0 25-1,-25-1 1,0 51 31,24-50-47,-24-1 15,0 76 32,0-75 16,-49-25-48,-26 24-15,51-24 16,-423 100 15,373-100-15,24 0-16,-347 99 47,348-99-32,-1 25-15,0-25 0,1 0 32,24 0-17,0 0 1,-25 0-1,-148 0 1,-124 0 47,297 0-63,-50 0 46,26 24-30,49 1-16,-25-25 125,25-25-109,-25-24-1,0 49-15,25-25 32,-24 0-17,24 0 16,0 1-15,0-1-16,0-50 16,0-24-1,0 49-15,0 1 16,0-50 0,0 74-16,0-25 15,0-24 16,-25-75-15,25 75 15,-25 24-31,0 25 32,0-74 14,1 74-30,24 0-16,-25-24 16,0 24-16,-25-74 47,25 99-32</inkml:trace>
  <inkml:trace contextRef="#ctx0" brushRef="#br0" timeOffset="129135.46">20637 5135 0,'-24'0'78,"24"-25"-63,-25 25 1,-25-25 15,25 25 16,1 25-47,-1 24 16,25 1-1,-25 0-15,0 148 63,25-173-63,0 0 0,0-1 16,0 1 15,50-25-16,123 0 17,-24-99 15,-124 49-16,-25 1-31,25-1 15,-25 25 1,0-24 0,0-1-16,0 25 15,0-24 1,-25-1 31,25 75 47,0 0-63,0 49-16,25-49-15,-25 25 16,74 49 31,-74-74-47,25 24 16,25 75-1,-25-99 1,-1 74-1,-24-74 1,0 0-16,0 99 47,-24-74-31,-1-50-1,0 24 1,-49-24 31,49 0-32,0 0 1,50-49 93,0-1-93,24 25-16</inkml:trace>
  <inkml:trace contextRef="#ctx0" brushRef="#br0" timeOffset="140160.07">21084 4713 0,'-25'0'94,"0"0"-79,25 25 1,-24 74 15,-1-25-15,25-49-1,0 25-15,0-1 16,25 1-16,-25-25 16,24 74-1,1-74 17,74 49 30,-74-74-62,0 0 16,0 0 31</inkml:trace>
  <inkml:trace contextRef="#ctx0" brushRef="#br0" timeOffset="140872.29">21258 4961 0,'0'-25'93,"24"25"-77,1 25 0,0 0-16,0-25 15,74 99 17,0-25-1,-24-24 16</inkml:trace>
  <inkml:trace contextRef="#ctx0" brushRef="#br0" timeOffset="141607.19">21406 5308 0,'25'-25'78,"-25"1"-46,25-1-32,0-50 46,-25 51-30,0-1-16,25-99 47,-25 74 0,0 25-47,0 1 47</inkml:trace>
  <inkml:trace contextRef="#ctx0" brushRef="#br0" timeOffset="142480.51">21555 4614 0,'-25'0'125,"50"49"-109,0 1 15,0-1-31,0-49 0,74 149 47,-74-99-32,0 0 17,-25 98 30,0-123-62,0 0 31</inkml:trace>
  <inkml:trace contextRef="#ctx0" brushRef="#br0" timeOffset="143447.78">21977 4936 0,'0'-25'125,"25"25"-78,24-24 15,-49-1-62,25 25 47,0 0 62,25 0-93,-26 0 0,1 0-1,0-25-15,25 0 47</inkml:trace>
  <inkml:trace contextRef="#ctx0" brushRef="#br0" timeOffset="144327.4">22126 5159 0,'25'0'125,"24"0"-125,1 0 15,-25 0-15,-1 0 16,125-24 15</inkml:trace>
  <inkml:trace contextRef="#ctx0" brushRef="#br0" timeOffset="147385.53">22671 4440 0,'50'0'47,"-25"0"-31,25 0-1,-26 0-15,76 25 31,73 24 16,-123-49-31,-1 25 0,26 0-1,-50 0-15,-1 0 16,1-25-16,99 49 47,-99-49-16,0 0 94</inkml:trace>
  <inkml:trace contextRef="#ctx0" brushRef="#br0" timeOffset="147983.87">23068 4887 0,'0'0'0,"25"0"16,-25-25-16,0-25 15,25 0 1,0 1 0,0-1-1,-25 25-15,24-24 16,1-1 0,25-99 15,-25 75 0,24 0 16,-49 49-16</inkml:trace>
  <inkml:trace contextRef="#ctx0" brushRef="#br0" timeOffset="149104.45">23292 3944 0,'0'-25'63,"24"0"-48,1 25 1,0 0 0,49 0 30,-49 0-30,0 0 0,0 0-1,-25 25 1,0 0 15,0 25-15,0-26-1,-25 1 1,0 0 62,75 0-15,-1-25-48,26 0 1,-1 0 0,50 0 46,-74 0-31</inkml:trace>
  <inkml:trace contextRef="#ctx0" brushRef="#br0" timeOffset="149863.15">24061 3919 0,'0'-25'47,"24"25"-32,-24 25 1,50 25 15,24 123 16,-49-123-31,0-25-16,-25 24 15,50 51 32,-50-76-47,24 1 16,-24 25 15,25-50-15,-25 25 46</inkml:trace>
  <inkml:trace contextRef="#ctx0" brushRef="#br0" timeOffset="150424.66">23986 4390 0,'0'-24'31,"25"-1"-15,25 25-1,-50-25-15,99-25 47,-74 50-47,24-24 0,-49-1 16,75 0 31,-51 25-32,1-25 16</inkml:trace>
  <inkml:trace contextRef="#ctx0" brushRef="#br0" timeOffset="151767.35">24482 3845 0,'0'-25'125,"50"25"-109,-25 0-1,24-25-15,-49 0 79,0 50-17,0 0-62,0 0 16,0 24 15,-74 150 16,74-174-32,0-1-15,0 1 16,0 0-16,0 49 47,0-49-47,0 0 16,49 0-1,-49 0 1,124-1-1,-99-24 1,0 0-16,25 0 31,-1 0-31,1 0 32,-25 0-17,0 0 16,-1-24-31,1-1 63</inkml:trace>
  <inkml:trace contextRef="#ctx0" brushRef="#br0" timeOffset="154855.7">20886 6623 0,'-25'-25'15,"0"0"17,-25 0-17,26 25 1,-76-24 0,-73 48 46,148 26-62,0-25 16,0 173 46,25-173-62,50 0 31,-1 0-31,51 0 32,-26-25-32,1-25 15,-1-75 1,0 1 15,-74 0 0,0 25 1,0 24-32,-24 25 15,-1 25 126,25 25-125,25 0-1,-25 24-15,49-49 16,-49 50-16,75 24 31,24 175 16,-99-200-31,0 1-16,0 24 15,-99 50 32,74-99-47,-25 0 31,25-25-15,1 0 0,-1 0-16,0 0 15,0 0-15,-24 0 16,24 0-1,0 0 1,0 0 109,25-25-109</inkml:trace>
  <inkml:trace contextRef="#ctx0" brushRef="#br0" timeOffset="155911.57">21233 6300 0,'0'0'0,"0"25"188,0 0-188,0 0 15,0 0 1,0-1 15,0 1-31,0 0 125,0 0-94</inkml:trace>
  <inkml:trace contextRef="#ctx0" brushRef="#br0" timeOffset="156785.99">21530 6375 0,'0'25'79,"0"-1"-64,0 1-15,0 0 16,-24 74 15,24-74-15,-25 25-16,25-26 15,-25 125 17,25-124-17,0 0-15,0 0 16,0 49-1,25-24 48,0-50-47,-1 0 46,26 0-31,-25-75-15</inkml:trace>
  <inkml:trace contextRef="#ctx0" brushRef="#br0" timeOffset="157361.35">21828 6400 0,'25'0'78,"0"49"-63,-25 1 1,25-50-16,24 99 31,26 0 32,-75-74-32,24-25-15,1 25-16,-25 0 15,25-25 1,-25 24-16,50 26 62,-50-25-46,0 0-16,-25 0 16,0-1-1</inkml:trace>
  <inkml:trace contextRef="#ctx0" brushRef="#br0" timeOffset="157832">21878 6945 0,'0'0'0,"0"-24"16,0-26-1,74-25 17,-24 1-17,-1 49-15,26-124 31,-50 100-31,-1-1 16,-24 25 0,50-24 15</inkml:trace>
  <inkml:trace contextRef="#ctx0" brushRef="#br0" timeOffset="158543.17">22250 6226 0,'25'0'16,"-1"0"47,26 0-63,-25 50 15,49 24 16,-24-49-31,-50 24 0,74 249 63,-74-248-63,0-1 0,0-24 16,0 74-1,-25-74-15,25 0 16,-24 0-1,-51 24 17,-98 26 30,148-75 32</inkml:trace>
  <inkml:trace contextRef="#ctx0" brushRef="#br0" timeOffset="159327.74">22547 6375 0,'0'-25'16,"25"25"15,0 0-31,0 0 31,0 0-31,49 0 0,100 0 32,-1 0-1,-148 0-31,74 0 47</inkml:trace>
  <inkml:trace contextRef="#ctx0" brushRef="#br0" timeOffset="160015.18">23019 7020 0,'25'0'94,"-1"-25"-94,26 25 16,0-25-16,49 0 31,-50 1 0</inkml:trace>
  <inkml:trace contextRef="#ctx0" brushRef="#br0" timeOffset="166736.24">22721 4862 0,'0'25'31,"50"-1"-15,-25 1-1,-1 0-15,26 25 16,0-26 0,-1 51 15,1 74 16,-50-125-32,25 1-15,-1 0 32,26-25 61,24-25-77,50-24 0,-24-1-1,-76 25 1,26 0-16,74-24 47,-99 49-47,0 0 15,24 0-15,-24-25 32,0 25-32,49 0 31,-24 0 0,24-50 16,-74 26 109,0-1-140,0 0-16,0-25 16,-24 1-16,-1-26 46,0 26-46,25 24 32,-25 25-1</inkml:trace>
  <inkml:trace contextRef="#ctx0" brushRef="#br0" timeOffset="172863.36">23664 6102 0,'24'0'63,"1"0"-48,25 0 17,-25 0-32,49 0 15,-49 0 1,0 0 15,0 0-31,24 25 63,-24-25-63,-25 25 0,0-1 31,0 51 0,-25 49 0,-24-25 1,49-74-17,-25-25-15,25 25 16,0 24 15,0-24-31,0 0 31,0 0 47,25-25-62,99 0 0,-100-25-16,76 0 31,-76 0-15,1 25 187</inkml:trace>
  <inkml:trace contextRef="#ctx0" brushRef="#br0" timeOffset="173584.3">24383 6127 0</inkml:trace>
  <inkml:trace contextRef="#ctx0" brushRef="#br0" timeOffset="175135.62">24457 5730 0,'25'0'93,"-25"25"-77,0-1 0,0 1-1,0 0-15,0 25 31,-25 99 32,25-125-63,0 1 16,0 99 30,25-74-30,-25-25 0,50 49 31,-50-49-32,25 0-15,-25-1 16,24 26-1,1-25 1,0 0 15,25-1-15,-1 1 15,-49-50 188</inkml:trace>
  <inkml:trace contextRef="#ctx0" brushRef="#br0" timeOffset="176863.63">24780 5879 0,'25'0'94,"-1"25"-94,26-25 15,0 49-15,198 75 47,-174-99-47,-49 0 16,99 49-1,-74-49 17,-1 0-1,26 24 31,-75-24-30</inkml:trace>
  <inkml:trace contextRef="#ctx0" brushRef="#br0" timeOffset="177471.36">25202 6424 0,'-25'0'32,"25"-24"-17,0-1-15,0 0 16,0-25-1,0 1-15,0-249 63,0 273-63,0-49 31,0 24-15,0 25-1,0-49 17</inkml:trace>
  <inkml:trace contextRef="#ctx0" brushRef="#br0" timeOffset="192807.19">24978 5358 0,'25'0'78,"0"0"-62,0 0 0,49-50 31,-49 25-32,0 25 16,0 0 63,-25 50-47,0-25-47,-25 0 16,0-1-16,0 1 15,25 0 17,-25 0-17,25 0 79,0-1-78,50 1-1,-25-25 1,0 0-1,-1 0 1,76 0 47,-76 0 62,-24-25-110,0 1 1</inkml:trace>
  <inkml:trace contextRef="#ctx0" brushRef="#br0" timeOffset="193439.24">25350 5333 0,'0'-25'78,"25"25"-62,25 0 0,-25 0-16,24 0 31,-24-25 16</inkml:trace>
  <inkml:trace contextRef="#ctx0" brushRef="#br0" timeOffset="194511.14">25623 5135 0,'25'-25'78,"-25"0"-78,25 25 16,0-50 15,-1 50-15,1-49 15,0 49 172,-25 25-187,25 24-1,0 1 1,-25-25-1,0 24 1,24-24-16,1 25 31,-25-26 1,25-24-32,-25 25 31,25 0 0,-25 25 32</inkml:trace>
  <inkml:trace contextRef="#ctx0" brushRef="#br0" timeOffset="195520.11">25747 5383 0,'50'0'94,"-25"0"-78,24 0-1,-24 0 1,0 0-1,0 0 17,0 0-17,-1 0 48,1 0 15,0 0-47,49-25 16</inkml:trace>
  <inkml:trace contextRef="#ctx0" brushRef="#br0" timeOffset="196687.68">25971 4812 0,'24'0'78,"1"25"-62,25 25-16,-50-26 15,49 26 1,-24-25-16,25 49 31,-50-49-15,74 49 0,-74-49-1,25 0-15,49 173 47,-74-173-31,0 0-16,25 49 31,0 1 0,-25 24-15,0 25 31,0-74-32,0-1 1,0-24-16,0 25 16,-25-1-1,0 75 32,1-124-31,24 25-16,-50 25 31,25-25-15,0-25-16,-49 49 31,49-49 16,0 0 140,-24 0-171,-1 0-16,1-25 15</inkml:trace>
  <inkml:trace contextRef="#ctx0" brushRef="#br0" timeOffset="198440.04">26591 4688 0,'0'25'94,"0"0"-78,24-25-16,26 49 15,0-24 1,-26 0-16,100 49 31,-24 26-15,98 123 46,-173-198-46,0 24-16,0-24 15,24 49 32,-24-74-31,0 25-16,0 0 31,-1-25-15,-48 0 124</inkml:trace>
  <inkml:trace contextRef="#ctx0" brushRef="#br0" timeOffset="199151.3">26690 5308 0,'0'0'0,"25"0"16,-1-25-1,26 25 1,-25-24-16,49-26 31,199-148 32,-223 173-63,-50 0 15,25 25 1,49-50 31</inkml:trace>
  <inkml:trace contextRef="#ctx0" brushRef="#br0" timeOffset="208240.53">27781 3870 0,'0'24'32,"-25"1"-17</inkml:trace>
  <inkml:trace contextRef="#ctx0" brushRef="#br0" timeOffset="209887.06">27583 4266 0,'0'25'125,"0"25"-110,0-25-15,0 49 31,0-49-31,0 0 0,0 49 32,0-49-32,25 74 47,-1-49-32,1-26 48,0 1-48,0 0-15,0 0 32,24 0-1,100-25 16,-75 0-16,-24-25-31,0 0 16,-1-99 30,-49 99-30,0-24 15,0 24-31,-24-149 32,-125-99 14,49 174-14,76 99-32,-26-25 31,-49 25 16,49 0-32,25 25 1,-24 0 0,49 0-1,0 0 17,0-1-32,0 1 31,0 0 0,0 0-15,25-25 31,24 49 15</inkml:trace>
  <inkml:trace contextRef="#ctx0" brushRef="#br0" timeOffset="211992.88">28104 4316 0,'0'0'0,"49"-25"31,-24 0 32,25 1-32,-25 24 0,-1-25-15,26 0 31,-50 0-31,74-24 15,1 24 16,-26 0-32</inkml:trace>
  <inkml:trace contextRef="#ctx0" brushRef="#br0" timeOffset="212927.88">28426 3944 0,'50'0'78,"-1"0"-78,26 0 16,24 0 0,-74 0-16,49 0 31,-49 0 0,0 0 63,-25 25-94,0 0 15,0 24-15,0 1 32,-25-1-32,0 75 47,25-99-32,-25 0 1</inkml:trace>
  <inkml:trace contextRef="#ctx0" brushRef="#br0" timeOffset="-213985.19">28947 3448 0,'0'-25'15,"0"0"1,25 0 15,0 25 0,-1 0-15,1 0 0,0 0-16,0 0 31,49 0 0,-24 50 0,0 24 1,-26 26-17,-24-76 1,0 1-16,0 124 47,0-99-32,0-25-15,0-1 16,0 1 0,0 0 77,0 0-77,25-25 0,0 0-16,0 0 15,24 0-15,-24 0 0,74 0 47,-99-50 125,0 1-172</inkml:trace>
  <inkml:trace contextRef="#ctx0" brushRef="#br0" timeOffset="-213272.81">29518 3026 0,'24'0'63,"26"25"-48,0 25-15,98 24 32,1 25-1,25 75 31,-125-174-46,-49 49-16,25-49 16,0 25 15,0 0-16,0 0 64,-25 0-1</inkml:trace>
  <inkml:trace contextRef="#ctx0" brushRef="#br0" timeOffset="-212584.44">29914 3894 0,'0'-49'32,"0"-1"-17,0 25-15,0-49 16,25-149 15,0 173-15,-25 25-16,74-372 62,-74 348-62,0 24 16,0-25-1,25 26 1,-25-1 0,0 0-1,0 0 1</inkml:trace>
  <inkml:trace contextRef="#ctx0" brushRef="#br0" timeOffset="-207425.51">28401 2853 0,'75'0'47,"-50"0"-47,24 0 15,125-50 16,-100 50-31,298-149 47,-297 124-31,-26 0-16,125-74 31,-100 74-31,323-74 63,-322 74-63,-51 25 0,1 0 15,74-24 32,-74 24-31,0 0-1,25-25 17,-25 25-32,-1 0 15,1 0-15,25 0 16,-50-25 0,25 25-1,-1 0 1,26-25-1,-25 25 17,24 0 77,-49 25-109,25 25 16,0-26-1,0 1-15,74 248 47,-74-223-31,0-25-16,-25 24 15,74 50 1,-74-49 0,50 74-1,-26 25 17,1 0 30,-25-125-62,50 150 47,-50-149-31,25 0-1,-1-1 1,-24 1 15,25 0 0,0 74 32,-25-49-48,0-25 1,0 49 0,-25 1 15,0-26 31,1-49-62,24 25 16,-25-25 0,0 25-16,-124 24 31,-198 26 16,322-75-47,-74 0 15,-124 49 17,49 1-17,-272-50 48,371 25-48,-24 24 1,-174 1 47,248-50-63,0 0 0,1 25 15,-1-25 48,0 0-48,0 0 63,0-50-62,1-24 0,-1 24-1,-25-49 1,50 49 0,0 1-16,-25 24 15,25-74 16,-24 49-31,24 1 16,0-1 0,-25-49 15,0 74-15,25 0-16,-25-99 62,25 99-62,-25-24 0,-49-249 63,49 298-48,25-25-15,-49-74 47,49 74-16</inkml:trace>
  <inkml:trace contextRef="#ctx0" brushRef="#br0" timeOffset="-195592.42">9004 3448 0,'0'-25'0,"0"0"63,0 0-47,0 1-1,50-100 32,-50 99-31,25-74-1,-25 74 1,0 0-16,0-124 47,0 124-32,0 1-15,0-1 47,24 25 78,26-25-109,-25 25-16,24 0 16,1 0-16,74 0 31,-50 0-31,1 0 0,322 0 62,-348 0-62,-24 0 0,99 0 32,-99 0-32,0 0 15,24 0-15,249 0 47,-224 0-47,1 0 16,24 0-16,-25 0 0,100 0 47,-149 0-1,0 0-30,-1 0 0,1 0-16,0 0 15,0 0 1,25 0 15,-26 0 0,1 0 110,-25 25-125,0 0-1,0-1 1,0 1 0,0 99 30,0-74-30,0-1 0,0-24-1,0 0 17,-25 49 14,25-24-30,0-25 15,0 0-15</inkml:trace>
  <inkml:trace contextRef="#ctx0" brushRef="#br1" timeOffset="181752.25">15180 12502 0,'0'-25'47,"25"25"-31,0 0 15,25 0-31,99 0 47,-125 25-31,1-25 15,-25 24-16,0 1 1,0 0-16,0 0 16,-25 24 31,25-24 15,0 0-46,50-25-16,0 50 15,123 24 17,-148-74-32,0 0 15,24 25-15,-49 0 16,0-1-1,0 1 1,0 25 0,0-25-1,-49 24 1,-1-24 0,25-25-16,-148 0 46,123 0-46,25 0 16,1 0-16,-26 0 31,25 0-31,0 0 0</inkml:trace>
  <inkml:trace contextRef="#ctx0" brushRef="#br1" timeOffset="182479.2">16024 12477 0,'49'25'94,"-24"-1"-94,0 1 16,0 0-16,74 49 47,-74-49-47,24-25 0,-24 25 15,-25 0-15,50-25 16,0 25 0,-50-1-16,24 1 31,1-25-31,25 25 31,-25 0 0,-25 0-31,24-25 32,1 0-17,0 24-15</inkml:trace>
  <inkml:trace contextRef="#ctx0" brushRef="#br1" timeOffset="183168.88">16222 13122 0,'0'0'0,"0"-50"16,25 0-16,-25 26 15,50-76 1,-50 76-16,24-1 16,26-74-1,0-50 17,-50 124-17,0 0-15,25-99 31,-1 75-15,-24 24-16,0 0 16,0 0-16,0-24 47</inkml:trace>
  <inkml:trace contextRef="#ctx0" brushRef="#br1" timeOffset="184152.2">16520 11757 0,'0'50'94,"0"-25"-79,0 24 1,0-24 0,0 25-16,0-25 31,0-1-16,0 1 1,0 0-16,0 0 31,0 0 1,50-1-1,-1 1 0,-24-25-31,0 0 16,0 0 15,-1 0 94,-24-49-109</inkml:trace>
  <inkml:trace contextRef="#ctx0" brushRef="#br1" timeOffset="184839.52">16718 11807 0,'0'25'78,"0"0"-63,0-1-15,0 1 16,0 74 15,0-49-31,0-25 16,0 0-16,0 99 31,0-99-31,0-1 16,0 26-16,0-25 15,0 24 1,0-24 0,0 0-16</inkml:trace>
  <inkml:trace contextRef="#ctx0" brushRef="#br1" timeOffset="186391.32">17115 12229 0,'25'0'63,"-25"25"-48,0 24 1,0-24-16,0 49 16,50 100 15,-50-149-15,0 0-16,0 49 15,74 174 32,-74-198-47,25-26 16,-25 1 31,25 0-1</inkml:trace>
  <inkml:trace contextRef="#ctx0" brushRef="#br1" timeOffset="187047.07">17066 12824 0,'0'-25'94,"24"25"-63,1 0-31,0 0 16,124-49 31</inkml:trace>
  <inkml:trace contextRef="#ctx0" brushRef="#br1" timeOffset="188245.4">17735 12402 0,'0'25'62,"-24"-25"-46,24 25-16,0 25 15,0-26-15,-50 125 47,50-124-47,0 25 0,0-26 16,0 125 31,0-124-16,0 0-31,0 0 16,0-1-1,0 1 16,25 0-15,0-25 0,24 0 31,1 0-32,-50-25-15,0 0 31,0-24-15,0-1 0,0 1-16,-25-26 47,0 75 31,0 0-47,1 0-15,-26 25 15,50 0-16,0 0 1,0-1 0</inkml:trace>
  <inkml:trace contextRef="#ctx0" brushRef="#br1" timeOffset="188856.36">17884 12526 0,'50'0'46,"-50"25"-30,49 0-16,-24 0 16,50 24-1,-51-24-15,1 25 16,198 148 31,-198-173-47,25 0 0,-25 0 15,-1-25-15,1 24 16,0 1 15,-25 0 79</inkml:trace>
  <inkml:trace contextRef="#ctx0" brushRef="#br1" timeOffset="189448.37">18231 13047 0,'-24'0'62,"24"-25"-46,0-24-1,0-1-15,24-247 63,-24 272-63,0-25 0,50-74 31,-50 99-31,0-49 63,0 49 30</inkml:trace>
  <inkml:trace contextRef="#ctx0" brushRef="#br1" timeOffset="190759.71">18281 12005 0,'0'-24'78,"25"24"-47,24 0-15,-24 0 0,-25 24-1,25-24 1,0 0 0,-25 25-1,25 99 32,-25-74-31,0-25-1,0 0 32,24-25 266,1 0-313,0 0 31,0 0 0,25 0-31,-26 0 16,1 0-1,0 0-15,0 0 16</inkml:trace>
  <inkml:trace contextRef="#ctx0" brushRef="#br1" timeOffset="197871.81">17859 17686 0,'25'0'219,"0"0"-188,0 0-15,0 0-16,-1 0 16,26-25-16,74 0 47,-99 25-47,0 0 15,24 0-15,75-49 47,-74 49-31,-25 0 15,-1 0 0,1 0 0,0 0-15</inkml:trace>
  <inkml:trace contextRef="#ctx0" brushRef="#br1" timeOffset="198872.37">18678 17289 0,'25'-25'47,"24"0"-16,-49 0-31,75-99 47,-50 124-47,-25-24 15,24-26 1,1 50 125,-25 50-110,0-26-15,0 1-16,0 25 15,0-25 1,0-1-16,0 1 15,0 74 17,0-74-17,0 25-15,0-25 16,25 74 15,0-74-15,-25 0-1,25-1 1</inkml:trace>
  <inkml:trace contextRef="#ctx0" brushRef="#br1" timeOffset="199463.4">18728 17735 0,'24'0'16,"1"-24"-1,25-1 1,24 25-1,-49-25-15,74-25 47,-74 50-47,0 0 0,0 0 16,-1 0-16,51 0 16,-50 0-1,24 0 16,-24 0-31,25 0 47</inkml:trace>
  <inkml:trace contextRef="#ctx0" brushRef="#br1" timeOffset="200739.41">19993 16743 0,'-25'0'0,"0"0"62,0 50-30,25-25-32,-25 24 15,1 1 1,-1-1-16,25 1 16,0 0-1,-50 74 16,50-100-31,0 1 16,0 0-16,0 173 47,25-148-31,0-25-16,0 0 0,-1 24 15,1-24 1,0 25-16,0-25 0,49 24 62,-24-24-62,-50 0 16,25-25-16,-1 0 156,1-25-140,0-25-1,0-24-15</inkml:trace>
  <inkml:trace contextRef="#ctx0" brushRef="#br1" timeOffset="203423.78">20191 17066 0,'25'-25'47,"0"25"-32,-1 0 1,125-25 0,-124 25-16,173 0 62,-173 25-46,0 24-16,-50 274 47,25-298-32,0 49 32,0-49-31,0 0 93,0 0-93,75-25-1,-26 0 1,1 0-16,49 0 31,-74 0-31,0 0 94,24 0-78,-24 0-1</inkml:trace>
  <inkml:trace contextRef="#ctx0" brushRef="#br1" timeOffset="204016.58">21134 16892 0,'49'0'47,"1"25"-32,-25 24-15,24-24 0,1 0 16,49 74 15,75 75 16,-150-125-31,1-49-16,-25 25 15,50 0 17,-25-25-17,-25 25 16,0 0 32,-25-25-63</inkml:trace>
  <inkml:trace contextRef="#ctx0" brushRef="#br1" timeOffset="204535.39">21357 17611 0,'0'-24'16,"0"-26"15,0 25-31,0-25 0,25 1 16,-25-1-1,0 25-15,0-24 16,49-75 0,-24 74-1,0 25 1,-25 1-16,49-26 16,-49 25-16,25 25 15,-25-49 32</inkml:trace>
  <inkml:trace contextRef="#ctx0" brushRef="#br1" timeOffset="205584.77">21654 16520 0,'0'25'62,"-24"24"-46,24-24-16,0 0 15,0 74 17,0-74-32,0 0 15,0 0 1,0-1 78,24-24-79,1 0 1,0 0-16,0 0 125,0 0-94</inkml:trace>
  <inkml:trace contextRef="#ctx0" brushRef="#br1" timeOffset="206207.96">21853 16570 0,'0'24'94,"0"26"-94,0-25 16,0 0-16,0 49 31,0-24-31,0-26 16,0 1-16,0 25 15,25 24 17,-25-49-17,0 0-15,0 0 16,0-1-1</inkml:trace>
  <inkml:trace contextRef="#ctx0" brushRef="#br1" timeOffset="207113.2">22101 16495 0,'0'25'94,"0"0"-94,50 24 15,-50-24-15,248 322 47,-199-322-31,-49 25-16,25-1 15,0 100 17,-25-99-17,0-25-15,0-1 0,0 1 16,-75 149 31,51-124-47,-1-26 15,25 1-15,-50 0 47,50 0-31,0 0-16,-25-25 78,1 24-31,-26-24-16,-49 75-15,24-75-16</inkml:trace>
  <inkml:trace contextRef="#ctx0" brushRef="#br1" timeOffset="213560.17">18604 12650 0,'24'-24'141,"1"24"-126,0 0 1,0 0-16,24 0 16,125 0 30</inkml:trace>
  <inkml:trace contextRef="#ctx0" brushRef="#br1" timeOffset="-214713.29">19224 12229 0,'24'0'141,"1"0"-141,0 0 15,25 0 1,-50 25 0,49-25-16,-49 24 15,25-24-15,0 75 31,-25-26-15,0-24 0,-50 99 31,25-99-47,25 0 15,-24 0-15,24-1 16,-25-24-16,0 25 15,25 0-15,0 0 47,0 0 16,25-1-32,0-24-31,49 25 47,-49-25-31,0 0 30,-1 0-30,26 0 15,-25 0-31,25 0 32,-26 0-32</inkml:trace>
  <inkml:trace contextRef="#ctx0" brushRef="#br1" timeOffset="-214041.18">19695 12129 0,'25'-24'32,"24"48"-1,-24 1-15,0 0-16,25 0 15,-50 0-15,148 74 31,-148-74-15,50 24-16,-25-24 16,49 74-1,-49-49 1,25-25 31,-50 24-47,24-24 47</inkml:trace>
  <inkml:trace contextRef="#ctx0" brushRef="#br1" timeOffset="-213368.9">20092 12774 0,'-25'0'16,"0"0"0,25-74 30,-25 49-46,25 0 16,0 1-16,0-175 63,0 125-63,0 49 0,0 0 15,50-124 32,-25 124-47,-25 1 16,0-1 46,0 0-31,0-25 1,0 26-1</inkml:trace>
  <inkml:trace contextRef="#ctx0" brushRef="#br1" timeOffset="-212280.23">19918 11435 0,'0'25'110,"0"0"-110,0-1 15,25 26 1,-25 0-16,0-26 16,0 1-1,0 0-15,25 0 16,-25 0 46,25-25-30,24 24-17,-24-24 1,25 25 0,-26-25 155</inkml:trace>
  <inkml:trace contextRef="#ctx0" brushRef="#br1" timeOffset="-211041.35">20092 11410 0,'0'25'78,"0"0"-62,0 24-16,0 1 16,0-25-1,0 0 1,25 49 15,-25-49-15,0 24-1,24-24 1,-24 0-16,0 0 16,25 49 31,-25-49 265,0 25-296,25-50-16,-25 24 31,25 26 0</inkml:trace>
  <inkml:trace contextRef="#ctx0" brushRef="#br1" timeOffset="-196680.86">24557 17562 0,'0'25'109,"24"-25"-109,1 0 16,0 0 0,25 0-1,-26 0-15,1 0 16,99 0 15,-99 0-31,0 0 31,0 0 16</inkml:trace>
  <inkml:trace contextRef="#ctx0" brushRef="#br1" timeOffset="-195576.68">25177 17388 0,'25'-25'109,"24"0"-93,-24 1-1,49-26 16,-74 25-31,0 0 32,25 1 77,0 24-62,-25 24-47,0 26 16,0 124 15,0-150-31,0 26 15,0-25 1,0 74 15,0-74-31,0 0 16,0 0-16,25-1 16,-25 1-1,0 0-15,0 0 31,25 24-15</inkml:trace>
  <inkml:trace contextRef="#ctx0" brushRef="#br1" timeOffset="-194984.22">25301 17884 0,'49'0'31,"1"-25"-15,-25 25 0,0 0-1,99-24 32,-75 24-47,-24 0 16,0 0-16,0 0 15,49 0 17,-74-25 124</inkml:trace>
  <inkml:trace contextRef="#ctx0" brushRef="#br1" timeOffset="-193752.49">26045 17041 0,'-25'74'110,"0"-49"-110,25 0 15,0 0-15,0-1 16,0 1-16,0 25 15,0-25-15,0 99 47,0-75-31,0 1 0,0-25-1,25 124 32,-25-125-31,25 1-16,-25 0 15,25-25 1,-25 25-16,25 24 31,-1-49-15,1 25 31,0 0-32,0-25-15,0 25 47</inkml:trace>
  <inkml:trace contextRef="#ctx0" brushRef="#br1" timeOffset="-192120.82">26392 17438 0,'25'0'62,"0"0"-30,0 0-17,24 0 1,1 0 0,-25 0-1,49 0 1,25 0 46,-74 0-46,0-25 31,-25 0 0</inkml:trace>
  <inkml:trace contextRef="#ctx0" brushRef="#br1" timeOffset="-191073.15">26938 16991 0,'25'0'78,"-1"0"-62,1 0-16,50 25 31,-75 0-31,25-25 16,-1 0-1,1 0-15,74 124 63,-99-75-63,0 1 16,0 0-16,0-26 15,0 26 1,0 24 15,-24-74-31,-1 25 47,25 0-16,0 0-15,0 0 93,0 0-93,25-25-1,24 24 17,-24-24-32,0 0 15,0 25-15,-1-25 47</inkml:trace>
  <inkml:trace contextRef="#ctx0" brushRef="#br1" timeOffset="-190293.85">27583 17115 0,'25'-25'63,"24"25"-47,-49 25-16,99 0 15,125 149 32,-200-150-47,1 1 16,25 0-16,49 99 47,-74-124-47,-25 25 15,0 0 110,0 0-109,-25-1-1</inkml:trace>
  <inkml:trace contextRef="#ctx0" brushRef="#br1" timeOffset="-189800.71">27831 17686 0,'0'0'0,"0"-25"16,0 0-16,25-24 16,-25 24-1,0-25-15,24-24 16,1 24 0,0-24-16,0-1 31,0 50-31,-1-99 62,1 100-62,-25-1 16,0 0 0</inkml:trace>
  <inkml:trace contextRef="#ctx0" brushRef="#br1" timeOffset="-189024.7">28178 16669 0,'25'0'47,"0"49"-47,0-24 16,-1 25-1,1-25-15,0-1 0,25 100 32,-26-74-17,51 173 32,-50-173-47,-25-25 16,0 24-1,0-24-15,0 0 16,0 0-16,0 74 31,0-49-15,0-26 15,-25-24 16,0 0-16,0 0 16,0 0 0,1 0-47,-1 0 16</inkml:trace>
  <inkml:trace contextRef="#ctx0" brushRef="#br1" timeOffset="-185160.55">20563 11981 0,'0'24'63,"0"26"-48,25-25-15,0 0 16,-1-1 0,1 51-1,0-25 1,0-1-1,0 1 17,0-1-17,24 51 17,-49-76-32</inkml:trace>
  <inkml:trace contextRef="#ctx0" brushRef="#br1" timeOffset="-184379.41">20513 12427 0,'0'-25'63,"0"1"-47,25 24-1,25-25 1,-25 25-1,24-25-15,1 25 16,-25-25-16,49 0 16,75-49 15,-124 74-31,0 0 16,24-25 62,-49 0-16,50 0-46,-50 1-1</inkml:trace>
  <inkml:trace contextRef="#ctx0" brushRef="#br1" timeOffset="-183216.26">21109 11708 0,'49'0'125,"-24"0"-109,25 0-16,-25 0 16,148 25 15,-148-25-16,0 0-15,0 24 16,-1 1 0,1-25-16,25 25 15,-50 0 1,25-25-16,-25 25 0,24-25 16,1 99-1,0-50 1,-25 75 15,0-74-31,0 0 0,-50-1 47,26-24-47,24 0 109,24-25-93,1 25 0,0-25-16,25 25 15,-25-25-15,123 24 47,-123-24-47,0 0 0,0 0 31,0 0 63,-1 0-78,-24-24-1,0-1 1,0 0-16,0-25 16,-24 1-16</inkml:trace>
  <inkml:trace contextRef="#ctx0" brushRef="#br1" timeOffset="-182600.48">21878 11336 0,'0'-25'31,"99"99"0,-49-49-31,-1 25 16,1-25-16,49 24 31,-49 1-31,148 148 47,-148-148-47,-26-25 16,1-1-16,-25 1 15,25 0 1,0-25-16,-25 25 0,25 0 31,24-1-31,-24 1 32,25 0-1</inkml:trace>
  <inkml:trace contextRef="#ctx0" brushRef="#br1" timeOffset="-181976.28">22324 12378 0,'0'-50'31,"0"25"-31,0-74 31,0 49-15,0 1-16,0-1 16,0 0-16,0-222 47,0 222-47,0-24 0,0 24 15,0-297 32,0 322-47,0 0 16,0 0-16,0 0 31</inkml:trace>
  <inkml:trace contextRef="#ctx0" brushRef="#br1" timeOffset="-179121.23">14511 12923 0,'0'-25'62,"0"1"-62,0-1 16,0-25-1,99-148 32,-74 123-47,0 1 0,-25 24 16,24-123 0,1 98-1,-25 50-15,0-99 16,0-124 31,0 224-32,0-1-15,0 0 16,25 0 93,25 0-93,24 25-16,75-49 16,-25 24-1,298-49 16,-323 49-31,-50 25 16,75-25 0,0 0-1,-74 25-15,297-74 47,-272 49-47,74 0 31,-100 25 32,-24 0-47,0 0 15,0 0-31,-1 0 31,1 0-15,25 0-1,-25 0 1,24 25 0,-24 0 15,0-25-16,0 0 17,-25 25 30,24-25-62,-24 24 31,0 1-15,0 0 0,0 0-1,-24 99 17,24-99-17,0-1 1,0 1-1,0 0 1,0 0 0,0 0-1</inkml:trace>
  <inkml:trace contextRef="#ctx0" brushRef="#br1" timeOffset="-177296.64">19248 12080 0,'25'0'47,"-25"-25"-31,0-25-1,0 1-15,0-1 16,-25-24-16,1-1 16,-1 51-1,25-26-15,-75-49 16,26 74 0,-26-99 15,75 74-31,-24 26 0,-76-51 47,100 50-47,0 1 15,0-1 79,50 25-78,0 0-16,24 0 15,199 0 17,-224 0-32,26 0 15,-50-25-15,74 0 47,-49 25-47,-26 0 16,26 0-16,0-25 15,-1 25 1,-24 0-16,0 0 16,0 0-16,-1 0 31,51 0 0,-26 0-31,-24 0 16,0 0 31,0 0-16,-25 25 16,25 0-32,-25 0 32,0 0-47,0-1 31,0 1 32,24 0-63,-24 0 16,0 0 155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1T21:21:51.553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24284 1290 0,'0'25'140,"0"-1"-124,0 1-16,0 0 31,0 49 0,0-49-31,0 0 16,0 0-16,0 24 16,0-24 15,0 0-31,0 25 16,0-25-1,0-1 1,0 1-1,0 0 1,25 25 0,-1-50-1,-24 24 1,25 1 15,0 0 32,0-25-48,0 0 1,-1 0 15,1 0-15,25 0 15,-25 0-15,-25-50 15,49 26-15,-24-100 30,-25 99-30,50-50 15,-50 26 1,0-51-1,24 76-16,-24-1 1,0-25 31,0 25-16</inkml:trace>
  <inkml:trace contextRef="#ctx0" brushRef="#br0" timeOffset="1216.47">25053 1637 0,'0'-25'234,"25"25"-187,-1 0 0,1 0-16,-25 25-15,25-25 0,0 0 15,0 0-16,-1 0 1,1 0 0,0 0-1</inkml:trace>
  <inkml:trace contextRef="#ctx0" brushRef="#br0" timeOffset="1944.71">25028 1984 0,'50'0'109,"-26"0"-93,51 0 15,-26-24-31,-24 24 31,0 0 16,-25-25 109,-25 25-156</inkml:trace>
  <inkml:trace contextRef="#ctx0" brushRef="#br0" timeOffset="6664.3">5507 6424 0,'0'-24'109,"24"48"-78,-24 1-15,0 25 0,25-50-16,0 49 62,-25 1-62,25-25 16,0 0-1,-25 24 1,0 1 0,24-50-16,1 25 31,-25-1-16,25 26 1,-25-25 31,0 25 0,0-26-16,0 1 0,25 0 1,-25 0-17,0 0 16,25 49 16,-1-74 78,1 0-109,0 0 0,25 0-16,123 0 46,-123 0-46,0 0 0,-1 0 16,100 0 31,-124 0-47,24 0 16,1 0-1,24 0 16,-49 0-15,0 0-16,0 0 16,74 0 31,-74 0-47,0 0 15,49 0 16,-49 0-31,49 0 32,26 0 15,-76 0-32,1 0-15,0 0 31,0 0-15,49 0 15,-49 0-15,0 0-16,0 0 16,-1 0-16,175 0 46,-150 0-46,1 0 16,0 0-16,-1 0 31,75 0-15,25 0 31,-74 0-32,-51 0-15,76-25 63,-76 25-47,26 0 15,49-25 0,-49 1-31,24 24 47,-49 0-47,0-25 16,0 25 15,24-25 0,1 25-31,-25 0 16,24-25 31,-24 25-32,49-25 1,-74 1-1,25 24 1,0 0 0,25-25-1,-26 25 17,1 0-17,25 0 1,-25-25-16,0 25 15,24 0 17,-24 0-17,0-25 1,0 25 31,-1 0-16,-24-25 125,0 0-124,0 1-32,0-26 15,0 0 1,0 26-1,0-1-15,0-50 63,0 51-47,0-1-1,0 0 1,0 50 171,0 99-171,-24-50-16</inkml:trace>
  <inkml:trace contextRef="#ctx0" brushRef="#br0" timeOffset="12552.51">26070 1364 0,'0'-49'187,"-25"49"-171,25-25 15,-25 25-15,0 0-1,1 0 32,-1 0 16,0 0-17,0 0-30,0 0 31,0 0 47,1 0-32,-1 0-46,0 0 93,0 0-93,25 49 93,0-24-109,0 0 16,0 0-16,0 74 47,0-74-47,0 0 0,25-1 31,-25 1-15,25 0-1,0 0 16,-25 0-15,0 0 0,0-1-1,24 1 1,1-25 31,-25 25-47,25-25 15,0 0 1,25 25 15,-1-25 1,1 25 14,-25-1-30,-1-24-16,1 0 47,0 25-31,-25 0 30,0 0-30,0 0 0,0-1 15,0 51-15,-25-26 30,-74-24 1,49 0-47,1-25 63,24 0-32</inkml:trace>
  <inkml:trace contextRef="#ctx0" brushRef="#br0" timeOffset="14001.26">26467 1463 0,'24'0'125,"1"25"-109,25 0-16,99 99 47,-149-99-32,24-25-15,100 124 47,-74-124-31,-50 25-16,50 0 31,-1 24-15,-24-49 31</inkml:trace>
  <inkml:trace contextRef="#ctx0" brushRef="#br0" timeOffset="14839.97">26615 2084 0,'0'-25'16,"0"0"-1,0-25 1,25 26-1,-25-26 1,50-173 31,-50 173-31,25-24-1,49-26 48,-74 76-32,25-1-31,0 0 47,-25 0-32,24 25 1,-24-49 0,25-1 46</inkml:trace>
  <inkml:trace contextRef="#ctx0" brushRef="#br0" timeOffset="17471.91">26938 893 0,'25'0'313,"-1"0"-298,1 0 17,0 0-17,25 0 32,-50 25-16,25 0-15,-1-1 31,-24 1 15,0 0-15,0 0-16,0 24 1,-49-49-17,24 25 17,25 0 171,0 0-188,25-25 1,0 0 0,24 0 30,-24 0 1,0 25-15,0-25-17,-1 24 1,1 1 31,-25 0 31,0 0-63,0 0 17,0-1-1,-25 1 16,1-25-32,-1 0 1,0 0 0,0 0 15</inkml:trace>
  <inkml:trace contextRef="#ctx0" brushRef="#br0" timeOffset="20567.71">27682 1067 0,'-25'24'31,"25"26"0,0-25-15,0 49-16,0 1 31,25 24 0,25 74 16,-26-123-31,1-25 0,-25 25-1,25-26-15,-25 1 16,25 0 31,-25 0-16</inkml:trace>
  <inkml:trace contextRef="#ctx0" brushRef="#br0" timeOffset="21353.11">27558 1612 0,'0'-49'63,"25"49"-48,24 0-15,-49-25 16,25 25-16,99 0 47,-99-25-47,0 0 15,24 25 32,-24 0-15,0-25-17,0 25-15,0-24 47</inkml:trace>
  <inkml:trace contextRef="#ctx0" brushRef="#br0" timeOffset="23016.18">28178 1166 0,'50'-25'172,"-25"25"-157,24 0 1,-24 0-1,25 0 1,-26 0 0,1 0 31,0 0-32,0 25 1,-25 49 31,0-49-47,0 0 15,0 74 32,0-74-47,-25 24 16,25-24 46,-25 0-30,25 0-1,0 0 78,0-1-93,50-24 15,-1 25-15,-24 0-1,0-25 1,0 0 0,0 0-16,-1 0 31,26 0-31,0 0 31,-26 0-15,1 0-1,0 0 32</inkml:trace>
  <inkml:trace contextRef="#ctx0" brushRef="#br0" timeOffset="30624.7">10765 6548 0,'50'-24'141,"-25"24"-110,24-25-31,26 25 16,-1 0-1,125 0 17,-150 0-32,1 0 15,99 0 32,-125 0 187,-24-25-218</inkml:trace>
  <inkml:trace contextRef="#ctx0" brushRef="#br0" timeOffset="31400.25">11410 6276 0,'25'0'94,"25"24"-79,-26-24 1,125 25 15,-99 0-31,-1-25 16,-49 25-16,75 0 15,-50-1 1,-1-24-16,26 75 31,-50-50-15,0 74 31,0-74-47,-25-1 0,0-24 15,-148 75 32,148-75-47</inkml:trace>
  <inkml:trace contextRef="#ctx0" brushRef="#br0" timeOffset="33096.03">12353 6028 0,'0'24'110,"0"1"-95,0 0-15,0 49 16,0-24-1,0-25-15,0 74 32,0-74-32,0 0 15,0-1-15,49 76 47,-49-76-47,25 26 47,0-25-47,74 74 63,-74-74-63,0-25 31,148 25 31,-123-25-62,-25-25 16,74-50 31,-99 51-32,0-1-15,25-50 32,-25-24-17,25-25 32,-1 75-31,-24 24-1,0 0 1,25-25 0,-25 26-1,0-1 1,0 0 31,25 0-32,-25 0-15,0 1 32,0-1-32,0 0 31,0-25 16,0 26-16</inkml:trace>
  <inkml:trace contextRef="#ctx0" brushRef="#br0" timeOffset="34249.25">13196 5407 0,'0'25'93,"0"25"-77,-25-1-16,25-24 16,0 0-1,0 25 16,-25-26-31,25 26 63,0-25-32,0 0-15,0-1 15,0 1-15,25 0-1,0-25 1,25 0 15,-25 0-15,-1 0-1,1 0 1,0 0 47,0 0-32,0 0 94,-25-25-78</inkml:trace>
  <inkml:trace contextRef="#ctx0" brushRef="#br0" timeOffset="35050.65">13395 5457 0,'0'25'109,"0"0"-93,0-1-1,0 51 1,0-50 0,0 148 31,0-148-47,0 25 15,0-25 1,0-1-1,0 1-15,0 0 0,0 74 63,0-74 124,24 0-155,-24 0-1,0 24-31</inkml:trace>
  <inkml:trace contextRef="#ctx0" brushRef="#br0" timeOffset="70671.75">23713 1910 0,'0'25'78,"25"49"-62,-25-49-16,50 0 16,-26 49-16,51 273 46,-50-297-46,0 24 32,-1-49-32,1 0 15,0 0 1,74 49 15,-24-49-15,-26-25-16,224 0 31,223-25 0,199-99 32,-596 99-63,-25 1 15,26-1-15,48 25 16,51-50 15,-125 50-31,298 0 32,323 0 30,-596 0-62,298 0 31,-323 0-31,150-49 32,-51 24-1,26-50 16,-175 51-47,26 24 15,24-25 17,50-25-1,-99 25-16,25 25 95,-50-24-110,25-1 15,49 25 1,-49-25 0,124-49 31,-124 74-47,-25-25 78,0 0-63,0 0 1,0 0 31,0 1-47,0-26 15,0 0 1,0 26-16,0-26 16,-50-99-1,25-74 17,-24-75 30</inkml:trace>
  <inkml:trace contextRef="#ctx0" brushRef="#br0" timeOffset="93409.42">24557 3423 0,'-25'0'78,"25"25"-63,25 0 1,-25-1-16,0 76 31,74 73 32,-49-148-48,-25 0 1,25 49 15,-1-74-15,1 25 0,0-25 15,0 0 47,0 0-62,49 0-1,-49 0 1,0-25-16,0 25 15,49-49 17,-74 24-17,25 0 1,-25 0 0,0 1-1,25-1 1,-25 0-1,0 0 1,0 0-16,0 0 16,0-74 31,0 74-32,0-49 1,0-25 31,0 74 0,-25 0 31</inkml:trace>
  <inkml:trace contextRef="#ctx0" brushRef="#br0" timeOffset="94511.9">25251 2977 0,'-25'0'110,"25"49"-95,0 1 16,0-25-31,0-1 32,0 26 15,25-50-32,-25 25 63,25 0-62</inkml:trace>
  <inkml:trace contextRef="#ctx0" brushRef="#br0" timeOffset="95504.71">25623 3522 0,'50'0'125,"-1"-25"-109,1 1 0,-25 24-1,0 0 1,-1 0 0,1 0-1,0 0-15,0 0 31</inkml:trace>
  <inkml:trace contextRef="#ctx0" brushRef="#br0" timeOffset="96415.9">25722 3795 0,'25'0'172,"50"0"-156,-51 0-16,1 0 16,75 0 15,-76 0-31,1 0 15</inkml:trace>
  <inkml:trace contextRef="#ctx0" brushRef="#br0" timeOffset="105624.39">26417 2952 0,'25'0'47,"-25"-25"-31,-25 25-1,-25 0 32,26 0-47,-1 0 16,-25 0 31,25 0-16,-24 0 16,-1 25-47,-24 0 62,74-1 32,0 26-94,0 0 16,25-1-16,74 100 47,-74-149-32,-1 0 48,1 0-48,25 0 1,-1 0-16,150 0 31,-150 0 0,26 0 32,24 50-32,-74-50-31,-25 24 0,25 26 63,-25-25-63,0 0 0,0 99 31,0-75 0,-100 26 32,51-75-63,-125 49 62,149-49 16</inkml:trace>
  <inkml:trace contextRef="#ctx0" brushRef="#br0" timeOffset="106935.96">27161 2778 0,'0'25'63,"-25"-25"-63,25 25 16,0 24-16,-24 1 15,24 0 1,0-1-16,0 150 62,0-175-62,49 76 32,-24-51-17,25 26 1,-1-1 15,26-24 0,24 24 32,-74-74-63,-1 0 31</inkml:trace>
  <inkml:trace contextRef="#ctx0" brushRef="#br0" timeOffset="109664.46">26442 1935 0,'25'25'46,"-25"-1"-30,24 1-16,1 0 16,-25 0-1,0 74 17,0-49-32,0-26 0,0 1 15,0 50 16,0-51-15,25 1 62,25-25-62,-26 0-1,26 0-15,-25 0 16,0 0-16,99-49 47,-100 49-47,26 0 0,-25 0 16,0 0-16,99-50 46,-75 50-30,1-25-16,74 0 47,-124 1-31,0-26 218,0 0-218,-25 26-1,-24-100 32,49 99-47,0 0 31,-25 25-31,25-25 16,0-24 31,-25 49-32</inkml:trace>
  <inkml:trace contextRef="#ctx0" brushRef="#br0" timeOffset="115753.66">27434 2902 0,'25'0'140,"0"0"-124,-1 0 0,1 0-1,0 0 1,0 0-1,49 25 17,-49-25-17,0 25-15,49 24 63,-49-49-16,-25 25-16,0 25-15,0-25 15,-25 24-31,0-24 31,-49 25 32,99-50 77,0 0-109,-1 0-31,1 0 16,25 0 15,-1 0-15,-49 49 0,50-24-1,-50 0 1,0 0-1,25 24 17,-25-24 15,0 0-32,0 0-15,-50-25 16,-24 24-1,49 1 1,-25-25 15,26 0 1</inkml:trace>
  <inkml:trace contextRef="#ctx0" brushRef="#br0" timeOffset="117448.38">28253 2729 0,'0'24'109,"0"26"-93,0-25 0,0 49-1,-25-24 1,25-25 0,0-1-1,0 76 32,0-76-31,0 1-1,25 50 17,-1-51-17,1 1 1,0 0-1,0-25-15,-25 50 16,25-50 0,24 0-1,-49 24-15,25-24 16,0 50 0,0-50-1,24 0 16,-24 25 1,0-25 155</inkml:trace>
  <inkml:trace contextRef="#ctx0" brushRef="#br0" timeOffset="118288.01">28600 2803 0,'0'25'63,"25"-25"-63,24 25 31,-49-1-31,50 1 31,24 0-15,50 99 47,-99-99-63,0 0 31,-25 24 0,25-49 32</inkml:trace>
  <inkml:trace contextRef="#ctx0" brushRef="#br0" timeOffset="119063.93">28897 3249 0,'-49'0'94,"49"-49"-78,0 24-16,0 0 15,0-49 16,0 49-31,0 0 16,0-24 0,0 24-1,0 0 17,0-99 14,0 74-14,0 26-17,0-1 32</inkml:trace>
  <inkml:trace contextRef="#ctx0" brushRef="#br0" timeOffset="137561.04">28749 2431 0,'49'0'172,"-24"0"-141,0 0-15,0 0 46,-1 0-62,1 0 47,0 25-16,0-25 16,-25 24 0,0 1 0,0 0-31,0 0-1,0 0 63,25-25 141,-1 0-203,1 0-1,0 0 1,0 0 46,0 0 1,0 0-16,-1 0-16,-24 24 0,0 1 1,0 0 14,0 0-30,-24 25 31,24-26-47,-25-24 16,-50 50 30,100-50 158,25-25-204</inkml:trace>
  <inkml:trace contextRef="#ctx0" brushRef="#br0" timeOffset="138367.96">29270 2530 0,'0'-25'125,"24"25"-94,-24-25-31,25 25 16,0-24 0</inkml:trace>
  <inkml:trace contextRef="#ctx0" brushRef="#br0" timeOffset="139369.78">29443 2307 0,'0'-25'141,"0"0"-126,0-24 17,0 24-32,25 25 203,-25 25-203,25-1 15,0 26 1,-1 0 0,-24-26-1,25 26-15,-25-25 32,25 0-32</inkml:trace>
  <inkml:trace contextRef="#ctx0" brushRef="#br0" timeOffset="139968.64">29468 2580 0,'0'24'31,"0"-48"-15,25 24 15,0 0-31,99-50 63,-75 50-63,-24 0 15,25-25 1</inkml:trace>
  <inkml:trace contextRef="#ctx0" brushRef="#br0" timeOffset="141280.2">29666 2133 0,'0'-25'156,"25"25"-125,0 25-31,-25 0 16,25 0 0,24 0-16,26 99 62,-50-100-62,-1 1 0,1 50 31,-25-51-31,0 1 16,25 50 15,0-51-31,-25 1 16,0 25-16,0-25 15,0 0 1,0 24 15,0 1-31,0 24 32,0-24-17,0-1-15,-25 51 31,0-51 1,0-49-32,1 50 15,24-25 1,-50-1 31,25 1-32,25 0 17,-25-25 124</inkml:trace>
  <inkml:trace contextRef="#ctx0" brushRef="#br0" timeOffset="142648.04">30212 1910 0,'0'25'187,"0"0"-187,0-1 16,0 26-16,25 99 47,-25-124-47,25 24 15,0 125 32,-25-125-47,24-24 16,1 149 31,-25-149-32,0 0 1,0-1 0,0 1-1,0 0 1,0 0-1,0 0 1,0 24 0,0-24-1,0 99 32,0-99-31,0 0-16,0 24 31,0-24 0,0 0-15,-49 0 31,49 24-16,-25-24-15</inkml:trace>
  <inkml:trace contextRef="#ctx0" brushRef="#br0" timeOffset="143496.32">30683 1885 0,'25'25'78,"-25"25"-62,25-1-16,-25-24 15,74 149 17,-49-150-32,0 26 15,-25-25-15,99 198 63,-99-198-63,0 0 15,0-1 1,25 26 0,0-50-16,-25 50 15,0-25 32,25-1 0,-25 1 15</inkml:trace>
  <inkml:trace contextRef="#ctx0" brushRef="#br0" timeOffset="144199.91">30559 2753 0,'0'0'0,"25"0"16,124-99 31,-99 99-47,-26-25 15,1 25-15,25-25 16,99-24 15,-100 24-15,1 0 0,-25 25-1,-1 0 16</inkml:trace>
  <inkml:trace contextRef="#ctx0" brushRef="#br0" timeOffset="146592.59">28104 1612 0,'0'25'78,"0"0"-62,0 25-16,0-26 16,25 26-1,-1 0 1,-24-26-16,25 1 31,0 0-31,0-25 16,-25 25-1,25-25 1,-1 25 0,1-25-1,50 0 1,-51 0-16,26 0 15,74 0 1,-74 0 0,-1 0 15,1-25-31,-25 25 16,-1 0-1,150-75 48,-149 75-63,0 0 15,-1 0 17,1 0-17,0-24 48,-25-1 109,0 0-172,0 0 15,0-24-15,-25 24 16,0-25-1,-24-24 17,49 49-17,-25 0-15,25 0 16,-25 25 0,0-25-16,25 1 0,-24-1 31</inkml:trace>
  <inkml:trace contextRef="#ctx0" brushRef="#br0" timeOffset="148904.74">31527 1662 0,'-25'0'16,"0"0"-1,25 25 16,0 0-15,0-1-16,25 100 31,49 199 32,-74-274-48,25-49-15,25 75 47,-50-50-31,49-1 0,-24-24-1,50 25 16,-1-25 16,-24 0-47,49-25 47,-74 1-31,-1-1-16,-24 0 15,0-198 32,0 198-31,0-25-16,0-24 0,-24-25 31,-1 74-31,0 0 16,0 0-1,0 1-15,-24 24 16,24-25 0,-49 0 15,49 0-31,-25 0 0,1 25 16,24 0 15,25-25 0,-25 25 16</inkml:trace>
  <inkml:trace contextRef="#ctx0" brushRef="#br0" timeOffset="150808.09">25003 4490 0,'0'24'78,"0"51"-63,0-26 1,0-24-16,25 25 16,-25-1-1,0 1-15,25 0 16,-25-1 0,25 1-16,-1 24 31,1-24 0,0-25 0,99 24 16,-99-49-47,24 0 16,75 0 15,-24-99 0,-51-174 16,-49 174-16,0 74-31,0 0 16,0-49 0,0 49-1,0 0 1,0 1 0</inkml:trace>
  <inkml:trace contextRef="#ctx0" brushRef="#br0" timeOffset="151472.48">25673 4192 0,'0'-25'78,"25"25"-78,-25 25 16,0 25 0,74 98 46,-49-123-15,-25 0 0,0 0 47,25-25-63</inkml:trace>
  <inkml:trace contextRef="#ctx0" brushRef="#br0" timeOffset="152144.45">26095 4614 0,'24'0'78,"26"0"-62,0 0-1,24 0 1,-49 0-16,24 0 16,100-25 15,-99 0-31,-25 25 31</inkml:trace>
  <inkml:trace contextRef="#ctx0" brushRef="#br0" timeOffset="152848.99">26268 4936 0,'50'0'93,"-25"0"-77,-1 0-16,1 0 16,74 0-1,-74 0-15,99 0 63,-99 0-48,0 0 17</inkml:trace>
  <inkml:trace contextRef="#ctx0" brushRef="#br0" timeOffset="156400.62">26814 4192 0,'25'25'47,"-1"0"-32,1-1-15,0 1 16,25 25 0,-26-1-1,1-24 1,25 74 15,0-24 32,-50-50-48,24-1 1,1 26 31</inkml:trace>
  <inkml:trace contextRef="#ctx0" brushRef="#br0" timeOffset="158265.17">27409 4093 0,'0'-25'125,"-25"25"-94,1 0-15,-76 0 15,76 0 47,-1 0-62,25 25 15,-25-25-15,0 25 15,25-1 63,0 1-79,0 25-15,25-1 16,99 199 31,-99-223-32,0 25 32,24-50-15,-24 0-32,0 0 15,24 0-15,-24 0 16,0 0-1,25-25 1,-26 25-16,26 0 16,0-50-1,-26 50 17,1 0-1,0 0 16,0 0-32,0 0 1,-25 25 15,0 0-15,0 0 15,0 49 16,0-49-31,-75 49 30,50-74-30,1 0 0,-1 25-16,0 0 15,-25 0 48,26-25-63</inkml:trace>
  <inkml:trace contextRef="#ctx0" brushRef="#br0" timeOffset="159473.18">28004 4217 0,'50'49'125,"0"-24"-109,-25 25-16,49-25 15,-24 24-15,-26-49 16,125 149 15,-124-149-15,0 0-16,24 25 15,-49 0 1,25-25 0,25 24-1,-25 26 17,-1-50 30,-24 25 16,0 24-47</inkml:trace>
  <inkml:trace contextRef="#ctx0" brushRef="#br0" timeOffset="160233.04">28327 4986 0,'0'0'0,"0"-25"16,0 0-1,0-149 17,0 125-32,0-1 15,0 1 1,25-26-16,0-49 31,-25 75-15,0-1-16,0 25 31,0 0-31,24-74 47,1 50-31</inkml:trace>
  <inkml:trace contextRef="#ctx0" brushRef="#br0" timeOffset="163912.91">28525 3746 0,'25'0'141,"0"0"-126,0 0-15,0 0 16,-1 0-1,26 0 1,-25 24 0,-25 1 15,-50 198 31,25-223-46,25 25 172,25-25-173,0 0 1,25 0-1,-26 0-15,26 0 32,-25 0 249</inkml:trace>
  <inkml:trace contextRef="#ctx0" brushRef="#br0" timeOffset="166136.04">24755 5035 0,'0'25'47,"25"0"-47,0 0 15,74 297 32,-74-247-31,0-1-16,-1 100 31,26-75 0,272-74 16,1-25-31,396-124 0,-496 99-16,894-198 62,-993 198-62,24 25 16,1-25-16,546 25 47,-522 0-32,-48 0-15,147 0 31,-197 0-31,-1 0 16,149-25 0,-99-24 46,-99 49 32,-25-50-63,-25-24-15,25 49-16,-49-149 31,-100-124 0,25 1 32</inkml:trace>
  <inkml:trace contextRef="#ctx0" brushRef="#br0" timeOffset="175456.87">2059 4738 0,'0'-25'62,"0"0"-46,0-25 0,0 26-1,25-249 32,-25 223-31,24 1-16,26-26 31,0-24-15,-1 0 15,174-100 31,-173 175-62,-25-1 16,99-50 31,-99 75 15,0 0-46,-25 25 62,-25-25-62</inkml:trace>
  <inkml:trace contextRef="#ctx0" brushRef="#br0" timeOffset="176120.52">1885 4341 0,'0'0'15,"50"0"1,24 0 15,-24 0-31,-25 0 16,49 0-16,-24 0 15,49 0 17,-74 0-17,-1 0 1,26 0-1,-25 0 1,24 0-16,-24 0 16,25 0-16,-25 0 15,-75 25 79</inkml:trace>
  <inkml:trace contextRef="#ctx0" brushRef="#br0" timeOffset="176793.28">2778 4266 0,'-25'25'94,"25"0"-79,-24-25-15,-1 25 16,0 49 0,0-24-16,25-25 15,0 24 17,0 1-32,0-25 15,25 49 16,0-49-15,99 24 15,-124-24-15,0-50 93,0-24-109,0-1 16,25 1-16</inkml:trace>
  <inkml:trace contextRef="#ctx0" brushRef="#br0" timeOffset="177297.19">3051 4242 0,'25'0'32,"24"0"-17,26 49 1,24 1 15,50 123 32,-149-148-63,25 0 31,-1-25-31,1 50 62,-25-26-62,-25 1 63,-24-25-47</inkml:trace>
  <inkml:trace contextRef="#ctx0" brushRef="#br0" timeOffset="177760.39">3249 4638 0,'0'0'16,"25"-24"-16,-25-1 16,50 0-16,-25 0 15,49-74 1,-49 74-16,-25-24 15,25 24-15,-1 0 16,26-25 0,-50 1-16,50-1 31,-1-49 0</inkml:trace>
  <inkml:trace contextRef="#ctx0" brushRef="#br0" timeOffset="178377.99">3696 3944 0,'25'0'47,"0"0"-32,-25 25 1,24-25-16,26 74 31,0 174 16,-50-198-47,0 24 16,-50 50 15,50-74-31,-74 49 47,24-99 78,25-25-125,0 0 15,0-24-15,1-1 16,24 25-16</inkml:trace>
  <inkml:trace contextRef="#ctx0" brushRef="#br0" timeOffset="179448.61">3026 3324 0,'0'25'94,"0"-1"-79,0 1-15,0 0 16,-25 49-16,-24 50 47,49-74-32,0-25 1,0 0 46,0 0-46</inkml:trace>
  <inkml:trace contextRef="#ctx0" brushRef="#br0" timeOffset="180233.02">4093 3994 0,'0'0'0,"25"0"31,-1 0-15,26 0-1,-25 0 1,0 0-16,24 0 31,1 0-31,123 0 31,-148 0-31,25 0 63,-50 24-16,0 1-47,-25-25 31</inkml:trace>
  <inkml:trace contextRef="#ctx0" brushRef="#br0" timeOffset="180800.48">4192 4390 0,'50'25'79,"-26"-25"-79,26 0 15,24 0-15,26 0 31,-51 0-31,26 0 32,-51 0 30,1 0-46,-25 25 15</inkml:trace>
  <inkml:trace contextRef="#ctx0" brushRef="#br0" timeOffset="191832.98">4887 3473 0,'0'24'78,"0"1"-78,0 0 16,0 0-16,0 0 16,0 74 15,0-74-31,0 0 16,0-1-16,0 1 15,0 50 16,0-51-15,0 26 62,24-50-62,76 50 15,-76-50-31,51 0 31,-26 0 1,-49-25 108,0 0-124</inkml:trace>
  <inkml:trace contextRef="#ctx0" brushRef="#br0" timeOffset="192624.14">5259 3621 0,'0'25'78,"0"0"-62,0 25-16,-25-1 31,25 1-31,0-25 0,-75 198 63,51-173-63,24-26 15,0 1 1,0 0-16,0 0 16,0 24-1,0-24 1,0 0-16,0 74 31,0-74-31,0 0 31</inkml:trace>
  <inkml:trace contextRef="#ctx0" brushRef="#br0" timeOffset="196442.22">5531 3746 0,'0'24'156,"0"1"-156,0 25 16,0-1-1,0-24-15,0 25 16,0 49 31,0-74-32,0 24 1,-24-49-16,24 25 16,0 25 31,0-25-47,0-1 31,0 1-16,24 25 17,-24-25-1,25-25-31,0 0 16,0 0-1,0 24 48,-1-24-63,1 0 15,0 0 63,0 0-46,0 0 15,-1 0-16,1 0 63,0-24-79,-25-1 48,25 25-48,0-50 48,-25 25-16,0 1-16,0-1 0,0 0 0,0 0 1,0 0-1,0 1-15,0-1-1,0 0 16,0 0 32,0 0-16,0 1-16,0-1 32,0 0-48,0 0 1,0 0 15,0 1-15,0-1 31,0 0 328</inkml:trace>
  <inkml:trace contextRef="#ctx0" brushRef="#br0" timeOffset="198737.34">5581 3373 0,'-25'0'204,"0"25"-189,25 0 16,-24 0 1,24 0-32,-25-25 15,25 24 1,-25-24 15,-25 100 32,50-51-32,0-24-15,0 0-1,0 49 16,0-49-15,0 25 15,0-25 1,0-1-32,0 100 62,0-24 1,0-76-63,0 1 0,0 50 46,0-51-46,0 1 16,0 0-16,25 99 63,-25-99-63,0 0 15,25 49 16,0-24 16,-25-26-47,25 1 16,-25 0 0,24-25-1,-24 25 16,25-25-31,-25 25 32,50-1-1</inkml:trace>
  <inkml:trace contextRef="#ctx0" brushRef="#br0" timeOffset="202280.31">6003 3324 0,'-25'25'46,"0"-1"-30,25 26 0,0-25-1,0 0 1,0 24 15,-25 1 32,25-25-1,25-25-46,0 0-1,0 0-15,49 0 32,-49 0-17,0 0 17</inkml:trace>
  <inkml:trace contextRef="#ctx0" brushRef="#br0" timeOffset="202921.05">6152 3299 0,'0'25'93,"0"0"-77,0 24-16,0 1 16,0-1-1,0 1-15,0-25 16,0 24 15,0 51 32,0-75-48,0-100 142</inkml:trace>
  <inkml:trace contextRef="#ctx0" brushRef="#br0" timeOffset="203448.58">6251 3497 0,'25'0'94,"-1"0"-94,1 0 16,50 0 15,-51 0-15,1 0-1,0 0-15</inkml:trace>
  <inkml:trace contextRef="#ctx0" brushRef="#br0" timeOffset="204328.87">6499 3249 0,'0'25'110,"25"25"-95,-1-25 1,-24 74 15,0-74-15,0 49 15,0-49-31,0 0 16,0 24 31,0-24-32,0 0 17</inkml:trace>
  <inkml:trace contextRef="#ctx0" brushRef="#br0" timeOffset="205408.3">6598 3051 0,'0'25'78,"25"0"-63,0-1 1,24 100 31,-49-74-47,0-25 16,50 99 30,-50-99-46,0 24 0,25 26 16,-1-51-16,-24 101 47,0-101-31,0 1-16,0 50 31,0 73 0,-24-24-15,-51 0 31,50-74-32,25-25-15,-24 0 16,-1 24-1,0-24-15,25 0 16,-74 49 0,49-74-1,25 50-15,-50-1 32,50 1-32,0 0 31,-25-26 16</inkml:trace>
  <inkml:trace contextRef="#ctx0" brushRef="#br0" timeOffset="206064.74">6871 3969 0,'25'0'94,"0"0"-78,-1 0 15,1 0-31</inkml:trace>
  <inkml:trace contextRef="#ctx0" brushRef="#br0" timeOffset="206720.15">7045 3870 0,'24'0'62,"1"0"-62,50 24 16,-51-24-16,76 25 31,-100 0 16,0 25-32,0-26-15,0 1 16,0 50 0,0-51-16,-50 26 31,50-25-15,-25-25-1</inkml:trace>
  <inkml:trace contextRef="#ctx0" brushRef="#br0" timeOffset="207536.92">7466 3522 0,'0'25'47,"0"0"-15,0 0-32,0 24 15,0 51 16,0-51-15,0-24 0,0 0-16,0 0 15,0-1 1,50-24 31,-1 0-32,1 0-15,173 0 63</inkml:trace>
  <inkml:trace contextRef="#ctx0" brushRef="#br0" timeOffset="208168.95">7863 3547 0,'0'25'63,"0"0"-47,0 74-1,0-49 1,0 247 31,0-247-32,0-1-15,0 175 47,0-200-31,0 1-16,0 0 62,0 0-30,-25 0 61</inkml:trace>
  <inkml:trace contextRef="#ctx0" brushRef="#br0" timeOffset="209608.64">8111 3721 0,'0'25'188,"0"24"-172,25 1-16,-25-25 15,0-1 1,25 51-16,0-26 31,-25 1-31,0 24 31,49 26 1,-24-51 30,-25-24-46,25-25-1,-25 25 17,25-25-17,-1 25 16,1-25 1,0 0-1,0 0-15,24-75 30,-49 26-30,0 24 0,0 0-16,25-25 15,-25 26 1,25-1-16,-25-25 16,25-99 15,-25 25 0,0 25 32,0 74-63,0 0 31,0 1 16,0-1 46</inkml:trace>
  <inkml:trace contextRef="#ctx0" brushRef="#br0" timeOffset="211816.22">8434 3150 0,'24'-25'16,"1"25"31,0 0-32,0 0-15,0 0 16,74 0 0,-50 0-16,1 0 15,0 0 1,-1 25-1,-49 0 1,0 49 31,0-24-31,-49-50-16,24 25 46,25 0 33,49-1-48,-24-24-31,0 25 15,25 0 1,-26 0 15,-24 0 16,-24-1-31,-1 1 15,-25-25 0,25 0 16,1 0-31,-1 0-16,0 0 15,-49 0 32,24 0-15,50 25-32,-25 0 15</inkml:trace>
  <inkml:trace contextRef="#ctx0" brushRef="#br0" timeOffset="-185384.51">12030 5556 0,'0'50'62,"0"-1"-62,0 1 16,25 74 0,-25-49-16,0-26 15,25 26-15,0-26 16,-1 50 0,-24-49-16,25 124 31,0 173 31,-25-298-62,0 1 0,0 25 16,0-51-16,0 100 47,0-99-47,0 0 15,0 0-15,25 0 94,99-50-78,-25 0-1,0 0-15,25 25 16,372 0 0,-347 0-1,25 0-15,124 0 16,74 0 46,-348 0-46,1 0-16,0 0 31,-25-25-31,50 25 0,49-74 63,-74 74-63,-25-50 47,0 1-16,0 24-15,0-25-16,0-74 31,0 25-31,-124-868 62,124 843-62,0-422 32,0 472-32,-50-199 46,50 198-30,-25 75 172,-24 0-173,-175 0 1,76 25-16,24 25 15,-373 24 1,349-24 0,-249 148 15,-50-24 16,398-174-32,-1 0 48</inkml:trace>
  <inkml:trace contextRef="#ctx0" brushRef="#br0" timeOffset="-151688.02">12055 11137 0</inkml:trace>
  <inkml:trace contextRef="#ctx0" brushRef="#br0" timeOffset="-46583">21927 8607 0,'0'-25'31,"0"1"16,0-1-47,25-50 31,0 26-31,25-199 63,-50 198-63,0 25 15,0 1 1,49-101 47,-24 101-48,25-1-15,123 25 47,-123 0-47,-1 0 16,1 0-16,24 0 15,348 25 17,-223-25-17,73 0-15,621-75 31,-148-74 16,-572 149-31,1 0-16,24 0 16,1 0-16,222 0 31,-197 0-31,644 0 15,422 0 32,-1092 0-31,397 0 15,-371 0-31,48-24 0,696-150 47,-894 149-31,-49 25-16,49-25 15,150 25 32,-150 0-47,25 0 0,-49 0 16,396 100 31,-421-100-32,25 0 17,-25 0-17,-1 0 1,-24 49 124,0-24-140,-49 49 16,-1 1-16,-74 74 31,50-75-31,24 1 0,-99 24 32,100-74-32,-1 24 15,-24 1 1,49-25 15,0-25-15,-49 223 31,74-198-1</inkml:trace>
  <inkml:trace contextRef="#ctx0" brushRef="#br0" timeOffset="-8504.06">7193 3200 0,'0'49'62,"0"-24"-62,0 0 16,0 49 0,0-49-16,0 124 62,0-99-62,0-26 16,25 200 31,-25-199-47,0 24 15,25 1-15,0 123 31,0-123-31,-1 99 32,26 49-1,-25-99 16,-25-74-16,25 0-15,-25 0 15,24 0 16,1-25 15,0 0-62,25 0 16,-1 0-16,348-124 47,-322 124-47,173-50 31,-174 25-31,-49 25 16,297 0 31,-297 0-47,0 0 15,24 0-15,150 0 63,-174 0-63,0 0 15,-1 0 32,51-49-16,-50 49-15,-1 0 31,1-25 0,-25-25-32,0 1 1,0-51 0,0 51-16,0-174 31,50-199 16,-50 372-32,0 1-15,0-1 16,0-74 15,0 74 1,0-74-1,0 75-16,0 24 1,0-49-16,-25 24 16,25 0-1,0 1 1,0 24-16,-50-49 47,50 49-47,-24 0 172,-26 0-157,-99-25 1,124 50-16,-49 0 16,-323 0 30,347 0-46,-24 0 16,0 25-16,-26 0 16,26-25-1,-472 223 48,497-198-63,-1 0 0,25-25 62,0 0-30,1 0-17,-1 0 1,0 0-16,0 0 15,-148 50 32,148-50-31</inkml:trace>
  <inkml:trace contextRef="#ctx0" brushRef="#br0" timeOffset="102432.61">9153 9128 0,'0'25'93,"0"0"-77,0 24-16,25-24 16,-25 25-16,25-25 15,-1-1-15,-24 1 16,0 0-16,0 0 15,50 0 32,-25-1 0,-25 1-16,25-25-31,-1 25 16,-24 0 0,25 0-1,-25-1 1,50 1 0,-25-25 15,-1 0-16,1 0-15,0 0 16,49 0-16,-49 0 16,50-25-1,-26 1-15,-24 24 16,0 0 0,0 0-16,49 0 15,-24 0-15,-1 0 16,26 0-16,49 0 15,25 0-15,-25 49 16,0-24-16,-25 0 16,-25 0-16,50-1 15,-49 1-15,-26-25 16,26 0-16,-51 25 16,1-25-16,25 0 31,-25 0-16,24 0-15,26 0 16,-26-25-16,-24 25 16,50 0-16,-51 0 15,100-25-15,-49 1 16,-50 24-16,49-25 16,-49 25-16,24 0 15,1 0-15,-25 0 16,0 0-16,24 0 15,-24 0 1,0 0-16,0 0 16,-1 0-1,1 0-15,0 0 16,0 0-16,25 0 16,-26 0-16,26 0 15,-25 0-15,24 0 16,-24 0-16,25 0 15,-25-25-15,49 0 16,-49 25 15,-25-25-31,25 25 32,-1 0-32,1 0 31,0 0-31,0 0 47,0 0-47,-1 0 31,26-24-15,-25 24-1,0 0-15,-1-25 16,-24 0-1,25 0-15,0 0 32,-25 1-1,0-1-31,25 0 47,-25 0-47,0 0 31,0 1-15,0-1-1,0 0 17,25 0-32,-25 0 15,0-24 1,0 24-1,24 50 314</inkml:trace>
  <inkml:trace contextRef="#ctx0" brushRef="#br0" timeOffset="199370.29">9947 12750 0,'0'-25'140,"24"25"-124,26 0-1,0 0-15,-25 0 16,49 0 0,-49 0-1,0 0 1,-1 0 31,1 0-16</inkml:trace>
  <inkml:trace contextRef="#ctx0" brushRef="#br0" timeOffset="200185.58">10046 13047 0,'50'0'125,"-26"0"-109,26 0 0,124 25 31,-150-25-47,1 0 15</inkml:trace>
  <inkml:trace contextRef="#ctx0" brushRef="#br0" timeOffset="-211727.65">10542 12650 0,'25'25'156,"0"0"-140,-1 0 0,1 0-1,0-1 17,0 1 14,0 25-30,-1-50-16,-24 25 16,25-25-1,25 74 32,-25-49-16,-25 0-15,24-25 15,-24 24-15,25-24 0,0 25-1,-25 0 1,25 0 15,0 0 16,-25-1-31,24 1 30,1 0 126,-25-75-31,0-24-141,-25 24 16,25-49-1,0 50-15,-74-125 31,24 25 1,1 0 30,49 125-62,-25-1 0,25 0 16,0-25-1,-25 26 1,0-51 31,1 50-47,-1 25 16,25-49 15,0 24-16,0 0 360,49 25-359,1 0 0,24 0-1,-24 0-15,0 0 0,347 0 63,-348 0-63,1 0 0,74 0 31,-99 0-31,74 0 31,99 0 16,-148 0-47,-1 0 16,100 0 15,-99 0-15,322 0 31,-298 0-32,1 0-15,98 0 31,-123 0-31,124 0 32,24 0-1,174 0 31,-322 0-62,-1 0 0,1 0 16,24 0-16,100-50 47,-124 50-31,-26 0-16,51-24 0,24 24 31,0-25 0,75 25 0,74-25 16,-223 0-31,124 25 15,-75 0-15,-49 0 15</inkml:trace>
  <inkml:trace contextRef="#ctx0" brushRef="#br0" timeOffset="-209999.52">11584 12452 0,'-25'0'109,"25"25"-93,0 0 15,-25-1-31,0 1 16,25 25 31,0-25-47,0-1 15,0 51 32,0-50-31,0-1-1,0 1 17,25-25-17,-25 25-15,0 0 16,75 49 31,-51-49-47,1 0 15,0 0 17,-25-1-32,74 1 46,-49-25-30,0 25 0,0-25 15,0 0 172</inkml:trace>
  <inkml:trace contextRef="#ctx0" brushRef="#br0" timeOffset="-208255.9">11832 12576 0,'25'0'172,"-1"0"-156,1 0-1,0 0-15,0 0 0,74 0 32,-49 0-17,-26 0 1,26 0-1,-25 0 17,0 0 108,-25 25-124,0 0 0,0 49-1,0-49 1,0 0-1,0 24-15,0-24 16,0 74 31,0-74-31,0 0 30,0 0-14,0-1 186</inkml:trace>
  <inkml:trace contextRef="#ctx0" brushRef="#br0" timeOffset="-207375.82">11981 12849 0,'24'0'63,"1"0"-32,0 0-31,0 0 16,49 0 31,-49 0-47,25 0 31,-25 0-31,-1 0 31,1 0-31,0 0 16,0 0-1,74 0 48,-74 0-47,0 0-16,-1 0 31</inkml:trace>
  <inkml:trace contextRef="#ctx0" brushRef="#br0" timeOffset="-206215.28">12750 12799 0,'24'0'203,"1"0"-187,0 0-1,0 0-15,0 0 16,-1 0 15,1 0 0,25 0 1,-25 0 77,-1 0-31,1 0 31,0 0-93</inkml:trace>
  <inkml:trace contextRef="#ctx0" brushRef="#br0" timeOffset="-205175.54">13295 12626 0,'25'0'141,"0"0"-126,0 0 1,24 49 0,-49-24-16,25-25 15,0 25 1,0 0-1,24 49 32,-24-74-31,-25 50 15,25-26-31,0 1 16,0 0 15,-1 0-15,1 24 46,0-49 1,0 25-1</inkml:trace>
  <inkml:trace contextRef="#ctx0" brushRef="#br0" timeOffset="-204343.86">13395 13097 0,'0'-25'63,"0"0"-47,0-24-16,0 24 15,0-25 1,0 1-1,24-125 48,-24 149-63,0 0 31,50 1 0,-25-76 16,-25 76-15</inkml:trace>
  <inkml:trace contextRef="#ctx0" brushRef="#br0" timeOffset="-202847.4">13444 12229 0,'25'0'188,"0"25"-157,-25-1-16,0 1 1,0 0 0,0 0 46,25 0 63,-1-1-109,1-24 15,0 0-15,0 0-1,0 0-15,-1 0 32,26 50 30,-50-25-31,0 0 79,0-1-95,-25-24 32,0 0-31,1 0 15,-1 0 110</inkml:trace>
  <inkml:trace contextRef="#ctx0" brushRef="#br0" timeOffset="-201326.73">13990 12353 0,'25'25'156,"-1"-1"-141,1 51 1,25-50-16,24 74 63,-74-74-48,0-1 1,0 1 15,0 0-31,25-25 16,-25 25 15,0 49 0,0 25 32,0-74-48,0 0 1,0 0 15,0 0-31,0-1 16,-25 26 15,0-25 0,25 0 1,-74 49 14,74-49-30,-25-25 47,0 0 296</inkml:trace>
  <inkml:trace contextRef="#ctx0" brushRef="#br0" timeOffset="-194542.71">14337 12353 0,'-25'-25'47,"25"0"0,0 0-32,0 1 1,0-1 15,25-25 16,0 50 172,0 0-219,0 25 15,-1 25 1,-24-1 0,50 1-1,-50-25 1,25-25 0,-25 24-1,25 26 16,-1-50 16,-24 25 16</inkml:trace>
  <inkml:trace contextRef="#ctx0" brushRef="#br0" timeOffset="-193736.05">14486 12526 0,'25'0'94,"0"0"-79,-1 0 1,76 0 15,-100-24-15,24 24-1</inkml:trace>
  <inkml:trace contextRef="#ctx0" brushRef="#br0" timeOffset="-191686.36">15478 12675 0,'0'-25'219,"25"25"-203,25 0-16,-1 0 15,125 0 32,-149 0-47,-1 0 16,51 0 31,-50 0-47,-1 0 0,51 0 62,-50 0-62</inkml:trace>
  <inkml:trace contextRef="#ctx0" brushRef="#br0" timeOffset="-190392.17">16024 12452 0,'25'0'188,"-1"25"-173,1 0-15,0-25 16,124 49 15,-75-49-31,-24 25 16,-25-25-16,124 50 47,-125-50-32,51 24-15,-50 1 32,-25 0 93,0 0-110,-25 0 1,-99-1 15,99-24-15,-49 50 15,49-50-31,-25 0 16,25 0-1,0 25 1,25 0-16,-49-25 47,24 0-32</inkml:trace>
  <inkml:trace contextRef="#ctx0" brushRef="#br0" timeOffset="-187464.13">17859 12204 0,'-24'0'141,"-1"0"-110,0 0-15,0 0-16,25 25 31,-49 0 0,-1 99 32,25-100-63,25 1 31,0 0-15,0 0 15,0 0-31,0 74 62,0-74-62,0 24 16,0 1 15,0-25-15,0-1-16,0 1 16,0 25-1,25-50 1,-25 25-1,25-25 1,-25 24 15,49 26 1,-49-25-32,25 0 31,0-1-31,0 1 31,0-25 0,-1 25 1,1 0 30,0-25-31,0 0 47,0 25-46</inkml:trace>
  <inkml:trace contextRef="#ctx0" brushRef="#br0" timeOffset="-186214.59">18157 12477 0,'0'-25'47,"25"25"-16,0 0-15,-1 0-1,76 0 17,-51 0-32,1 0 31,-25 0 0,-1 0 32,1 0-48,-25 25 1,0 0-1,0 49 1,0 50 15,-74 25 32,49-124-63,0 49 62,0-74-62,1 25 16,24 0 15,-25-25 172</inkml:trace>
  <inkml:trace contextRef="#ctx0" brushRef="#br0" timeOffset="-185454.31">18256 12799 0,'25'0'15,"49"-25"16,-49 25-31,25 0 16,-25 0 15,-1 0-31,26 0 32,-25 0-1,49 0 16,-49 0 0,0 0 15,0 0-31</inkml:trace>
  <inkml:trace contextRef="#ctx0" brushRef="#br0" timeOffset="-183831.95">18926 12849 0,'25'25'110,"0"-25"-95,49 0 16,-24 0-31,24-25 32,0 0 15,-49 25-1,25 0 48,-25 0-63,-1 0 1,1 0-17</inkml:trace>
  <inkml:trace contextRef="#ctx0" brushRef="#br0" timeOffset="-182951.42">19447 12427 0,'25'0'125,"-1"50"-125,26-50 16,25 74 0,-1-49-16,75 99 62,-124-99-46,-1-25-16,26 74 47,-25-74-47,-25 25 15,25 0-15,24 49 63,-24-49-48</inkml:trace>
  <inkml:trace contextRef="#ctx0" brushRef="#br0" timeOffset="-182150.36">19695 12973 0,'0'-25'62,"25"25"-46,-25-50 0,25 26-1,-25-76 32,49 76-31,-49-26-1,0 25 1,0 0 0,0-49 15,0 49-31,0 0 15,0-49 48,0 49-32</inkml:trace>
  <inkml:trace contextRef="#ctx0" brushRef="#br0" timeOffset="-180439.59">19819 12030 0,'0'-25'171,"25"25"-124,0 25 0,-1-25-47,1 25 31,0-25 16,-25 50-31,25-50 15,-25 24-31,0 1 31,0 0 1,25-25 108,-25 25-140,24-25 16,1 25 0,50 0 30,-51-1-46,1-24 16,-25 50 31,25-50-31,-25 25 15,0 0 16,0-1-32,-25-24 1,0 0 0,-24 25-1,-26-25 16,51 0-15,-1 0-16</inkml:trace>
  <inkml:trace contextRef="#ctx0" brushRef="#br0" timeOffset="-179126.01">20414 11956 0,'25'49'125,"0"-24"-109,0 0-16,-25 0 15,74 74 16,-49-99-15,0 50-16,-1-25 31,26 49 1,-50-49-32,0 49 31,0 25 0,0 25 32,0-74-32,0-25-31,0 0 31,0-1-31,0 26 31,-50 0 1,1-26-17,-26 1 16,51 0 1,-76 25 30,76-50-62,-1 24 31</inkml:trace>
  <inkml:trace contextRef="#ctx0" brushRef="#br0" timeOffset="-167534.82">20315 11633 0,'25'0'78,"-25"-24"-63,25-1 1,-1-50 15,-24 51-15,25-1-1,0 0 1,-25 0 0,0-24 31,0 24-16,0 50 109,25-1-140,-25 1 16,0 0 0,0 0-16,0 0 15,25 49 32,-25-49-31,24-25-1,-24 25 1,0-1 0,25 1-1,-25 0 17,0 0 14,0 0 189</inkml:trace>
  <inkml:trace contextRef="#ctx0" brushRef="#br0" timeOffset="-166511.34">20489 11733 0,'24'-25'140,"1"0"-124,0 25-1,-25-25-15,25 25 63,0 0-32,-1-25 16,1 25 328</inkml:trace>
  <inkml:trace contextRef="#ctx0" brushRef="#br0" timeOffset="-163927.29">10418 11881 0,'0'25'188,"0"0"-173,0 0 17,0 0-17,0-1 16,0 1-15,0 0 15,0 0-15,0 24 31,25-24 0,0-25 0,-25 25-32,24 0 16,1-25 32,0 0-63,74 0 62,-74 0-62,0 0 16,0 0 0,-1 0 15,-24-75 0,0 1 0,-99-124 16,74 173-31,1 0 31,-1 0-32,0 0 1,0 25 31,0 0-31,1 0 46,-1 25-46,25 0 15,0 0 0</inkml:trace>
  <inkml:trace contextRef="#ctx0" brushRef="#br0" timeOffset="-159951.46">20861 11435 0,'0'25'125,"0"0"-93,0-1-17,0 1-15,0 0 32,0 25-17,-25-50-15,25 24 16,0 26-1,-25-25 1,0 49 15,-49 75 32,49-124-48,25 0 1,-25-1 0,25 1 15,-25 0 0,25 0 16,0-50 125</inkml:trace>
  <inkml:trace contextRef="#ctx0" brushRef="#br0" timeOffset="-158334.24">20985 11832 0,'0'-25'125,"25"25"-94,-1 0-15,1-25-1,0 25 48,0 0-47,-25 25 30,0 49-46,-75 50 63,75-99-63,-24 0 16,48-25 187,1 0-188,0 0-15,0 0 16,0 0 15,-1 0 16,1 0 16,0 0 108,0 0-155,0 0 15,-1 0-15,1 0 31,-25 25 109,25 0-140,-25-1-16,0 51 31,0-25-31</inkml:trace>
  <inkml:trace contextRef="#ctx0" brushRef="#br0" timeOffset="-128521.53">1290 10691 0,'0'25'125,"0"-1"-93,0 1-17,0 0-15,0 0 16,0 24 15,0-24-31,-25 50 47,25-51-31,-25 26-16,25-25 46,0 0-14,0-1 15,0 1-32,0 0 16,0 25 16,25-25-31,0 24 15,0 1-15,-1-50-1,26 74 32,-25-74-31,0 0 15,-1 0-31,1 0 16,0 25-16,0-25 31,0 0-15,-1 0-16,1 0 31,50 0 16,-50 0-47,24 0 31,-24 0-31,0 0 16,24 0-1,51-74 48,-100 49-63,0-25 15,24 25-15,-24 1 16,0-125 15,0 124-15,0 0-16,0-25 0,0-49 47,0 74-47,0 1 15,0-1-15,0-99 63,0 99-63,0-25 0,-24-74 62,24 100-62,0-1 32,0 50 124,0-1-156,24 1 16,1 0-16,0 49 15</inkml:trace>
  <inkml:trace contextRef="#ctx0" brushRef="#br0" timeOffset="-127695.11">2208 10964 0,'24'0'125,"26"24"-110,-25-24 17,0 0-17,-1 0 1,1 25 0,0-25-1,49 25 48,-49-25-63,25 0 62</inkml:trace>
  <inkml:trace contextRef="#ctx0" brushRef="#br0" timeOffset="-126855.9">2084 11311 0,'24'0'47,"1"0"-32,0 0 1,0 0-16,0 0 16,-1 0-16,1 0 15,74 0 17,-74 0-17,0 0-15,25 0 31,24 0 32,-49 0-47,0 0 124</inkml:trace>
  <inkml:trace contextRef="#ctx0" brushRef="#br0" timeOffset="-120255.37">2803 10666 0,'50'0'125,"-1"0"-109,1 25-16,49-25 31,-25 0-31,1 0 16,-26 0-1,-24 0-15,0 25 47,-25-1-15,0 26-17,-50 198 48,26-223-63,-1 24 0,0-49 15,-25 149 32,50-124-31,-24 25 15,24-25 0,0-1-15,0 1 0,0 0-1,-25-25 126</inkml:trace>
  <inkml:trace contextRef="#ctx0" brushRef="#br0" timeOffset="-119575.41">3001 11212 0,'0'-25'93,"25"25"-77,0 0 0,0-25-16,74 0 31,-74 25-31,49 0 31,-49 0-31,0 0 31,0 0 32,-1 0 15</inkml:trace>
  <inkml:trace contextRef="#ctx0" brushRef="#br0" timeOffset="-118903.81">3597 11112 0,'24'0'125,"1"0"-109,25 0-16,0 0 16,24 0 15</inkml:trace>
  <inkml:trace contextRef="#ctx0" brushRef="#br0" timeOffset="-118247.86">3969 10864 0,'0'-24'16,"49"24"15,-49 24-15,75 26 0,-50-25-16,24 74 31,1 0 0,-50-74-31,99 149 63,-74-174-48,-25 25-15,25-1 16</inkml:trace>
  <inkml:trace contextRef="#ctx0" brushRef="#br0" timeOffset="-117551.89">4192 11385 0,'-25'0'47,"25"-24"-32,0-1 1,25-50 15,74-123 16,-99 173-31,0 0-16,0 0 15,25 1-15,-25-1 16,0 0 0</inkml:trace>
  <inkml:trace contextRef="#ctx0" brushRef="#br0" timeOffset="-116375.35">4366 10567 0,'0'-25'78,"24"25"-63,1 0 1,0 0 0,0 0 62,-25 25-47,0 0-31,0-1 31,0 1 32,49-25-63,-24 25 15,74 25 1,-49-50 0,49 49-1,-74-24 17,-25 25 14,-25-50-14,-24 0 15,24 0-47,-25 0 31,25 0-31,-49-25 31</inkml:trace>
  <inkml:trace contextRef="#ctx0" brushRef="#br0" timeOffset="-114559.86">5457 10344 0,'0'24'140,"0"26"-124,0 0-16,25-26 16,-25 100 15,0-99-16,0 0-15,49 49 32,-49-49-32,0 25 15,0 74 32,0-99-47,0 24 0,0 26 31,0-1 32,0 1-32,0-51-31,0 1 31,0 50 16,0-51-31,0 1 0,0 25 30,0-25-46,0-1 32,0 1-17,0 0 48,0 0-16</inkml:trace>
  <inkml:trace contextRef="#ctx0" brushRef="#br0" timeOffset="-107919.18">5978 10492 0,'0'25'219,"0"0"-204,0 0-15,0 24 16,0 1 15,0 0-15,0-26-16,0 26 16,0-25-1,0 24 16,25 75 32,-25-99-63,25 25 31,-25-25 0,0 24 1,0-24-32,24-25 15,1 25 17,-25 0-1,25-25 0,-25 25-31,25-25 63,0 0 15,-1 0-63,1 0 1,0 0 15,0 0-15,0 0-1,49-50 32,-74 25-47,25 25 0,-25-50 16,49-24 31,-49 24-32,0 26-15,50-100 63,-50 99-63,0-74 62,0 49-62,0 25 16,0 0 0</inkml:trace>
  <inkml:trace contextRef="#ctx0" brushRef="#br0" timeOffset="-106943.56">6573 10393 0,'0'25'141,"0"0"-126,0 0-15,0 24 16,25 1 31,-25-25-47,0-1 31,0 1-31,0 0 16,0 0 15,0 0-16,0 24 48,25-24-47</inkml:trace>
  <inkml:trace contextRef="#ctx0" brushRef="#br0" timeOffset="-106087.45">6846 10864 0,'25'0'140,"0"0"-124,0 0-16,24 0 16,-24 0-1,0 0 1,0 0 15,-1 0 0,1 0-15</inkml:trace>
  <inkml:trace contextRef="#ctx0" brushRef="#br0" timeOffset="-105320">6672 11112 0,'25'0'63,"0"0"-48,0 0-15,24 0 16,26 0 0,-25 0 15,98 0 31</inkml:trace>
  <inkml:trace contextRef="#ctx0" brushRef="#br0" timeOffset="-50957.88">7367 11063 0,'0'-25'172,"25"25"-141,0 0-31,49 0 47,-24 0-47,-26 0 16,1 0 15</inkml:trace>
  <inkml:trace contextRef="#ctx0" brushRef="#br0" timeOffset="-49784.04">7764 10641 0,'49'0'125,"1"0"-109,-25 25-1,0-25 1,24 0-16,1 0 31,-50 25-15,0 0 15,0-1-31,0 1 16,0 50 15,0-51-15,0 1 15,0 0 16,0 0-32,50 0-15,-1-1 16,1 1 15,-25 0-31,-1-25 31,1 25-31,0 0 32,-25-1-32,0 51 31,-74-25 31,24-50-46,25 24 0,0-24-16,1 0 15,-1 0 1,-25 0 46,25 0 32</inkml:trace>
  <inkml:trace contextRef="#ctx0" brushRef="#br0" timeOffset="-49093.6">8260 10740 0,'50'0'78,"-26"0"-62,51 25 15,-50 0-31,24 0 15,50 99 17,-74-124-17,-25 25-15,25-1 16,49 51 31,-74-50-47,50-1 31,-50 1 94,-25 0-94,0 0-31</inkml:trace>
  <inkml:trace contextRef="#ctx0" brushRef="#br0" timeOffset="-48455.12">8458 11361 0,'0'-25'47,"0"0"-47,25 25 16,25-124 30,-50 99-46,0-49 16,25 24-16,-1-99 63,-24 124-63,0 1 0,0-26 31,0 25 0,0 0-15,0 1 46,0-1-31,25 25 1</inkml:trace>
  <inkml:trace contextRef="#ctx0" brushRef="#br0" timeOffset="-47303.32">8657 10492 0,'25'-24'94,"-1"24"-63,1 0-31,50 0 31,-51 0-15,1 0-1,0 0 1,25 24 31,-50 1-31,0 0-16,0 0 15,-25 74 32,25-74-31,0 0 93,25-25-93,-1 0-1,1 0 17,0 0-17,0 0 16,-50 0 188</inkml:trace>
  <inkml:trace contextRef="#ctx0" brushRef="#br0" timeOffset="-31817.26">15627 14412 0,'0'-25'63,"25"0"-63,0 25 15,49 0 1,0-25-1,1 0 1,24 0-16,-49 25 16,98-24 15,-123 24-31,50 0 31</inkml:trace>
  <inkml:trace contextRef="#ctx0" brushRef="#br0" timeOffset="-31167.46">15900 14015 0,'49'24'32,"1"-24"-17,124 25 1,-100-25-16,0 0 16,1 0-16,-25 0 15,74 25 1,-100-25-16,51 50 31,24 173 32,-99-173-48,-25 74 16,-49-100-31,49 1 0,-99 25 63</inkml:trace>
  <inkml:trace contextRef="#ctx0" brushRef="#br0" timeOffset="-16239.33">17413 13891 0,'25'24'78,"-25"1"-62,0 0 0,0 0-16,0 24 15,0-24 1,24 99 15,-24-25 0,25 100 16,0-174-47,-25 0 16,0-1-16,0 51 31,50-75 0,-25 49 32,-1-49-63,1 25 0,0-25 31,0 0-15,0 0-16,-1-25 31,1 1-31,0-51 31,0-24-15,-25-25 46,0 74-62,0-24 32,0 49-17,0 0 1,0-74 15,0 74 32</inkml:trace>
  <inkml:trace contextRef="#ctx0" brushRef="#br0" timeOffset="-15127.41">17884 13791 0,'0'25'156,"0"0"-140,25 25 15,0-26-31,0 26 47,-1-25-32,-24 0 1,25 24 31</inkml:trace>
  <inkml:trace contextRef="#ctx0" brushRef="#br0" timeOffset="-14357.8">18157 13816 0,'0'25'125,"0"0"-125,0 0 15,0-1-15,0 26 32,-25 0-32,25-1 15,0 1 1,-25 49 31,25-74-32,-24 0 1,24-1 78</inkml:trace>
  <inkml:trace contextRef="#ctx0" brushRef="#br0" timeOffset="-13319.09">18207 14139 0,'24'-25'78,"1"25"-62,0 0-1,0 0 1,148 0 31,-148 25-32,-25-1 1,0 1 0,0 0-1,0 49 32,0-24 78,25-50-109,0 0-1,74 0 17,-74 0-1,0 0-31,0 0 47</inkml:trace>
  <inkml:trace contextRef="#ctx0" brushRef="#br0" timeOffset="7568.92">4738 13891 0,'24'-25'16</inkml:trace>
  <inkml:trace contextRef="#ctx0" brushRef="#br0" timeOffset="39321.57">10344 13543 0,'24'0'109,"1"0"-93,25-24 0,-25-1 15,-1 25-15,1 0-1,0-25 16</inkml:trace>
  <inkml:trace contextRef="#ctx0" brushRef="#br0" timeOffset="40217.52">10492 13246 0,'0'25'125,"25"-25"-125,-25 24 16,25 26 0,0 0 15,0-26-15,-1 1 15</inkml:trace>
  <inkml:trace contextRef="#ctx0" brushRef="#br0" timeOffset="165305.01">1141 14784 0,'0'-25'47,"25"25"-47,-25-25 16,0 0-1,0 0 1,49-173 47,-49 173-63,0 0 0,0 1 31,0-101 0,0 101-15,0-1-1,0 0 1,25 0-16,25-74 62,-25 74-62,-25 0 16,74 1 0,75-1 31,-124 25-32,124 0 32,-75 0-47,-99 0 188</inkml:trace>
  <inkml:trace contextRef="#ctx0" brushRef="#br0" timeOffset="166041.52">1116 14412 0,'-25'24'16,"75"-24"15,-25 0-15,272 0 31,-272 0-32,0 0 1,0 0 15,0-24 110,-1-1-126,-24 0 1</inkml:trace>
  <inkml:trace contextRef="#ctx0" brushRef="#br0" timeOffset="166783.12">2034 13742 0,'25'0'94,"-25"25"-79,0 24 1,0-24 0,-25 74-1,25 25 48,-25-99 77,0-25-108,1 25-32</inkml:trace>
  <inkml:trace contextRef="#ctx0" brushRef="#br0" timeOffset="167705.14">2009 14412 0,'-25'24'94,"25"1"-79,-49 74 17,49-49-32,-25 0 15,0 49 32,25-74-47,0-1 0,0 51 31,25-75 1,-25 25-32,50-1 62,-50 1-46</inkml:trace>
  <inkml:trace contextRef="#ctx0" brushRef="#br0" timeOffset="168454.52">2108 14560 0,'25'0'47,"0"0"-32,-25 25 1,50 74 31,-50-74-32,24 0-15,1 0 32,-25 0-17,25-1 1,-25 26-1,50-25 1,-50 0 15,24-1 32,-24 1-1,-24-25-46,-1 0-16,-25 25 16</inkml:trace>
  <inkml:trace contextRef="#ctx0" brushRef="#br0" timeOffset="169008.62">2133 14932 0,'25'0'0,"0"-24"15,0-1 1,-1-25 15,1 50-15,0-25 15,-25 1-31,0-26 16,74-74 31</inkml:trace>
  <inkml:trace contextRef="#ctx0" brushRef="#br0" timeOffset="169752.62">2356 14287 0,'25'0'32,"0"25"-17,0 0 1,-25 0-16,49 0 16,-24 74 15,0-74-16,-25 24-15,50 100 63,-50-124-63,0 0 0,24 173 62,-24-123-62,0-26 16,-24 1-16,-100 99 47,99-149 47,0 0-79,0 0-15,0-50 16,1 25 0,-1 25-1,0-49 1</inkml:trace>
  <inkml:trace contextRef="#ctx0" brushRef="#br0" timeOffset="173888.73">2877 14362 0,'75'0'125,"-26"0"-109,1 0-16,24 0 15,-24 0 1,-25 0-16,24 0 15,51 0 17,-76 0-17,-73 0 95,24 0-110</inkml:trace>
  <inkml:trace contextRef="#ctx0" brushRef="#br0" timeOffset="174633.46">2927 14585 0,'25'0'62,"49"0"-62,-49 0 16,0 0-16,0 0 15,24 0-15,50 0 47,-74 0-47,0 0 219</inkml:trace>
  <inkml:trace contextRef="#ctx0" brushRef="#br0" timeOffset="178625.79">3994 13767 0,'0'24'172,"0"1"-172,0 25 16,0-25 15,0-1 0,0 1-15,24 0 15,-24 0-15,0 0 0,25-1-1,0 1 1,0 0 31,-25 0-16,49-25 0,-24 0 32,0 0-32,0 0 0,0 0-15,24 0-1,-49-25 17,25-49-1,-25 49-15,0 0-16,0 0 15,0 0 1,0 1-16,0-1 15,0-74 32,25 99 172</inkml:trace>
  <inkml:trace contextRef="#ctx0" brushRef="#br0" timeOffset="180017.3">3820 14362 0,'25'0'47,"0"0"-31,-1 0 0,1 0-16,25-25 15,-25 25 1,-1-25-16,100 25 62,-99 0-46,0 0 0,0 0 62,0 0-47,-1 0-15,1 0 46,0 0 1,0 0-17,0 0-46,-1 0 16,1 0 15,0 0 16,0 0-47,0 0 16,-1 0-16,1 0 15,0 0 1,0 0 0,0 0 15</inkml:trace>
  <inkml:trace contextRef="#ctx0" brushRef="#br0" timeOffset="181368.72">4068 14461 0,'25'0'109,"0"0"-77,-1 0-1,26 75 0,-50-51-15,0 26-16,0 24 31,-25-49-31,25 25 31,-25-25 32,75-1 46,-50 1-93,25-25-1,0 0 1,-1 0 0,1 0 15,0 0 16,0 0-32,0 0 1,-25 25 15,49-25-31,-24 0 203,0 0-140</inkml:trace>
  <inkml:trace contextRef="#ctx0" brushRef="#br0" timeOffset="183121.39">4440 13742 0,'25'0'297,"0"0"-282,-1 0 17,1 0-17,0 0 32,0 0-16,0 0 1</inkml:trace>
  <inkml:trace contextRef="#ctx0" brushRef="#br0" timeOffset="184385.6">4688 13271 0,'0'24'141,"0"1"-141,0 0 15,50 25 1,-50-26 0,0 1 15,0 99 16,0-99-32,24 0 1,1-25 0,-25-25 171,25-25-171</inkml:trace>
  <inkml:trace contextRef="#ctx0" brushRef="#br0" timeOffset="185392.68">4936 13345 0,'0'25'62,"0"0"-46,0-1-1,0 26 17,-25 49 14,1-74-30,24 0 0,0 0-1,-25-1 1,25 1 15,-25 0-15,0 74 31,25-74-32,-25 0 1,0 24 15,25-24-15,0 0 15</inkml:trace>
  <inkml:trace contextRef="#ctx0" brushRef="#br0" timeOffset="186769.05">5035 13866 0,'25'-50'109,"0"50"-93,0 0-1,0 0 17,-1 0-1,1 0-15,0 0-1,25 50 1,-50 74 46,0-99-62,0-1 16,0 26 15,0-25-31,24-25 203,26 0-187,-25 0 15,0 0-31,-1 0 31,1 0 1,0 0 30,0 0 188</inkml:trace>
  <inkml:trace contextRef="#ctx0" brushRef="#br0" timeOffset="31401.16">22895 10418 0,'0'-25'0,"0"75"219,0 24-219,0-24 16,0 24-1,25-49-15,-25 0 16,74 421 31,-49-371-32,24 173 1,51 372 46,-76-521-62,1-49 16,-25-1-16,50 125 31,-50-149-31,0 74 32,0 273 30,0-322-62,0 24 16,0 0-16,0 125 15,0-50 1,0 248 15,0-273-31,0 0 0,0 347 47,0-421-31,0-26-16,0 51 31,0-1 0,0 25-15,0-49-1,0 99 1,-25 124 31,0 148 0,25-396-32,0 0 17,0 0-32,0 24 31,0 1-31,-49 198 62,49-174-62,0-24 0,0 25 16,0 24 0,0 50 15,0-100 0,0 1 16,0-25-31,0-1-1,0 1 1,0 0-16,0 0 16,24 124 30,1-100-46,-25-24 16,0 25-16,25 49 16,-25-74-1,0 24 1,0-24 31,0 0-16,0 0-31,25-1 16,-25 1-1,25 99 32,-25-99-47,0 0 16,0 0-16,24 49 15,-24-49 1,0 0 78,0 0-79,0-1 17,0 1-32,0 223 47,0-198-32,0-25 1,0-1-16,0 1 15,0 0 64,0 0-79,0 0 15,0-1 1,0 1-16,0 25 15,0 148 17,0-148-32,0 0 15,0-26-15,0 51 32,0-50 30,0-1-31,0 1-15,-24-25-16,24 25 0,0 0 16,0 0-16,0 24 31</inkml:trace>
  <inkml:trace contextRef="#ctx0" brushRef="#br0" timeOffset="117185.2">26417 10468 0,'0'24'141,"0"1"-126,0 0 16,0 0-15,0 0-16,0 24 47,0-24 15</inkml:trace>
  <inkml:trace contextRef="#ctx0" brushRef="#br0" timeOffset="204353.35">7293 11112 0,'0'25'78,"0"0"-62,0 25-16,0-25 16,-50 74-1,50-74-15,0 123 32,0-123-32,0 50 31,0 49 16,0-100-32,0 1 1,25 0 31,0 0-32,24-25 1,-24 25 0,0-25-16,818 0 62,-694-25-46,322-74 31,-421 74-47,-25 25 15,322-75 32,-198 51-31,-50 24-16,0-25 0,50-25 31,-75 25 0,-49 25 16,0 0 78,-25-24-125,0-26 16,0 25-16,0-24 15,-25-1 1,25 0-16,-25-123 63,1 148-63</inkml:trace>
  <inkml:trace contextRef="#ctx0" brushRef="#br0" timeOffset="-206615.22">23738 16520 0,'25'0'140,"24"0"-140,1 0 16,0 0 0,-1 0-16,1 0 47</inkml:trace>
  <inkml:trace contextRef="#ctx0" brushRef="#br0" timeOffset="-205783.97">23713 16892 0,'25'0'156,"25"0"-140,-26 0 0,26 0-1,-25 0 1,25 0 15,-1 0-15</inkml:trace>
  <inkml:trace contextRef="#ctx0" brushRef="#br0" timeOffset="-197367.6">25053 16272 0,'0'-25'156,"-25"25"-140,0 0-1,-49 50 17,49-1-17,25-24 1,-25 25 0,25-25 15,0 24-16,0-24 1,0 0 0,0 24-1,25 51 32,0-51-31,-25 1-1,25-50 1,-1 25 0,-24 24-1,25-49 1,25 75 31,-25-51-32,-1 1 17,-24 0 46</inkml:trace>
  <inkml:trace contextRef="#ctx0" brushRef="#br0" timeOffset="-195711.5">25301 16421 0,'25'0'141,"-1"0"-126,26 0-15,24 0 32,-49 0-32,0 0 31,0 0-16,0 0 1,-1 0-16,26 0 31,-25 0 32,0 0-32,-25 25 32,0-1-48,0 1 1,0 0-1,0 25 1,-25-1 0,25-24 15,-25 0-31,25 0 16,0-1 15,0 51 16,0-50-32,0-1 17,0 1 30,0 0-31,0 0 47</inkml:trace>
  <inkml:trace contextRef="#ctx0" brushRef="#br0" timeOffset="-194791.37">25400 16743 0,'25'0'94,"0"0"-79,-1 0-15,1 0 16,99 0 31,-99 0-32,0 0 1,49 0 15,-49 0-15,0 0-16,24 0 62,-24 0-62,-25-25 63</inkml:trace>
  <inkml:trace contextRef="#ctx0" brushRef="#br0" timeOffset="-193759.6">26095 16619 0,'24'0'156,"1"0"-140,0 0 0,74 0 15,-74 0-15,0 0-1,49 0 32,-49 0 0,0 0-31</inkml:trace>
  <inkml:trace contextRef="#ctx0" brushRef="#br0" timeOffset="-192758.51">26591 16197 0,'24'25'125,"26"-25"-125,-50 50 15,50-50 1,-50 25-16,24-1 0,1-24 16,25 25-1,-25 0-15,-1 0 16,26 25 0,-25-26-1,0 1 1,-25 0-1,49 25 32,-49-26 31,25 1 47</inkml:trace>
  <inkml:trace contextRef="#ctx0" brushRef="#br0" timeOffset="-191999.57">26814 16743 0,'-25'0'47,"25"-25"-16,0 1-15,25-26-1,-25-24 17,0 49-32,49-149 46,-49 75 17,0 74-47,25 0-1,-25 0 1,25 25-1</inkml:trace>
  <inkml:trace contextRef="#ctx0" brushRef="#br0" timeOffset="-190720.03">27037 15850 0,'25'0'140,"25"0"-140,-26 0 32,1 25-1,-25 0-15,0 0-1,0 49 32,0-24 94,25-50-126,-25 24-15,25 1 16,24 0-16,1 25 47,-25-26-32,-25 1 1,0 0 15,-25-25-15,-99 25 31,99 0-32,-24-25 1,24 0 0,0 0-1</inkml:trace>
  <inkml:trace contextRef="#ctx0" brushRef="#br0" timeOffset="-189342.73">27409 15801 0,'25'0'109,"0"24"-93,0 26-16,-1-25 15,1 24 1,0-24-16,25 50 31,-1 49 32,-49-100-63,0 26 15,0-25 1,0 0-1,0 49 1,0-49 0,0 0-1,0 0 1,0 24 0,0 1 15,-25-25-16,1-25 1,-1 74 31,0-49-47,25 0 16,-50 49 30,26-49-14,24 0-32,-25-25 31,0 0-15,25 24 46,0 1 110,-25 0-63</inkml:trace>
  <inkml:trace contextRef="#ctx0" brushRef="#br0" timeOffset="-185070.24">27732 15801 0,'0'24'125,"24"-24"-94,1 0-15,0 0 0,0 0 15,0 0-15,24 0 15</inkml:trace>
  <inkml:trace contextRef="#ctx0" brushRef="#br0" timeOffset="-183998.74">28129 15577 0,'0'-24'94,"24"-26"-78,1 25-1,-25 0 1,25 1-16,-25-1 31,25 0-31,-25 0 16,0 0 15,25 0-15,-1 25 124,-24 25-108,0 25-17,0-25 1,0 0-1,25-1-15,-25 1 16,0 0 0,0 25-1,25-50 17,-25 24-17,0 1 48,0 0 46</inkml:trace>
  <inkml:trace contextRef="#ctx0" brushRef="#br0" timeOffset="-183326.96">28253 15751 0,'24'0'31,"1"0"-16,50 0 1,-51-25-16,150 0 63,-149 25-32,0 0-16,-1-24 1,-48 48 156</inkml:trace>
  <inkml:trace contextRef="#ctx0" brushRef="#br0" timeOffset="-182030.46">28327 15925 0,'25'0'31,"0"0"-15,49 0-1,-49 0 1,74 0-1,-74 0 32,0 0-15,-25 24 14,0 1-30,0 0 0,0 25-1,-50-26 1,50 1-16,-50 25 31,1-1 32,49-24-48,0 0 126,25-25-94,-1 0-47,1 0 15,-25 25 1,25-25 0,0 0 15,0 0-15,-1 0-1,1 0 1,0 0 31</inkml:trace>
  <inkml:trace contextRef="#ctx0" brushRef="#br0" timeOffset="-178902.91">24581 17190 0,'50'0'110,"24"0"-95,-24 0-15,-25 0 16,0 0-16,198 0 31,-124 0-15,-24 0-16,24 0 15,422 0 32,-447 0-47,-24 0 0,-1 0 16,547 0 31,-497 0-47,-25 0 15,1 0-15,272 0 63,-297 0-63,24 0 15,0 0-15,274 0 32,-200 0-17,-24 0-15,25 0 16,595 0 31,-644 0-47,-26 0 15,-49 0-15,49-25 47,-49 25-47,0 0 16,25 0 15,-26 0-31,100-50 63,-99 50-63,0 0 15,198-74 32,-223 49-31,25 25-1,-75-25 204,-74 0-203</inkml:trace>
  <inkml:trace contextRef="#ctx0" brushRef="#br0" timeOffset="-176839.84">26566 17785 0,'25'-25'47,"-1"0"-31,1 25-16,50-24 15,-26 24-15,26 0 32,73 0 15,-98 0-32,-25 24 1,-25 1-16,0 25 15,0-25 1,0 24-16,0 1 16,0-1-16,-75 26 31,51-50-31,-1-1 16,0 1-16,0 0 31,0-25-31,1 50 31,-1-50-31,-74 74 63,99-49-48,0 0 1,0-1 15,74 26 16,-24-50-47,-1 0 16,150 0 15,-174 0-31,74 0 31,-50 0 32,-24 0-48</inkml:trace>
  <inkml:trace contextRef="#ctx0" brushRef="#br0" timeOffset="-175023.74">30931 15602 0,'0'-25'46,"-24"25"-30,-1 0-16,0 0 16,-25 0-16,-74 100 62,124-76-62,-24 1 16,-1 74 31,25-49-47,0-25 15,0 24-15,0 175 47,0-200-31,0 1-16,0 50 15,0-51 1,25 26-16,24 49 31,26 25 1,-51-99-17,26 50 32,49-26 0,-49-24-16,-25 0-31,-1-25 47</inkml:trace>
  <inkml:trace contextRef="#ctx0" brushRef="#br0" timeOffset="-173359.35">31105 16272 0,'25'0'141,"0"0"-126,-1 0-15,26 0 16,0 0 0,24-25 15,-49 25 0</inkml:trace>
  <inkml:trace contextRef="#ctx0" brushRef="#br0" timeOffset="-172301.74">31527 15949 0,'49'0'78,"-24"0"-78,0 0 16,25 0-16,-1 0 15,1 25 16,-25-25-15,-1 25 0,-24 0-16,0 99 47,0-99-47,0-1 0,0 1 15,-24-25 1,24 25 62,0 0-78,24-25 16,1 49-16,25-49 15,24 75 32,-24-75-47,-50 50 16,0-1 31,0 1-32,-25-50-15,-25 25 16,1-1-1,24-24 1,-74 0 15,74 0-31,0 0 16,-24 0-16,24 0 31,0 0-31,25 25 110</inkml:trace>
  <inkml:trace contextRef="#ctx0" brushRef="#br0" timeOffset="-171454.93">32196 15925 0,'0'-25'0,"25"25"47,0 0-47,25 49 15,-25-24 1,74 99 15,-50-99-31,-49 25 0,50 24 32,-25-49-32,0 0 0,24 24 31,50 75 31,-99-99 79</inkml:trace>
  <inkml:trace contextRef="#ctx0" brushRef="#br0" timeOffset="-170863.29">32420 16644 0,'0'0'0,"0"-25"0,0 0 15,0-24-15,25-50 31,-25 49-15,24-49-16,1 49 16,-25-49-1,0 74-15,75-149 32,-51 50 30,-24 100-62</inkml:trace>
  <inkml:trace contextRef="#ctx0" brushRef="#br0" timeOffset="-169431.88">32544 15379 0,'0'-25'109,"25"25"-93,-1 0 15,26 0-31,-50 25 16,0 0 30,0 0-46,25 24 16,-25 50 31,0-49-31,0-25-1,0 24 16,0-24-15,0 0 47,25-25-48,-1 0 1,51 0 15,-50 25 0,-1-25 47,1 0-15</inkml:trace>
  <inkml:trace contextRef="#ctx0" brushRef="#br0" timeOffset="-168550.74">33040 15354 0,'25'0'79,"-1"25"-64,1 25-15,50 24 16,-75 0-1,49 26-15,50 172 47,-99-222-47,25 0 16,0-1-16,-25 224 62,0-248-62,0 25 16,0 49 0,-25-25-1,-24 25 1,-1-74 0,50 25-16,-74 24 15,-75 50 16,99-99 1,1 0 30,24 0-62,0-25 94,0 24-94,-24 1 16,24 0-1</inkml:trace>
  <inkml:trace contextRef="#ctx0" brushRef="#br0" timeOffset="-114374.35">23416 11162 0,'0'-25'78,"49"25"-31,-24 0-32,25 25-15,-26-25 16,1 0-16,124 0 31,-99 0-31,148 0 63,-173 0-16</inkml:trace>
  <inkml:trace contextRef="#ctx0" brushRef="#br0" timeOffset="-113327.41">23490 11633 0,'25'25'94,"0"-25"-94,24 0 16,100 25 15,-99-25-31,-1 0 16,1 0-16,0 0 15,-1 0 1,-24 0 31</inkml:trace>
  <inkml:trace contextRef="#ctx0" brushRef="#br0" timeOffset="-110927.66">24532 11460 0,'25'0'125,"-1"0"-110,26 0 1,24 0-16,50 49 47,-99-49-47,0 0 15,50 0-15,49 25 32,-75-25-32,1 25 0,272 25 47,-247-50-32,24 0-15,-25 0 16,1 0-16,297 0 31,-298 0-15,1 0-16,-1 0 15,75 0 1,-75 0-16,249 0 47,-249 0-32,273 0 1,-223 0 0,-24 0-16,296 0 47,-321 24-32,-50 1-15,0-25 16,198 50 31,-198-50-47,49 0 15,224 0 32,-249 0-47,1 0 16,24 0 15,-49 0-31,0 0 31,24 0 1,-24 0-17,0 0 16,0 0-15,0 0 0,0 0-1,-1 25 1,1-25 0,124 49 15,-124-49-31,0 0 15,-1 0 1,1 0 0,0 0 77</inkml:trace>
  <inkml:trace contextRef="#ctx0" brushRef="#br0" timeOffset="-107759.69">26442 10468 0,'0'24'203,"0"1"-203,0 25 16,0-1 0,0-24-16,0 99 31,0-99-16,25 25-15,-25-26 32,0 26-1,0-25-15,0 0-1,24 24 32,-24-24-31,0 25 15,0-26 0</inkml:trace>
  <inkml:trace contextRef="#ctx0" brushRef="#br0" timeOffset="-105007.24">24681 12154 0,'49'0'110,"1"0"-110,24 0 15,-24 0-15,-25 0 16,24 0 15,-24 0 1,149 75 14,-174-50-14,0 24-32,0 1 15,-50 322 32,25-347-47,25-1 16,-24 100 46,24-99-62,0 0 32</inkml:trace>
  <inkml:trace contextRef="#ctx0" brushRef="#br0" timeOffset="-104231.2">24854 12650 0,'0'-24'62,"25"24"-46,25 0 0,24-25-16,1 0 15,123 0 32,-49 0 0</inkml:trace>
  <inkml:trace contextRef="#ctx0" brushRef="#br0" timeOffset="-103150.75">25846 12601 0,'25'0'110,"0"0"-95,0 0-15,49 0 16,-49 0-16,0 0 16,0 0-16,49-25 31,-49 25-31,49 0 62,-49 0-62,0 0 0</inkml:trace>
  <inkml:trace contextRef="#ctx0" brushRef="#br0" timeOffset="-102206.79">26467 12105 0,'0'49'94,"24"-49"-79,26 75 1,-50-50-1,25-1-15,0 26 16,74 99 15,-99-124-15,25-1-16,-25 1 16,49 25 30,-49-25-46</inkml:trace>
  <inkml:trace contextRef="#ctx0" brushRef="#br0" timeOffset="-101519.75">26541 12774 0,'25'-49'32,"24"-50"-1,-24 49-31,0 25 16,-25 0-16,25-24 15,24-50 16,-49 74-31,25 0 16,0 0 0,0-24 15,-25 24-15,0 0-1,25-74 32,-25 74 16</inkml:trace>
  <inkml:trace contextRef="#ctx0" brushRef="#br0" timeOffset="-100142.34">26938 11782 0,'25'0'141,"-1"25"-126,1-25 1,-25 25 15,0 0-15,0 49 15,-25-24-31,1-26 16,-1 26-1,50-25 79,-1 0-78,26-25-16,25 24 15,-51 1-15,26-25 16,0 50 0,-26-50-1,1 0 1,-25 25-16,25-25 15,-25 25 32,0 24-47,-50-24 16,26 0-16,-150 0 47,149-25-32,-25 0-15,26 0 0,-76 0 63,76 0-1</inkml:trace>
  <inkml:trace contextRef="#ctx0" brushRef="#br0" timeOffset="-98831.94">24631 11931 0,'0'25'94,"0"0"-79,0 49 1,-25-49-16,25 24 16,-25 1-1,25 0 1,0-25 0,0-1-16,25 175 62,0-150-62,74 175 47,125 48 0,-200-222-47,1-25 15,25 24 48,-25-24-63</inkml:trace>
  <inkml:trace contextRef="#ctx0" brushRef="#br0" timeOffset="-97255.8">27632 12030 0,'25'0'156,"-25"25"-140,25 0-16,25 0 16,-26-1-1,1 1-15,25 124 47,-25-99-31,-1-25-16,-24 99 31,0-100-31,0 1 16,0 124 31,0-124-47,0 0 15,0 74 32,-24-74-47,-1 49 16,0-24 31,25-26-32,-25 1 1,25 0-1,-25-25 32</inkml:trace>
  <inkml:trace contextRef="#ctx0" brushRef="#br0" timeOffset="-93535.2">28079 11981 0,'0'49'172,"0"-24"-156,25 25-1,-25-26 17,25 26-17,-25-25 1,0 0 31,0 0 15</inkml:trace>
  <inkml:trace contextRef="#ctx0" brushRef="#br0" timeOffset="-92295.31">28302 12055 0,'-25'50'140,"25"-26"-124,-24 26 0,24-25 15,0 0-16,-25 0-15,25-1 16,0 1 15,0 0-15,-25 25 31,25-26-32,0 26 1</inkml:trace>
  <inkml:trace contextRef="#ctx0" brushRef="#br0" timeOffset="-91143.8">28377 12427 0,'0'-49'31,"24"49"16,-24-25-31,50 0 15,-25 0 0,0 25 1,24 0-1,-24 25 0,-25 0-15,0 0-1,0-1 1,-25 100 31,25-99-31,0 0 30,0 0 64,25-25-95,0 0-15,0 0 16,74 0 0,-74 0-16,49 0 47</inkml:trace>
  <inkml:trace contextRef="#ctx0" brushRef="#br0" timeOffset="-75871.63">30510 10567 0,'-50'0'109,"1"0"-93,49 25-16,-50-1 15,0 76 17,26-76-17,24 26-15,-25-25 0,0 148 63,0-123-63,25 0 0,0-26 15,0 175 32,0-174-31,0 24-16,50 224 62,-25-223-62,-1-25 16,1 24 31,0-24-31</inkml:trace>
  <inkml:trace contextRef="#ctx0" brushRef="#br0" timeOffset="-75174.7">30460 11162 0,'25'0'140,"0"0"-124,24-25-16,1 0 15,74 1 17,-99 24-17,0 0 126,24 0-110</inkml:trace>
  <inkml:trace contextRef="#ctx0" brushRef="#br0" timeOffset="-74070.71">31055 10691 0,'75'0'94,"-50"25"-79,24-25 1,-24 0-1,0 0-15,25 0 32,-50 49-17,0 75 32,0-74-47,0-25 16,0-1 93,0 26-93,24 0-1,1-50-15,-25 24 16,25 1 0,-25 0-16,25-25 0,0 75 31,-25-51 0,-273 100 16,149-124-31,74 0-1,0 0-15,-24 0 16,49 0-16,0 0 16</inkml:trace>
  <inkml:trace contextRef="#ctx0" brushRef="#br0" timeOffset="-73327.01">31626 10716 0,'50'0'47,"-26"0"-32,-24 24 1,25-24-16,0 25 15,0-25-15,74 124 63,-74-74-63,0-25 16,49 49-1,-74-24 1,25-26-16,0 1 15,-25 0 17,0 0 30</inkml:trace>
  <inkml:trace contextRef="#ctx0" brushRef="#br0" timeOffset="-72711.43">31676 11509 0,'0'-49'32,"24"24"-32,1-25 15,50-74 16,-51 75-31,26-75 16,-25 0 15,24-25 1,-24 25-1,25 25 16,-50 74 62,25 0-109</inkml:trace>
  <inkml:trace contextRef="#ctx0" brushRef="#br0" timeOffset="-71638.67">32072 10195 0,'0'-25'109,"0"50"-78,25-25-31,25 0 16,-50 25-16,25-25 16,74 99 31,-99-74-32,0-1-15,-25 51 47,0-50-47,0-1 16,25 1-1,-24 0 1,48-25 62,1 25-62,0 0-16,74-25 62,-74 0 48,0 0-79</inkml:trace>
  <inkml:trace contextRef="#ctx0" brushRef="#br0" timeOffset="-70503.44">32593 10096 0,'25'49'78,"-25"-24"-62,25 0-16,0 0 15,0 49 1,-25-49-1,24 0-15,51 173 47,-50-148-31,-25-26-16,-25 373 62,0-298-62,25-24 0,-149 148 32,100-148-17,-100 49 32,124-100-31,0-24 46,25 25 110,-25-25-172,1 25 16,24 0-1,-25 49 17,0-24-17,0-50 1,25 25 15</inkml:trace>
  <inkml:trace contextRef="#ctx0" brushRef="#br0" timeOffset="-61110.9">23837 12254 0,'0'-50'125,"25"50"-94,0-25-31,25 25 31,-1 0-31,1 0 16,-1 0-16,1 0 16,49 0 30,-74 0-46,0 25 0,0 25 32,-25-26-17,0 150 32,0-149-31,-25 24-16,-25-24 15,-99 124 48,125-99-47,24-26-1,0 100 32,0-99-47,0 0 16,0 0 15,49-25 31,1 25-46,-25-25-16,49 24 16,-49-24-16,74 0 31,-74 0-31</inkml:trace>
  <inkml:trace contextRef="#ctx0" brushRef="#br0" timeOffset="-53663.4">23515 14312 0,'25'-25'141,"-1"25"-126,1-24-15,25 24 16,49-25 15,-74 25-15</inkml:trace>
  <inkml:trace contextRef="#ctx0" brushRef="#br0" timeOffset="-53030.72">23688 14635 0,'50'0'78,"-25"0"-78,0 0 16,24 0-16,-24 0 31,25-25 1,-25 25 14,-1 0 33,1 0-64</inkml:trace>
  <inkml:trace contextRef="#ctx0" brushRef="#br0" timeOffset="-51685.73">24457 14412 0,'25'0'110,"50"0"-95,-26 0-15,100 24 16,-25 1-16,248 25 47,-322-50-47,-25 0 15,322 0 32,-273 0-47,25 0 16,373 0 46,-423 0-62,199 0 32,-124 0-32,25 0 15,695 0 32,-770 0-31,0 0-16,175 0 47,-225 0-47,26 0 15,49 0 48,-49 0-63,-1 0 31,1 0-31,-25 0 16,24 0 15,-24 0-16,0-25 126</inkml:trace>
  <inkml:trace contextRef="#ctx0" brushRef="#br0" timeOffset="-47543.66">24978 13866 0,'25'0'140,"0"0"-124,0-25-16,0 25 15,49-25 17,-49 25-17,0-25-15,-1 25 32,1 0-1,0 0 63,0-24-94</inkml:trace>
  <inkml:trace contextRef="#ctx0" brushRef="#br0" timeOffset="-46486.65">25623 13370 0,'0'-25'125,"25"25"-109,49 0 15,-74 25-31,25 0 16,0 99 15,-50-50-16,0-24-15,-24 49 32,24-74-32,50-25 140,0 24-140,-1-24 16,51 25 0,-50 0-16,49 49 31,-74-49-16,0 74 1,0-74-16,-273 25 63,224-50-63,24 0 15,-25 0 32,50-25 78,25 25-109</inkml:trace>
  <inkml:trace contextRef="#ctx0" brushRef="#br0" timeOffset="-45903.73">26194 13370 0,'0'-25'47,"49"25"-32,-24 25 1,0-25-16,99 99 31,-74-74-31,-1 74 31,100 50 16</inkml:trace>
  <inkml:trace contextRef="#ctx0" brushRef="#br0" timeOffset="-45318.69">26293 14015 0,'0'-75'31,"0"50"-15,50 1-16,49-200 31,-74 175-15,-1-26-1,26-49 32,-50 75-31,0 24 0,25 0 15,-25 0 16</inkml:trace>
  <inkml:trace contextRef="#ctx0" brushRef="#br0" timeOffset="-44151.01">26764 12998 0,'25'0'110,"0"0"-110,0 0 47,-1 0-16,1 49-15,-25-24-1,0 0 1,0 0-1,0-1 1,0 1 47,0 0-17,0 0-30,25 0 15,25-25 1,-50 25-32,24-25 15,1 0 16,0 0-31,0 0 0</inkml:trace>
  <inkml:trace contextRef="#ctx0" brushRef="#br0" timeOffset="-41263.69">24358 14932 0,'25'0'32,"0"-24"-17,0 24-15,24 0 16,100 0 31,-124 0-47,0 0 31,-1 0-15,1 0-1,0 0-15,-25 24 47,0 26-31,0 0-16,-50 24 31,-24 0 0,49-49 16,25 0 62,50 0-77,24 0-17,-49-25 17,0 0-1,0 0 0,-1 0 110,-24 24-126,25 1 1,-25 25 0</inkml:trace>
  <inkml:trace contextRef="#ctx0" brushRef="#br0" timeOffset="-40631.42">24978 14833 0,'25'-25'31</inkml:trace>
  <inkml:trace contextRef="#ctx0" brushRef="#br0" timeOffset="-23079.42">25102 14858 0,'25'25'156,"-25"0"-140,25-1-16,-25 1 15,25 25 1,-25-25 0,25-1-1,24 100 48,-24-99-32,0 0 16,-25 0-16,25-25-31,-25 25 16,24 24 15,1-24 31,-25-50 235,0 0-297,0 1 16,0-51 15,0 50-31,0-24 0,0 24 31,0-49 1,0-50 30,0 99-62,0 0 16,0-25-16,0 26 15,0-51 1,0 50 0,0 1-1,25-1 17,-25 0 14,0 0 33</inkml:trace>
  <inkml:trace contextRef="#ctx0" brushRef="#br0" timeOffset="-13079.55">25400 14610 0,'50'0'62,"-26"25"-62,1-25 16,0 0-1,0 0-15,0 0 16,24 0 15,150 0 16,-150 0-47,-24 0 16,25 0-1,-25 0 1,198 0 31,-198 0-47,198 49 62,-198-49-46,-1 0 0,26 0 15,-25 0-15,0 0-1,24 0 1,50 0-1,125 0 48,-150 0-32,-49 0-15,49 0 31,-49 0-47,0 0 15,0 0-15,0 0 32,-1 0-17,1 0 1,74 0 31,-74 0-32,0 0-15,0 0 16,74-24 31,-25 24-32,-49 0-15,0 0 16,25 0 15,24-50 1,-49 50 218,0 0-235,24 0 1,-24 0 46,0 0 141,-25 25-156,0 0-47,0-1 32,-25 51 14,25-50 1,0-1 0,-25 26-16,0 0 32,25-26 46</inkml:trace>
  <inkml:trace contextRef="#ctx0" brushRef="#br0" timeOffset="-11110.77">25524 14808 0,'25'0'63,"0"0"-48,24 0 1,100 0 31,-124 0-47,24 0 15,-24 0 17,-25 25-32,25 0 15,0 25 1,-25 98 46,0-98-62,0-25 16,0 49 15,0-49-31,-25 0 16,25 0 46,0-1 1,0 1-32</inkml:trace>
  <inkml:trace contextRef="#ctx0" brushRef="#br0" timeOffset="-10479.4">25747 15131 0,'25'0'62,"0"0"-46,0 0 0,24 0-1,-24 0-15,0 0 16,74-50 15,-74 50-15,0 0 78,0 0-79,-1 0 1,1 0 31</inkml:trace>
  <inkml:trace contextRef="#ctx0" brushRef="#br0" timeOffset="-9814.83">26467 15056 0,'24'-24'94,"1"24"-63,0 0-31,0 0 15,0 0-15,74 0 63</inkml:trace>
  <inkml:trace contextRef="#ctx0" brushRef="#br0" timeOffset="-9095.33">26888 14957 0,'0'-25'78,"25"25"-47,0 0-31,0 25 16,24 25 15,-24-25-31,0 24 31,0-49-15,-25 25-16,25-25 31,-25 25-31,24 0 16,1-1 30,0 1-30</inkml:trace>
  <inkml:trace contextRef="#ctx0" brushRef="#br0" timeOffset="-8446.96">27037 15255 0,'-25'0'31,"25"-25"-15,0 0-1,0 0-15,0 1 16,0-1 0,0 0-16,0 0 15,50-74 32,-50 74-31,0 0-16,25 25 47,0-24-32,-25-1 17</inkml:trace>
  <inkml:trace contextRef="#ctx0" brushRef="#br0" timeOffset="-6710.87">27260 14684 0,'25'0'234,"-25"25"-202,25 0-17,-25 0 16,0 24 1,0-24-1,0 0 16,25-25 93,0 0-124,-1 0-16,1 0 31,0 0 16,0 0 31,0 25-62,-25 0 31,0-1 0,0 1-32,-25 25 1,0-50 31,-25 0-16,26 0-15,-1 0-1,-25 0 32,25 0-31</inkml:trace>
  <inkml:trace contextRef="#ctx0" brushRef="#br0" timeOffset="-5175.48">27211 14734 0,'25'0'688,"-1"0"-610,1 0 31</inkml:trace>
  <inkml:trace contextRef="#ctx0" brushRef="#br0" timeOffset="770.19">24284 13370 0,'-25'0'32,"25"25"-17,0 24 1,0 1-16,-74 396 62,49-396-62,-50 148 32,75-173-17,0 49-15,-49 75 31,49 521 16,0-571-31,0 0-16,0 26 16,0 98 30,0-198-46,0-1 47,0 1-31,0 0 0,0 99 30,0-99-30,0 0-16,25-1 16,-1-24 109,1-24-125,25-1 15,24 0-15,-24 25 16,24-25 0,497-24 15,-447 49-16,0 0-15,446-75 63,-471 50-63,50-24 31,-99 24-31,24 0 16,1 0-1,98 1 17,274 24 30,-373 0-62,75 0 16,-74 0-1,-1 0-15,0 0 0,150-25 32,148-74 15,-298 99-47,50-50 31,-99 50-31,0 0 15,24 0 1,1 0 0,74-50 31,-99 50-32,74-49 16,75-1-15,-125 25-16,100-49 31,-50 49 32,-74 0-63,0 25 15,99-49 1,-74 49 0,24-50-1,-24 50 1,-26-25-16,76 0 16,-76 25-1,26 0-15,99-24 47,-149-1-31,-25 0 187,0 0-203,0-49 15,1 24-15,-26 1 16,0-51 0,26 26-16,-175-273 47,174 297-32,25 0-15,-49-98 31,24 123-31,0-50 32,-25 1 30,26 24-31,24 26 16,-50 24-15,25-25-1,0 25 0,1-25-31,-1 0 47,0 25-16,0 0-15,0 0-1,1-25 17,-1 25-1,0 0-15,-25 0 15,1-24-16,-125-1 1,100 0 0,-100-25-1,125 50 1,24 0-16,-50 0 47,50-24 31,25-1-62,-24 25-1,24-25 1,-50 0-1,-74-49 17,-74-50 30,173 124-46,0 0-1,-25-25 17,26 0-17,-1 25-15,-25 0 16,25-25 0,-49 0 15,49 1-16,-74-26 32,74 50-47,0 0 16,-49-25 0,49 0-1,0 25 16,0 0-31,-24 0 32,24 0-17,-25 0-15,-74-49 32,75 49-17,24 0-15,-25 0 16,26 0-16,-26 0 15,25 0 1,-173 0 31,173 0-47,0 0 16,0 0-16,-173 25 46,173-25-30,-49 24-16,49-24 0,-99 25 63,74-25-63,1 0 15,24 0 1,0 0-1,-25 25-15,-24 0 16,24 0 0,26-25-16,-150 24 47,124 1-47,26-25 15,-76 0 16,51 25-31,-150 25 47,174-50-47,1 0 0,-76 24 32,1-24-1,0 25 0,-25 25 0,50-50 1,-1 25-1,50-25-16,1 25 251,-1-1-250</inkml:trace>
  <inkml:trace contextRef="#ctx0" brushRef="#br0" timeOffset="10952.33">7491 15056 0,'25'0'47,"-25"50"-32,25 24-15,-1 100 31,-24-99-31,25 247 32,50 100-1,98 297 31,-173-669-62,0 24 16,25-24-16,-25 49 16,0-50-1,0 1-15,0 49 16,0 75 15,0-124-31,0 148 47,-25-148-47,25-26 16,-25 51 15,-24 24 0,-1 124 32,25-198-63,25 0 15,-24 0 1,-26 49 15,75-99 79,49 25-95,1 0-15,73 0 16,51 0-16,694 0 47,-645 0-47,-25 0 0,0 0 15,596 0 32,-645-25-31,-1 1-16,299-76 31,-324 76-31,-24-1 16,25 0-16,-50 25 15,249 0 1,-150 0-16,521 0 31,26 0 16,123 0 0,-744 0-47,49-25 0,-73 0 16,197-24-1,-173 24 1,-24 25-16,197 0 31,-123 0-31,1116 0 63,-1117 0-63,-24 0 15,918 0 32,-894 0-47,-49 0 16,174 0-1,-199 0 1,25 0-16,372-99 62,-446 99-62,24 0 0,199 0 32,347 0-1,199 0 31,-794 0-62,0 0 47,-1 0-31,26 0 0,0-25-16,-26 0 15,150 25 16,-149 0-15,0 0-16,99 0 47,-100 0-16,1-25-31,0 25 16,0 0-1,0-24-15,49 24 47,-49 0-47,0 0 32,0-25-32,-1 25 31,1-25-16,0 25 32,0 0 63,-25-25-95,0 0 17,0-74-1,-25 25-16,25 24-15,-25 0 0,-24-272 63,49 272-63,-25-74 0,-25-24 31,50 73-31,-25 1 16,25-348 31,0 372-47,0-24 0,-25-25 15,25 49-15,0 1 16,-49-150 15,24 125-15,0 24-16,25 25 0,-49-297 47,49 297-32,0-25-15,-25-98 32,25 123-32,0-99 31,-50-174 16,50 273-16,0 1-15,-25 24 77,1 0-77,-1 0 0,-298-50 30,249 50-46,-25 0 16,-75 0 0,100 0-16,-150 0 31,-296 0 16,296 25-32,26 24 17,99-24-32,-397 0 47,396-25-32,-24 0-15,-25 0 16,-669 0 31,694 0-32,25 0-15,-100 0 32,1 50-1,99-26 0,-844-24 16,794 0-47,-198 0 31,99 0 0,198 0-31,-272 0 47,223 0-47,-1 0 16,-743 0 31,669 0-32,26 0-15,-51 0 0,-1016 0 63,1066 0-63,-25 0 0,1-24 16,-75-26-1,-397 50 16,446 0-15,50 0-16,-669 0 47,719 0-31,24 0-16,-173 0 31,174 0-31,-150 0 31,175 0-31,-695 0 63,570 0-63,25 0 0,0 0 15,-123 0 1,-1 0 15,49 50 16,175-50-31,-249 49 30,249-49-30,-1 0-16,0 0 16,1 0-16,-1 0 31,25 0-15,1 0 30,24 25 189,0 25-220,74 24 1,-74-24 0,50 49 15,-1-25 0,-49-24 16,25-25-31,-25-1-1,25 1 1,0 25 0,-1-50 30,-24 25-14,25-25-32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1T21:52:12.573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8260 1910 0,'50'0'157,"-1"0"-157,26 0 15,-1 0-15,0 0 16,1 0-16,-26 0 16,1 0-16,-25 0 15,0 0-15,-1 0 31,1 0 48,0 0-79,0 0 15,0 0 1,-1 0-1,1 0-15,0 0 16</inkml:trace>
  <inkml:trace contextRef="#ctx0" brushRef="#br0" timeOffset="808.42">8979 1712 0,'25'0'78,"50"24"-62,-1-24-16,-24 50 15,-1-25-15,1-25 16,-25 0-16,49 0 15,-49 0-15,0 25 16,-1-25-16,-24 24 16,0 1 15,0 0-31,0 25 16,0-26-16,-24 26 15,-1-25-15,-25 0 16,25 24-1,-24-49-15,24 25 16,0-25-16,0 25 16,1-25-16,-26 25 15,0-1-15,1 1 16,24-25-16,0 0 16,0 25-16,0-25 15,25 25 16,-24 0 79</inkml:trace>
  <inkml:trace contextRef="#ctx0" brushRef="#br0" timeOffset="1977.02">10071 2232 0,'0'25'15,"25"0"1,-25-50 140,0-24-156,0-26 16,0 1-16,-50 24 15,50 1-15,-25-51 16,25 51-16,0-1 16,0 25-16,0-24 15,0-1-15,0 25 16,0 0-16,0 1 16,0-26-16,0 25 15,0 0-15,0 1 16,0-26-1,0 25 1,0-24-16,0 24 16,25 0-16,-25 0 15,25 25-15,-25-25 16,25 1-16,-1-1 16,1 25-1,-25-25 1,50 0 15,-25 25 32,-1 0-48,1 0 1,0 0-16,0 0 15,0 0 1,-1 0-16,1 0 16</inkml:trace>
  <inkml:trace contextRef="#ctx0" brushRef="#br0" timeOffset="2736.34">9922 1935 0,'49'0'109,"26"0"-109,-25 0 16,24 0-16,0 0 16,-24 0-16,0 0 15,24 0-15,-49 0 16,0 0-16,-1 0 15</inkml:trace>
  <inkml:trace contextRef="#ctx0" brushRef="#br0" timeOffset="3424.7">10765 1910 0,'-25'0'94,"1"0"-94,-1 50 16,25-1-1,0-24 1,0 25-16,0-26 16,0 26-16,0 0 15,0-1-15,0-24 16,0 49-16,0-49 15,25 50-15,-25-51 16,24 1-16,1 25 16,0-25-1,25-25 1,-26 0 0,26 24-1,-25-24 1,0 0 62,-1 0-62,1 0-1</inkml:trace>
  <inkml:trace contextRef="#ctx0" brushRef="#br0" timeOffset="3953.91">11063 2133 0,'25'0'63,"-1"50"-63,1-25 15,0-1-15,-25 1 16,25-25 0,0 50-16,0-50 15,24 25-15,-24-1 16,0-24-16,0 50 16,-1-25-16,1 0 15,25 24-15,-25-24 16,-1 25-16,1-26 15,0 1 48,0 0-32,-50 0-15,0-25-1</inkml:trace>
  <inkml:trace contextRef="#ctx0" brushRef="#br0" timeOffset="4441.01">11088 2729 0,'24'-25'16,"1"0"-16,0 25 15,25-50-15,-25 25 16,-25 1 0,24-1-16,1-25 15,-25 1 1,0-1-16,0 0 16,0 1-16,0 24 15,0-25-15,0-24 16,0 24-16,0 1 15,0 24-15,0 0 16,0 0 0</inkml:trace>
  <inkml:trace contextRef="#ctx0" brushRef="#br0" timeOffset="5263.9">11633 1786 0,'50'0'141,"-50"25"-141,25 49 16,0-24-16,-25-25 15,24 49-15,-24-24 16,0-1-16,25 26 16,-25-51-16,0 1 15,0 25-15,0-1 16,0 26-16,0-50 15,0 24-15,0 1 16,0-1-16,0-24 16,-25 25-16,25-25 15,-24 0 1,24 24-16,-25-49 16,25 25-16,-25-25 15,0 50 1,0-26-1,1 1-15,-1 0 16,0 0 0</inkml:trace>
  <inkml:trace contextRef="#ctx0" brushRef="#br0" timeOffset="6624.96">10542 868 0,'0'25'109,"0"25"-93,0-26-16,0 26 31,0-25-15,0 0-16,0-1 31,0 1-31,0 0 15,0 0 17</inkml:trace>
  <inkml:trace contextRef="#ctx0" brushRef="#br0" timeOffset="7568.26">12129 1786 0,'25'0'125,"0"0"-109,25 0-16,-1 0 15,-24 0-15,0 0 16,25 0-16,-26 0 16,1 0-1,0 0 1,0 0 0,0 0 30,-1 0-30,1 0 0,0 0 46</inkml:trace>
  <inkml:trace contextRef="#ctx0" brushRef="#br0" timeOffset="8208.89">12105 2480 0,'24'0'15,"1"0"1,0 0-16,25 0 15,-1 0 1,-24 0 0,0 0-16,25 0 15,-26-24-15,1 24 16,0 0 0,25-25-16</inkml:trace>
  <inkml:trace contextRef="#ctx0" brushRef="#br0" timeOffset="16680.84">13246 1538 0,'0'49'141,"0"-24"-126,0 25-15,0 24 16,0-49 0,49 223 46,1-198-62,-25 24 31,49 50 1,75-25 14,-75-74-14,-49 0-32,0-25 15,25 0 1,-1 0 0,26 0 15,24-50-16,-50-24 17,-49-273 30,-24 272-62,-100-173 47,99 199-31,0 49-16,0-50 15,-74-24 32,49 74-47,50-25 0,-24 25 16,-125-50 31,124 50-16,0 0 0,-24 0-15,-1 50-1,50-25 17,0-1-17,0 1 17</inkml:trace>
  <inkml:trace contextRef="#ctx0" brushRef="#br0" timeOffset="18824.53">9748 5531 0,'0'25'78,"75"0"-78,-26-25 15,50 0-15,75 0 32,-75 0-32,100 0 31,-75 0-15</inkml:trace>
  <inkml:trace contextRef="#ctx0" brushRef="#br0" timeOffset="19528.3">10666 5234 0,'-25'0'15,"50"49"17,-25 1-32,198-25 62,-123-25-62,-26 0 0,26 0 16,123 74 31,-173-49-47,0 0 15,-25 0-15,0 223 47,-50-199-31,50-24-16,-49 0 0,-51 25 47</inkml:trace>
  <inkml:trace contextRef="#ctx0" brushRef="#br0" timeOffset="20681.12">12105 6325 0,'24'-25'16,"-24"1"-1,0-1 1,25-149 0,-25 50 15,0 75-31,-74-522 62,49 497-46,0-1-16,25 50 0,-25-247 63,25 247-63,0-25 15,0-124 1,75 100 15,49 24 0,25 26 16,-124 24-47,-1 0 16,51 0 46,-50 0-15</inkml:trace>
  <inkml:trace contextRef="#ctx0" brushRef="#br0" timeOffset="21392.56">12030 5358 0,'50'0'78,"24"0"-78,1 0 16,24 0-16,0 0 15,298 0 32,-347 0-31,-50-25 93</inkml:trace>
  <inkml:trace contextRef="#ctx0" brushRef="#br0" timeOffset="22053.03">12948 4266 0,'0'50'94,"0"-25"-78,0 0-16,0 99 31,-25-50-31,0-49 16,25 0-16,0 24 15,-24-24 48,24 0-63,-25-25 15,25 25 1</inkml:trace>
  <inkml:trace contextRef="#ctx0" brushRef="#br0" timeOffset="22898.21">13494 5333 0,'0'-25'0,"-25"25"47,-25 0-32,1 25-15,-224 297 47,248-272-31,25 24-16,-50-24 16,26 124-1,24-125 1,0 1-16,0 24 15,24-24-15,76 148 47,-76-173-31,1-25 0,0 0 15,0-25 16,-25 1-32,25-26 1</inkml:trace>
  <inkml:trace contextRef="#ctx0" brushRef="#br0" timeOffset="23495.86">13717 5581 0,'25'50'63,"-25"-26"-63,25 26 15,24 0-15,1 49 32,99 99 14,-100-173-30,-24-25-16,0 25 16,24 0-1,-24 0-15,-25-1 94,-173 76-78</inkml:trace>
  <inkml:trace contextRef="#ctx0" brushRef="#br0" timeOffset="23896.76">13618 6226 0,'0'0'16,"25"-74"-1,24 49-15,1-50 16,-25 51 0,24-125-1,-24 99 1,0 0-16,24-123 62</inkml:trace>
  <inkml:trace contextRef="#ctx0" brushRef="#br0" timeOffset="24584.09">13965 5283 0,'25'-24'47,"0"48"-32,-25 1 1,24 25-16,26 49 16,-50-49-1,25 24-15,24 100 32,75 74-17,-49 25 16,-25-25 1,-50 0 15,-25-199-32,0-49 1,25 25-16,-25-25 31,0 0-15,0 0 77,1 0-93</inkml:trace>
  <inkml:trace contextRef="#ctx0" brushRef="#br0" timeOffset="25224.7">14610 5804 0,'25'0'94,"0"0"-94,24-25 16,1 1-16,297-26 31,-322 50-15,173 0 31</inkml:trace>
  <inkml:trace contextRef="#ctx0" brushRef="#br0" timeOffset="25832.76">14957 6300 0,'25'0'94,"25"0"-79,24 0-15,25 0 16,75-24 0,-50-1-16,50 0 31,-150 25 31,1-25 63</inkml:trace>
  <inkml:trace contextRef="#ctx0" brushRef="#br0" timeOffset="48869.82">9029 5011 0,'0'49'94,"0"26"-94,-25-26 15,0 1-15,25-25 16,0 24-16,-25 26 15,-49 123 17,49-124-32,-74 274 47,74-274-32,0-24-15,25-1 31,0-24 1,-24-25 61,-1-25-93,25 1 16,0-1-16,0-50 16</inkml:trace>
  <inkml:trace contextRef="#ctx0" brushRef="#br0" timeOffset="49456.03">8632 5358 0,'0'25'31,"0"-1"-15,25 1-16,0 0 15,-1 25 1,1-1-16,74 125 31,-74-100-31,0-24 16,25 74-1,49 0 17</inkml:trace>
  <inkml:trace contextRef="#ctx0" brushRef="#br0" timeOffset="51608.04">8310 7466 0,'0'0'0,"-25"-25"31,25 1-31,-25-1 16,0-50-1,0 51 1,25-1 15,-24 0 0,-26 25 32,25 25-63,0 0 15,1 24-15,-51 75 32,75-49-1,25 73 0,74-48 16,-74-100-31,223-75 31,-223 50-47,0-49 0,24 24 15,-24-123 16,-25 148-31,0-198 32,-99-75 15</inkml:trace>
  <inkml:trace contextRef="#ctx0" brushRef="#br0" timeOffset="52392.8">7615 8086 0,'25'0'15,"0"-24"-15,-1 24 16,200-50 0,-125 50-16,620-174 62,-694 174-62,25 0 16,-1-49 31,-24 49-47,0 0 15,0 0 32</inkml:trace>
  <inkml:trace contextRef="#ctx0" brushRef="#br0" timeOffset="53448.57">8310 8260 0,'-50'0'0,"25"0"32,0 0-32,1 0 15,-1 0-15,-25 25 16,1 99 15,24 0 0,50 0 32,99-149-32,-75-25-31,1 26 16,-1-51-16,51-123 47,-76 123-47,-24 51 15,0-26-15,0-99 31,0 75-31,0-26 32,0 26 15,0 99-1,25 49-46,-25-24 16,25-25-16,-25 24 16,25 1-16,24 74 47,-49-99-47,0 0 0,0-1 15,25 1 32,-25 0 47</inkml:trace>
  <inkml:trace contextRef="#ctx0" brushRef="#br0" timeOffset="54208.98">8806 7838 0,'0'25'31,"24"0"-15,1 24-1,0-24 1,0-25 0,-25 25-1,25 0-15,24 25 31,51 74 16,-76-100-31,-24 1-16,25 0 16</inkml:trace>
  <inkml:trace contextRef="#ctx0" brushRef="#br0" timeOffset="54655.09">8979 8434 0,'0'-50'0,"0"25"16,0 0-16,0 1 15,0-51-15,0 26 16,0-51 15,0 1-31,0 74 0,0-74 32,0 0 14,0 74-30,0 0 0,0-24-16</inkml:trace>
  <inkml:trace contextRef="#ctx0" brushRef="#br0" timeOffset="55272.04">8905 6970 0,'25'0'31,"-1"50"-15,1-50-16,25 49 31,24 26 0,-49-50-31,50-1 32,-51 1-17,175 74 32,-174-74-47,99 74 78,-124-74-62</inkml:trace>
  <inkml:trace contextRef="#ctx0" brushRef="#br0" timeOffset="55744.82">9252 7516 0,'0'0'0,"0"-124"16,25-25 15,0 99-31,0-123 31,-1 24 0,-24 0 16</inkml:trace>
  <inkml:trace contextRef="#ctx0" brushRef="#br0" timeOffset="57616.42">9798 7144 0,'25'-25'47,"-1"25"-32,26-25-15,74-24 32,-74 49-32,-1-25 0,26 25 31</inkml:trace>
  <inkml:trace contextRef="#ctx0" brushRef="#br0" timeOffset="58040.84">9897 7441 0,'25'0'32,"0"-24"-32,49-1 15,1 0-15,-26-25 16,1 50-16,-25 0 15,99-24 17,-100 24-32</inkml:trace>
  <inkml:trace contextRef="#ctx0" brushRef="#br0" timeOffset="58784.96">10468 6921 0,'0'-25'15,"49"-25"1,-49 25-16,0-24 16,75-75 31,-51 99-1,1 25-14,-25 49-17,25 1-15,0 24 0,99 249 63,-124-273-63,0-26 15,0 1-15,25 50 47,-25-51-47,0 1 78,0 0-62,0 0 15,-25 0-31</inkml:trace>
  <inkml:trace contextRef="#ctx0" brushRef="#br0" timeOffset="59248.06">10716 7466 0,'24'0'31,"1"0"-15,99-49 15,-49-1-15,24 0 46</inkml:trace>
  <inkml:trace contextRef="#ctx0" brushRef="#br0" timeOffset="61312.6">15677 5407 0,'24'0'16,"26"0"-16,0 0 15,24 0-15,298 0 47,-322 0-47,-26 0 16,1 0 15,-25 273 16,0-198-31,-25-1-16,-49 25 31,49-49-31,-49 99 31,49-75 32,50-49-48,0-25-15,99 25 16,-75-25 0,51 0-16,172 0 31,-172 0-31,148-25 62</inkml:trace>
  <inkml:trace contextRef="#ctx0" brushRef="#br0" timeOffset="61944.65">17289 5308 0,'0'25'79,"-50"49"-79,25 1 15,25 74 1,0-75-1,25 348 48,0-397-63,0-1 16,74 26 30,-74-50 64</inkml:trace>
  <inkml:trace contextRef="#ctx0" brushRef="#br0" timeOffset="62752.5">17487 5705 0,'0'-25'47,"0"0"-47,25 1 16,25-26-16,24-49 31,50-25 0,-74 74 32,-25 50 15,-25 50-78,0-1 16,0 1-16,24 0 15,-24-1-15,0 75 47,0-74-47,0-25 0,0 24 16,25 51-1,-25-51 17,25 1-1,-25-25-31,0-1 62</inkml:trace>
  <inkml:trace contextRef="#ctx0" brushRef="#br0" timeOffset="63280.14">17711 6201 0,'0'-25'63,"24"25"-48,26 0-15,124-49 31,-150 49 16,1 0-31,0-25 0,-25 0-1,25 25 63,0-25-62</inkml:trace>
  <inkml:trace contextRef="#ctx0" brushRef="#br0" timeOffset="64024.83">17884 4961 0,'25'50'109,"0"-1"-109,24 26 16,-49-1-1,100 149 1,-26-74-16,0-25 16,125 422 15,-199-472-15,0 50-16,0-25 15,0 25-15,0 149 47,0-248-47,0 0 0,0 0 16,0 24 46</inkml:trace>
  <inkml:trace contextRef="#ctx0" brushRef="#br0" timeOffset="64632.12">18752 5755 0,'0'-25'110,"0"0"-95,50 25 1,99-50-1,-124 50 1,-1 0 0,1 0 31,0 0-32,25-24 1,-1-1 15,-24 25-31</inkml:trace>
  <inkml:trace contextRef="#ctx0" brushRef="#br0" timeOffset="65089.2">18802 6201 0,'25'0'16,"74"0"15,-74 0-31,24 0 0,150-49 47,-174 49-32,-1 0 1,1-25 62</inkml:trace>
  <inkml:trace contextRef="#ctx0" brushRef="#br0" timeOffset="66017.08">19819 5085 0,'25'-25'125,"24"25"-110,1 0 1,24 0-16,224 25 31,-273 0-15,24 24-16,1 1 15,-25 0-15,0 396 47,-25-372-47,-25-24 16,0 0-16,-25 24 62,50-49 32,50-25-78,322 0-1,-248-25 1,-25 0-16,50 1 47,-124 24 31,-50 24-62,0 26-16,-49 0 15,-25 24-15</inkml:trace>
  <inkml:trace contextRef="#ctx0" brushRef="#br0" timeOffset="70537.12">15701 5829 0,'0'-25'156,"25"25"-125,0 0-15,25 0 125,-50-25-141,24 25 171,1 0-155,0 0 47,0 0 437,0-24-485,-1 24 1,1 0-16,0 0 15,0 0 1,0-25 78,-1 25 125</inkml:trace>
  <inkml:trace contextRef="#ctx0" brushRef="#br0" timeOffset="71696.12">19720 5730 0,'25'-25'125,"-1"0"-109,1 25 0,0 0-1,25-25-15,-1 25 16,75-24 0,50-26 15,-75 50 31</inkml:trace>
  <inkml:trace contextRef="#ctx0" brushRef="#br0" timeOffset="82817.09">11807 9550 0,'50'0'156,"-1"25"-140,50-25 0,-74 24-1,0-24-15,0 0 16,24 25-16,1 0 47,-25-25-32,-25 25 1,25 0 156</inkml:trace>
  <inkml:trace contextRef="#ctx0" brushRef="#br0" timeOffset="83616.67">12452 9426 0,'25'0'31,"24"25"-15,1-1-16,24-24 15,100 50 1,-100-50-16,26 25 31,-26 49 16,-74-49-31,0 25-1,-25 49 1,0-50 0,-24-24-16,-100 50 31,0-51-15,0 26 46</inkml:trace>
  <inkml:trace contextRef="#ctx0" brushRef="#br0" timeOffset="90137.1">7094 9649 0,'0'-25'16,"0"75"46,0-25-46,0 24-16,0 1 15,0-1-15,0 175 47,0-175-31,0 1-16,0-25 31,0 0-15,0 24 46,50-24-46,99 25-1,-25-26 1,24 1-16,51-25 31,272-25 1,-347 1-17,447 24 48,-522 0-63,1 0 15,0-25-15,-1 0 32,-24 25-17,0 0 1,173-50 46,-173 50-46,25 0 0,-26-24 15,-24-1 16,0 0-32,0-74 1,0-125 15,-74 26 16,74 148-47,-25 26 16,0 24 140</inkml:trace>
  <inkml:trace contextRef="#ctx0" brushRef="#br0" timeOffset="93545.7">10542 9872 0,'-25'25'78,"0"0"-78,25 24 16,-24 1-16,24 149 31,0-150-15,0-24-16,0 0 15,0 0-15,0-1 16,0 1 0,49-25 93,1-25-109,24 1 16,348-1 15,-50 25-16,-223 0 48,-149-25 109,0-25-157,0-24 1,0-323 31,0 323-47,0 24 16,0 25-16,0 0 15</inkml:trace>
  <inkml:trace contextRef="#ctx0" brushRef="#br0" timeOffset="99248.41">14039 9649 0,'25'0'47,"0"0"-16,25 0-15,-50-25-16,99 25 31,-50 0-31,125 0 31,-124 0-31,49 0 31,-49 0-31,-1 0 0,26 0 32,-51 0-1</inkml:trace>
  <inkml:trace contextRef="#ctx0" brushRef="#br0" timeOffset="102160.79">14436 10492 0,'25'0'63,"0"-49"-48,-25 24 1,74-124 15,-74 100-31,0-1 16,0 0-16,0 1 16,0-249 30,25 224-46,0 24 0,25-173 63,-50 198-47,0 0-16,0 0 15,24-99 16,1 100-31,-25-26 16,25 25 0,0-24 31,0 24-47,-1 25 15,1-25 32,25 25-16,-25 0 16</inkml:trace>
  <inkml:trace contextRef="#ctx0" brushRef="#br0" timeOffset="103041.4">15007 9996 0,'25'0'63,"-25"25"-48,0 25 1,-25-25 0,25 24-16,-25 100 31,50 25 31,-25-125-46,25-24 0,49 25-1,0-26 48</inkml:trace>
  <inkml:trace contextRef="#ctx0" brushRef="#br0" timeOffset="103568.47">15230 10096 0,'25'24'63,"0"-24"-63,-1 25 15,1 0-15,149 124 47,-149-149-31,0 49-16,-1-49 0,76 75 47,-76-50 0</inkml:trace>
  <inkml:trace contextRef="#ctx0" brushRef="#br0" timeOffset="104041.04">15453 10567 0,'0'-25'16,"0"0"-16,0-24 15,0-1-15,25 25 16,0-24-16,25-75 31,-50 74-31,24 0 16,51-49 31</inkml:trace>
  <inkml:trace contextRef="#ctx0" brushRef="#br0" timeOffset="104647.78">15652 9847 0,'25'0'47,"-1"25"-31,1 25-16,0-25 15,0 24-15,0 1 16,74 148 15,-99-173-15,0 25-16,0-1 16,0 224 30,0-223-46,0-25 16,-50-25 93,25 0-93,1-25-16,-1 0 16</inkml:trace>
  <inkml:trace contextRef="#ctx0" brushRef="#br0" timeOffset="105464.35">15106 8781 0,'0'25'125,"0"-1"-109,0 1-16,0 0 16,0 25-16,0-26 15,0 51 32</inkml:trace>
  <inkml:trace contextRef="#ctx0" brushRef="#br0" timeOffset="106432.73">16371 9798 0,'0'-25'78,"25"25"-47,25 0-15,-26 0-16,125 0 47</inkml:trace>
  <inkml:trace contextRef="#ctx0" brushRef="#br0" timeOffset="107081.08">16346 10220 0,'25'0'62,"25"0"-46,-1 0-16,26 0 15,98 0 1,-73-25-16,48 0 31,-123 25-31,0 0 16</inkml:trace>
  <inkml:trace contextRef="#ctx0" brushRef="#br0" timeOffset="109336.1">17264 9798 0,'0'25'78,"25"-1"-62,0-24-1,24 0 1,1 0-16,-25 0 16,74 0-1,-74 0 1,24 0-16,1-24 16,-25 24-1,0 0 1</inkml:trace>
  <inkml:trace contextRef="#ctx0" brushRef="#br0" timeOffset="123192.44">17909 9376 0,'0'-25'31,"25"1"1,0 24-32,24 0 15,1 0 1,173 0 31,-198 0-47,0 0 15,-1 49 17,1-24-32,-25 25 31,0 98-16,-124 51 48,124-174-63,-49 24 31,49 1-31,-50 49 47,50-74-16,25 0 16,0 0-31,-1-25-16,150 24 62,-149-24-62,24 0 16,-24 0 0,0 0 15,0 0-31,0 0 31</inkml:trace>
  <inkml:trace contextRef="#ctx0" brushRef="#br0" timeOffset="125809.35">19124 9500 0,'0'50'110,"25"24"-95,-25-24-15,25-1 16,99 299 15,-124-323-15,25 49-16,24 100 31,-24-26 32,-25-172 77,0-51-124</inkml:trace>
  <inkml:trace contextRef="#ctx0" brushRef="#br0" timeOffset="126352.18">19100 9996 0,'0'-25'78,"24"25"-62,51-24-1,-50 24-15,-1 0 16,249-50 31</inkml:trace>
  <inkml:trace contextRef="#ctx0" brushRef="#br0" timeOffset="127337.5">20067 9475 0,'-25'0'78,"25"25"-62,0 0-1,0 99 1,0 0-16,0-99 16,124 322 30,-99-322-46,25 25 16,49 24 31,-99-49-47,25-25 16,24 0-1,1-25 1,-25 0-16,123-173 47,-148 173-47,0-25 15,25-24-15,-25-25 32,0 24-32,0 1 15,-99-224 32,25 273-47,24 1 16,-49-26-1,24 50 17,-24 0-1,0 99 0,74-74 16,25 0-16,0 0 0</inkml:trace>
  <inkml:trace contextRef="#ctx0" brushRef="#br0" timeOffset="128729.95">21406 9575 0,'-24'0'16,"-1"0"0</inkml:trace>
  <inkml:trace contextRef="#ctx0" brushRef="#br0" timeOffset="129233.05">21208 9525 0,'25'-25'141,"0"25"-141,-1 0 15,26-25 1,0 25-16,24 0 15,25-24 1,-49 24 0,-25 0-16,-1 0 31,1 0 16</inkml:trace>
  <inkml:trace contextRef="#ctx0" brushRef="#br0" timeOffset="129865.23">21332 10046 0,'50'0'32,"74"-25"-1,-75 0-31,1 0 0,24 1 16,-49-1-16,124-25 46,-124 50-30,-25-25 15,25 1-31</inkml:trace>
  <inkml:trace contextRef="#ctx0" brushRef="#br0" timeOffset="130681.47">22027 9550 0,'24'0'47,"1"0"-31,0-25-16,25 0 15,49 25 1,174-49 46</inkml:trace>
  <inkml:trace contextRef="#ctx0" brushRef="#br0" timeOffset="131800.22">22622 8954 0,'25'0'109,"24"0"-109,26 0 16,-26 0-16,26 0 16,49 0 15,-99 0-31,24 25 16,1 199 46,-50-175-62,0 26 0,0-26 16,-50 199 15,50-223-15,-25 0-16,25 0 15,0-1 16,0 26 16,25-25 16,0-25-48,25 0-15,-1 0 16,100 0 0,149 0 15,-249 0-31,26 0 16,-51 0-16</inkml:trace>
  <inkml:trace contextRef="#ctx0" brushRef="#br0" timeOffset="134656.56">11559 13395 0,'25'-25'47,"-25"0"-47,25 25 16,-1 0-1,299-50 48,-249 26-63,-49-1 15,0 25-15</inkml:trace>
  <inkml:trace contextRef="#ctx0" brushRef="#br0" timeOffset="135400.19">12229 12898 0,'0'25'47,"0"25"-31,25-1-1,24-24 1,224 50 15,25-26 16,-249-24-31,-24 0-1,0-25 1,-25 50 0,0 49-1,-174 74 16,-24-49 16</inkml:trace>
  <inkml:trace contextRef="#ctx0" brushRef="#br0" timeOffset="136337.17">13915 13791 0,'0'-49'125,"-24"-1"-109,24-24-16,-50-1 15,25 1-15,-99-273 47,124 297-47,-25-24 0,1 24 16,24 25-16,0-198 47,0 173-47,0-24 15,24 0-15,200-199 47,-175 223-31,26 25-16,173-99 62,-224 124-46,26-25 0</inkml:trace>
  <inkml:trace contextRef="#ctx0" brushRef="#br0" timeOffset="136968.2">13196 13097 0,'0'0'0,"25"0"0,372-25 62,-372 25-46,49-25-16,25 25 16,-24 0-1,98-25 48,-148 25-63,0 0 31,0 0-15</inkml:trace>
  <inkml:trace contextRef="#ctx0" brushRef="#br0" timeOffset="137840.1">14908 13072 0,'-25'25'109,"0"24"-109,0 1 16,0 25-16,-49 272 46,74-298-30,0 26-16,0 222 63,0-272-63,0 0 0,0 0 31,25-25 94,24 0-125,-24 0 15,25-25-15</inkml:trace>
  <inkml:trace contextRef="#ctx0" brushRef="#br0" timeOffset="138422.84">15032 13295 0,'24'0'78,"26"25"-78,0 25 16,24-1-1,0-24-15,100 99 31,99 124 32,-248-223-47,-50-25 93,-25 0-109,-24 25 16,24-25-16</inkml:trace>
  <inkml:trace contextRef="#ctx0" brushRef="#br0" timeOffset="138839.16">15180 13767 0,'0'0'0,"25"-25"16,0-74-1,-25 49-15,25 25 16,0-74 31,-25 74-47,0 0 15,0 1 17,0-1-17</inkml:trace>
  <inkml:trace contextRef="#ctx0" brushRef="#br0" timeOffset="139410.2">15627 13072 0,'25'0'15,"0"0"-15,24 0 16,26 0 0,-51 25-1,51 49 1,-50-24 0,74 372 30,-99-398-46,25 76 16,-25 123 47,0-198-63,0-1 46,-50-24-30,25 0-16,-198-99 63</inkml:trace>
  <inkml:trace contextRef="#ctx0" brushRef="#br0" timeOffset="140434.88">14585 11633 0,'0'25'94,"0"0"-94,0 0 16,0 0-16,0-1 15,0 26-15,0 0 16,0 24 15,0-49-31,0 24 47,0-24-31,0 0 31,0 25-32,0-26 32,25-24-47</inkml:trace>
  <inkml:trace contextRef="#ctx0" brushRef="#br0" timeOffset="141216.67">16669 12973 0,'25'0'47,"-1"0"-32,51 0 17,-26 0-32,175 0 31,-200 0-31,100-25 31,-99 25 0,0 0 16</inkml:trace>
  <inkml:trace contextRef="#ctx0" brushRef="#br0" timeOffset="142121.35">16594 13444 0,'0'0'0,"25"0"16,0 0-16,49 0 15,-24 0-15,0 0 16,-1 0-16,100 0 31,-99 0-31,-26 0 16,76 0-1,-26 0 17,-49 0-17,0 0 32,-1 0-31,1 0 124,0 25-124,0-25 0,-25 25-16,25-25 15</inkml:trace>
  <inkml:trace contextRef="#ctx0" brushRef="#br0" timeOffset="-211919.35">9004 12055 0,'25'0'125,"-25"25"-110,0 24 1,25-24-16,-25 0 16,0 0 15,25-25-31,-1 25 219,1-25-204,-25-50 1,25 25-16,0 0 15,-25 1 1,0-1-16,25 0 16,-1 25 124,1-25-124,0 25 46,0 0-30,0 0-32,-1 25 15,1-25 1,-25 25-16,0 0 16,25-1-1,0-24 1,-25 25-16,0 0 31,0 0 78,0 0-46,0 0 109,25 24-172,-1 1 15</inkml:trace>
  <inkml:trace contextRef="#ctx0" brushRef="#br0" timeOffset="-206624.08">17884 12626 0,'-25'0'78,"50"-25"-62,0 0 15,25 0-15,-50 0-16,24 25 15,1 0-15,25 0 16,-25 0-16,24 0 15,1 0-15,-25 0 16,-1 0-16,26 0 16,-25 0-1,0 0 1,-25 25 62,0 0-62,0 0-16,0 24 15,0-24-15,0 25 16,0-25-16,0 24 16,0 1-16,0-1 15,0-24-15,0 0 16,0 25-16,0-26 15,0 1 1,0 0-16,-25 25 16,0-50-16,25 24 15,-25 1-15,0 0 16,25 0-16,-24 25 16,24-26-1,0 1 16,0 0 1,0 0-1,0 0-15,0-1 46,24-24-31,1 0-15,25 0-16,-1 0 16,1 0-16,0 0 15,-26 0-15,26 0 16,-25 0-16,0 0 15,0 0-15,-1 0 16,26 25-16,-25 0 16,24-25-16,-24 0 15</inkml:trace>
  <inkml:trace contextRef="#ctx0" brushRef="#br0" timeOffset="-204751.98">19372 12179 0,'0'-25'93,"-24"50"-46,-1 25-31,25-25-16,-50 24 16,25-24-1,25 25 1,-24-26-16,24 1 15,0 25 1,0-25 0,0-1-16,0 1 15,0 0-15,0 0 16,0 0 0,0-1-16,0 1 15,0 0-15,0 25 16,0-26-16,0 1 15,0 25-15,0-25 16,0-1-16,0 1 16,0 0-16,0 0 15,0 0-15,0 24 16,0-24-16,0 0 16,0 0-16,0 24 15,0-24 1,0 0-1,0 0 1,24 24 0,1-49-16,-25 25 15,25 25 1,0-50-16,-25 25 16,0-1-16,0 1 15,25 0-15,24 25 16,-49-26-1,25 1-15,-25 0 32,25-25-32,0 0 15,-1 0 1,-24 25 0,25-25 30,0 25 48</inkml:trace>
  <inkml:trace contextRef="#ctx0" brushRef="#br0" timeOffset="-201456.11">17636 13271 0,'0'-25'79,"0"0"-64,0 0-15,0 0 16,25 25-1,-25-25-15,25 1 16,24-1 0,-24 25-1,0 0 1,0 0 0,0 0-1,-1 0 282,1-25-266</inkml:trace>
  <inkml:trace contextRef="#ctx0" brushRef="#br0" timeOffset="-200798.16">17686 13196 0</inkml:trace>
  <inkml:trace contextRef="#ctx0" brushRef="#br0" timeOffset="-199959.19">17661 13196 0,'-25'0'94,"25"-25"-63,25 25-15,0-25-1,-25 1 1,25 24-1,-1 0 1,1 0 0,0 0-1,0 0 1,0 0 0,-1 0-1,1 0 32,0 0-31,0 0-16,0 0 62,-1 0-15</inkml:trace>
  <inkml:trace contextRef="#ctx0" brushRef="#br0" timeOffset="-197327.6">8508 12675 0,'0'50'109,"0"-25"-93,0-1-16,0 26 15,0 0-15,-25-1 16,25-24-16,0 25 15,-25-1-15,25-24 16,0 0 0,-24 24-16,24-24 15,0 0 1,0 0-16,0 0 16,0 24-1,-25-24 1,25 0-1,-25 25-15,25-26 16,0 26 0,-25 0-16,25-26 15,0 1 1,-25 25-16,25-25 31,0-1-31,-24 26 16,-1-50-16,25 25 31,-25 0-31,25-1 188,0 1-173,50-25-15,-1 0 16,26 0-16,-26 0 15,1 0-15,-1 0 16,1 0 0,24 0-16,1 0 15,-26 0-15,26 0 16,-1 0-16,1 0 16,24 0-16,-25 0 15,-24 0-15,0 0 16,-26 0-16,1 0 15,0 0 1,0 25 15,0 0-31,-1-25 32,1 0 233,0-25-265,0 0 16,-25-24-16,25-1 15,-25 25-15,24-99 16,-24 99-16,25-49 16,-25 49-16,0 0 15,0 1-15,0-1 16,0 0 31</inkml:trace>
  <inkml:trace contextRef="#ctx0" brushRef="#br0" timeOffset="-192919.03">19695 12725 0,'0'-25'0,"0"0"78,0 0-62,25 1 0,0-1-16,24 25 15,-24 0 1,0 0 0,0 0-16,-1 0 15,1 0-15,25 0 16,-25 0-1,-1 0 17,1 0 15,-25 25-32,0-1-15,0 1 16,0 25-1,0-1 1,0 1 0,-25-25-16,1 0 15,24 24 1,-25-24-16,0 0 16,25 0-1,-25-1-15,25 1 16,-25 0-16,1-25 15,24 25-15,0 0 16,0-1 0,0 1-1,24-25 95,51 25-95,-26 0-15,-24-25 16,25 0-16,-25 0 16,24 0-1,-24 0-15,0 0 47,0 0 31,-1 0-47</inkml:trace>
  <inkml:trace contextRef="#ctx0" brushRef="#br0" timeOffset="-189248.11">20662 12278 0,'0'0'0,"0"25"172,0 0-172,-25 25 15,25-26 1,-24 76 15,24-76-15,0 1-16,0 0 16,0 25-1,0-1 1,0 26-1,0 49 17,24 74 15,-24-173-47,25 0 15,0-1 1,50 76 31,-26-100-32,75 49 48,-74-49-63,-25 0 31,-1 0 0</inkml:trace>
  <inkml:trace contextRef="#ctx0" brushRef="#br0" timeOffset="-187023.61">20960 12452 0,'25'0'94,"0"25"-78,24 0-1,1 24 1,-25-24-16,24 0 16,26 49-1,-26-49 17,75 99 30,-74-99-46,-50 0-16,25-1 15,24 26 17,-24-25-17,25 0-15,-26-1 16,1 1 15,-74-25 94</inkml:trace>
  <inkml:trace contextRef="#ctx0" brushRef="#br0" timeOffset="-186359.89">21332 13072 0,'0'-25'15,"0"0"1,0-24 0,0 24-1,0-74 1,0 49-16,0 1 15,0-125 1,0-74 31,0 174-31,0 49-16,0 0 31</inkml:trace>
  <inkml:trace contextRef="#ctx0" brushRef="#br0" timeOffset="-183744.01">21109 11708 0,'0'-25'31,"0"0"-15,25 25-1,-1 0 1,1 0-16,25 0 0,-1-25 31,1 25 32,-25 0-63,0 0 15,-25 25 1,0 0 0,0 25 15,0-26-31,0 26 15,0-25 17,0 49 30,0-49-62,0 74 63,0-74-32,0 0 0,24-25-15,1 0-1,0 0 1,0 0 0,24 0 15,1 0-31,24 0 47,-49 0-32</inkml:trace>
  <inkml:trace contextRef="#ctx0" brushRef="#br0" timeOffset="-182919.58">21679 11733 0,'25'0'125,"0"-25"-125,0 0 15,0 25 1,-1 0-1,1 0 32,0 0-31,0-25 62,0 25-62</inkml:trace>
  <inkml:trace contextRef="#ctx0" brushRef="#br0" timeOffset="-181896">22027 11410 0,'0'25'250,"24"0"-250,1 24 16,25 51-1,-50-76 1,74 76-1,-49-76-15,25 125 63,-26-124-47</inkml:trace>
  <inkml:trace contextRef="#ctx0" brushRef="#br0" timeOffset="-180223.26">22399 11509 0,'0'25'156,"0"0"-156,24 0 16,1 49-1,25-49-15,-50 25 16,25-1 0,-25-24-1,24 25-15,-24-26 16,0 51-1,0-50 1,0 49 0,0 0 15,0 51 16,0-51-32,0 25 17,0 100 46,0-175-78,0 1 15,0 0-15,0 0 16,0 24 15,-24-24-15,-1 25 0,-74 173 46,74-173-62,-25 99 31,50-125-15,-25 125 31,25-124-32</inkml:trace>
  <inkml:trace contextRef="#ctx0" brushRef="#br0" timeOffset="-178647.5">22671 11336 0,'25'25'125,"-25"49"-125,25-49 15,0 24-15,0 1 16,0 74-1,-1-74-15,1 98 32,-25-98-32,25 49 31,-25-74-31,25 99 31,0-74-31,-25-25 16,24 99 15,1 49 0,-25 150 16,25-249-31,0-24-16,-25-26 15,0 26-15,0 149 47,0-150-47,0-24 0,0 25 16,0-26-16,-50 76 47,25-76-47,1 26 15,24-25-15,-50 24 32,0-24-32,1 74 31,24-74-31,25 0 31,-25 0 141</inkml:trace>
  <inkml:trace contextRef="#ctx0" brushRef="#br0" timeOffset="-176199.84">23540 12477 0,'24'0'140,"1"0"-124,0 0-16,0 0 16,148 0 15,-123 0-16,-25 0-15,25 0 16,-1 0 15,1 0-15,24 0 15,-49 0 32,0 0 93,0 0-140,-1 0-1,1 0 1,0 0-16,0 0 31,0 0 0,-1 0 32,1 0 15,0 0-62,-25 74-1</inkml:trace>
  <inkml:trace contextRef="#ctx0" brushRef="#br0" timeOffset="-170367.44">25499 11757 0,'-25'0'0,"1"0"31,-26 0-15,25 0 0,0 50-16,-24-50 15,-199 248 48,248-198-63,-50 148 62,50-173-62,0 25 0,0 74 47,0-100-47,0 1 31,50 25-15,-50-25 0,124 49-1,-75-49 1,-24 0-16,0-1 15,49-24 17,-49 0-17,-25 25-15,25-25 32,49 0-1,174-124 16,-198 25-16,0 25-15,99-224 30,-149 223-30,24 51-16,-24-51 31,25 26-31,-25-1 16,-49-124 46,24 150-62,-25-1 32,25 25-17,0-25 1,-24 25 15,-249 25 16,273-25-31,-49 49 15,49-49-31,-24 25 31</inkml:trace>
  <inkml:trace contextRef="#ctx0" brushRef="#br0" timeOffset="-169054.88">17190 15850 0,'24'0'78,"1"0"-62,0 0-16,74 0 31,-74 0-31,174-49 31,-1-26 1,-124 75-17,100 0 32,-149 0-31,0 0-1,-1 0 48</inkml:trace>
  <inkml:trace contextRef="#ctx0" brushRef="#br0" timeOffset="-168159.63">17934 15404 0,'25'25'46,"-1"-1"-30,26 1-16,24 0 16,100 25-1,-100-26-15,-24-24 16,124 25 15,-125 0-31,26 0 47,-50 0-31,-25-1-1,-25 100 32,0-99-47,-25 25 16,1-25-16,-150 74 47,150-74-47,-1-25 15,25 24 1,0-24 15,1 25 110,24 0-126</inkml:trace>
  <inkml:trace contextRef="#ctx0" brushRef="#br0" timeOffset="-165110.58">19273 15478 0,'25'0'16,"25"-25"-1,-1 1 1,-24 24-16,25-25 31,-1 25-31,-24-25 16,0 0-16,25 25 31,-1 0-31,-24 0 16,0 0 31</inkml:trace>
  <inkml:trace contextRef="#ctx0" brushRef="#br0" timeOffset="-164223.36">19968 14635 0,'0'49'78,"0"1"-78,0 24 16,0 1 0,49 198 31,-49-249-47,25 26 15,0 0 1,-25-26-1,50-24 64,-26 0-64,26 0-15,0-24 16,-1-1-16,26 0 15,-51 0 157</inkml:trace>
  <inkml:trace contextRef="#ctx0" brushRef="#br0" timeOffset="-163542.59">20389 14635 0,'0'49'62,"0"1"-46,0 24-16,50 274 47,-25-249-31,0-25-16,-25 1 0,124 446 46,-124-447-30,0-49-16,0 0 16,0 24-1,0-24-15,24-25 63,-48-25 77</inkml:trace>
  <inkml:trace contextRef="#ctx0" brushRef="#br0" timeOffset="-160823.89">20811 14412 0,'25'24'16,"0"26"-16,24-25 15,-24 24-15,99 51 47,-99-76-47,0 1 16,24 0-16,125 149 47,-124-174-32,-1 49-15,249 373 63,-248-323-63,-1-49 15,50 123 32,-74-123-47,0-50 32,-25 25-17,25 0 63,-25-1-46,-25 26-32,0-25 15</inkml:trace>
  <inkml:trace contextRef="#ctx0" brushRef="#br0" timeOffset="-160302.66">21208 15949 0,'25'-24'16,"49"-200"-1,-49 175-15,74-249 32,-74 174-17,0 25-15,0-174 32,-25 0 14,0 248-46,0 1 16,0-1-16,0-25 47</inkml:trace>
  <inkml:trace contextRef="#ctx0" brushRef="#br0" timeOffset="-155183">18901 14932 0,'25'50'47,"-25"-25"-47,25 49 16,0-24 0,-25-1-16,24 1 15,-24-25-15,75 322 47,-50-248-47,-1 25 0,1 0 16,50 174 15,-1 124 16,-24-323-32,-50-74-15,0 0 0,0 99 63,24-124-1,1 0-62,25 0 16,272 24 0,1117-24 46,-1166 0-62,-50 0 16,25 0-16,-124 0 15,0 0 1,0 0-16,-25 0 0,1-24 31,-51 24-31,75-100 32,199-24 14,-274 100-30,100-1 31,-124 0-31,-25 0 30,0-74-30,-50-25 0,-446-1017 46,422 992-62,24 0 16,1 0-16,-150-322 47,174 347-47,-24 50 0,24-1 15,-25 26-15,1-51 32,24 76-32,0-51 46,0 75-30,1-25 0,24 1 140,-25 24-140,-25 0-1,-49 0-15,-50 0 16,-446 0 15,471 0-15,-25 0-16,-347 49 31,397-24-15,-1 0-16,-48 0 15,-398 198 48,471-174-48,-49-24-15,-520 149 63,569-149-63,25 0 0,-74-1 31,50 1 0,49-25 32,25 50 109,75-1-157,-1 1-15,0-50 16,-24 50-16,198 98 47,-223-123-32,0 0-15,24 0 32,-49 0-32,25-25 31,-25 24-31,25 1 16,0-25 30,-25 25-30,25-25 0,-25 25-16,24-25 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1T21:57:35.485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149 12303 0,'25'0'109,"24"0"-93,26 0-16,-1 0 16,596 0 31,-546 0-47,49 0 15,100 25 1,-99-25-1,24 0-15,398 0 32,123 0-17,1687 0 48,-2108 0-48,-1 0-15,274 0 32,-323 0-32,25 0 0,545 0 31,1092 0 31,-1612 0-62,0 0 0,24 0 16,1811 0 31,-1736 0-47,-25 0 16,25 0-16,-50 0 15,323 0 1,1265 0 31,-1637 0-47,1091 0 31,1240-74 16,-1563 74-32,1936 0 48,-1216 0-32,-1538 0-31,25 0 16,24 0-16,26 0 15,1140 0 17,-1041 0-17,49 0-15,75 0 16,545-50 0,-669 25-16,-50 25 15,99 0 16,-471-25-15,0 0 0,0 1-16,0 48 93</inkml:trace>
  <inkml:trace contextRef="#ctx0" brushRef="#br0" timeOffset="3423.93">16421 769 0,'0'50'125,"0"-1"-110,0 26-15,0 123 32,25-74-32,-1 0 0,-24 124 31,0 695 16,0-844-32,0 0-15,0 50 16,0 49 0,0-74-16,0 0 15,0 373 32,0-423-47,0 25 16,0-24-16,0 297 47,0-298-47,0 25 15,0-24-15,0 24 16,0 273 15,0-248-15,0 0-16,0 0 0,0 25 15,0 397 17,-24-422-17,-1-25-15,0 0 16,25 149 0,0 273 15,124 471 31,-124-917-62,25-1 16,-25-24 0,49 98-1,-49-98-15,25 248 63,-25-249-63,0 26 0,0-1 15,0 50 1,0 75 15,0-26 0,0 26 1,0 24 15,0-124-32,0-49-15,0 24 0,0-49 16,0 25-1,0-1-15,0 1 0,0 74 32,0 0-1,0-99-31,0 148 47,0-123-32,0 49 17,0 0-1,0 25 16,0-49-16,0-50-31,0 123 63,0-123-63,-25 0 0,25 0 15,0 24 32,0-24-47,0 0 16,0 0-1,0 0 1,0 74 46,0-74-62,-24-1 16,24 1 15,0 0-15,0 0 15,0 0-15,0 24-1,0-24 1,0 0 0,0 0 15,0 0-31,0-1 31,0 1 110</inkml:trace>
  <inkml:trace contextRef="#ctx0" brushRef="#br0" timeOffset="17016.54">496 4614 0,'-25'0'94,"25"-25"-63,0 0-31,0 0 16,0-99 0,0 99-1,0-24-15,0-1 16,0 1 31,0 24-47,0 0 15,0 0 1,0-49 15,0-125 32,0 125-32,0 49-31,0 0 16,25-49-1,0-25 32,0 49-31,-25 25-1,0 0 1,25 1 0,-1-26 15,51-24-15,24-50 46,-49 99-15,-50 0-31,24 25 46,1 0-46</inkml:trace>
  <inkml:trace contextRef="#ctx0" brushRef="#br0" timeOffset="18032.57">273 4068 0,'25'0'47,"24"0"-31,-24 0-1,25 0 17,-26 0-32,1 0 31,0 0 31,0 0-46,0 0 0,49 0 15,-49 0 31</inkml:trace>
  <inkml:trace contextRef="#ctx0" brushRef="#br0" timeOffset="18896.84">1091 3125 0,'0'50'141,"0"-25"-141,0 0 15,0-1-15,0 1 16,0 124 15,0-124-15,0 0 15,0-1 141</inkml:trace>
  <inkml:trace contextRef="#ctx0" brushRef="#br0" timeOffset="19857.05">992 4043 0,'0'25'93,"0"0"-93,0 0 16,0-1-16,0 26 16,0 0-1,0 74 32,0-75-31,0 1-1,50 24 17,-50-49-32,0 0 15,25 24 1,-1-49-16,-24 25 47</inkml:trace>
  <inkml:trace contextRef="#ctx0" brushRef="#br0" timeOffset="20549.81">1141 4093 0,'25'0'78,"24"49"-62,-49-24-1,124 149 32,-99-149-47,-25-1 16,25 1-16,0 50 31,49-1-15,1 50 46,-75-99 63,-75 0-109,50-25-1</inkml:trace>
  <inkml:trace contextRef="#ctx0" brushRef="#br0" timeOffset="21064.43">1265 4762 0,'0'0'0,"0"-24"0,0-1 15,25-25 1,-25 25 15,124-148 16,-124 148-47,25-25 16,24-24-1,-49 24-15,25-24 16,0 24 31</inkml:trace>
  <inkml:trace contextRef="#ctx0" brushRef="#br0" timeOffset="22035.68">1612 3845 0,'25'0'63,"0"25"-63,-25-1 16,25 1-16,74 198 62,-74-173-62,0 0 16,-1 198 31,-24-224-32,25 1-15,-25 99 47,0-99-31,0 0-16,0 0 0,0 74 62,0-74-31,0 0 16,0-1-47,-25 1 32,1 25 14,24-25-30,-25-25 125,0 0-94,0 0-32,-24 0-15,-1-25 16</inkml:trace>
  <inkml:trace contextRef="#ctx0" brushRef="#br0" timeOffset="24281.33">2034 4242 0,'25'0'94,"0"0"-79,24 0 17,-24 0-32,124 0 62,-124 0-62,-1 0 0,1 0 31,0 0 47,0 0-62</inkml:trace>
  <inkml:trace contextRef="#ctx0" brushRef="#br0" timeOffset="25033.01">2133 4564 0,'25'0'94,"25"0"-94,-1 0 15,1 0-15,-1 0 32,-24 0-32,50 0 31,73 0 0,-123 0 16</inkml:trace>
  <inkml:trace contextRef="#ctx0" brushRef="#br0" timeOffset="47160.32">2803 3795 0,'25'0'78,"24"0"-78,1 0 16,0 0-16,-1 0 15,1 25 1,-25-25-1,49 74 17,-74-49-17,0 0-15,0 0 16,25 124 15,-50-125-15,-74 100 15,24-74 0,26 0 32,49-26-63,0 26 31,-25-25 0,25 0-31,0 99 47,0-50-16,25-74-15,24 0 62,1 0-78,-25 0 16,49-50 31,-74 26-32,25-1 1,-25 0 0,0-25-1,0 26 16,0-1-15,0-25 15,0 25-31,0 1 16,-25 24-16,0-25 16,1-25-1,-1 25 16,-74-24 1,74 24-17,-99-99 48,124 99-63,-25 0 31,25-49 16,0 49-47,0 0 16,0 1 62,0-1 125</inkml:trace>
  <inkml:trace contextRef="#ctx0" brushRef="#br0" timeOffset="48472.41">3448 3696 0,'0'-25'31,"25"25"1,-1 25-32,-24 0 15,25-25 1,50 124 15,-51-99-31,125 223 47,-124-224-31,-25 1-1,25 0-15,25 99 47,-26-99-47,1 24 31,0-49 48,-25 25-33,25 0 1</inkml:trace>
  <inkml:trace contextRef="#ctx0" brushRef="#br0" timeOffset="49104.5">3597 4415 0,'0'0'0,"0"-25"0,0 1 16,0-26-1,0-99 17,24 124-32,-24-24 15,25-1-15,0-24 31,0 24-31,0-24 0,49-50 32,-74 74-32,50 0 31</inkml:trace>
  <inkml:trace contextRef="#ctx0" brushRef="#br0" timeOffset="55008">3845 3249 0,'25'0'156,"-1"0"-140,1 0-16,74 0 31,-49 0-31,24 0 31,-49 0-31,0 124 78,-25-74-78,0 0 16,-25-26-16,0 1 0,1 25 62,48-50 48,1 0-95,25 25-15,-25-25 16,24 24 0,-24 1-1,0 0 32,-25 0-47,0 0 16,0 0 15,0-1-15,-25 1-1,0-25 1,-49 25 15,24-25 0,25 0-31,1 0 32,-26 25 14</inkml:trace>
  <inkml:trace contextRef="#ctx0" brushRef="#br0" timeOffset="57209.05">4514 3845 0,'0'25'47,"25"-25"-31,-25 24-16,0 1 15,25 0-15,-25 0 16,50 248 31,-50-224-47,24 26 15,1 73 17,25 26-1,-50-100 16</inkml:trace>
  <inkml:trace contextRef="#ctx0" brushRef="#br0" timeOffset="57849.89">4440 4415 0,'0'-25'47,"25"25"-31,0 0-1,-1 0 1,26-24 0,-25 24-16,24 0 31,-24 0-31,0 0 15,0 0 32,0 0-31</inkml:trace>
  <inkml:trace contextRef="#ctx0" brushRef="#br0" timeOffset="65560.02">5060 3969 0,'0'-50'62,"50"50"-46,74-49 15,-99 49-31,24 0 0,50 0 31,-74 0-15,-25 49 31,0 26-47,0-26 0,-25 1 15,-24 74 32,49-99 31,25-25-62,24 24 0,26 1-1,-51-25-15,51 75 32,-75-51-17,0 26 1,-124 99 31,-25-124 0,124-25-47,0 0 0,-24 0 15,-1 0-15,-74 0 63</inkml:trace>
  <inkml:trace contextRef="#ctx0" brushRef="#br0" timeOffset="66352.95">5755 3770 0,'24'0'32,"1"0"-32,25 0 15,24 75 16,-49-26-31,50 26 32,-1-1-1,149 224 31,-223-249-62,75 1 32,-51-25-32,51 24 62,-100-49 16,0 0-62</inkml:trace>
  <inkml:trace contextRef="#ctx0" brushRef="#br0" timeOffset="66960.75">6102 4564 0,'0'-50'16,"25"-24"15,-25 49-31,25 0 0,49-223 63,-74 224-63,0-51 0,0 26 31,0-1 0,0 25-15,25-24-1,0-1 17</inkml:trace>
  <inkml:trace contextRef="#ctx0" brushRef="#br0" timeOffset="70224.14">6350 3423 0,'0'-25'62,"25"25"-30,0 0-17,-1 0-15,26 0 0,-25 0 63,0 0-63,-1 0 31,-24 174 16,0-149-31,0-1-16,0 1 15,-24 0 32,24 25 78,24-50-109,26 0-16,0 0 15,-1 0-15,150 0 47,-174 0-47,-1 0 16,1 25 171</inkml:trace>
  <inkml:trace contextRef="#ctx0" brushRef="#br0" timeOffset="88137.04">6896 4192 0,'25'0'125,"24"0"-109,1 0-16,24 0 15,-49 0 1,149 0 15,-125 0-15,-24 0-1,0 0 32</inkml:trace>
  <inkml:trace contextRef="#ctx0" brushRef="#br0" timeOffset="92689.16">7739 3870 0,'0'-25'94,"25"0"-78,74 25 15,-74 0-31,173 25 62,-173-25-62,-25 25 0,0 123 63,0-73-63,0-50 15,-25-1-15,1 26 16,-150 49 15,149-74-31,-25-25 16,26 0 0,-1 25 30,25 0-30,0-1 31,0 1-47,25 0 31,74 0 0,-74-25-15,-1 0-16,101 25 47,-101-25-31,1 0-16,0 0 15,49 0 16,-49 0-15,-50 0 109,1 0-125</inkml:trace>
  <inkml:trace contextRef="#ctx0" brushRef="#br0" timeOffset="93609.19">8409 3870 0,'49'0'79,"1"24"-64,0-24-15,-1 50 16,125 24-1,-125-74 1,-24 25-16,0 0 16,49 25-1,-24-26-15,-50 1 16,50 0 0,99 99 46,-125-99-46,1-25-1,-25 25 110,0-1-109,-49 1-16</inkml:trace>
  <inkml:trace contextRef="#ctx0" brushRef="#br0" timeOffset="94217.57">8632 4638 0,'0'-49'16,"0"-1"-16,25-24 15,24-1 1,26-98 15,-50 123-31,-1 1 0,26-150 31,-25 1 1,49 24 30</inkml:trace>
  <inkml:trace contextRef="#ctx0" brushRef="#br0" timeOffset="97809.08">9773 3522 0,'0'25'78,"0"0"-63,0 24 1,50 100 0,-26-99-16,1 0 15,0 49 1,0 74 15,0-49 0,-1-24 1,-24-76 15,0 1-32,0 0 16</inkml:trace>
  <inkml:trace contextRef="#ctx0" brushRef="#br0" timeOffset="98400.61">9599 4068 0,'25'0'94,"25"0"-79,24 0-15,-24 0 16,-1 0-1,-24 0-15,25 0 32,-25 0-1,-1 0 0,26 0 0,-25-25-15,0 0 0,24 25-16,1 0 15,0 0 1,-26 0-16</inkml:trace>
  <inkml:trace contextRef="#ctx0" brushRef="#br0" timeOffset="103498.45">10393 3572 0,'-25'0'47,"25"25"-31,0-1-1,0 76 1,25 297 46,0-348-62,-25 1 0,25-25 16,0-1-16,-25 1 16,24 0-1,26 0 1,-25-25-16,24 25 31,299-50 32,-299 0-63,75-74 31,-24-75 0,-100-74 0,0 149-15,0 24 0,-149-148 30,99 198-46,25 1 16,-24 24-16,-1-25 31,-124 50 1,100 49-32,-248 298 62,297-322-62,0-1 16,0 51-1,25 24 17</inkml:trace>
  <inkml:trace contextRef="#ctx0" brushRef="#br0" timeOffset="105249.07">2803 5928 0,'25'0'32,"24"0"-17,26 0-15,74 0 16,74 0-16,2679 0 47,-1910 0-32,25 0-15,2158 0 32,-2307 0-32,-272 0 15,73 0 1,-594 0 46,-100 0 17,0 0-79</inkml:trace>
  <inkml:trace contextRef="#ctx0" brushRef="#br0" timeOffset="125113.05">6474 1786 0,'0'50'94,"0"24"-79,0-24-15,0 49 16,25 198 15,-25-247-15,0-25-16,0 24 16,0-24-1,0 124 48,0-124-63,0 0 15,0 0-15,0 49 47,25-74-16,49 50-15,-49-26-16,49 1 16,323-25 31,-347 0-47,-1 0 15,100-25 32,-50 1-47,-74-1 16,0 25-16,99-25 31,-25 25-31,273 0 16,-223-25-1,372 25 48,-372 0-63,-25 0 0,149 0 31,173-49 0,-123-1 0,520 50 16,-719 0-31,496 0 31,-471 0-32,-25 0-15,447 0 32,148 50-1,-496-50-31,1117 0 62,-1266 0-62,25 0 16,25 0 15,-25 0-15,1 0 46,-76 0 17,1 0-64,0 0 1,0 0-1,0 0 17,-25-25 46,0 0-78,0-124 31,0 124-31,25-198 31,-1 124 1,1-25 14,-25 99-30</inkml:trace>
  <inkml:trace contextRef="#ctx0" brushRef="#br0" timeOffset="127400.64">8979 1240 0,'-25'0'16,"1"0"15,-1 0-15,-50 25 15,26 25-31,49-26 16,-50 100-1,25 125 48,25-225-63,0 26 15,0-25 1,0 24 0,0 100 15,50 0 0,-25-99-15,0-26-16,-1-24 15,100 75 32,-99-75-31,0 0-16,273-25 47,-273-25-32,74-98 17,-74 48-32,-1 1 0,-24 25 15,-24-398 16,-1 398-15,0 0-16,0 24 16,-24 0-16,24 1 47,0 49-16</inkml:trace>
  <inkml:trace contextRef="#ctx0" brushRef="#br0" timeOffset="128761.26">13940 1364 0,'-25'0'78,"25"25"-78,-24 25 16,-26 98 0,0-98-16,26 372 62,24-397-62,0 148 31,0-98-31,49 123 32,150 50 30,-125-223-46,-24 0-16,148-25 31,-123-25-31,24-25 16,298-223 30,-348 199-46,1 24 0,-25 1 16,24-75 0,-198-496 31,75 545-32,-149-148 16,-75 99 1,224 124-1</inkml:trace>
  <inkml:trace contextRef="#ctx0" brushRef="#br0" timeOffset="130154.06">11708 1389 0,'-25'0'62,"0"0"-62,0 0 16,-24 0-16,-1 50 31,1-1-31,-175 150 47,175-125-47,49-49 16,-50 0-16,25 74 31,0-49-31,1-1 0,24 50 31,0-74-31,0 149 31,0-100 1,99 25 15,-74-74-32,148 25 16,-98-25-31,-1-25 0,373-124 63,-398 99-63,-24-25 0,25-123 31,-1-199 16,-49 297-47,0-49 31,0 50-15,-49 49 0,-100-25 15</inkml:trace>
  <inkml:trace contextRef="#ctx0" brushRef="#br0" timeOffset="134136.47">8086 843 0,'0'-24'31,"0"-1"-15,-24 25-16,-1-25 16,-25 0-1,0 25 1,-272 0 46,297 0-62,-24 0 16,-100 0 31,124 0-47,-25 25 16,-98 0 15,48 24 0,1 26 0,-50 49 16,124-99-31,-49 74 31,74-74-32,0-1-15,-50 51 32,50-50-32,-24 74 31,24 74 16,0-98-32,0-25-15,24-1 16,-24 26-16,25-1 16,0-24-1,-25-26-15,25 26 16,49 124 46,-49-125-62,0-49 16,-25 25 0,50 49 15,-26-24-16,1 0 1,25-26 0,123 51 46,-98-75-62,-26 0 0,199 0 31,-148 0-15,48 0-16,175-99 47,-298 74-31,24 25-16,-24-50 15,124-198 32,-75 174-47,-49-25 0,99-199 31,-124 199-31,0-422 63,0 422-63,0-1 0,-49 51 15,-51-150 32,76 175-31,-1 24-16,-50-25 31</inkml:trace>
  <inkml:trace contextRef="#ctx0" brushRef="#br0" timeOffset="136017.99">10443 1166 0,'0'-25'78,"-75"25"-62,1 0-1,0 25 1,49 0-16,-25-1 0,-24 26 31,-150 173 16,175-198-31,49 25-16,0-26 15,-25 26-15,0 0 16,25 24 0,-25 100-1,1-125 1,24 150 15,0-150-31,0 26 31,49 74 1,1-100-17,148 26 48,-148-75-63,24 0 0,224 0 31,24-174 0,-98 50 0,-200 50-31,150-323 47,-174 173-31,0 76-16,-25-299 31,-173-49 16,173 471-31,25 0-1,-99 50 17</inkml:trace>
  <inkml:trace contextRef="#ctx0" brushRef="#br0" timeOffset="137270.1">12923 943 0,'-25'0'47,"-49"0"-32,24 24-15,1-24 16,-75 100-1,74-51-15,-123 224 63,173-174-63,-50-49 16,25-25-16,25 74 15,0 174 48,0-248-63,0 74 31,0-74-31,25 49 31,-25-49-31,25-25 16,24 49-1,51-49 17,520-24 15,-471-1-32,-50 25-15,25-25 16,-25-25-16,75-24 15,-100 0 1,224-348 31,-298 372-31,0-49-16,0 0 15,0-100 1,-199-321 15,-173 197 32,298 323-63,-149-50 15</inkml:trace>
  <inkml:trace contextRef="#ctx0" brushRef="#br0" timeOffset="140312.04">15776 595 0,'0'25'93,"0"25"-77,-25-1-16,0 1 16,-74 198 31,74-223-47,0 0 15,-24 49 32</inkml:trace>
  <inkml:trace contextRef="#ctx0" brushRef="#br0" timeOffset="140952.68">15404 843 0,'0'25'47,"25"25"-47,-25-1 16,0 26-16,24 74 31,1-75-31,0 50 31,0-50 32,24-74-16,-24 0-47,0-24 15,49-1 1,-24-25-16,24 1 63</inkml:trace>
  <inkml:trace contextRef="#ctx0" brushRef="#br0" timeOffset="210673.41">17314 4316 0,'-25'-25'78,"0"0"-62,0 25-16,25-24 15,-25-26 1,1 25-16,24 0 16,0 1-16,0-26 15,-25 0-15,0 26 16,25-1-16,-25-25 15,0 25-15,25 1 16,0-1-16,0 0 16,0 0-16,0 0 15,0-24 1,0 24-16,0 0 16,0 0-16,0-24 15,0-26-15,25 50 16,-25-24-1,25 49-15,0-25 16,-25 0-16,25 0 16,-1-24-16,26 24 15,-50 0-15,50 0 16,-50 1-16,24 24 16,1-25-16,0 25 15,0 0 16,0 0-15,-1 0-16,1 0 16,0 0-1,0 0 1</inkml:trace>
  <inkml:trace contextRef="#ctx0" brushRef="#br0" timeOffset="211554.7">16917 3919 0,'49'0'78,"-24"0"-62,0 0-16,25 0 16,-1 0-16,1 0 15,-1 0-15,-24 0 16,0 0-16,25 0 16,-26 0-16,1 0 15,0 0 1</inkml:trace>
  <inkml:trace contextRef="#ctx0" brushRef="#br0" timeOffset="212272.69">17735 3820 0,'0'25'63,"0"0"-48,0-1-15,0 1 16,-24 25-16,-1-1 16,25-24-1,0 0 1,0 25-16,0-26 15,0 1-15,0 0 16,0 0 0,0 0 15,0-1-31,25-24 31,-1 25-31</inkml:trace>
  <inkml:trace contextRef="#ctx0" brushRef="#br0" timeOffset="212858.74">18008 3894 0,'25'0'16,"25"0"15,-50 25-31,24 0 16,26 0 0,-50 0-16,25-1 15,0 1-15,-25 0 16,24 0-16,1 0 15,0-1 1,-25 26 15,25-50-31,-25 25 125,0 0-125,0-1 16,-50 1-16</inkml:trace>
  <inkml:trace contextRef="#ctx0" brushRef="#br0" timeOffset="213337.15">18083 4366 0,'0'-25'16,"24"0"-16,1 0 15,0 0-15,0-24 16,0-1-16,24 25 15,-49-24-15,25 24 16,-25 0-16,25 0 16,-25-24-16,0-1 15,25 25 1,-25 1 0,0-1-1</inkml:trace>
  <inkml:trace contextRef="#ctx0" brushRef="#br0" timeOffset="214106.71">18430 3721 0,'25'0'47,"-1"0"-31,26 25-16,-50-1 15,50 1 1,-25 25-16,-1-25 0,1 24 16,-25 1-1,25-25-15,0 24 16,-25-24-16,0 25 15,0-1 1,0-24-16,0 0 16,0 24-16,0-24 15,0 0 1,0 0-16,0 0 16,0 24-16,0-24 15,0 0 1,-25-25-16,0 25 15,0-25 64,1 0-1,-1 0-63,-25 0 1,25 24-16</inkml:trace>
  <inkml:trace contextRef="#ctx0" brushRef="#br0" timeOffset="-214160.02">19025 4068 0,'25'0'110,"0"0"-110,24 0 15,-24 0-15,0 0 16,25 0-16</inkml:trace>
  <inkml:trace contextRef="#ctx0" brushRef="#br0" timeOffset="-213680.05">19124 4415 0,'50'0'47,"-25"0"-32,0 0-15,24 0 16,-24 0 0,0 0 15</inkml:trace>
  <inkml:trace contextRef="#ctx0" brushRef="#br0" timeOffset="-212575.97">19769 3448 0,'0'25'109,"0"24"-93,0 1-16,25-1 15,0-24-15,0 25 16,0-25-1,-25 0-15,0 24 16,24-24-16,1 0 16,-25 24 15,0-24-15,25-25-1</inkml:trace>
  <inkml:trace contextRef="#ctx0" brushRef="#br0" timeOffset="-211823.26">19769 4167 0,'25'0'94,"25"0"-94,-1 0 15,-24 0-15,25 0 16,-25 0-16,-1 0 16,1 0-16,0 0 15,25 0-15,-26 0 31,1 0-31,0 0 16,0 0-16,24 0 16,-24 0-1,0 0-15,0 0 32,0 0-1,-1 0 0,1 0-15,0 0-16</inkml:trace>
  <inkml:trace contextRef="#ctx0" brushRef="#br0" timeOffset="-210616.04">20117 4341 0,'0'25'78,"49"-25"-62,1 24 0,-25-24-1,-25 25-15,0 0 31,0 0-15,0 0-16,0-1 16,0 1-16,24-25 62,1 25-46,0-25-1,0 25-15,0-25 16,-1 25-16,26-1 16,-25 1 15,0 25 0,-1-50-15,-24 25-1,0-1-15,0 1 63,0 0-63,0 0 16,-24-25-1,-1 25 1,25 0-1,-25-25 1,0 0-16,0 24 16,1-24-1,-1 0-15,0 0 16,-25 25 15,26-25-15,-1 0-1,0 0 17,0 0 77,0 0-109</inkml:trace>
  <inkml:trace contextRef="#ctx0" brushRef="#br0" timeOffset="-209087.44">21109 3249 0,'-25'50'110,"0"0"-95,0-26 1,1 1-16,24 25 15,-25-25-15,0 24 16,25-24-16,-25-25 16,25 25-16,0 0 15,-25 24-15,25 1 16,0 0 0,0-26-16,0 26 15,0-25 1,0 0-16,0-1 15,0 26-15,0-25 16,0 0-16,0 24 16,0 26-16,25-51 15,-25 1-15,0 25 16,25-25-16,0-1 16,-25 1-16,25 0 15,-1 25-15,-24-26 16,25 1-16,0 25 15,0-1 1,24-24-16,-24 25 16,0-25-16,25 24 15,-50-24-15,24-25 16,1 50-16,0-50 16,-25 24-16,50 1 15,-26-25 1,1 25-16,0 0 15,0-25 17,0 0 15</inkml:trace>
  <inkml:trace contextRef="#ctx0" brushRef="#br0" timeOffset="-208159.88">21357 3423 0,'25'0'16,"49"0"-1,-49 25-15,24-25 16,-24 49-16,25-49 15,-1 50-15,-24-25 16,25 24 0,-25-24-16,0 0 15,24 0-15,-24 0 16,25 0-16,-50-1 16,49 1-16,-49 0 15,25-25-15,25 25 16,-50 0-1,49-1 32,-49 1 47</inkml:trace>
  <inkml:trace contextRef="#ctx0" brushRef="#br0" timeOffset="-207431.87">21828 3969 0,'0'-50'15,"-25"1"1,25 24 0,0 0-1,0 0-15,0 0 16,-24 1 15,24-1-15,0 0-1,0 0 1,0 0 0,0 0-16,0-24 15,0 24-15,0 0 16,0 0-16,24 1 16,-24-1-16,0 0 78</inkml:trace>
  <inkml:trace contextRef="#ctx0" brushRef="#br0" timeOffset="-205414.1">21729 3001 0,'25'0'63,"0"0"-47,-1 0 15,1 0-16,0 0 1,-25 25 15,25-25-15,-25 25 0,25 0 15,-25 0 0,0-1-15,0 1 31,0 0-32,0 0 32,0 0-31,24-25 93,26 0-93,0 0-16,-1 0 15,1 0-15,-25 0 16,24 0-16,-24 24 16,0-24 15,0 0 47,-25 25 0,0 0 0,-25 0-62,0-25 15,0 0-15,0 0-1,1 25 1,-1-25 15,25 24-15,-25-24-1,0 25-15,0-25 16,-24 25 15,24-25 1,0 0 139,25 25-139,0 0-17</inkml:trace>
  <inkml:trace contextRef="#ctx0" brushRef="#br0" timeOffset="-204343.26">22671 3423 0,'0'-25'109,"25"25"-109,-25 25 16,25 0-1,0 24-15,-25-24 16,0 0 0,0 25-16,0-26 15,0 1-15,0 25 16,0-25-16,25 0 15,0 24-15,-25-24 16,0 0 0,0 0 15,0-1 0,0 1-15,24 0-16,1-25 15</inkml:trace>
  <inkml:trace contextRef="#ctx0" brushRef="#br0" timeOffset="-203663.98">22547 3746 0,'25'0'93,"25"0"-77,-1 0-16,-24 0 16,0 0-16,25 0 15,-1 0-15,-24 0 16,0 0-16,0 0 15</inkml:trace>
  <inkml:trace contextRef="#ctx0" brushRef="#br0" timeOffset="-202424.03">23093 3349 0,'50'0'187,"-25"24"-171,-1-24-16,1 25 15,0 0 1,0 0 0,-25 0-1,0-1 1,0 1 0,0 0-16,0 25 15,0-26 1,0 1-16,0 0 15,0 25-15,-25-50 16,25 25-16,0-1 16,-25 1-16,0 0 15,25 0 1,-24 0-16,24-1 31,-25 1-15,25 0 15,0 0 32,25-25-32,-1 0-31,26 0 15,0 0-15,-26 0 16,26 0-16,-25 0 16,0 0 31,-1 0-32,1 0 16,0 0-15</inkml:trace>
  <inkml:trace contextRef="#ctx0" brushRef="#br0" timeOffset="-201517.7">23614 3150 0,'25'0'125,"24"0"-109,-24 25-16,25 25 15,-25-26-15,24 26 16,1-25-16,0 24 15,-1-24-15,1 25 16,-25 24-16,24-24 16,-24-1-16,25 1 15,-50 25-15,49 24 16,-24-25-16,0-24 16,-25-25-16,0 24 15,0 26-15,0-26 16,0 26-16,0-1 15,0 0-15,0-24 16,0 24-16,-25 1 16,0-1-16,0-24 15,1-1 1,-1 26-16,25-25 16,-25-1-16,-25 1 15,26-1-15,-1-24 16,25 0-16,-25 0 15,0 0-15,0-1 16</inkml:trace>
  <inkml:trace contextRef="#ctx0" brushRef="#br0" timeOffset="-194199.67">17388 7069 0,'0'-24'94,"0"-1"-79,25 0-15,24 0 16,26-24-16,-25 49 16,-1-50-16,-24 0 15,25 1-15,-26-26 16,1 26 0,0-1-16,0 0 15,0-24-15,24 24 16,-49 26-16,25-1 15,-25 0-15,0 0 16,25 25 15,-25 25 63,25 25-94,-25-26 16,0 26-16,0 0 15,0-26-15,0 26 16,0 0-16,0 24 16,0-49-16,24 49 15,-24-24-15,25 0 16,-25-26-1,0 26-15,0-25 16,0 0 0,0-1-16,25 1 15,-25 0 1,0 0 0,0 0 15</inkml:trace>
  <inkml:trace contextRef="#ctx0" brushRef="#br0" timeOffset="-193607.13">17785 7268 0,'0'0'0,"50"-25"15,-1 25-15,1-25 16,49-24-16,-74 49 16,24-25-16,1 0 15,-25 0-15,24 25 16,1 0-1,0 0 1,-26 0-16,1 0 16,0 0-16,0 0 78,0 0 31</inkml:trace>
  <inkml:trace contextRef="#ctx0" brushRef="#br0" timeOffset="-192863.68">17512 7689 0,'0'-24'16,"0"-1"0,25 25-16,25 0 15,-26 0-15,51-25 16,49 0-16,-25 0 16,-49 25-16,98-24 15,1-1-15,0 0 16,-50 25-1,50-25-15,-74 0 16,-26 25-16,26-24 16,-51-1-16,1 25 15,0 0-15,25 0 16,-26 0-16,1 0 16,25-25-16,-25 0 15</inkml:trace>
  <inkml:trace contextRef="#ctx0" brushRef="#br0" timeOffset="-191671.41">18182 7739 0,'25'0'15,"24"0"1,1 0-16,-1 0 16,1 0-16,24 0 15,-24 0-15,0 0 16,-1 0-16,-24 0 16,-25 25 30,0 49-30,0-49-16,0 25 16,0-26-16,-25 26 15,75-25 126,0 0-141,-26-25 16,1 0-16,25 25 15,-25-1-15,-1 1 16,1-25-1,-25 25-15,25-25 16,-25 25 0,0 0-16,0-1 15,0 1 1,0 25 0,0-25-16,-25-1 15,0 1-15,1-25 16,-1 25-16,0 0 15,-25-25-15,26 25 16,-1-1-16,-25-24 16,1 0-1,24 0-15,0 0 16,0 0-16,0 0 16,0 0-1,1 0 1,-1 0 46</inkml:trace>
  <inkml:trace contextRef="#ctx0" brushRef="#br0" timeOffset="-189951.38">19993 5904 0,'-25'0'62,"0"0"-46,0 74 15,25-24-31,-25-1 16,1 26-16,-1-51 15,25 1-15,-25 50 16,0-51-16,25 1 16,0 50-16,0-51 15,0 1-15,0 25 16,0-1-16,0 1 15,0 24-15,0-24 16,0 0-16,0-1 16,0 1-16,0 24 15,0-49-15,0 50 16,25-26-16,-25-24 16,25 49-16,-25-24 15,25-25-15,-1 24 16,1 1-16,25 0 15,-25-26-15,-1 26 16,51-50-16,-50 50 16,-1-50-16,26 24 15,-25-24 1,24 25-16,-24-25 16</inkml:trace>
  <inkml:trace contextRef="#ctx0" brushRef="#br0" timeOffset="-182328.17">20067 6449 0,'0'0'0,"50"0"0,24-25 16,-24 25-16,272-74 47,-297 74-31,-25 25 30,0 24-46,0 1 16,-25-25-16,25 0 16,0-1 62,25-24-63,-25 25-15,74 0 16,-24-25 0,99 124 31,-149-99-47,25 0 15,-25-1 1,0 76 15,0-75-15,0-1-16,-25 1 0,-99 0 31,99-25-31,-25 0 0,-74 25 62,99-25-62,1 0 47</inkml:trace>
  <inkml:trace contextRef="#ctx0" brushRef="#br0" timeOffset="-181613.49">21059 6325 0,'0'25'78,"50"0"-62,-1 0-16,75 49 15,-99-74 1,124 124 15,-124-74-31,74 24 31,25 0-15,-124-49-16,25-25 94,-25 25-63,25-25 32,-25 25-48</inkml:trace>
  <inkml:trace contextRef="#ctx0" brushRef="#br0" timeOffset="-180911.11">21208 6945 0,'0'0'0,"0"-24"0,25-26 16,24-74 30,-24 74-46,-25 25 16,25-49 15,49-273 16,-49 322-31</inkml:trace>
  <inkml:trace contextRef="#ctx0" brushRef="#br0" timeOffset="-176767.3">21382 5407 0,'24'0'46,"26"0"-46,-25 0 16,0 0-16,49 0 31,-24 0-31,-1 0 32,1 0-17,-25 149 48,-50-99-48,-25 24 1,50-49-16,-49 49 31,49-49 110,24 0-110,76 0-15,-75-25-1,99 25 48,-100-25-63,1 25 203</inkml:trace>
  <inkml:trace contextRef="#ctx0" brushRef="#br0" timeOffset="-175446.91">22448 5854 0,'25'50'63,"0"-1"-47,0 1-16,-1 49 15,1-74 1,-25 0-16,75 173 62,-75-148-62,49 24 32,-24-49-1,-25 0 16,0-1 140,0 1-171,0 0 124</inkml:trace>
  <inkml:trace contextRef="#ctx0" brushRef="#br0" timeOffset="-174759.63">22275 6400 0,'0'-25'47,"24"0"-31,1 0-1,25 0 1,99-24 0,-75 24-1,50-25 1,-49 50 0,-26-24-16,26-1 46,-26 25-30,-24-25-16,0 0 31</inkml:trace>
  <inkml:trace contextRef="#ctx0" brushRef="#br0" timeOffset="-168559.53">23118 5581 0,'0'25'62,"0"0"-46,0 24-1,0 125 17,0-149-17,0 0-15,0 74 63,25-50-63,-25 26 15,25-75-15,-1 25 16,-24 24 0,50 1 15,49 24 0,75-24 16,-149-50-31,-1 0-1,51-25 16,-50 0-15,-25 0 0,0 1-16,0-150 47,0 25-32,-25 75-15,0-1 16,-25 26-16,-98-100 78,123 149-78,-25-25 62,25 25-62,1 0 32,-1 0-1,0 0-31,25 50 0,-25-1 16,25-24-1,0 49 16,0-49-31,25 0 16,0-25-16</inkml:trace>
  <inkml:trace contextRef="#ctx0" brushRef="#br0" timeOffset="-167567.25">23366 5184 0,'74'0'62,"-24"25"-62,24 0 16,299 272 31,-324-247-32,-24-50-15,25 50 16,24 198 31,-49-174-47,0 25 31,-25-74-15,0 50-1,0 123 48,0-173-63,0 0 15,-75 74 32,50-74-31,1-25 109,-1 0-110,0 0 1</inkml:trace>
  <inkml:trace contextRef="#ctx0" brushRef="#br0" timeOffset="-166152.02">24631 5854 0,'50'0'125,"-26"0"-125,1 0 15,25 0-15,-1 0 16,51 0 0,-51 0-16,75 0 31,-99 0 0</inkml:trace>
  <inkml:trace contextRef="#ctx0" brushRef="#br0" timeOffset="-165462.96">24705 6400 0,'25'0'94,"25"0"-94,24 0 15,-24 0-15,49 0 16,-49 0 0,49 0 15,-74 0-31,24 0 47</inkml:trace>
  <inkml:trace contextRef="#ctx0" brushRef="#br0" timeOffset="-163599.23">25871 5383 0,'25'-25'31,"-25"50"32,25-1-47,0 1-16,0 50 31,-1-26-31,1 50 47,25 25 0,-50-99-32,0 0 1,25 0-1,-1 0 1,-24 0 0,0 24-1,25 1-15,0-25 16,-25 24 0,50 1 46</inkml:trace>
  <inkml:trace contextRef="#ctx0" brushRef="#br0" timeOffset="-162646.45">25772 6300 0,'25'0'62,"0"0"-46,24 0-16,26 0 15,-26 0-15,125 0 47,-124 0-47,-26 0 0,1 0 16,50 0 31,-51 0-32,1 0 17,0 0-17,25 0 1,-26 0-16,51 0 62,-50 0 63</inkml:trace>
  <inkml:trace contextRef="#ctx0" brushRef="#br0" timeOffset="-161159.92">26020 6772 0,'0'0'0,"50"-25"16,-1 0 0,-24 25 31,0 0-32,0 0 1,24 0 15,-24 0-31,0 0 0,-25 25 16,25-25 46,0 25-46,-25-1 46,0 1-46,0 50 0,-50-50-1,25 24 1,0-49-1,50 0 126,25 0-125,-25 0-16,24 0 15,50 50 1,-49-50 0,-25 0 15,24 25 0,-49-1-31,50 26 47,-50-25-31,0 0-1,0-1 16,0 1-15,0 0 15,0 0-31,-25 0 0,0-25 16,-123 49 31,123-49-47,-25 25 0,1 0 15,-26-25 17,-24 0-1,74 0 16</inkml:trace>
  <inkml:trace contextRef="#ctx0" brushRef="#br0" timeOffset="-158376.15">27484 5011 0,'0'24'93,"-25"26"-93,25 0 16,-25-1-16,-49 125 47,74-125-47,0 1 31,-25 0-15,0 148 15,0-74-15,75 124 15,24-74 0,100 24 0,-149-173-15,99 49 31</inkml:trace>
  <inkml:trace contextRef="#ctx0" brushRef="#br0" timeOffset="-157370.58">28104 5457 0,'25'0'46,"24"0"-30,50 0 0,-74 0-1,0 25 1,-25 0 15,0 74 32,0-74-63,0-1 15,25 1 1,0 25 15,-1-25-15,1-1-1,0 1 1,-25 0-16,50 74 31,-26-24 16,-24-50-31,-24 49-1,-51-49 17,-24-25 30,74 0-62,-74-25 63</inkml:trace>
  <inkml:trace contextRef="#ctx0" brushRef="#br0" timeOffset="-156727.04">28773 5358 0,'25'0'63,"0"0"-63,-25 49 15,50-24-15,49 99 32,0-25-1,-74-49-31,99 124 47,-99-174-32,0 25 1,-25-1 0,24 1-16,1 0 62,0 0 1,-75 0-32</inkml:trace>
  <inkml:trace contextRef="#ctx0" brushRef="#br0" timeOffset="-156231.89">28997 6052 0,'0'0'15,"0"-49"-15,74-50 31,-74 74-31,50-149 32,-25 124-32,24-173 31,-24 74 31,-25 125-62,25-1 94</inkml:trace>
  <inkml:trace contextRef="#ctx0" brushRef="#br0" timeOffset="-155150.85">29319 4787 0,'25'0'62,"0"0"-46,0 0-16,24 25 16,1 0 15,24 25 0,-49 24 16,-25-24-31,0-26-1,-25-24 1,25 25 46,0 0-62,25 0 110,0 0-95,0-25 17,-1 0 46,1 0-47,0 24 16,0-24-47,-25 25 94,0 0-79</inkml:trace>
  <inkml:trace contextRef="#ctx0" brushRef="#br0" timeOffset="-154317.98">29865 4738 0,'0'24'93,"0"26"-77,25 0-16,-1 24 31,1-49-31,-25 0 16,0 24-1,99 224 17,25 124 15,-173-74-16,24-274-16,-173 174 32,198-198-47,-25 0 0,0 0 16,-25 0 46,26-25-62,-1 0 32,0 0-1,0 0-31,-24-25 31,24 0 0</inkml:trace>
  <inkml:trace contextRef="#ctx0" brushRef="#br0" timeOffset="-152839.28">30460 5730 0,'0'-25'16,"0"0"62,25 25-47,25 0-31,-1-25 16,-24 25-1,99-24 16,-50 24-15,26 0 47</inkml:trace>
  <inkml:trace contextRef="#ctx0" brushRef="#br0" timeOffset="-152183.02">30609 6052 0,'25'0'78,"49"0"-62,1 0-16,-1 0 16,50 0-1,-74 0 1,49 0 31,-74 0 47,-1 25-79,-24 0 32</inkml:trace>
  <inkml:trace contextRef="#ctx0" brushRef="#br0" timeOffset="-150023.2">28426 4837 0,'0'50'63,"0"-26"-47,0 1-16,0 0 15,-25 223 32,25-198-47,-24 24 0,-1 75 31,25-124-15,0-1-16,-75 175 47,75-174-32,0 49-15,-124 224 47,100-273-31,24-1-16,-25 125 62,25-124-46</inkml:trace>
  <inkml:trace contextRef="#ctx0" brushRef="#br0" timeOffset="-148887.72">27037 6424 0,'0'25'47,"0"0"-32,-50 223 32,50-198-31,-74 49 15,24-49-31,-123 98 31,24-24 0,-74 224 16,223-299-31,-25-24-16,-25 99 31,26-124 16,24 50 0</inkml:trace>
  <inkml:trace contextRef="#ctx0" brushRef="#br0" timeOffset="-146599.66">31725 5184 0,'0'-25'47,"25"50"-16,99 99-15,-74-74-16,-1-1 16,26 26-16,73 49 31,-73-75-31,-25 26 0,98-1 31,-73-24 32,-75-25-63,0 0 140,0-1-124</inkml:trace>
  <inkml:trace contextRef="#ctx0" brushRef="#br0" timeOffset="-145919.86">32048 6003 0,'0'0'0,"-25"0"0,25-50 16,0-99 31,0 100-47,0-1 0,0 25 15,0-24-15,99-199 47,-99 173-47,25 50 16,24 1-16,1-125 62,-25 124-62</inkml:trace>
  <inkml:trace contextRef="#ctx0" brushRef="#br0" timeOffset="-144607.04">32469 4266 0,'25'0'141,"0"0"-125,0 25-16,24 0 15,-24 49 32,-25-49-47,0 0 16,0 149 31,0-125-47,0-24 15,-49 49 17,49-49-17,-25 0 1,25 0 15,-25 25 32,25-26-17,25-24 1,0 0-31,24 25 0,1-25-16,99 0 31,-50 0 0,-74 0 0,-50 0 141,-50 0-172</inkml:trace>
  <inkml:trace contextRef="#ctx0" brushRef="#br0" timeOffset="-142295.21">30981 4440 0,'25'0'16,"24"50"15,1-1-31,-25 26 16,0-26-16,-1 1 15,76 223 32,-75-224-47,-25-24 16,74 372 31,-49-298-47,0-49 15,-1 148 16,1-123-31,74 346 47,-49-371-31,-25 0-16,-25 24 62,0-49-46,0 0 0,25-25 31,-25 24-32,24-24 16,26 0-31,-25 0 16,49 0-16,621-49 47,-571 24-47,25 0 16,-1 0-16,150-49 31,-124 74 0,-125 0 16,-24-25 31,-25 0-47,0 1-15,0-26 0,0 0-16,0-322 62,0 273-62,0 25 16,0-199-1,0-50 17,0-173 14,0 422-46,0-1 16,0 26-16,0-249 63,0 273-63,-25-99 62,25 100-46,-24-1-1,-1 0 1,25 0 46,-25 25 1,25-25-32,-25 25-31,-25 0 31,-446 0 16,372 0-47,-24 25 16,-200 50 15,274-51-31,-373 100 63,373-74-63,24-50 0,-148 74 31,-50 1 0,49-26 32,175-24-63,-1-25 15,0 25 204,0 0-203</inkml:trace>
  <inkml:trace contextRef="#ctx0" brushRef="#br0" timeOffset="-78759.9">4936 16644 0,'-25'-25'0,"1"0"16,-1 1-1,25 73 110,0 1-109,0-25-16,0-1 15,0 200 17,0-175-17,0 26 1,25 24 31,-25-74 15,0-1-62,24-24 47,1 0 0,0 0-31,198 0 15,-148 0-31,-26 0 16,100 0-1,347 0 48,-471 0-48,25 0-15,-1 0 16,1 0 0,24 0-16,75 0 62,-124 0-62,0 0 16,-1 0-1,1 0 17,0 0 61,-25-49-77,0-1-16,0 1 16,-50-150 15,50 125-16,0 49-15,0-25 16,0 1 0,0 24-16,0 0 15</inkml:trace>
  <inkml:trace contextRef="#ctx0" brushRef="#br0" timeOffset="-72087.84">6896 17239 0,'0'25'16,"0"-50"62,0 0-62,0 1-1,0-26-15,0-74 47,0 74-47,0 26 16,0-26-1,0-24 48,0 49-47,0-50 15,0 51-31,0-1 15</inkml:trace>
  <inkml:trace contextRef="#ctx0" brushRef="#br0" timeOffset="-71230.91">6821 16818 0,'0'-50'93,"0"0"-93,0 26 16,0-1-16,0-25 16,50-74 31,-50 99-32,0 1 48,25 48-32,0 26-15,-25-25-1,24 24-15,1-24 0,-25 25 31,25-1-31,0 1 16,-25-25 0,25 24 15,-25-24 31,24 0 17,-24 0-64,0 24-15</inkml:trace>
  <inkml:trace contextRef="#ctx0" brushRef="#br0" timeOffset="-51687.83">7218 15875 0,'50'0'250,"-1"0"-235,-24 0 1,0 0-16,0 0 16,24 0-16,-24 0 15,50 0 16,-51 0-15,1 0-16,0 0 31</inkml:trace>
  <inkml:trace contextRef="#ctx0" brushRef="#br0" timeOffset="-50663.17">7615 15726 0,'25'25'94,"0"-25"-94,-1 0 16,1 25-16,25 0 15,-1-25 1,26 0-16,-50 0 31,49 24 0,-74 1 47,0 0-62,-50 0 0,26-25-1,-1 25 1,-50 24 0,51-24-1,-1 0-15,0-25 16,-25 25-1,50-1-15,-49-24 32</inkml:trace>
  <inkml:trace contextRef="#ctx0" brushRef="#br0" timeOffset="-48023.15">8558 15925 0,'0'-25'156,"49"25"-125,-24 0-15,0 0-16,0 0 16,24 0-1,-24 0 1,0 0-16,99 0 47,-99 0-32,74 0 17,-74 0-32,124 0 31,123 0 31,-247 0-62,0 0 0,25 0 32,-1 0-1,174 0 16,-198 0-32,0 0-15,49 0 32,1 0-1,148 0 16,-74 0-16,-124 0-31,0 0 16,-1 0-16</inkml:trace>
  <inkml:trace contextRef="#ctx0" brushRef="#br0" timeOffset="-39847.13">9277 16297 0,'0'-25'156,"25"25"-140,0 0-1,123 0 17,-123 0-17,0 0-15,0 0 16,0 0-16,-1 0 31,1 0-15,0 0-16,-25 25 15,25 24 32,0-49-15,-25 25 30,0 0-31,0 0-15,0 0 0,74 74 15,-49-74-16,0-25 1,-1 24 0,1 1-1,-25 0 1,0 0 0,0 0 15,0-1 0,-25 1-15,1-25-1,-1 0 17,-25 0-32,25 0 15,-49 0 1,49 0-16,0 0 15,-49 0 1,24 0 15,-24-25 32</inkml:trace>
  <inkml:trace contextRef="#ctx0" brushRef="#br0" timeOffset="-37855.91">9128 14982 0,'25'50'94,"0"-1"-79,0-24 1,49 74 15,-49-74-15,-25 0-16,99 74 31,-74-49-31,24-1 16,51 75 31,-76-99-32,1 25 17,0-25-32</inkml:trace>
  <inkml:trace contextRef="#ctx0" brushRef="#br0" timeOffset="-37063.26">9376 15751 0,'0'-25'16,"0"0"-1,0-74 32,0 50-47,0 24 16,0-199 31,0 200-32,25-26-15,0 0 31,0-24-15,24 0 31,-49 49-31</inkml:trace>
  <inkml:trace contextRef="#ctx0" brushRef="#br0" timeOffset="-33318.94">9550 14833 0,'0'-25'1093,"25"25"-1061,-1 0 343,1 0-360,0 0 1,25 0 187,-26 0 219,1 0-407,-25-24 1,25 24 0,0 0-1,0 0 48</inkml:trace>
  <inkml:trace contextRef="#ctx0" brushRef="#br0" timeOffset="-31615.28">9922 14585 0,'0'-25'172,"25"25"-110,-1 0-46,1 0-1,0 0 17,-25 25-17,25-25 1,25 75 46,-50-51-30,0 1-17,0 0 1,0 0 31,0 0-32,0-1 1,-25 1 15,25 0 0,-25 0-15,25 0 125,25-25-126,0 0 1,24 0 31,-24 0-32,0 0 1,0 0 0,-1 0-1,-24 24 267</inkml:trace>
  <inkml:trace contextRef="#ctx0" brushRef="#br0" timeOffset="-11751.04">10939 15701 0,'0'-24'141,"49"24"-126,51-25 1,-51 25 0,26-25 15,-26 25-31,-24 0 0,0 0 47,25 0 0,-26 0-32,1 0 1,0 0 0</inkml:trace>
  <inkml:trace contextRef="#ctx0" brushRef="#br0" timeOffset="-10918.78">11410 15255 0,'-25'0'16,"50"0"62,0 25-62,25-1-1,-1-24-15,75 0 32,50 50 30,-174-25-62,0 25 16,0-26 15,0 100 0,-99-24 16,99-76 141,0 1-188</inkml:trace>
  <inkml:trace contextRef="#ctx0" brushRef="#br0" timeOffset="-9773.61">12626 14957 0,'0'-25'62,"0"1"-62,24-1 16,1 0-16,124-223 47,-149 198-47,25-24 15,0 0 32,-25 98 31,0 51-78,0-26 16,0-24-1,-25 25-15,25 99 47,0-100-47,0 1 0,0-25 16,0 123 31,0-123-32,0 0 1,0 0 31,0 0 0,0-1 0,0 1-32,0 25-15</inkml:trace>
  <inkml:trace contextRef="#ctx0" brushRef="#br0" timeOffset="-8993.84">12551 15429 0,'25'-25'0,"25"0"32,-26 25-17,26-25 1,-25 25-16,0 0 15,24-25-15,50 0 47,-24 1-47,-50 24 16,24 0-16,175 0 47,-175 0-47,1 0 15,49 0 17,-74 0 93,-25 24-94,0 1-31,0 25 16</inkml:trace>
  <inkml:trace contextRef="#ctx0" brushRef="#br0" timeOffset="-8373.74">12824 15850 0</inkml:trace>
  <inkml:trace contextRef="#ctx0" brushRef="#br0" timeOffset="-7526.18">12427 15850 0,'0'-25'0,"50"25"94,24-24-94,1-1 16,73 0-1,-48 0-15,-26 0 16,100 1-1,-50-1 1,173-25 31,-272 50 15,0 0-46,0 0 0,0 0-1,24 0 32,-24 0 31,0 0-78</inkml:trace>
  <inkml:trace contextRef="#ctx0" brushRef="#br0" timeOffset="-6599.72">13047 16024 0,'0'0'0,"25"-25"0,0 0 16,0 25-16,-1 0 16,51 0 15,-50 50 16,0-1-47,-25-24 15,0 0-15,0 124 47,0-124-31,49-1-16,-24 1 16,99 0 15,-99-25-16,24 25-15,-24 0 16,-25 74 31,0-74-47,0 0 16,0-1-1,0 1-15,-25 25 63,1-50-63,-1 0 15,-25 0 1,25 0 0,-49 0-16,24-25 46,26 0 1</inkml:trace>
  <inkml:trace contextRef="#ctx0" brushRef="#br0" timeOffset="-5335.62">14486 14163 0,'-25'0'62,"0"50"-62,1-50 16,-26 50 0,25-1-16,0-24 15,-49 99 1,-1 149 62,75-223-78,0 49 31,0 25-15,100 74 46,-76-148-62,1-25 16,75 74 31,-100-74-32,99 0 32,-74-1-31,-1-24-16,1 0 31,0 0-31,0 0 31</inkml:trace>
  <inkml:trace contextRef="#ctx0" brushRef="#br0" timeOffset="-4230.94">14833 14610 0,'25'25'78,"0"0"-62,49 24-1,-49-24 1,0 0-16,198 198 62,-173-173-62,-1-1 16,-24-24 0,0 0-1,0 24 1,24-24 15,-73-25 79,-1 0-95,-50 50-15</inkml:trace>
  <inkml:trace contextRef="#ctx0" brushRef="#br0" timeOffset="-3639.9">15106 15180 0,'0'0'0,"0"-24"31,0-1-15,0-25 0,0 25-1,0-24-15,0-150 63,0 175-63,0-1 15,74-149 32,-74 125-31,25 49-16,-25-25 16,0 0 30,25 25-46,0-25 16,0-24 15</inkml:trace>
  <inkml:trace contextRef="#ctx0" brushRef="#br0" timeOffset="-2783.67">15156 14163 0,'24'0'141,"1"0"-125,0 0-1,0 0 1,0 0 124</inkml:trace>
  <inkml:trace contextRef="#ctx0" brushRef="#br0" timeOffset="-375.52">16148 13990 0,'0'25'63,"0"-1"-48,0 26-15,49 74 32,-24-74-32,-25 24 0,50 100 31,-25-50-15,-25 0-1,24-25-15,26 124 47,-50-173-31,-25 297 31,25-322-32,-99 99 1,74-74-1,-49 49 17,49-74-32,0-25 31</inkml:trace>
  <inkml:trace contextRef="#ctx0" brushRef="#br0" timeOffset="4769.21">16942 13915 0,'0'50'78,"0"24"-78,0 1 16,0 24-16,0 273 31,0-223-31,0 25 16,0-50-16,0 0 15,24 496 16,1-521-15,0 50-16,74 248 31,-74-273-15,74 372 0,75 347 46,-174-793-46,0-1-16,74 150 31,-24 173 0,24 25 0,-49-323-15,0-74 47,0 0 155,-25-25-171</inkml:trace>
  <inkml:trace contextRef="#ctx0" brushRef="#br0" timeOffset="6441.24">18182 14560 0</inkml:trace>
  <inkml:trace contextRef="#ctx0" brushRef="#br0" timeOffset="7088.8">18182 14560 0,'0'-49'141,"0"24"-141,0-25 16,-25-49-1,25 25-15,-50-100 31,50 149-31,-24-49 16,-1-100 0,0-123 46,25 247-62,0 25 16,0-49-16,198-125 62,-173 199-62,50-25 16,-26 1 0,-24 24-1,25 0 1,-26 0 31,101 0-16,-101 0-15,1 0-16,0 0 15</inkml:trace>
  <inkml:trace contextRef="#ctx0" brushRef="#br0" timeOffset="7928.91">17934 14039 0,'49'0'203,"1"0"-203,24 0 16,1 0-16,74 0 47,-125 0-47,1 0 15,0 0 1,25 0 187</inkml:trace>
  <inkml:trace contextRef="#ctx0" brushRef="#br0" timeOffset="8753.63">18852 13915 0,'-25'0'16,"25"25"-1,-50 25 17,25-1-17,1-49 1,24 25-16,-25 124 47,0-124-47,25 0 0,0-1 15,0 26 17,74 248 14,-49-273-30,0 24-16,0-49 16,0 75 15,-1-75 47,1 0-31,0 0-47,0 0 16</inkml:trace>
  <inkml:trace contextRef="#ctx0" brushRef="#br0" timeOffset="9769.98">18852 12849 0,'0'49'63,"0"1"-47,0 0 15,-25 24-31,0-24 15,25 24 1,0-49-16,0 25 16,0-26-1,0 1 1,0 0 15</inkml:trace>
  <inkml:trace contextRef="#ctx0" brushRef="#br0" timeOffset="10617.14">19124 14139 0,'25'0'63,"-25"24"-48,0 1-15,0 25 16,50 24 0,-50-24-16,74 99 31,50 24 0,-25-24 32,-99-174 62</inkml:trace>
  <inkml:trace contextRef="#ctx0" brushRef="#br0" timeOffset="11496.95">19174 14858 0,'25'-25'31,"49"-124"1,-74 125-17,25-1-15,-25 0 16,25-49-1,0 49-15,-25 0 16,74-223 31,-74 223-31,0 0 30,25 0 33</inkml:trace>
  <inkml:trace contextRef="#ctx0" brushRef="#br0" timeOffset="12291.03">19546 13891 0,'0'49'47,"0"-24"-32,0 25-15,25 49 32,49 149 14,1 74 1,-75-272-47,0 0 16,0-26-16,0 1 16,0 25-1,0-25-15,0-1 0,0 1 16,0 50 15,0-51 0,-25-24-15,25 25 15,-99 0 32,49-25-32,25-25-15,-24-49 30</inkml:trace>
  <inkml:trace contextRef="#ctx0" brushRef="#br0" timeOffset="13033.28">19819 14337 0,'0'-25'47,"25"25"-16,24 0-31,75 0 31,-74 0-31,173 0 31,-148-25-31,-51 25 16,51 0 0,-1 0 30,-49 0 64</inkml:trace>
  <inkml:trace contextRef="#ctx0" brushRef="#br0" timeOffset="13649.67">20216 14660 0,'25'0'62,"-1"0"-62,26 0 16,-25 0 0,49 0-1,-24 0 16,-25 0 94,-1 0-93,-24-25-32,25 0 31,-25 0 16</inkml:trace>
  <inkml:trace contextRef="#ctx0" brushRef="#br0" timeOffset="15809.48">21431 13519 0,'0'49'94,"0"1"-94,0-1 16,0 1-16,0 0 15,0 24 1,0-24-16,0-1 0,0 100 31,0-99-31,25 24 16,-25 25 15,25-24 31</inkml:trace>
  <inkml:trace contextRef="#ctx0" brushRef="#br0" timeOffset="16536.68">21233 14511 0,'49'0'93,"1"0"-77,24 0-16,1 0 16,49 0-1,-50 0-15,-24 0 16,124 0-1,-26 0 48</inkml:trace>
  <inkml:trace contextRef="#ctx0" brushRef="#br0" timeOffset="56265.22">21555 14932 0,'0'-24'156,"25"24"-140,0 0 15,0 0 0,-1 0-31,1 24 16,25 26 0,0 0 46,-26-50-46,-24 24-1,0 26 1,25-50 15,-25 74 0,0-49-15,-25 99 47,1-124-48,73 0 141,1 0-140,-25 0-16,-1 0 16,1 0-16,0 25 31,0 0 0,-25 0-31,25-25 16,-1 49 15,-24-24 16,0 0-31,0 0 15,0 0-31,0-1 15,0 26 1,-49 0 15,24-50-15,-149 0 31,150 0-32,-1 0 1,0 0 0</inkml:trace>
  <inkml:trace contextRef="#ctx0" brushRef="#br0" timeOffset="59392.48">23168 13345 0,'-25'0'16,"0"0"-1,0 0 16,0 0-15,1 0 15,-26 0-15,-24 25 0,49 24-1,0-49-15,-25 25 16,50 0-1,-24 25 1,-1-26-16,25 26 16,0 0-1,0 49 32,0-50-31,0-24-16,0 50 31,0 73 0,25-123-31,-25 50 32,24-51-32,1 51 31,25-1 0,49 100 16,-74-149-31,0 0 15,24 49-16,-24-49 48,-25 0-32,25-25-15,0 24 31,-1-24 0,1 25-32</inkml:trace>
  <inkml:trace contextRef="#ctx0" brushRef="#br0" timeOffset="77424.62">15404 13841 0,'25'0'234,"-1"0"-155,-24 25-48,25-25-16,-25 25 1,0-1-16,0 1 16,0 0 15,0 0 0,0 0-15,0 24 31,0-24-47,0 0 15,0 0 1,-25-1 0,25 1 15,0 25 16,0-25-32,0-1 17,25 1-1,0-25-16,74 25 32,-74-25-47,25 0 63,-26 0-32,1 0 16</inkml:trace>
  <inkml:trace contextRef="#ctx0" brushRef="#br0" timeOffset="89369.29">23217 14089 0,'0'-25'94,"50"25"-79,24-25-15,-24 25 16,123-24 15,-73 24-15,-76 0-1,26 0 32</inkml:trace>
  <inkml:trace contextRef="#ctx0" brushRef="#br0" timeOffset="90448.75">23812 13667 0,'50'0'110,"0"0"-95,24 0-15,-24 0 16,49 0 15,-49 0-15,-50 25-1,0 25-15,24 99 32,-24-1 15,-24-123-47,-76 74 15,1-24 48,99-50-1,0-1-31,25 1-15,0-25-16,49 25 31,75-25 1,-99 0-32,49 0 31,-50 0 0</inkml:trace>
  <inkml:trace contextRef="#ctx0" brushRef="#br0" timeOffset="91625.52">24929 13444 0,'0'25'63,"0"0"-63,25-25 15,-25 25 1,0 24-16,24-24 16,51 124 15,-50-149-31,-1 49 15,51 51 17,-50-51-17,-25 1 1,24-25 15,51 99 32,-50-124-32,-25 24-15,0 1 15,24 0 16,-24 0-16,0 0-15,-24-1-16</inkml:trace>
  <inkml:trace contextRef="#ctx0" brushRef="#br0" timeOffset="92241.39">25003 14163 0,'0'0'0,"25"-74"15,0 49-15,24-198 47,-49 198-47,0-49 16,25-1-16,0 1 16,49-100 15,-49 150-31,0-26 15</inkml:trace>
  <inkml:trace contextRef="#ctx0" brushRef="#br0" timeOffset="95442.66">25053 13072 0,'0'-25'125,"25"25"-94,-1 0-15,1 0-16,0 0 15,0 0 173,0 0-173,-1 0 1</inkml:trace>
  <inkml:trace contextRef="#ctx0" brushRef="#br0" timeOffset="96952.57">25425 12824 0,'0'-25'47,"25"0"-15,-1 25-32,100 0 46,-99 0-46,0 0 16,25 0 31,-26 0-16,-24 25-15,0 0-16,0 0 15,-74 49 17,49-49-17,0-25 1,1 0 0,24 25-1,0 0 79,24-1-78,26 1 15,0-25-31,-26 25 31,1 0-31,0 0 16,0-1 31,-25 1-16,0 25 0,-25-50-31,-124 50 47,124-50-31,1 0-1,-1 0 16,0 0 1</inkml:trace>
  <inkml:trace contextRef="#ctx0" brushRef="#br0" timeOffset="97889.28">26219 12675 0,'0'25'78,"0"0"-62,0 49-16,24 25 15,1-24 1,0-26-16,74 200 47,-74-175-32,-25-24-15,0-26 0,0 100 32,0-74-32,0 99 31,0-100-31,0 26 15,-25 98 1,0-123 0,-123 223 31,98-223-47,0-1 15,-74 26 1,124-51-1,-49 1 17,24-25-17,0 25 142,25 25-157,-25-26 15</inkml:trace>
  <inkml:trace contextRef="#ctx0" brushRef="#br0" timeOffset="100353.23">26839 13915 0,'24'0'63,"26"0"-48,-25 0-15,124 0 47,-124 0-31</inkml:trace>
  <inkml:trace contextRef="#ctx0" brushRef="#br0" timeOffset="100953.25">26690 14560 0,'0'25'15,"25"-25"1,49-25-16,75 1 31,-75-1-31,-24 25 16,148-50 31,-173 50 125</inkml:trace>
  <inkml:trace contextRef="#ctx0" brushRef="#br0" timeOffset="105233.18">27905 14114 0,'25'0'125,"0"-25"-110,0 25-15,24 0 16,150-50 15,-174 50-15,-1 0-16,1 0 15,0 0 17,0 0 14,0 0-30,-1 0-16,1 0 31,25 0-15</inkml:trace>
  <inkml:trace contextRef="#ctx0" brushRef="#br0" timeOffset="106649.62">28699 13667 0,'25'0'110,"24"0"-95,1 0 1,49 0-1,-74 0-15,25 0 16,49 25 31,-49 0-47,-26 0 16,26 74 30,-50-49-30,0-1 0,-74 75 15,49-99-15,25 0-16,-50-25 15,25 25 1,0-1-1,25 1 126,25 0-125,0-25-16,124 25 31,-124-25-31,0 0 31,-1 0 16,1 0 16,0 0-32</inkml:trace>
  <inkml:trace contextRef="#ctx0" brushRef="#br0" timeOffset="107753.19">29542 13618 0,'0'-25'94,"0"50"-79,75 0 17,-50-25-32,24 24 0,1 51 31,49-26 0,50 26 16,-100-50-31,-24-1-16,0-24 0,25 25 15,-1 25 1,-24-50 0,0 25 15,25-1 16</inkml:trace>
  <inkml:trace contextRef="#ctx0" brushRef="#br0" timeOffset="108472.79">29865 14263 0,'-25'-25'16,"25"0"-1,0 0 1,0 0-16,0-74 31,74-74 0,-49 73 1,74-148 15,-99 224-16,25-1-16</inkml:trace>
  <inkml:trace contextRef="#ctx0" brushRef="#br0" timeOffset="109521.14">29865 13221 0,'25'0'156,"-1"0"-141,1 0 1,0 0 0,0 0-16,24 0 47,-24 0 15</inkml:trace>
  <inkml:trace contextRef="#ctx0" brushRef="#br0" timeOffset="110633.2">30138 12874 0,'24'0'109,"1"0"-109,0 0 16,25 24-16,-25-24 15,49 0 32,-74 25-47,0 0 32,0 74-1,0-74-16,0 0 32,25 24-15,0-49-17,24 25 1,26-25-1,-26 25 1,1-25-16,-25 25 16,-1 0-1,1-25 1,-25 25 15,-49 24 16,24-24-47,-25 0 0,1-25 16,-75 0 31</inkml:trace>
  <inkml:trace contextRef="#ctx0" brushRef="#br0" timeOffset="111744.98">28054 14684 0,'25'-24'125,"74"-1"-125,25 0 15,496-49 1,-421 74 0,-1 0-16,25 0 15,174 0 1,-223 0-16,-75 0 16,25 0-1,199 0 48,-274 0-63,1 0 15,123-50 32,-123 50-31,-25 0-16,24 0 31,-24 0-31</inkml:trace>
  <inkml:trace contextRef="#ctx0" brushRef="#br0" timeOffset="113137.33">29245 15032 0,'0'-25'78,"49"25"-62,-24 0-1,273-50 48,-224 50-63,1 0 15,148 0 32,-198 0-47,-1 0 31,1 0-31,-25 25 47,-99 149 0,74-150-47,25 1 31,25-25 63,25 0-78,24 0-16,149 50 15,-24-1 17,-174-24-17,-1-25-15,1 25 32,-25 50-1,0 73 31,-49-123-62,-26-25 16,1 0 0,-1 0-1,-322 0 32,348 0-31,-26 0-16,-24 0 31,50-25 0</inkml:trace>
  <inkml:trace contextRef="#ctx0" brushRef="#br0" timeOffset="122473.75">31948 12948 0,'0'25'79,"0"0"-64,25 49-15,25 75 31,-50-124-31,25 74 32,-1 25 30,-24-99-46,0 0 15,0-1 125,-24 1-156</inkml:trace>
  <inkml:trace contextRef="#ctx0" brushRef="#br0" timeOffset="123384.55">31750 13519 0,'0'-25'32,"25"25"-1,0 0-16,-1 25-15,100 74 32,-24 0-1,24 50 16,-124-124-32,24-1 1,1 1 0,0-25 46,0 0-46,49-173 31,-74 148-47,0 0 15,0-25-15,0 26 16,0-1 0,0 0-16,0-25 62</inkml:trace>
  <inkml:trace contextRef="#ctx0" brushRef="#br0" timeOffset="125001.08">26491 17388 0,'50'0'156,"-25"0"-140,24 0-16,1 0 16,0 0-16,24 0 15,-49 0 1,24 0 15,-24 0-15,74 0 46,-74 0-46,0 0-16,0 0 141</inkml:trace>
  <inkml:trace contextRef="#ctx0" brushRef="#br0" timeOffset="125969.18">26442 17934 0,'-25'0'15,"25"25"79,25-25-78,74 0-1,-49 0-15,198 0 63,-199 0-63,1 0 15,124 0 32,-150 0-47,1 0 16,0 0 15,0 0-15,0 0-1,-1 0 1,1 0 140</inkml:trace>
  <inkml:trace contextRef="#ctx0" brushRef="#br0" timeOffset="129632.64">27732 17760 0,'24'0'47,"1"0"-32,25 0 1,-25 0 0,74-25-1,0 1 17,298-1 30,-323 25-62,26 0 16,-1 0-16,-25 0 0,50 0 31,-74 0-31,24 0 16,1 0-1,-1 0-15,-24 0 16,520 0 31,-446 0-47,25 0 15,273 0 32,-373 0-47,-24 0 16,99 0-1,-74-25 17,-50 0 140</inkml:trace>
  <inkml:trace contextRef="#ctx0" brushRef="#br0" timeOffset="130744.58">28004 17066 0,'25'-25'93,"50"0"-77,123 0 15,-148 25-31,-1 0 0,100 0 32,50 0 30</inkml:trace>
  <inkml:trace contextRef="#ctx0" brushRef="#br0" timeOffset="132049.45">28947 16520 0,'50'0'63,"24"-25"-47,-24 0-16,-1 25 15,1 0-15,198-24 47,-223 24-47,0 0 16,-1 0-1,26 198 48,-50-173-63,0 49 0,0-24 15,-25 24 17,25-49-32,0 0 31,-25 0-31,-24 49 31,24-49 0,25 99 16,25-124 78,24 0-109,26 0-16,-50 0 16,223 0 15,-224 0-16,1 0-15,0 0 16,0 0 31</inkml:trace>
  <inkml:trace contextRef="#ctx0" brushRef="#br0" timeOffset="134042.28">28153 18132 0,'25'0'0,"0"0"31,49-25-16,-24 1-15,-25 24 0,24 0 16,100 0 15,-124 0-15,25 0 0,-50 24-1,0 1-15,0 0 16,0 49 31,24-49 15,1 0-62,0-25 16,49 0-16,-24 0 15,74 74 17,-50-49-17,-74 0 1,0 49 0,0-24-16,-148 99 62,123-149-62,0 0 16,-99 0 15,74 0-31,-98 0 31,123 0-15</inkml:trace>
  <inkml:trace contextRef="#ctx0" brushRef="#br0" timeOffset="134889.26">29344 18256 0,'25'0'78,"0"25"-62,-25 0-16,24 0 15,1-1 1,74 76 15,-74-100-31,0 24 16,0 1-16,49 50 31,-49-50-31,0-25 31,49 24-15,-24 1 47,-50 0-32,0 0 78</inkml:trace>
  <inkml:trace contextRef="#ctx0" brushRef="#br0" timeOffset="135560.59">29567 18827 0,'25'-25'16,"-25"0"-16,25-49 31,0 49-31,-25-25 16,49-49-1,-49-75 48,0 150-63,0-1 15,25 0 17,-25 0-17,25-49 48,0-1-32,-25 51 16</inkml:trace>
  <inkml:trace contextRef="#ctx0" brushRef="#br0" timeOffset="136673.84">29666 17909 0,'0'-25'47,"25"25"-31,0 0-1,25 0-15,49 0 31,-74 0 1,-25 174 15,24-149-1,1-25-30,124 0 47,-124 0-32,24 24-31,1 26 31,-50 0 0,0-26-15,0 1 0,-50-25 15,-49 0 16,74 0-32,1 0 32,-26 0-31</inkml:trace>
  <inkml:trace contextRef="#ctx0" brushRef="#br0" timeOffset="139470.37">27335 16570 0,'25'24'47,"-1"26"-31,-24-25-16,0 24 15,0 26-15,25 74 16,-25-50-1,0 0-15,0 546 47,0-546-47,0 25 16,0-49-16,0 346 62,0-371-62,0 24 0,0-24 16,0 24 0,0-49-16,0 25 15,25 99 32,-25-125 94,25-24-126,49 0 1,-24-24-16,371-26 47,-321 50-47,-1-50 0,25 26 16,50 24-1,-75 0-15,-25 0 16,398 0 31,-398 0-47,0 0 15,-49 0-15,74 0 32,-49 0-32,471 0 31,372 0 0,-50 0 32,-818 0-63,0 0 0,0 0 15,24 0-15,75 0 47,-99 0-31,0-25 171,-25-25-171,0 25-16,-25-74 15,-74-422 17,74 372-17,0 1-15,-24 24 0,-150-993 63,174 1018-63,1-25 31,24 74 0,-25 26 157,0 24-141,0 0-32,0 0 1,-49 0 15,24 0-31,-24 0 0,-25 0 16,-25 0-16,-149 0 15,124 0 1,-248 0 15,298 0-31,-199 0 32,100 49-1,-50 1 0,-224 24 16,324-49-31,24 25-16,24-25 15,-371-1 32,397-24-31,-274 75 15,299-50-31,-26-25 31,51 0 0,-26 0 235,25 0-250,0-25-1</inkml:trace>
  <inkml:trace contextRef="#ctx0" brushRef="#br0" timeOffset="168664.7">8806 15106 0,'0'50'172,"24"-1"-156,-24-24-16,25 49 16,-25-49 15,0 0-16,25 50 32,-25-51-31,0 1 0,25 74 30,-25-74-46,0 0 16,0 0 15,0 0 1,0-1-1</inkml:trace>
  <inkml:trace contextRef="#ctx0" brushRef="#br0" timeOffset="175385.68">8062 12849 0,'0'25'94,"0"-1"-78,24 51-16,1-50 15,-25 49 1,0-49-16,50 248 62,-50-248-46</inkml:trace>
  <inkml:trace contextRef="#ctx0" brushRef="#br0" timeOffset="176120.83">7789 13692 0,'24'0'16,"26"0"15,24-25-31,-49 25 0,248-49 62,-223 49-62,-1-25 16,-24 25 0,0 0 15,0-25 16</inkml:trace>
  <inkml:trace contextRef="#ctx0" brushRef="#br0" timeOffset="177152.87">8161 13891 0,'49'0'78,"26"0"-78,-1 0 16,25 0-16,1 0 31,-76 24 16,-24 1-31,0 0-1,0 0-15,0 0 16,25-1 109,0 26-110,25 0 17,-50-26-32,0 26 62,0-25-62,0 0 16,-149-1 31,124-24-32,0 0-15,0 0 32,1 0 14</inkml:trace>
  <inkml:trace contextRef="#ctx0" brushRef="#br0" timeOffset="178601.36">8657 12675 0,'-25'0'62,"25"25"-46,50 74-1,-1-74-15,-24 25 16,49 98 15,50 51 1,-124-149-32,25-1 15,25 199 16,-25-173-15,0-51-16,-25 26 16,0 223 31,-25-248-47,25-1 15,0 26-15,0 0 16,-25-26-1,-25 76 32,1-100 78,24-25-125,-25-50 16</inkml:trace>
  <inkml:trace contextRef="#ctx0" brushRef="#br0" timeOffset="179377.79">7268 12849 0,'0'25'31,"0"24"-16,0 26 1,0-26-16,0 150 31,0 247 16,0-347-47,49 50 16,125 99 31,223 224 0,-348-448-32,1 1-15,-50 0 16,25-25-1,0 0 64</inkml:trace>
  <inkml:trace contextRef="#ctx0" brushRef="#br0" timeOffset="180778.79">9748 12576 0,'-25'0'16,"1"0"-1,24 25 16,0 272 16,0-247-47,0 0 16,0 24-16,0 0 16,0 175 15,24-175-16,1-24-15,0-1 16,74 100 31,-74-124-47,0 0 16,0-1 30</inkml:trace>
  <inkml:trace contextRef="#ctx0" brushRef="#br0" timeOffset="181473.11">9971 12849 0,'25'0'93,"0"0"-93,25 0 16,24 25-16,1-1 16,-26 26-16,224 124 31,-199-150-16,1 26-15,49 49 32,-99-74-32,-1 0 15,1 0 1,-25 0 93</inkml:trace>
  <inkml:trace contextRef="#ctx0" brushRef="#br0" timeOffset="182033.63">10592 13767 0,'0'0'0,"0"-50"15,0 0 1,0-24-16,0 24 0,0-173 31,0 149-31,0-1 16,0-24-1,0-25 17,0-25 30,0 124-62</inkml:trace>
  <inkml:trace contextRef="#ctx0" brushRef="#br0" timeOffset="182832.93">10616 12700 0,'0'-25'157,"25"0"-126,0 25 0,0 0 110</inkml:trace>
  <inkml:trace contextRef="#ctx0" brushRef="#br0" timeOffset="183865.93">10815 12477 0,'25'0'16,"74"0"31,-50 0-47,-24 0 16,25 0-1,49 49 16,-74-24-15,0-25 0,-25 25-1,0 0 1,0 0-16,0-1 16,0 1-1,0 25 16,0-25 1,0 24 30,25-49-46,24 0-1,50 25 17,-74-25-17</inkml:trace>
  <inkml:trace contextRef="#ctx0" brushRef="#br0" timeOffset="184322.11">11410 12353 0</inkml:trace>
  <inkml:trace contextRef="#ctx0" brushRef="#br0" timeOffset="185299.71">11162 12303 0,'50'0'62,"-25"0"-46,24 25-16,1-25 15,49 74 1,422 323 31,-472-322-31,51 98 30,-100-148-46,0 25 0,0 123 32,0-98-17,-25 98 17,-25 1-17,1-124 48,49-26-16,-25-24-32,-25-24 1,1 24-16,-1-25 15</inkml:trace>
  <inkml:trace contextRef="#ctx0" brushRef="#br0" timeOffset="186361.03">10889 12774 0,'25'-24'125,"25"-1"-110,-26 25 1,26-25 0,-25 25-1,0 0 126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1T22:08:52.103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20241 1091 0,'49'0'203,"-24"0"-203,0 0 16,0 0-16,-1 0 15,1 0-15,0 0 16,25 0-16,-26 0 15,1 0 1,0 0-16,0 0 16,0 0 15,-1 0-15,1 0-16,0 0 15,0 0 1</inkml:trace>
  <inkml:trace contextRef="#ctx0" brushRef="#br0" timeOffset="1104.67">20811 918 0,'-25'0'188,"50"25"-157,0-1-31,25-24 16,-26 25-16,1 0 15,0-25-15,0 0 16,0 25-16,-1 0 16,26-25-1,0 24 1,-50 1 0,24 0 15,1-25-16,-25 25 32,0 0-31,0-1 0,-25 26-1,1-25 1,24 0-1,-50-25-15,25 24 16,0-24 0,-24 0-1,-1 25 1,25 0-16</inkml:trace>
  <inkml:trace contextRef="#ctx0" brushRef="#br0" timeOffset="2440.34">21481 1191 0,'0'-25'172,"0"0"-157,0 0-15,0 0 16,0-49-1,-25 24-15,25 26 16,0-1-16,0 0 16,-25 0-16,25 0 15,0 1 17,0-1-17,0 0-15,0 0 16,0 0-1,0 1 1,0-1-16,0 0 31,25-25 1,0 26-17,0 24 63,-1 0-62,-24-25-16,25 25 16,0 0-1,0 0 1,0 0-16,-1 0 15,1 0 1,0 0-16,0 0 16,0 0-1,0 0 17,-1 0-32,1 0 31</inkml:trace>
  <inkml:trace contextRef="#ctx0" brushRef="#br0" timeOffset="3624.04">21605 943 0,'25'0'469,"-1"0"-438,1 0-15,0 0 0,0 0-1,0 0-15,0 0 16,-1 0 0</inkml:trace>
  <inkml:trace contextRef="#ctx0" brushRef="#br0" timeOffset="4520.72">22051 943 0,'25'0'47,"-25"24"0,0 1-32,0 0-15,0 0 16,0 0 0,0-1 15,0 1-31,0 0 31,0 0-15,0 0-1,0-1-15,25 1 16,-25 25 0,25-50-1,-25 25 1,25-1-1,-1 1-15</inkml:trace>
  <inkml:trace contextRef="#ctx0" brushRef="#br0" timeOffset="5343.89">22349 1141 0,'0'-25'203,"25"25"-203,0 25 31,-1-25-31,1 25 16,0 0-16,25-1 16,-26 1-16,1 0 15,25 25-15,-1-26 16,1 1 0,-50 0-1,25-25 1,-25 25-1,25-25 1,0 0 15</inkml:trace>
  <inkml:trace contextRef="#ctx0" brushRef="#br0" timeOffset="6200.7">22547 1414 0,'-24'0'93,"-1"-25"-77,25 0 0,0 0-1,0-24-15,0-1 16,0 25-16,0 1 16,0-26-16,0 25 15,0 0 1</inkml:trace>
  <inkml:trace contextRef="#ctx0" brushRef="#br0" timeOffset="7160.89">22671 819 0,'25'0'62,"0"0"-46,0 0 15,0 24-31,0 1 16,-25 0 0,24 0-16,-24 0 15,0-1 1,25-24-16,0 25 15,-25 0-15,0 25 16,25-26-16,0 1 16,-25 0-16,24 0 15,-24 0-15,0-1 32,0 1-32,25 0 15,0 0-15,-25 0 16,0-1-1,25 26 1,-25-25 0,0 0-1,25-1 1,-25 1 15,0 0 0,0 0-15,0 0 0,0-1 62,-25-24 0,0 0-31</inkml:trace>
  <inkml:trace contextRef="#ctx0" brushRef="#br0" timeOffset="9576.83">17959 2555 0,'0'25'157,"0"24"-157,0-24 15,0 25-15,0-25 16,0 24-16,0-24 16,0 25-1,0-26 1,0 1 15,0 0 0,24-25 79,26 0-110,24 0 15,-24 0-15,0 0 16,24 0-16,25-25 16,-24 25-16,-1-25 15,-49 25-15,49-24 16,-49-1-16,0 25 15,0 0-15,0 0 16,24 0-16,-24 0 16,0 0-16,24 0 15,26 0-15,-26 0 16,26 0-16,-1 0 16,1 0-16,-1 0 15,-24 0-15,-1 0 16,-24 0-16,0 0 15,0 0-15,-1 0 16,1 0 0,0 0-1,25 0 1,-25 0-16,-1 0 16,26 0-16,0 0 15,-26 0-15,1 0 16,0 0-16,0 0 15,0 0-15,-1 0 16,1 0 0,0 0-1,0 0-15,0 0 16,-1 0 0,1 0-16,0 0 15,0 0 1,0 0-16,-1 0 15,1 0 1,0 0-16,0 0 16,0 0-16,-1 0 15,1 0 1,25-25 31,-25 25-16,-1-25 0,-24 0 16,25 25-47,0-24 16,-25-1 15,0 0-15,0 0-16,0 0 15,0 0 1,0 1-16,0-1 16,0-25-1,0 25-15,0 1 16,0-1-16,0-25 15,-25 25-15,25 1 16,0-1 15</inkml:trace>
  <inkml:trace contextRef="#ctx0" brushRef="#br0" timeOffset="11720.45">19100 3249 0,'-25'0'16,"0"0"0,-25 0-1,26 0 1,-1 0-1,0 0 1,0 0-16,0 0 16,-24 0-1,24 0 1,0 25 15,25 0 16,0 0-47,0 0 16,0-1-1,0 1 1,0 0 0,0 0-1,25-25 1,0 0-1,0 0-15,-1 0 16,26 0 0,-25 0-16,24 0 15,-24 0-15,25 0 16,-25 0-16,24 0 16,-24 0-16,25-25 15,-26 0 16,-24 0 1,0 1-17,0-1-15,0 0 0,0 0 16,0 0 0,0 1-16,0-1 15,-24 25 1,24-25 78,-50 25-32,50 25-31,0 0 1,0-1-17,0 1 1,0 0 109,25-25-125,0 25 15,-1 0-15,1-25 16,0 24-16,25-24 16,-26 25-1,1 0 1,25-25 0,-50 25-16,25 0 15,-25-1 1,0 26-1,0-25-15,0 0 16,0-1-16,0 1 16,0 25-16,0 0 15,-50-26-15,50 1 16,-25-25-16,25 25 16,-25-25-1,1 25-15,-1 0 16,0-25-1,-25 24 1,1 1 0,24-25-16,-25 25 15,26-25 1,-1 0 31,0 0-32,0 0 32</inkml:trace>
  <inkml:trace contextRef="#ctx0" brushRef="#br0" timeOffset="12888.1">19720 3249 0,'0'25'79,"0"25"-64,0-25 1,0 24-1,0-24-15,0 0 16,0 0-16,0-1 16,0 1-1,0 0-15,25 25 16,-1-50 0,-24 24-1,25-24 48,0 25-32,0 0-15,0 0 30,-1 0 17</inkml:trace>
  <inkml:trace contextRef="#ctx0" brushRef="#br0" timeOffset="13608.1">19918 3324 0,'25'0'32,"0"0"-17,0 0 1,-25 25-1,24-1 1,1 1 0,0 0-1,0 0 1,-25 0 0,0-1-16,25-24 15,-1 25-15,-24 0 16,0 0-1,25-25-15,-25 25 16,0-1 0,25-24-16,-25 25 15,25-25 1,-25 25 93</inkml:trace>
  <inkml:trace contextRef="#ctx0" brushRef="#br0" timeOffset="14225.06">20067 3795 0,'-25'0'0,"25"-25"15,0 1 1,0-1 0,0-25-1,0 25 1,0-49-16,0 49 16,0 0-16,0 0 15,0-24-15,25 24 16,-25 0-16,0 0 15,25-24 1,-25 24 31,25 0 62</inkml:trace>
  <inkml:trace contextRef="#ctx0" brushRef="#br0" timeOffset="15040.02">20290 3076 0,'25'-25'110,"0"25"-95,0 0 1,-25 25-16,24-25 16,1 49-16,-25-24 15,25 0-15,0 49 16,-25-24-16,25 0 15,-1-1-15,1 1 16,-25-1-16,0-24 16,0 0-16,0 25 15,0-26 1,0 1-16,0 0 16,0 0-16,0 0 15,0 0-15,0-1 16,0 1-16,0 0 15,-25 25 1,1-50 0,24 24-1,-25-24 17,25 25-17,-25 0 16,0-25 63,0 0-78</inkml:trace>
  <inkml:trace contextRef="#ctx0" brushRef="#br0" timeOffset="20193.5">422 5507 0,'0'-25'94,"0"0"-79,0 0-15,0-24 16,-25-26-16,25 50 16,0-24-16,0-26 15,0 26-15,0-26 16,-25 26 0,0-1-16,25 25 15,-25-49-15,25-1 16,0 51-16,0-1 15,0 0-15,0-49 16,0 49-16,0 0 16,0 0-16,0-24 15,0 24 1,0 0-16,0 0 16,0-24-16,0 24 15,25 0 1,0 0-16,0-24 31,0 24-31,-1 25 16,1 0-16,25-25 15,-25 0-15,0 25 16,-1 0-16,1 0 16,0 0-1</inkml:trace>
  <inkml:trace contextRef="#ctx0" brushRef="#br0" timeOffset="20968.65">322 4862 0,'25'0'109,"25"25"-93,-25-25-16,24 0 15,1 0-15,0 0 16,24 0 0,-49 0-1,0 0-15,-1 0 16,-24 24-1</inkml:trace>
  <inkml:trace contextRef="#ctx0" brushRef="#br0" timeOffset="21848.23">992 4911 0,'-74'0'94,"74"25"-79,-50 0-15,50 0 16,-25-25-16,25 49 16,-24-49-1,24 25 1,-25 25 0,0-50-1,25 25 1,0-1-1,0 26-15,25-25 16,-25 24 0,25-24-1,-1 0-15,-24 0 16,25 0-16,0-1 16,-25 1-16,25 0 15,0 0 32,-1-25-31,1 0 31,0 25-47</inkml:trace>
  <inkml:trace contextRef="#ctx0" brushRef="#br0" timeOffset="22482.79">1067 5085 0,'24'25'78,"1"0"-78,0 24 16,0-24-16,-25 0 15,25-25-15,-25 25 16,49 24-16,-24 1 16,0-25-1,-25-1-15,49 26 16,1-25-1,-50 0-15,25-1 16,0 1 0,-25 0-16,24-25 15,-24 25 95,-49-25-79</inkml:trace>
  <inkml:trace contextRef="#ctx0" brushRef="#br0" timeOffset="23024.67">1116 5606 0,'25'-25'16,"0"0"0,0 0-1,-25-24 1,49 24-16,-24-25 15,-25 26 1,25-26-16,-25 25 16,0 0-16,0 1 15,0-1-15,0 0 16,25-25-16</inkml:trace>
  <inkml:trace contextRef="#ctx0" brushRef="#br0" timeOffset="23632.74">1364 4986 0,'25'0'62,"0"0"-46,-25 49-16,25-24 16,24 25-16,-49-1 15,25-24-15,0 0 16,-25 49-16,25-24 16,-1 0-16,-24-1 15,0 1-15,0-25 16,25 24-1,-25-24-15,0 25 16,0-1-16,0 1 16,0-1-16,0-24 15,0 0 1,-25-25 78,-24 0-79,-1-50-15,25 26 16,-24-1-16,-26-25 16,51-24-16</inkml:trace>
  <inkml:trace contextRef="#ctx0" brushRef="#br0" timeOffset="24408.78">645 3746 0,'0'24'94,"0"1"-78,0 0-16,0 0 15,0 24-15,0-24 16,0 0 0,0 0-16,0 0 15,0-1-15,0 1 16,0 0 15</inkml:trace>
  <inkml:trace contextRef="#ctx0" brushRef="#br0" timeOffset="25439.83">1712 4638 0,'24'0'156,"1"0"-140,0 0-16,0 0 15,24 0-15,26 0 16,-1 0-16,-24 0 16,-1 0-16,26 0 15,-50 0 1</inkml:trace>
  <inkml:trace contextRef="#ctx0" brushRef="#br0" timeOffset="26161.7">1984 5011 0,'25'0'78,"0"0"-78,0 0 16,0 0-16,-1 0 16,26 0-16,0 0 15,-1 0-15,26 0 16,-26 0-16,50 24 15,-49 1-15,0-25 16,-1 25-16,1-25 16</inkml:trace>
  <inkml:trace contextRef="#ctx0" brushRef="#br0" timeOffset="32455.95">3026 4614 0,'0'-25'109,"0"0"-93,0 0-1,25 0-15,-25-24 16,25 24-16,0 0 15,-25-24 1,0 24 0,24 0-1,1 25-15,-25 25 219,0 24-219,25 26 16,0-26-1,-25 1-15,0 24 16,0-49-16,0 0 16,25 25-16,-1 24 15,-24-49 1,25 25-1,-25-1 1,0-24 0,0 25-16,25-26 15,-25 1 1,0 0-16,0 0 16,0 0-1</inkml:trace>
  <inkml:trace contextRef="#ctx0" brushRef="#br0" timeOffset="33320.49">2977 5159 0,'49'0'78,"-24"0"-78,25 0 16,-1 0-16,-24 0 15,25 0-15,-1 0 16,1 0-16,24 0 16,-24 0-16,-1 0 15,-24 0-15,0 0 16,0 0-16,0 0 15,-1 0 1,-24 25 234,25-25-250</inkml:trace>
  <inkml:trace contextRef="#ctx0" brushRef="#br0" timeOffset="41810.99">149 3101 0,'25'0'78,"49"0"-78,25 0 16,0 0-1,50 24-15,-49-24 0,98 25 16,-24 0 0,-1 0-16,26 24 15,-26-24-15,-73 0 16,24 0-16,-50 0 16,0-1-16,-24-24 15,49 0-15,-24 25 16,49 0-16,-50 0 15,25 0-15,-74-25 16,49 24-16,-24-24 16,25 0-16,-26 25 15,-24-25-15,49 25 16,-24-25-16,49 0 16,-24 0-16,24 0 15,50 0-15,-25 0 16,24 0-16,-73 0 15,-1 0-15,-24 0 16,-25 0-16,0 0 16,-1 0-1,1 0 1,0 0-16,0 25 16,0 0-16,-1-25 15,1 0 1,0 24-16,25 1 15,49-25-15,-50 25 16,26 0-16,-50-25 16,24 0-16,1 25 15,-25-25-15,-25 25 125,0-1-125,0 51 16,0-1-16,0 25 16,0 25-16,0 50 15,0-25-15,24-25 16,1 0-16,25 0 15,-25 0-15,-25-74 16,0 24-16,0-49 16,24 49-16,1-24 15,-25-1 1,0 26-16,0-1 16,0 1-16,0-26 15,0 1-15,0-1 16,0 1-16,0 0 15,0-1-15,0 26 16,0-1-16,25 50 16,-25-49-16,25-1 15,0 0-15,-25-49 16,0 25-16,24 24 16,-24-49-16,0 0 15,0 0-15,0-1 63,-24-24-48,-26 0-15,-74 0 16,0-24-16,25-1 16,0 25-16,-100-25 15,50 0-15,-24 0 16,49 25-16,-50 0 15,50 0-15,-25 0 16,25 0 0,25 0-16,25 0 15,-1 0-15,1 25 16,24-25-16,0 0 16,-49 25-1,25 0-15,-1 0 16,26-25-16,-50 0 15,24 0-15,-24 0 16,25 0-16,-26 0 16,26 0-16,-25 0 15,24 0-15,-49 0 16,75 0-16,-75-25 16,24 0-16,51 25 15,-26 0-15,26 0 16,-1 0-16,25 0 15,-24 0-15,-1 0 16,1 0-16,24 0 16,0 0-16,-25 0 15,26 0-15,-1 0 16,-25 0-16,1 0 16,-1 0-16,25 0 15,0 0-15,0 0 47,1 0 16</inkml:trace>
  <inkml:trace contextRef="#ctx0" brushRef="#br0" timeOffset="44928.56">794 794 0,'-25'0'16,"0"0"0,0 0-1,1 0-15,-1 0 16,0 0-1,0 0-15,-24 49 16,-1-49-16,25 25 16,-25 0-16,26 0 15,-26 0-15,25-1 16,0 51-16,25-50 16,-24-1-16,-1 26 15,25-25-15,0 24 16,0 1-16,0 0 15,0-1-15,0 26 16,0-51-16,0 26 16,25-25-16,-25 24 15,24-49 17,26 0-1,0 0-31,-26-24 15,1-26-15,0-24 16,0 24-16,-25-24 16,25-1-1,-25 1-15,0 24 16,0 1-16,0-1 16,0 0-16,0 26 15,0-1-15,0 0 16,25 25 218,-1 25-218,1 0-16,0 49 15,25-24-15,-50-1 16,49 1-16,-24 24 16,-25 1-16,25 24 15,0-50-15,-1 26 16,1-1-16,-25-24 16,0-25-16,25 49 15,-25-49-15,0 0 16,0 0-16,0-1 15,0 1 1,0 0-16,0 0 16,0 0-1,0-1-15,-25 26 16,-24-25-16,24 24 16,-25 26-16,1-50 15,-1 24-15,0-24 16,1 25-16,-26-26 15,50 1-15,-24 0 16,-26 0-16,51 0 16,-1-1-1,0-24 32,0 0-47,0 0 16,1 0-1,-1-24-15,0 24 16,25-25 0</inkml:trace>
  <inkml:trace contextRef="#ctx0" brushRef="#br0" timeOffset="46000.6">1166 967 0,'0'50'140,"0"0"-140,0-1 16,49 150 0,-49-175-1,0 26-15,0 49 31,25-24-31,0-51 0,-25 26 32,50 74-1,-26-99 16,1 0 15,0-25-46,-25 25 0,25-1-1,-50-24 79,25-24-78</inkml:trace>
  <inkml:trace contextRef="#ctx0" brushRef="#br0" timeOffset="46741.84">1414 967 0,'49'50'79,"-24"-25"-79,25 49 31,-1-49-31,-24 25 15,0-26-15,0 1 16,25 50 31,-26-51-31,26 1 30,-25 0-30,74 74 31,-99-74-31,0 0-1,0 0 48,-50-25-48</inkml:trace>
  <inkml:trace contextRef="#ctx0" brushRef="#br0" timeOffset="47253.87">1439 1538 0,'0'0'16,"24"-75"-16,26 1 31,-50 49-15,50-24-1,49-75 48,-74 99-63,0 0 16,-25 0 15,0 0-16,0 1 1,0-1 0,0 0 15</inkml:trace>
  <inkml:trace contextRef="#ctx0" brushRef="#br0" timeOffset="48048.85">1885 670 0,'0'25'47,"0"-1"-47,25 26 16,25-25-1,-26 49-15,1-24 32,124 173 30,-99-173-62,-26-26 0,76 324 63,-100-324-48,0 125 1,0-99-1,0 0-15,0 24 32,-25-24-32,0-26 15,0 1 48,-49-50-16,49 25-47,0 0 15,-49 0 32</inkml:trace>
  <inkml:trace contextRef="#ctx0" brushRef="#br0" timeOffset="49792.74">695 372 0,'24'0'141,"-24"25"-125,0 24-16,50 150 31,-50-149-31,0-26 15,0 1-15,0 25 32,0-25-32,0-1 0</inkml:trace>
  <inkml:trace contextRef="#ctx0" brushRef="#br0" timeOffset="50816.35">2729 1339 0,'0'25'47,"0"0"-31,0 0-16,24-25 62,26 25-31,0-25-31,222 49 32,-197-24-32,-50-25 0,99 50 31,-75-50 16</inkml:trace>
  <inkml:trace contextRef="#ctx0" brushRef="#br0" timeOffset="51504.47">2877 2084 0,'0'24'46,"50"-24"-30,0 25-16,-1-25 16,26 0-16,247 50 47,-297-50-47,0 0 15,-1 0 1,1 0-16,-25-25 219</inkml:trace>
  <inkml:trace contextRef="#ctx0" brushRef="#br0" timeOffset="55928.55">3746 1662 0,'0'-25'31,"24"25"1,1-50-17,-25 26-15,75-125 32,-75-25-1,49 25 31,-49 174 48,25 0-110,0 25 15,-25-1 1,25 75 15,-1-49-31,-24-51 0,25 51 16,-25 24-1,50 50 17,-50-99-32,25 98 47,-1-73-32,-24-26 1,-24-49 124</inkml:trace>
  <inkml:trace contextRef="#ctx0" brushRef="#br0" timeOffset="56600.81">3845 2282 0,'0'0'0,"25"0"16,173 0 31,-173 0-32,0 0-15,99-25 63,-100 25-48,1-25 1,-25 1 46</inkml:trace>
  <inkml:trace contextRef="#ctx0" brushRef="#br0" timeOffset="67159.98">4514 25 0,'0'49'78,"0"1"-78,0 0 16,0 49 0,0-50-16,0 1 15,0 24 1,-24 51 15,24 48 32,0-148-63,0 149 31,0-125-16,0 125 17,49 49-17,-49-74 17,0-50 14,0-74-30,0 25 0,0 49-1,0 198 32,0-49 0,0-223-47,0 50 16,0-26-16,-25 175 47,25-175-32,0-24 1,0 0 31,0 0-47,0-1 15,-24 1 1,-1 0-16,25 0 16,0 74-1,0-49 16,0 148 32,0-173-63,0 0 16</inkml:trace>
  <inkml:trace contextRef="#ctx0" brushRef="#br0" timeOffset="98545">9451 7789 0</inkml:trace>
  <inkml:trace contextRef="#ctx0" brushRef="#br0" timeOffset="175305.05">15032 9897 0,'0'-25'203</inkml:trace>
  <inkml:trace contextRef="#ctx0" brushRef="#br0" timeOffset="-100167.27">9624 7417 0,'0'-25'110,"0"0"-110,0-25 15,0-49-15,0 25 16,0-1 0,0 26-16,0-175 31,0 175-31,0-199 62,0 223-62,0 0 0,0-74 32,149-99 14,-75 148-30,-24 25 0,-50 0-16,25-24 47,0 49-1,-1 0-14,1 0-32,0 0 15,0 0 1,0 0 15</inkml:trace>
  <inkml:trace contextRef="#ctx0" brushRef="#br0" timeOffset="-99439.99">9575 6896 0,'24'0'62,"1"0"-62,25 0 31,-25 0-15,148 0 31,-148 0-31,25 0-1,-26 0 1,1 0 15</inkml:trace>
  <inkml:trace contextRef="#ctx0" brushRef="#br0" timeOffset="-98598.81">10220 6052 0,'0'25'140,"0"0"-140,0 25 16,0-26 0,0 26-1,0 0-15,24-1 32,-24-24-32,25 49 31,-25 1 0,25-50 32</inkml:trace>
  <inkml:trace contextRef="#ctx0" brushRef="#br0" timeOffset="-97479.95">10567 6623 0,'0'25'62,"0"-1"47,0 1-93,0 25-16,-25 99 47,25-124-31,0 24-16,0 1 31,0-25-31,0-1 15,0 51 32,0-50-47,0-1 47,0 1-47,0 0 16,0 25-1,25-26 1,0 1 0,24 74 31,-24-74-32</inkml:trace>
  <inkml:trace contextRef="#ctx0" brushRef="#br0" timeOffset="-96833.52">10815 6871 0,'25'0'78,"-1"25"-78,26 24 15,0 1 1,24 74 0,-49-99-16,0 0 15,49 49 32,-49-74-47,-25 25 16,25-25-1,0 25 17,-1-25-1,1 24-31,-25 1 62,0 0-46,0 25-16,0-26 16,-25 1-16</inkml:trace>
  <inkml:trace contextRef="#ctx0" brushRef="#br0" timeOffset="-96349.11">11013 7466 0,'0'-25'15,"0"-74"1,25 25-16,0 49 16,-25 0-16,25-99 47,-25 75-47,24 24 0,1 0 31,0 0 63,-25 0-94,0 1 15</inkml:trace>
  <inkml:trace contextRef="#ctx0" brushRef="#br0" timeOffset="-95398.87">11187 6672 0,'25'-24'79,"0"24"-64,-1 49 16,1-24-31,25 25 0,-1 49 32,26 50-1,-50-25 16,-25-99-47,0-1 15,0 1 1,0 124 31,-25-124-31,25 0-1,-25-1 1,25 1-16,0 0 15,0 25 1,-50-26 15</inkml:trace>
  <inkml:trace contextRef="#ctx0" brushRef="#br0" timeOffset="-93510.85">12229 6772 0,'-25'0'47,"0"0"-47,0 0 16,-124 0 15,125 0-31,-100 49 31,24 75 32,100-99-63,0 25 0,0-25 16,0 123 30,25-123-46,0-25 16,124 50 31,-124-50-31,-1 0-16,26-50 31,24-173 0,-74 49 16,25 174 94,0 25-141,0 0 15,-25 25-15,50 24 31,-50-49-31,49 74 32,1-25-1,-50-24-31,74 99 31,-74 272 16,0-371-31,0 149-1,-74-75 17,-50-124 14,99 0-30,-25-25 0,-24 0-1,49 25 1</inkml:trace>
  <inkml:trace contextRef="#ctx0" brushRef="#br0" timeOffset="-92559.87">12551 6747 0,'-25'25'93,"25"-1"-77,-24 76 0,24-75-16,0 148 31,0-148-31,124 223 62,-100-248-46,-24 25-16,50-25 47,-25 0-32,0 0 1,-1 0-16,1 0 16,0 0-16,0 0 31</inkml:trace>
  <inkml:trace contextRef="#ctx0" brushRef="#br0" timeOffset="-91975.14">12824 6796 0,'25'0'0,"-25"25"16,25-25-16,-1 0 31,1 25-15,25 25 15,173 49 32,-198-49-63,173 173 62,-173-198-62,-25-1 16,0-48 93,-25 24-109</inkml:trace>
  <inkml:trace contextRef="#ctx0" brushRef="#br0" timeOffset="-91462.94">13047 7243 0,'0'0'0,"25"-25"0,-25 0 16,50 1-16,-50-1 15,49 0 1,-24 25-16,99-149 63,-99 75-63,0 49 0,-25-25 15,25-49 32,-25 74-47</inkml:trace>
  <inkml:trace contextRef="#ctx0" brushRef="#br0" timeOffset="-90646.43">13568 6350 0,'0'25'62,"0"0"-62,25-1 16,0-24 0,-25 25-1,25 25 48,-1-1-63,1-24 15,-25 25-15,25-1 16,25 200 15,-50-200-15,0 26-16,0 173 31,-50-124 0,25-50-15,0-74 46,-24 0-46,24 0 0,0 0-1</inkml:trace>
  <inkml:trace contextRef="#ctx0" brushRef="#br0" timeOffset="-89376.13">14039 6846 0,'25'0'78,"0"0"-62,0 0 15,0 0-15,148 0 30,-148 0-30,74 0-16,149 50 31,372 74 32,-595-99-63</inkml:trace>
  <inkml:trace contextRef="#ctx0" brushRef="#br0" timeOffset="-78391.45">16024 7565 0,'0'-24'62,"0"-1"-62,25 25 16,-25-50-1,0 25 1,0-24-16,0-1 16,0 25-1,0 1-15,0-100 32,0 49-32,24-347 31,1 348-31,-25-50 15,0 74 1,0-74 15,25 50-31,0 49 16,-25 0 0,124 1 46,-75 24-62,-24 0 16,0 0-16,25-25 47</inkml:trace>
  <inkml:trace contextRef="#ctx0" brushRef="#br0" timeOffset="-77703.99">16024 6945 0,'49'0'109,"26"0"-109,-26-24 16,-24 24-16,124 0 31,-124 0-31,49 0 32,-49 0 14</inkml:trace>
  <inkml:trace contextRef="#ctx0" brushRef="#br0" timeOffset="-76902.26">16818 6995 0,'-25'-25'32,"0"25"-1,0 0 0,25 25-15,0 99 15,0-50-31,0-49 16,25 50-16,149 297 62,-174-348-62,24-24 16,1 25 31</inkml:trace>
  <inkml:trace contextRef="#ctx0" brushRef="#br0" timeOffset="-76335.43">17090 7094 0,'25'0'15,"-25"25"1,50 0-16,-1 24 31,-24-24-15,25 0-1,24 25 32,100 74 0,-149-100-47,0-24 16,-25 25-1,49 0 1,-24 0 0</inkml:trace>
  <inkml:trace contextRef="#ctx0" brushRef="#br0" timeOffset="-75782.94">17363 7565 0,'0'-24'16,"0"-1"-16,0-50 15,25 51 17,25-51 14,-50 50-46,0 1 16,0-1-16,24-25 31,-24 25-15,0-24-16,0 24 16,0-25-1,0 1 16</inkml:trace>
  <inkml:trace contextRef="#ctx0" brushRef="#br0" timeOffset="-74947.34">17487 6722 0,'50'25'31,"-50"0"-16,25-25 1,0 24 0,-1 1-1,1 0 1,0 0-16,25 0 31,74 272 32,-100-247-63,-24 0 15,25-1-15,25 150 47,-50-175-31,0 26-16,0 0 0,0-1 31,0-24 16,0 0 94,-25-25-126,0 0 1</inkml:trace>
  <inkml:trace contextRef="#ctx0" brushRef="#br0" timeOffset="-72450.84">18876 6896 0,'-24'-25'15,"-1"25"-15,0-25 16,0 0-16,-24 0 31,24 25-15,-25 0-16,25 0 16,-223 323 30,223-249-30,25-49-16,0 74 31,50-24 1,49-50-17,75-174 48,-174 99-63,0 25 15,0 1 32,25-1 156,0 25-187,49 99 15,-49-49-31,49 49 0,-49-25 16,25 1-16,173 272 47,-198-273-47,-1 1 0,-24-26 15,0 1 1,0 99 15,0-100-15,-49-49-1,-26 25 1,51 0 0,-1-25-16,0 0 15,-74 0 32,74 0-31,-74 25 15,74-25-15,-25 0 15,-24-99 0</inkml:trace>
  <inkml:trace contextRef="#ctx0" brushRef="#br0" timeOffset="-71542.82">19348 6350 0,'-25'0'62,"25"50"-46,-50 24-1,50-49 1,-49 198 31,49-198-47,-25 49 15,25-49-15,0 124 47,0-124-31,0 24 0,173 100 30,-148-124-46,50 25 32,-26-50-17,-49-25 79,0 0-78</inkml:trace>
  <inkml:trace contextRef="#ctx0" brushRef="#br0" timeOffset="-70998.9">19645 6548 0,'0'-24'63,"25"24"-63,0 24 16,273 299 30,-224-273-46,-49-1 16,24 1-16,-24-25 16,25 24-1,-25-24 1,-1-25 31,-24 25 15,-24 0-30</inkml:trace>
  <inkml:trace contextRef="#ctx0" brushRef="#br0" timeOffset="-70567.28">19769 7020 0,'25'0'16,"0"0"0,25-25-1,-50 0-15,124-74 31,-100 49-15,26 1-16,-25-1 16,49-173 31,-74 198-47,0 0 0,0 0 15</inkml:trace>
  <inkml:trace contextRef="#ctx0" brushRef="#br0" timeOffset="-69891.5">20290 6251 0,'0'-25'16,"25"25"0,99 99 15,-74-49-15,-26-1-16,150 299 62,-174-324-62,25 26 0,-25-25 16,-25 173 31,25-148-32,-124 99 16,99-149-15,0 0 47,1 0-48,-1 0-15,-74 0 16,-25-25-1,49-25-15</inkml:trace>
  <inkml:trace contextRef="#ctx0" brushRef="#br0" timeOffset="-69031.36">18777 6201 0,'0'25'94,"0"25"-94,0-26 15,0 26-15,0 99 32,0-75-1,0-49-31</inkml:trace>
  <inkml:trace contextRef="#ctx0" brushRef="#br0" timeOffset="-67263.47">9451 8409 0,'74'0'31,"0"0"-31,50 0 16,149 0 0,-149 0-16,422 0 31,223 124 0,570 124 32,-1115-199-63,520 75 31,918-124 16,-1117-99-32,-247 0-15,0 49 16,1562-98 31,-1562 148-47,-1 0 15,1465 198 32,-1514-198-47,24 0 16,398 0 15,-323 0-15,-223 0 31,-49-25-32,-50 25-15,-1-25 16,1 25 31</inkml:trace>
  <inkml:trace contextRef="#ctx0" brushRef="#br0" timeOffset="-65679.24">14213 9674 0,'0'0'0,"-50"0"0,26-25 16,-1 0-16,-25 25 15,50-25 32,-25 25-47,-99 124 31,100-99-31,24 0 16,0 25 0,0-26-1,0 1 1,74 25 46,0-50-62,-24-25 16,0 0-16,-1-49 16,150-149 15,-199 198 16,0 0-32,-25 25 1,0 0 0,-25 0-1,26 50 32,24-1 31,0-24-62,24 25-16,1-26 15,0 26-15,99 148 47,-74-148-47,-25 25 16,-50 321 31,0-346-47,25 0 15,-124 24 1,49-74 15,-148-25 32,198 0-63,1 1 0,48 24 156,26-25-156</inkml:trace>
  <inkml:trace contextRef="#ctx0" brushRef="#br0" timeOffset="-64727.2">14858 9475 0,'0'25'94,"0"0"-94,0 25 16,0-26-16,-25 175 47,25-174-47,0-1 0,0 1 15,0 0-15,0 49 47,0-49-47,0 0 16,25 0-16,0 25 15,74 24 32,-49-49 0,-26-25-47,1 0 78</inkml:trace>
  <inkml:trace contextRef="#ctx0" brushRef="#br0" timeOffset="-64142.56">15156 9475 0,'24'0'47,"26"50"-31,0 0 0,-1-1-16,51 125 31,73-1 16,-173-148 78,-49 0-110</inkml:trace>
  <inkml:trace contextRef="#ctx0" brushRef="#br0" timeOffset="-63683.07">15329 9823 0,'0'0'0,"25"0"15,0 0-15,25-50 63,-1 50-63,-49-25 0,50 0 31,-25 1-31,-25-1 0,0-25 31,0 25-15,24-24 15</inkml:trace>
  <inkml:trace contextRef="#ctx0" brushRef="#br0" timeOffset="-62895.22">15751 9302 0,'25'25'94,"0"49"-78,-1-24-1,-24-26-15,0 125 16,0-99-1,25 49-15,0 273 47,-50-297-47,25-26 16,0-24-16,0 0 16,-25-25 15,1 0 0,-1 0-15</inkml:trace>
  <inkml:trace contextRef="#ctx0" brushRef="#br0" timeOffset="-61639.46">15875 9227 0,'0'-24'31,"25"24"-15,0 0 0,-1 0-1,1 0 1,0 0 62,0 24-78,0 1 16,-25 0-1,0 25 1,0-26 0,0 1-16,0 0 15,0 25 1,0-26-1,0 1-15,24 0 125,1-25-93,0 0-17,25 0 1,-26 0-16,1 0 16,-50 0 327</inkml:trace>
  <inkml:trace contextRef="#ctx0" brushRef="#br0" timeOffset="-51791.02">9004 12923 0,'0'-25'47,"25"25"-31,0 0-16,24 25 15,75 25 1,-49-25-16,-26-1 16,26-24-1,24 0 48,-74 25 62</inkml:trace>
  <inkml:trace contextRef="#ctx0" brushRef="#br0" timeOffset="-51255.29">8954 13568 0,'0'25'16,"25"-25"-16,0 25 16,25 0-1,-1-25 1,299-75 31,-299 50-32,-24 25 1,25 0 15,-26 0-15,1 0 15</inkml:trace>
  <inkml:trace contextRef="#ctx0" brushRef="#br0" timeOffset="-50176.86">10071 13122 0,'0'-25'63,"25"25"-47,-25-25-1,173-25 32,-123 26-47,-1-26 16,75-49 15,-124 49-31,75-99 31,-75 125-15,25 24 78,-25 24-79,24 324 32,-24-299-31,0-24-16,0 25 0,0-26 15,0 1 1,0 0-16,0 0 31,0 25 0,0 74 16,0-75-31,0-24-16,0 74 31,0-24 0,-24-75 79,24-25-95</inkml:trace>
  <inkml:trace contextRef="#ctx0" brushRef="#br0" timeOffset="-49598.21">10368 13618 0,'25'0'32,"223"49"-1,-149-49-31,-49 0 16,24 0-16,-24 0 15,74 0 16,-74 0-15,-26 0 0,1 0-16,-25-24 125,-25 24-110,-24 0-15,-1 0 16,1 0-16</inkml:trace>
  <inkml:trace contextRef="#ctx0" brushRef="#br0" timeOffset="-48806.87">10071 12650 0,'-25'0'31,"25"50"-15,-25 0-1,-25 24 17,26-24-32,-100 247 47,124-247-32,0 24 16,0-24-31,0-25 16,24 24-16,100 150 31,-99-125-15,0-49-16,74 99 31,-74-74-31,0-26 16,49 51-1,-49-75 79,-25-25-63,25 0-15</inkml:trace>
  <inkml:trace contextRef="#ctx0" brushRef="#br0" timeOffset="-47303.39">11088 12427 0,'0'25'78,"0"0"-62,24-25-1,1 25 1,0-1 0,-25 1-1,99 50 17,-74-51-32,50 51 31,-51-50-31,51 123 31,49 100 16,-124-198-31,0-25-16,0 25 15,0-26-15,0 1 31,0 0-15,0 0 0,0 0-1,-25 198 48,25-198-63,-50 173 62,26-148-62,-1-26 16,0 26 31</inkml:trace>
  <inkml:trace contextRef="#ctx0" brushRef="#br0" timeOffset="-46150.86">12005 12353 0,'-24'-25'62,"-1"25"-46,-25 25-1,25 74 1,1-49-16,-26 396 62,50-372-62,0-24 0,0 74 32,0-99-32,50 74 62,-50-74-62,24 0 16,1 0-1,0-1 1,0 1 15,49 50 16,-49-75 0,0 0 47,0 0-79,-1 0 17,1 0-17</inkml:trace>
  <inkml:trace contextRef="#ctx0" brushRef="#br0" timeOffset="-38975.59">12526 12675 0,'25'25'94,"0"0"-94,25 24 15,-1 1-15,-24 0 16,173 173 15,-173-174-31,0 26 16,25-25-16,-26 24 62</inkml:trace>
  <inkml:trace contextRef="#ctx0" brushRef="#br0" timeOffset="-38383.92">12725 13395 0,'0'-50'16,"25"-49"-1,-1 49-15,1 0 16,25-74 15,-1 75-31,26-75 47,-75 99 62,0 0-93,0 0 0</inkml:trace>
  <inkml:trace contextRef="#ctx0" brushRef="#br0" timeOffset="-37047.85">13196 12973 0,'25'0'0,"0"0"15,0 0 1,-1 0 0,200-25 31,-175 0-32,1 0-15,49 1 63,-74 24 15</inkml:trace>
  <inkml:trace contextRef="#ctx0" brushRef="#br0" timeOffset="-36223.27">13866 12477 0,'0'-25'15,"25"25"1,-25 25-1,0 24 17,0-24-32,24 0 31,-24 99 0,25 223 32,-25-272-63,0-51 0,0 1 15,0 0-15,0 25 32,0-25-32,0-1 31,0-48 63,0-1-79</inkml:trace>
  <inkml:trace contextRef="#ctx0" brushRef="#br0" timeOffset="-35287.37">14238 12254 0,'25'0'94,"-25"24"-94,49 1 15,-49 0-15,124 173 47,-74-123-47,-25-26 0,0 1 16,49 124-1,-49-125 1,0 100 15,-25-99-31,0-26 0,0 76 63,-25-51-63,0 1 31,-25-25-31,26 0 0,-76 99 62,76-100-62,24 1 16,-25-25 15,0 0 63</inkml:trace>
  <inkml:trace contextRef="#ctx0" brushRef="#br0" timeOffset="-34079.47">15056 12898 0,'25'0'125,"0"0"-109,25 0-1,24 25 17,-49-25-17,0 0 17,-1 0-32,1 0 15,50 0 16,-50 0-15,-1 0-16,26 0 31,-25 0-31,0 0 32,-1 0 30</inkml:trace>
  <inkml:trace contextRef="#ctx0" brushRef="#br0" timeOffset="-27383.52">15999 12303 0,'25'0'109,"-25"50"-93,25 24-16,-1-24 15,-24-25 1,0 198 15,0-198-15,0-1 0,0 51 30,0-50-46,0 49 32,100 199 30,-100-223-62,24-26 0,51 100 31,-26-99 1,-24-25 30</inkml:trace>
  <inkml:trace contextRef="#ctx0" brushRef="#br0" timeOffset="-26587">16570 12626 0,'49'0'78,"-24"0"-78,25 24 15,-1 26-15,1-25 16,49 49 0,-74-49-16,99 74 31,-50-24 0,-74-51 78,25-24-93,-25 25 0,0 50 31,0-26-47,0 1 15,-50 0-15</inkml:trace>
  <inkml:trace contextRef="#ctx0" brushRef="#br0" timeOffset="-26015.88">16793 13097 0,'0'0'0,"25"-124"15,24 74-15,50-173 47,-74 173-47,0 1 16,0-1-16,0 25 15,-1 1 17</inkml:trace>
  <inkml:trace contextRef="#ctx0" brushRef="#br0" timeOffset="-25200.79">17537 12378 0,'0'24'32,"0"26"-32,25 0 15,-25-26 1,0 1-16,0 25 31,0-1 0,0 125 32,0-100-63,0-49 0,0 0 16,0 0-16,25 74 31,-1-74-31,1 74 31,-25-49-31,0-25 16,0-50 93,0 0-109,-25 0 16,1 0-1</inkml:trace>
  <inkml:trace contextRef="#ctx0" brushRef="#br0" timeOffset="-24622.94">17363 12750 0,'25'0'62,"0"0"-46,0 0-16,-1 0 16,26 0-16,74 0 46,-74 0-46,-25 0 16,99 0 47</inkml:trace>
  <inkml:trace contextRef="#ctx0" brushRef="#br0" timeOffset="-23983.38">18107 12353 0,'25'0'63,"-25"49"-48,0 1-15,0 49 16,50 124 15,-50-173-15,0 0-16,0-1 0,0-24 31,0 0-31,0 0 63,0-1 15,0 1-63</inkml:trace>
  <inkml:trace contextRef="#ctx0" brushRef="#br0" timeOffset="-23023.1">18355 11881 0,'0'75'31,"0"-50"-15,0 24 0,25 26-16,25-1 31,-50-49-31,25-25 0,-25 50 47,24-26-16,1-24-31,0 25 16,-25 0-1,50 0-15,-50 24 16,25-24-16,24 248 47,-49-199-47,0-24 15,0 24-15,0 174 47,0-223-47,-25 0 16,1-25 203,-1 0-204</inkml:trace>
  <inkml:trace contextRef="#ctx0" brushRef="#br0" timeOffset="-21927.36">19000 11782 0,'-24'0'78,"-1"50"-78,25-25 16,0 24-16,0 50 16,0-24-1,0 123 1,0-148-1,0-25-15,0 0 16,0 49 15,0-24-15,25-26-16,-25 26 31,99 148 0,124 199 32,-198-372-63,0 25 16,-1-25-16,1-1 31</inkml:trace>
  <inkml:trace contextRef="#ctx0" brushRef="#br0" timeOffset="-18030.49">19521 12204 0,'0'0'0,"25"-25"62,0 50-46,49 124 15,-49-75-31,-25-49 16,25 0-16,0 49 15,0 100 17,-1-174-17,-24 25 1,0-1 31,0 1-47,0 0 47,25 25-16,0-1 0</inkml:trace>
  <inkml:trace contextRef="#ctx0" brushRef="#br0" timeOffset="-16815.18">19670 11733 0,'0'24'79,"50"1"-79,-50 25 15,49-1 1,75 100 15,100 199 32,-200-299-48,-24-24 1,25-25-1,-25 25-15,0 74 63,0-74-63,0 0 16,0 148 30,0-148-46,0 25 16,-25 74 0,-24 49 15,24-98 31</inkml:trace>
  <inkml:trace contextRef="#ctx0" brushRef="#br0" timeOffset="-13975.38">10368 14362 0,'25'0'47,"25"0"-47,-1 25 16,-24 0-16,99-1 15,-49 1 1,173-25 15,99-25 0,769-24 16,-942 49-31,-50 0-16,25 0 0,917 0 62,-867 0-62,-51 0 16,26 0-16,694 0 47,-694-25-47,-50 0 15,25 0-15,198-49 32,25-25-17,397 49 48,-645 50-63,248 0 31,124 99 0,124-74 16,-595-25-31,149-25-1,-125 0 1,1 1-16,173-51 47,-173 75-31,24-25-16,1 25 0,-50 0 15,148 0 16,-148 0 16</inkml:trace>
  <inkml:trace contextRef="#ctx0" brushRef="#br0" timeOffset="-3959.08">20563 13494 0,'50'-25'125,"-26"25"-110,26 0-15,0 0 16,24 0-1,-24 0-15,49 0 32,0 0-1,-74 0 0</inkml:trace>
  <inkml:trace contextRef="#ctx0" brushRef="#br0" timeOffset="-3191.81">20687 14238 0,'25'0'110,"25"0"-110,24 0 15,0 0-15,1 0 16,24 0-1,-74 0 1,24 0 0,1 25 171,-25 24-156</inkml:trace>
  <inkml:trace contextRef="#ctx0" brushRef="#br0" timeOffset="304.59">21853 12725 0,'50'49'78,"-1"1"-63,-24-25 1,49 124 31,-49-100-47,0 26 15,173 222 32,-173-247-31,50 49 31,-75-74-16</inkml:trace>
  <inkml:trace contextRef="#ctx0" brushRef="#br0" timeOffset="929.37">22051 13717 0,'0'-50'31,"0"1"-31,25-75 32,-25 49-32,0 26 15,0-1-15,50-297 63,-25 297-63,-1-74 62,-24 99-46,0 1-1,25-1 17</inkml:trace>
  <inkml:trace contextRef="#ctx0" brushRef="#br0" timeOffset="1736.33">22523 13295 0,'-25'0'94,"50"0"-63,-1 0 0,1 0-15,0 0-16,0 0 16,0 0-1,24 0 16</inkml:trace>
  <inkml:trace contextRef="#ctx0" brushRef="#br0" timeOffset="2976.46">22796 12998 0,'0'-25'94,"24"25"-79,26-25 1,-50 0 0,74-24-1,-49 24 48,-25 50 202,25 49-265,-25-24 16,0-26 0,0 26-16,25 49 31,-25-74-16,25 25 1,-25-25 0,0-1-1,0 1 1,0 0 15,0 0 0,0 24 16</inkml:trace>
  <inkml:trace contextRef="#ctx0" brushRef="#br0" timeOffset="3792.69">22969 13593 0,'25'0'62,"25"0"-46,-26-25-16,26 25 31,-25 0-31,0 0 0,49-25 31,-49 25-15,0 0 0,24-24 15</inkml:trace>
  <inkml:trace contextRef="#ctx0" brushRef="#br0" timeOffset="5488.93">23837 13146 0,'25'0'218,"0"0"-218,0 0 16,24 0 0,-24 0-1,0 0 1,49 0 15,-49 0-15,0 0-16,25 0 62,-26 0-46,26 0-1,-25 0 1,0 0 15,-1 0 1,1 0-1</inkml:trace>
  <inkml:trace contextRef="#ctx0" brushRef="#br0" timeOffset="6960.51">24829 12502 0,'-24'0'78,"24"24"-62,0 1-1,0 0 1,0 25-16,0-26 31,0 51-15,0-50-16,0-1 16,0 1-16,0 0 15,0 74 16,0-74-15,0 0-16,0 74 31,24-74-31,-24 49 32,50 26 14,-50-76-46,0 1 16,0 0 0,50 0 15,-25 24 16,-1-24-32,1 0 17,-25 0-17,25-25 1,-25 25 31,25-25 0,0 0 171</inkml:trace>
  <inkml:trace contextRef="#ctx0" brushRef="#br0" timeOffset="10072.02">25350 12750 0,'25'24'157,"25"1"-157,-25 0 15,24 25-15,-49-1 16,124 75 15,-99-99-15,-25 0-16,25 0 0,74 49 62,-74-49-46,24 25 31,-24-50-32</inkml:trace>
  <inkml:trace contextRef="#ctx0" brushRef="#br0" timeOffset="10832.75">25598 13345 0,'0'-25'47,"0"-24"-31,0 24-16,0 0 16,0-25-16,0 25 15,25-74 16,-25 50-15,25 24-16,0 0 16,24-74-1,1 0 48,-25 49-48,-25 25 17</inkml:trace>
  <inkml:trace contextRef="#ctx0" brushRef="#br0" timeOffset="11649.19">26119 12601 0,'25'25'110,"0"-1"-110,-25 1 15,0 25-15,0 24 47,25-24-47,0-25 16,-25 24 31,0-24-47,0 0 31,0 0-31,0-1 47</inkml:trace>
  <inkml:trace contextRef="#ctx0" brushRef="#br0" timeOffset="12648.13">26095 12948 0,'24'0'125,"1"0"-94,25-25-15,-50 0 0,49 25 30,-24 0-30,0 0 0,0 0 15,0-24-31,-1 24 16,1 0-1,0 0 16</inkml:trace>
  <inkml:trace contextRef="#ctx0" brushRef="#br0" timeOffset="13720.67">26715 12477 0,'0'49'141,"0"1"-125,24 24-1,1-49-15,0 25 16,0-1-1,-25-24 1,25 74 15,-25-24 1,0-50-32,24 24 31,-24 26 16,0-51-16,0 1 0,0 0 32</inkml:trace>
  <inkml:trace contextRef="#ctx0" brushRef="#br0" timeOffset="14936.85">26863 12229 0,'25'-25'63,"0"25"-32,0 25-15,0 0-16,-25-1 15,24 1-15,1 25 16,0-1 15,0 1-15,0-50-16,-25 50 0,25-26 31,-25 26-31,24 0 31,1-1-31,-25 1 0,25 49 31,-25-74-15,0 24 0,25 51 15,-25 24 31,0-100-62,-25 125 63,0-124-63,25 0 16,-25 0 30,1-25 79,-1 0-109</inkml:trace>
  <inkml:trace contextRef="#ctx0" brushRef="#br0" timeOffset="16320.76">21878 14213 0,'0'-25'79,"99"25"-64,-25-25-15,50-24 16,273-26 15,-298 75-15,26-24-16,-51 24 0,645 0 47,-570 0-32,-25 0-15,50 0 16,-1 0-16,547 0 47,-423 0-47,1 0 15,0 0-15,669 0 47,-893 0-31,-24 0-16,0 0 15,99 0 1,-75 0-16,670 0 63,-719 0-63,49 0 31,-24 0 16,-149 0 187,74 0-234</inkml:trace>
  <inkml:trace contextRef="#ctx0" brushRef="#br0" timeOffset="22273.11">27930 13767 0,'0'-25'78,"25"25"-47,24 0-31,51 0 16,-51 0-1,-24 0-15,198 0 47,-173 25-31,-25-25-16,24 0 31</inkml:trace>
  <inkml:trace contextRef="#ctx0" brushRef="#br0" timeOffset="22920.08">28004 14387 0,'0'25'31,"0"-1"-15,25-24-16,0 0 15,50 0 1,-26 0 0,100 0 31</inkml:trace>
  <inkml:trace contextRef="#ctx0" brushRef="#br0" timeOffset="31832.41">28749 12650 0,'24'0'47,"1"0"-32,25 25 1,-1-25-16,1 50 0,74 24 31,-25-24 0,149 198 32,-198-199-63,-25 1 16,0-50-1,-1 99 16</inkml:trace>
  <inkml:trace contextRef="#ctx0" brushRef="#br0" timeOffset="32496.3">29220 13395 0,'0'0'0,"0"-50"16,0 0-16,0-24 15,50-149 17,-50 173-17,24 25-15,1-24 16,50-150 31,-51 150-47,-24 24 31,0 0-15,0 0-1,25 0 17,0 1-17</inkml:trace>
  <inkml:trace contextRef="#ctx0" brushRef="#br0" timeOffset="33281.04">29642 12998 0,'24'24'109,"26"-24"-77,-25 0-32,0 0 15,74 0 32,-74 0 47,-1 0-94,1 0 31</inkml:trace>
  <inkml:trace contextRef="#ctx0" brushRef="#br0" timeOffset="34240.23">30113 12601 0,'25'0'94,"-25"25"-94,0-1 16,24 26-16,-24-25 15,0 0 1,0-1-16,0 1 16,25 25-1,-25-25 16,0 123 32,0-98-47,0-25-1,25 49 1,-25-24 15,0-25-31,0 24 16</inkml:trace>
  <inkml:trace contextRef="#ctx0" brushRef="#br0" timeOffset="36552.09">30386 13022 0,'25'0'140,"-1"0"-124,1 0-16,25 0 47,-25 0-16,-1 0-15,1 0-1,25 0 32,-25 0-47,-1 0 16,1 0 0,0 0 15</inkml:trace>
  <inkml:trace contextRef="#ctx0" brushRef="#br0" timeOffset="37489.02">30931 12551 0,'25'0'47,"0"0"-16,0 25-15,0 0 15,-1 0-31,1-1 47,0 1-16,0-25-31,74 199 63,-74-199-63,0 49 0,0 50 31,-1-99-15,26 75-1,-25-50 48,0-1 62,-25 1-47</inkml:trace>
  <inkml:trace contextRef="#ctx0" brushRef="#br0" timeOffset="38208.73">31155 13246 0,'0'-25'0,"0"0"15,0 0-15,0 0 32,0-24-32,0-1 15,24-49 32,1 49-31,-25 26-16,25-1 15,-25 0-15,25 0 16,0-49 0,0-1 15,-25 51-31,24-1 31,-24 0 0</inkml:trace>
  <inkml:trace contextRef="#ctx0" brushRef="#br0" timeOffset="41240.33">31824 12923 0,'0'-25'94,"25"25"-63,0 0-15,74 0 0,-49 0-16,-25 0 15,-1 0-15,1 0 16,50 0 15,-26 0-31,-24 0 16,0 0-1,25-24 17,-26 24-1</inkml:trace>
  <inkml:trace contextRef="#ctx0" brushRef="#br0" timeOffset="42312.93">32569 12650 0,'0'-24'16,"24"-1"-1,1 25 1,-25-50 15,25 50-31,-25-25 16,25 1 15,0 24 141,-25 49-141,24-24-15,-24 0-1,0 0 1,0 24 15,25 26 16,0-1-47,-25-49 16,0 0-1,25 24 17,-25-24-32,0 0 15,0 0-15,0-1 16</inkml:trace>
  <inkml:trace contextRef="#ctx0" brushRef="#br0" timeOffset="43673.32">32717 13072 0,'-24'0'16,"-1"-25"15,50 25 250,-1 0-265,1 0-16,0 0 15,0 0 1,0 0-16,-1 0 16,1 0-1,0 0 32,0 0 0,0 0-31,-1 0 46</inkml:trace>
  <inkml:trace contextRef="#ctx0" brushRef="#br0" timeOffset="54968.68">29195 13791 0,'0'50'79,"25"-50"-64,25 0 16,24 0-31,298 0 32,248-25 15,-521 25-32,1 0-15,-1 0 0,50 0 16,148 0-1,-123 0-15,421 0 32,-421 0-32,24 0 15,298 0 1,100-74 46,-547 74-46,-24-25-16,0 25 31,0-25-15,0 0 0,24 25-16,1 0 31,-1 0 0</inkml:trace>
  <inkml:trace contextRef="#ctx0" brushRef="#br0" timeOffset="64608.53">28674 12799 0,'0'-25'15,"-25"-24"17,25 24-17,0-124 32,0 124-47,0 1 16,-24-100-1,-1 74 17,25 25-32,-50-99 62,50 99 16,50 25-62,545 0 46,-496 0-62,-24 0 16,-50 0-16,74 0 31,-50 0 0,175-25 16,-175 25-31,-24 0 0,25 0-1,-50 25 141,0 0-156,0 0 16,0 0 0,0 24 31,0-24-32,0 50 32</inkml:trace>
  <inkml:trace contextRef="#ctx0" brushRef="#br0" timeOffset="66208.82">30832 12576 0,'-25'-50'63,"1"26"-63,-1-26 15,25 0-15,-25 1 16,-74-125 15,74 124-31,0 1 16,0 24-16,-24-49 62,74 74 16,24 0-62,26 0-16,123 0 31,-74 0-31,-50 0 0,199 0 47,-248 0-31,50 0-16,-51 0 15,1 0 1,0 0 0,0 0 46,-25 24-15,0 1-31,0 0-1,0 49 1,0 75 15,0-49 16,0-76-47,0 1 203</inkml:trace>
  <inkml:trace contextRef="#ctx0" brushRef="#br0" timeOffset="82225.02">30237 12303 0,'0'-25'78,"0"1"-62,0-26-16,0-49 16,-50-100-1,25 100-15,-173-447 32,74 199-1,74 223 0,1 50 0,-1 74-15,-24-75 31,99 75 47,49-25-94,-24 25 15,24 0-15,298 0 47,-248 0-47,25 0 0,-25 0 16,695 0 46,-720 0-62,273 0 31,0 0 16,-322 0-47,-26 0 16,26 0-16,-25-24 0,0 24 16,123-25 30,-123 25-46,0 0 16,49 0 15,-49 0-15,-25 25 125,0-1-126,0 51-15,0-26 16,0 1-16,0 223 47,0-224-47,0 26 15,0-25-15,0 421 63,0-446-63,0 24 62,0-24-15,-25-25 156</inkml:trace>
  <inkml:trace contextRef="#ctx0" brushRef="#br0" timeOffset="141216.9">13221 15007 0,'0'25'156,"0"-1"-156,25 1 16,-25 0-16,25 25 16,49 74 15,-49-100-15,0 1-16,-1 0 15,26 50 16,-25-51-31,0 1 16,-1 0 0,1 0-1,0 0-15,99 49 47</inkml:trace>
  <inkml:trace contextRef="#ctx0" brushRef="#br0" timeOffset="142112.95">13370 15726 0,'-25'-25'31,"25"1"0,0-1-15,0 0-1,25-124 17,-25 100-17,25 24-15,-1-25 31,1 50-31,25-99 32,-50 49-32,25 50 0,74-124 62,-74 99-15</inkml:trace>
  <inkml:trace contextRef="#ctx0" brushRef="#br0" timeOffset="143712.91">14089 15280 0,'50'0'141,"-26"0"-126,26 0-15,0 0 16,-1 0-16,-24 0 15,0 0 1,0 0 0,0 0 15,-1 0 16</inkml:trace>
  <inkml:trace contextRef="#ctx0" brushRef="#br0" timeOffset="144888.53">14908 14883 0,'0'25'141,"0"-1"-141,0 1 16,0 0-16,0 49 31,0-49-16,24 25 1,1 99 47,-25-125-63,0 1 15,0 99 32,0-99-47,0 0 16</inkml:trace>
  <inkml:trace contextRef="#ctx0" brushRef="#br0" timeOffset="145929.3">15255 14784 0,'0'24'125,"25"26"-125,-1-25 15,-24 24-15,25 51 32,0-76-32,0 125 31,-25-124-31,0 124 62,0-124-62,0 24 16,-25 1 0,0 49 15,0-74-15,-74 124 30,74-100-46,1 1 16,-1 24 15,0-49-31,25 0 0,-50 0 32,50 0-1</inkml:trace>
  <inkml:trace contextRef="#ctx0" brushRef="#br0" timeOffset="147008.37">12973 14908 0,'0'0'0,"-25"0"31,0 24-15,0 26-16,1-25 16,-1 49-1,25-24-15,-50 49 16,25-49 0,1 49-16,24-49 31,49 247 16,-24-272-47,0 25 15,-25-26-15,49 1 16,1 50 0,-50-26-16,99-24 31,0 49 31,-74-74-46,0 25 0,-25 0 15,25-25-16,25 25 32</inkml:trace>
  <inkml:trace contextRef="#ctx0" brushRef="#br0" timeOffset="148640.89">15577 14734 0,'25'0'125,"0"0"-110,25 0 1,-26 0-16,100 25 47,-99-25-47,0 25 16,0-1-1,0 1 1,-25 0 15,0 0-31,-25 198 47,0-173-31,0-26-16,0 1 31,25 0 0,25-25 141,0 0-156,0 0 15,0 0-16,24 0 1,-24 0 0,49 0 15,-49 0-31,0 0 31,25 0 0,-26 0 32,1 0 15,0 0-62</inkml:trace>
  <inkml:trace contextRef="#ctx0" brushRef="#br0" timeOffset="151032.8">23143 14610 0,'-25'0'62,"0"0"-46,0 0-16,-24 0 16,24 0-1,0 25-15,-49 24 47,49-24-31,0 25-1,0 123 48,25-148-63,0 124 62,0-124-62,25 0 0,-25 24 16,75 26 31,-51-51-47,26 1 15,49 50 32,-74-50-31,25-25 0,-26 24 30,1-24 64</inkml:trace>
  <inkml:trace contextRef="#ctx0" brushRef="#br0" timeOffset="151832.93">23416 14858 0,'24'0'109,"1"0"-93,0 0-16,0 0 16,0 25-1,148 74 16,-148-74-31,0 24 16,0-49-16,99 100 47,-99-76-31,-1 1-16,1-25 46,0 25-30,-25 0 109,0 0-109</inkml:trace>
  <inkml:trace contextRef="#ctx0" brushRef="#br0" timeOffset="152424.78">23589 15230 0,'0'0'0,"25"0"0,-25-25 16,25 0-16,0 1 31,-1-1-31,1 0 15,74-49 32,-74 24-47,0 25 16,0-24 31,-25 24-47,25 0 62,0 0-15</inkml:trace>
  <inkml:trace contextRef="#ctx0" brushRef="#br0" timeOffset="153241.23">24234 15056 0,'25'0'47,"0"0"-32,24 0-15,-24 0 16,0 0-16,0 0 15,0 0 1,-1 0 0,26 0 31,-25 0-32,0 0 16,-1 0 1</inkml:trace>
  <inkml:trace contextRef="#ctx0" brushRef="#br0" timeOffset="154184.88">24780 14883 0,'0'-25'32,"0"0"-17,0 0 1,0 1-16,99-26 47,-74 25-47,0 0 0,0-24 31,-1 49-31,-24 25 141,0 24-141,0 1 15,0 49 1,0-74-16,0 24 15,0 150 32,0-174-47,0-1 188</inkml:trace>
  <inkml:trace contextRef="#ctx0" brushRef="#br0" timeOffset="154785.44">24755 15304 0,'74'0'94,"-24"-24"-94,0-1 16,24 25-1,149-50 17,-198 50-17,50-25-15,-1 25 32</inkml:trace>
  <inkml:trace contextRef="#ctx0" brushRef="#br0" timeOffset="155617.55">25425 14461 0,'25'0'62,"24"25"-46,-49 0-1,25 0-15,74 74 47,-74-50-47,0-24 16,-25 25 0,74 99 15,-74-100-16,0-24 1,0 99 15,-25-74-15,25-26 0,-24 1-16,-26 50 31,25-51-16,0-24-15,25 25 16,-74 0 31,49 0-47,0-25 47</inkml:trace>
  <inkml:trace contextRef="#ctx0" brushRef="#br0" timeOffset="157040.4">25747 14387 0,'25'0'125,"0"0"-78,0 0-32,-1 0 1,1 0 0,0 25-1,0-1 1,0 1 31,-25 0-16,0 0-15,0 0-1,0-1-15,0 1 16,-25 74 31,0-74-32,75-25 204,-1 0-203,26 0-16,148 0 47,-198 0-32</inkml:trace>
  <inkml:trace contextRef="#ctx0" brushRef="#br0" timeOffset="158489.2">29890 14337 0,'-25'0'31,"0"25"-15,-49 49 15,74-49-31,-25 0 16,0 25-1,25 173 48,0-198-63,0 49 16,0-49-16,0 24 15,0 26 1,25-50-16,-25-1 15,149 150 32,-125-149-47,1-25 16,25 25 0,-25-1 15</inkml:trace>
  <inkml:trace contextRef="#ctx0" brushRef="#br0" timeOffset="159193.14">30162 14560 0,'25'0'47,"0"0"-16,0 25 1,-25 0-32,25-25 15,124 198 32,-125-148-31,1 0 15,0-26-31,0-24 16,0 25 46,-1 25-31,-24-25 32,0-1-32</inkml:trace>
  <inkml:trace contextRef="#ctx0" brushRef="#br0" timeOffset="159704.58">30287 15205 0,'0'-49'31,"0"24"-15,24 0-16,1-74 31,99-199 16,-74 224-32,-50 24-15,25 25 16,24-49 15</inkml:trace>
  <inkml:trace contextRef="#ctx0" brushRef="#br0" timeOffset="160448.45">30783 14784 0,'24'0'47,"26"0"-32,-25 0 1,24 0-1,-24 0-15,50 0 47,-26 0-47</inkml:trace>
  <inkml:trace contextRef="#ctx0" brushRef="#br0" timeOffset="161357.95">31452 14709 0,'0'-25'31,"0"1"16,0-1-47,0 0 15,0 0 1,50-198 47,-50 198-48,0 0 1,25 75 93,-25 0-93,0-26-16,0 26 15,0 24 1,0-49-16,0 149 63,0-149-63,0-1 15,-25 26 16,25-25 94,0 0-125,-25-1 16,25 1 0</inkml:trace>
  <inkml:trace contextRef="#ctx0" brushRef="#br0" timeOffset="161920.69">31279 15106 0,'25'0'31,"173"-25"0,-148 0-31,-26 1 16,26-1-16,-25 25 31,0 0 32,-1-25-17,1 25-30,0 0 0</inkml:trace>
  <inkml:trace contextRef="#ctx0" brushRef="#br0" timeOffset="162760.61">31874 14312 0,'25'0'63,"0"0"-48,-25 25-15,24 25 16,125 148 15,-50 25 16,-74-173-31,-25-25-16,0 0 0,0 173 62,0-148-46,-25 24-1,1-74-15,-26 74 32,25-24-1,0-25-15,1 0 77</inkml:trace>
  <inkml:trace contextRef="#ctx0" brushRef="#br0" timeOffset="163993.03">32221 14263 0,'0'-25'31,"0"0"-31,25 25 31,0 0 32,25 0-32,-26 50 16,-24-26-31,0 26-1,0-25 1,0 49 15,0-49-15,0 0-1,0 0-15,0 0 16,0 24 31,25-49 47,0 0-79,0 0-15,24 0 16,51 0 0,-51 0-16,26 0 31,-26 0 0,-74 0 141</inkml:trace>
  <inkml:trace contextRef="#ctx0" brushRef="#br0" timeOffset="166257.23">15751 17338 0,'25'0'94,"24"0"-94,26 0 16,173 0-1,-99 0-15,-25 0 16,-25 0-1,-49 0 17</inkml:trace>
  <inkml:trace contextRef="#ctx0" brushRef="#br0" timeOffset="166904.73">15801 17785 0,'24'0'31,"26"0"-15,24 0-16,-24 0 15,124-50 1,-100 26-16,125-1 31,-175 25 1,1 0 124</inkml:trace>
  <inkml:trace contextRef="#ctx0" brushRef="#br0" timeOffset="168576.4">17314 17413 0,'24'0'47,"1"0"-31,25 0-16,-1 0 15,51 0 1,-51 0-16,-24 0 16,74 0-1,75 0 16,49-25 1,124 25 15,-322 0-32,0 0 1,0-25-1,149 0 1,-50 25 0,0 0-16,24 0 15,448 0 32,-423 0-47,-98 0 16,173 0 15,149 0-15,-298 0-1,25 0-15,-25 0 16,496 0 15,-545 0-15,24 0-16,75 0 31,-99 0-31,-25 0 0,74 0 31,25 0 1,74 0-1,-98 0 0,-76 0 0</inkml:trace>
  <inkml:trace contextRef="#ctx0" brushRef="#br0" timeOffset="169896.95">18182 16743 0,'25'0'0,"-1"0"15,1 0 1,50 0 0,-26 0-16,274-25 31,-150-24 0,-24 24 0,-124 25 32</inkml:trace>
  <inkml:trace contextRef="#ctx0" brushRef="#br0" timeOffset="171185.02">19149 16173 0,'50'0'78,"49"0"-62,-49-25-16,24 0 15,0 25 1,1 0-16,-25 0 0,49 0 31,0 0 0,-49 74 1,-100 373 15,-24-373-47,24-24 15,0 0-15,-74 49 47,124-74 78,0-1-109,0 1-1,25-25 17,0 0-32,25 0 31,-26 0-31,26 25 31,49-25 0,75 0 32</inkml:trace>
  <inkml:trace contextRef="#ctx0" brushRef="#br0" timeOffset="172880.99">18132 18132 0,'-25'0'94,"1"50"-78,24-25-1,-25 123 32,25-98-31,0 49 15,0-24-31,49 24 31,26-25 1,-1 50 30,-49-99-62,0 0 0,0-25 141</inkml:trace>
  <inkml:trace contextRef="#ctx0" brushRef="#br0" timeOffset="173670.13">18554 18182 0,'50'0'78,"-50"25"-62,24-1-16,1-24 15,25 75 1,99 98 31,-100-123-32,-49 0-15,75-1 32,-75-24-32,49 25 31,1 24 0,-1-49 16,-73 0 94,-51 0-126</inkml:trace>
  <inkml:trace contextRef="#ctx0" brushRef="#br0" timeOffset="174216.2">18752 18852 0,'0'0'0,"25"-25"15,74-223 32,-99 198-31,25-24-16,50-249 62,-75 298-62,24 1 0,-24-1 63</inkml:trace>
  <inkml:trace contextRef="#ctx0" brushRef="#br0" timeOffset="174969.39">19248 18554 0,'25'0'47,"0"-25"-31,25-25 15,-1 50-31,26-49 31,-1-1-15,-49 50 46,0 0-30</inkml:trace>
  <inkml:trace contextRef="#ctx0" brushRef="#br0" timeOffset="175784.58">19893 18182 0,'25'-25'47,"0"25"-31,-25-50-1,99-148 32,-74 148-31,0 26 0,0 73 93,-25-24-93,0 25-1,0-1 1,0 1-16,0 24 15,0 25 1,0-74-16,0 99 31,0-99 1,0 0 14</inkml:trace>
  <inkml:trace contextRef="#ctx0" brushRef="#br0" timeOffset="176345.17">19993 18554 0,'24'0'31,"100"0"1,-99 0-17,0 0-15,25 0 16,24 0 0,-49-25-16,0 25 156,-1 25-141</inkml:trace>
  <inkml:trace contextRef="#ctx0" brushRef="#br0" timeOffset="177184.43">20637 17835 0,'25'24'62,"0"26"-62,0-50 16,0 50-16,74 49 31,-74-74-31,74 99 31,75 322 32,-174-421-63,0 25 15,0-1-15,0 75 32,0-99-32,-50 74 47,25-99-32,0 0 1,-49 0-1,0 0 17,24 0 46</inkml:trace>
  <inkml:trace contextRef="#ctx0" brushRef="#br0" timeOffset="178377.08">21109 17909 0,'49'0'78,"-24"0"-62,0 0-1,25 0 17,-50 25-32,24-25 15,26 25 1,-50-1 15,0 100 16,0-99-47,0 0 16,0 0-16,0 0 15,0-1 1,0 1 124,25-25-124,0 0 0,24 0 31,-24 0-16,0 0-16,24 0 17</inkml:trace>
  <inkml:trace contextRef="#ctx0" brushRef="#br0" timeOffset="182353.2">17090 15999 0,'0'74'31,"0"26"-16,0-1-15,0 174 32,0-149-32,0 794 62,0-794-62,0-25 16,0 124-1,0-149-15,0 1 16,0 421 31,0-422-47,0-24 16,0 124 15,0-125-31,75-49 47,-50 0-32,-1 0 110,26 0-109,124 0 0,-75 0-1,25 0-15,223 0 31,224 0-15,669 0 62,-1042 0-78,-49 0 0,50 0 16,-26 0-16,497 0 47,-348 0-47,-173 0 15,843 0 32,-793 0-47,-50 0 16,49 0 15,-173 0-15,0 0 46,-25-25 16,0 1-62,0-26-16,0-24 16,0 49-16,-25-124 15,0 75 1,-24-547 31,24 522-32,-50-298 17,51 273-32,-26 0 0,-99-471 62,149 545-62,0 1 16,0 24 15,0 0 188,-25 25-219,25-25 15,-24 1 1,24-1 15,-25 25-15,25-25 31,0 0-47,0 0 78,-25 0-63,25 1 64,0-1-64,-25 0-15,0 0 16,-24-124 15,24 125-15,25-26-16,-25 25 15,25 0 1,-25-74 15,0 25 0,-24-50 1,49 99-17,0 0 1,-25 25 140,25-49-125,-25 49-31,-24 0 16,-199-75 15,-373 75 32,522 0-63,25 0 0,-174 0 31,124 0-31,0 25 16,0 0-16,24-25 15,-346 0 1,272 0 0,26 0-16,-26 0 15,-397 49 1,423-24-1,-1 25-15,25-25 16,-25-1-16,-422 76 47,497-76-31,24-24-16,-148 50 31,148-25-31,-173 74 62,198-99-62,-24 0 16,-1 0 0,-24 25 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1T22:19:50.256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13246 1687 0,'0'25'94,"25"49"-94,-25-24 16,24 49-1,-24-74-15,0 24 16,50 150 31,-50-150-47,50 50 31,-50-74 0,49-25 157,26 0-188,-1 0 16,75 0-1,-50 0-15,-25 0 16,100 0 15,-124 0-31,-26 0 0,51 0 31,-1 0-31,199 0 63,-248 0-63,297 0 62,-272 0-62,24 0 16,75 0 0,-74 0-1,148 0 1,99 0 46,-173 0-30,-99 0-32,-25 0 15,-1 0-15,26 0 16,0 0-1,-26 0-15,51-25 32,24 25-1,100 0 31,-125 0-30,-24-24-17,-26 24 1,51-25 15,-50 25 0,49-25 16,-49 0 63,-25 0-79,25 1-15,-1-26-1,-24 25 1,0 0-16,0-99 47,0 100-32,0-51 32,0 50 31,0 1-62</inkml:trace>
  <inkml:trace contextRef="#ctx0" brushRef="#br0" timeOffset="1616.69">14511 3448 0,'0'25'62,"-25"-25"-30,0-25-17,25-25-15,-25-49 31,1 49-31,24 26 32,0-1-17,-25-25 1,25 25 0,0 1-16,0-26 31,0-24-16,0-26 48,49 100-47,1-24-1,-25-1 1,0 25-1,99 0 17,-100 0-32,51 0 0,-50 0 15,49-25 1,-49 0-16,0 25 16</inkml:trace>
  <inkml:trace contextRef="#ctx0" brushRef="#br0" timeOffset="2272.13">14039 3274 0,'0'0'0,"50"0"16,-25 0 0,99 0 15,-99 0-16,24 0-15,1 0 0,49 0 32,-49 0-32,-1 0 31,-24 0 0,0 0 0</inkml:trace>
  <inkml:trace contextRef="#ctx0" brushRef="#br0" timeOffset="3240.2">14883 3225 0,'25'24'156,"-25"1"-125,0 0-31,24 74 47,-24-74-31,25 0-1,0 24 32,0-24-47,0 0 16,-1-25-1,-24 25 1,25-25 15,-25 25 63</inkml:trace>
  <inkml:trace contextRef="#ctx0" brushRef="#br0" timeOffset="3872.23">15156 3249 0,'24'0'78,"1"0"-62,0 0 0,0 50-1,0-25-15,-25 0 16,124 99 31,-99-100-32</inkml:trace>
  <inkml:trace contextRef="#ctx0" brushRef="#br0" timeOffset="4448.72">15304 3547 0,'-24'-25'16,"24"-74"15,0 74-15,0 0-16,49-123 47,-49 123-32,25 0 142,-25 0-142</inkml:trace>
  <inkml:trace contextRef="#ctx0" brushRef="#br0" timeOffset="5288.03">15528 3026 0,'25'0'94,"-1"0"-79,1 50 1,25 24 31,-50-49-32,0 0-15,25 24 16,-1 100 31,-24-124-47,0 0 31,0 148 16,0-148-47,-24-25 16,24 50-1,-25-50 126,0 0-125,0 0-1,0 0 1,1-25-16</inkml:trace>
  <inkml:trace contextRef="#ctx0" brushRef="#br0" timeOffset="8264.54">17512 1612 0,'0'25'125,"0"50"-110,0-26 1,50 199 31,-50-223-47,0 0 16,0 24 15,25-49 0,-1 25 94,1-25-94,25 0-15,-1 0 0,1 0-16,223 0 46,-149 0-46,-50 0 16,25 0-16,75 0 31,-75 0-31,249 0 32,421 0 14,-670 0-30,0 0-16,199 0 31,-199 0-31,-25 0 16,100 0 0,421 0 46,-520 0-62,-51 0 16,26 0-16,198 0 47,-198 0-47,-1 0 15,1 25-15,0 0 16,123-25 31,-123 0-47,-1 0 15,125 0 32,-124 0-47,-26 0 16,26 0 15,-25 0-31,24 0 31,-49-25 172,0-25-187,0 26-16,0-175 47,0 174-31,0 1-16,0-76 62,0 76-62,0-1 63</inkml:trace>
  <inkml:trace contextRef="#ctx0" brushRef="#br0" timeOffset="10346.86">19571 2679 0,'-25'-25'16,"0"0"-1,-74 0 17,49 1-32,26 24 15,-100 0 1,-199 124 46,323-99-62,0-1 16,0 1-16,0 50 47,25-75 15,25 0-46,-26 0 0,26 0-1,-25 0-15,24 0 16,26-25-1,-50 25 1,-25-25 0,24 0 15,-24 0 16,0 1-32,0-1 32,0 0 141,0 0-79,50 25-93,-25 25-1,-25 0-15,25-25 16,49 99 31,-74-74-31,25 24-1,0-24 1,-25 124 31,0-124-32,0 0-15,0-1 16,0 1-16,0 50 47,-25-75-47,25 24 15,-25-24 1,0 25 0,0-25 15,-198 0 16,198 0-32,1 0-15,24 25 204</inkml:trace>
  <inkml:trace contextRef="#ctx0" brushRef="#br0" timeOffset="11121.24">19844 2778 0,'25'0'94,"-1"0"-78,1 0-1,0 0-15,-25 25 16,198 99 31,-173-74-32,25-26-15,-1 100 32,-24-99-32,0-25 15,-25 25 1,25 0-16</inkml:trace>
  <inkml:trace contextRef="#ctx0" brushRef="#br0" timeOffset="11672.36">20216 3249 0,'-25'0'15,"25"-24"17,0-76-17,0 51-15,0-1 16,0 25-16,0-24 31,0 24-31,0 0 0,0 0 47,0 1 31,0-1-31</inkml:trace>
  <inkml:trace contextRef="#ctx0" brushRef="#br0" timeOffset="12504.66">19844 2654 0,'-25'-25'16,"0"75"46,25-25-46,0 99 15,0-75-31,0-24 16,0 0 0,0 149 30,0-125-30,0 1 0,25-1 31,0-24-32,49 25 48,-49-25-48</inkml:trace>
  <inkml:trace contextRef="#ctx0" brushRef="#br0" timeOffset="13504.16">20315 2729 0,'50'0'94,"-26"0"-79,26 49 17,-25 1-32,0-1 0,74 224 46,-74-248-46,-25 25 16,24-1-16,26 150 63,-50-175-48,0 1 1,0 0 31,0 0 125</inkml:trace>
  <inkml:trace contextRef="#ctx0" brushRef="#br0" timeOffset="16817">546 2406 0,'0'-25'109,"0"0"-93,0-24-16,0-26 15,0-123 17,0 99-32,0 0 0,0 24 15,0 1-15,0-174 47,0 198-47,0 0 0,0 1 16,0-1-16,74-99 47,-49 125-47,-25-26 15,25 50-15,198-99 63,-173 99-63,-1-25 15,26 0 32</inkml:trace>
  <inkml:trace contextRef="#ctx0" brushRef="#br0" timeOffset="17640.11">446 2009 0,'0'25'78,"25"0"-62,0-25-1,50 0 1,-26 0-1,26 0 1,24-25 15</inkml:trace>
  <inkml:trace contextRef="#ctx0" brushRef="#br0" timeOffset="19128.16">1067 1935 0,'0'-25'110,"24"25"-95,1 0 1,0 0-1,25 0-15,-50 50 16,49-50-16,1 49 31,-1 1-31,1-1 16,-25 1 0,24 0 46,-49-26-62,25-24 16,-25 25-16,50 25 47,-50-25-16</inkml:trace>
  <inkml:trace contextRef="#ctx0" brushRef="#br0" timeOffset="19696.47">1290 2332 0,'0'-50'16,"25"25"0,-25 0-16,74-99 47,-49 75-47,-25 24 15,25-49 1,-1-26 15,1 76-15,-25-1-1</inkml:trace>
  <inkml:trace contextRef="#ctx0" brushRef="#br0" timeOffset="20447.41">1637 1736 0,'25'25'47,"0"0"-32,-25 25 1,0-26 0,0 1-1,25 25 1,-25-1-16,0 1 31,0 223 32,0-199-63,0-49 15,-25 49 1,25-49 0,-25 0-16,0 25 15,0-26 1,0-24 62,1 0-31,-1 0-47,0-24 15,0-1-15,25 0 16,-25 25-16</inkml:trace>
  <inkml:trace contextRef="#ctx0" brushRef="#br0" timeOffset="21368.22">1067 1836 0,'-25'0'46,"0"24"-30,25 1 0,-25 0-16,-24 74 31,24 0 0,25-74-15,0 99 31,0-74-47,25 49 31,-1-74-31,26 74 31,-25-49 0,0-26 16,-1-24-15,76 50-1,-100-25-16,49-25-15,1 50 63</inkml:trace>
  <inkml:trace contextRef="#ctx0" brushRef="#br0" timeOffset="22745.57">1166 595 0,'0'25'125,"0"0"-109,0 0-16,0 49 31,0 75 0,0-124-31,0 0 16,0 49 31</inkml:trace>
  <inkml:trace contextRef="#ctx0" brushRef="#br0" timeOffset="23808.28">1836 1587 0,'24'0'125,"1"0"-125,25 0 16,-1 0-16,51 0 15,-76 0 1,76 0 31</inkml:trace>
  <inkml:trace contextRef="#ctx0" brushRef="#br0" timeOffset="24680.36">2034 1984 0,'25'0'140,"49"25"-124,50 25-16,50-1 16,-125-49-1,26 25 16,-50-25-31</inkml:trace>
  <inkml:trace contextRef="#ctx0" brushRef="#br0" timeOffset="31801.01">2853 1389 0,'0'25'62,"24"49"-46,-24-49-16,25 0 16,-25 24-1,0 1-15,25 49 32,-25-74-17,0 174 32,0-175-31,0 1-16,0 50 31,0 24-15,0-50 30</inkml:trace>
  <inkml:trace contextRef="#ctx0" brushRef="#br0" timeOffset="33169.21">3225 1563 0,'0'24'125,"0"1"-109,0 0-16,0 50 31,0-26-31,0-24 0,-25 49 32,25 1-1,0 49 31,0-99-62,0 24 0,25-24 16,24 49 31,-24-74 15,0 0-30,0 0-17,24 0 1,-24 0-1,0 0 17,0-49-1,-25 24-31,0-25 16,0-148 30,0 173-46,0 0 16,-25-148 31,25 148-31,-25 25-16,25-75 31,-25 51 0,0-1 16,25 0-31,-24 25 15,-1 0 16,0 0-32,25 25 79,25-25-94</inkml:trace>
  <inkml:trace contextRef="#ctx0" brushRef="#br0" timeOffset="34376.76">3746 1538 0,'24'-25'47,"1"25"-32,25 0 1,-25 25-16,148 74 31,75 75 1,-74-75 14,-149-49-30,-25-26 15,24 1 1,-24 0 108,-49 0-140,-1 0 16</inkml:trace>
  <inkml:trace contextRef="#ctx0" brushRef="#br0" timeOffset="34936.05">3994 2158 0,'0'0'0,"24"-50"16,51-148 31,-50 148-47,-1 1 0,26-26 16,0 1-16,74-149 46,-100 198-30</inkml:trace>
  <inkml:trace contextRef="#ctx0" brushRef="#br0" timeOffset="53041.23">794 3721 0,'0'-25'78,"-25"25"-62,0 0-1,0 0-15,1 0 16,-51 0-1,50 0 1,1 0-16,-1 0 31,-25 0-15,25 0 0,0 50 15,25-26-16,0 1-15,0 0 32,0 124 15,0-124-32,0-1-15,25 1 16,25 0-1,-25 0-15,49-25 32,-49 0-32,0 0 15,49 0 17,-49-99 14,-25 74-30,0-25-16,0 1 0,0-1 16,0-74-1,0 99 1,-25-74 31,25 124 62,0-1-109,0 26 16,0 0-16,25 24 31,0-49-31,24 74 31,-24-74-31,0 0 16,99 173 31,-99-173-47,0 25 15,-1 98 1,-24-123 0,25 124 15,-50 198 16,1-322-32,24 0 1,-50 0 0,25-25-1,-124 0 17,125 0-17,24-50 110,0 25-109,0-24 15,24 24-31</inkml:trace>
  <inkml:trace contextRef="#ctx0" brushRef="#br0" timeOffset="54072.11">967 3398 0,'0'25'78,"25"0"-62,-25 0-16,25 49 15,0 125 32,-25-175-47,0 1 16,49 124 31,-49-124-16</inkml:trace>
  <inkml:trace contextRef="#ctx0" brushRef="#br0" timeOffset="55032.28">1463 3820 0,'0'25'63,"0"0"-63,0 24 15,-24 26 1,24-51 0,-50 150 46,50-124-62,0 24 31,0 0 1,0-49-32,0 25 31,0-1 31</inkml:trace>
  <inkml:trace contextRef="#ctx0" brushRef="#br0" timeOffset="55729.16">1687 4018 0,'25'-24'94,"-1"24"-94,-24 24 15,50 51 17,-25-26-32,0-49 0,-25 50 31,124 272 31</inkml:trace>
  <inkml:trace contextRef="#ctx0" brushRef="#br0" timeOffset="56504.63">1786 4539 0,'0'-25'31,"0"-24"1,0 24-17,25-25 1,24-49 15,-49 74-15,0 1-1,25-1-15,-25 0 32,25 0-17,-25 0 1,25-49 31,-25 49-32</inkml:trace>
  <inkml:trace contextRef="#ctx0" brushRef="#br0" timeOffset="57368.24">2009 3721 0,'25'25'79,"0"-1"-79,-25 1 15,0 0 1,0 25-16,25-26 15,49 125 17,-49-99-32,-25-1 15,49 75 17,-24-74-32,-25 74 62,0-99-62,0 74 31,-25 50 16,1-50 0,-1-99-16</inkml:trace>
  <inkml:trace contextRef="#ctx0" brushRef="#br0" timeOffset="58577.2">2604 4068 0,'0'-25'296,"25"25"-280,0 0 15,0 0-31,25 25 32,-26-25-17,1 0 1,0 0 218</inkml:trace>
  <inkml:trace contextRef="#ctx0" brushRef="#br0" timeOffset="59448.12">2505 4514 0,'50'0'125,"-25"0"-109,-1 0-16,26 0 16,-25 0-1,0 0 1,24 0 15,-24-24-15,0 24 15,0 0 0</inkml:trace>
  <inkml:trace contextRef="#ctx0" brushRef="#br0" timeOffset="69712.96">3026 3845 0,'50'0'94,"-1"0"-94,1 0 16,0 0-16,74 49 15,-100-49 1,51 25-1,-26 0 1,-24-25-16,-25 25 0,50 49 63,-50-24-63,-25 198 62,25-223-62,-25-1 16,-24 51 31,49-26-32,-50-49 16,50 25 1,0 0 46,25-25-47,49 0 0,75 0 16,-124 0 156,0 0-187</inkml:trace>
  <inkml:trace contextRef="#ctx0" brushRef="#br0" timeOffset="70540.32">3894 3845 0,'0'49'62,"25"-24"-62,0 0 16,0 0-1,0 0 1,24 49 15,-24-74-31,0 50 16,-25-26 0,49 26 15,51 99 16,-76-149-16,-24 25 16,25-1-32,0 1 32,0-25-47,-25 25 32,0 25-17,25-26 16</inkml:trace>
  <inkml:trace contextRef="#ctx0" brushRef="#br0" timeOffset="71224.37">4167 4490 0,'0'0'0,"0"-50"16,0 25-16,0-173 47,0 148-47,0 1 16,0-26-16,0-98 62,0 148 1,0 0-48,0 0 16,0 0 1</inkml:trace>
  <inkml:trace contextRef="#ctx0" brushRef="#br0" timeOffset="74889.16">4614 3721 0,'0'49'94,"0"1"-94,24-25 15,-24 0-15,0 49 16,0-49-1,0 0-15,0-1 0,50 100 32,-50-99-17,0 0 1,0 0-16,50 49 47,-26-24-32,-24-25 1,0-1 15,25-24-31,0 50 63,-50-50 62</inkml:trace>
  <inkml:trace contextRef="#ctx0" brushRef="#br0" timeOffset="75664.7">4490 4142 0,'24'0'78,"26"0"-62,0 0-16,-1 0 15,-24 0-15,99 0 31,-74 0-31,-25 0 16,-1 0 0,1 0-1,0 0 204</inkml:trace>
  <inkml:trace contextRef="#ctx0" brushRef="#br0" timeOffset="85904.7">5035 3919 0,'25'-25'93,"-25"1"-77,25-1 0,-25-50 15,25 26-15,-25 24-1,25 25 95,-1 0-64,-24 50-30,0-1 0,124 174 31,-124-198-47,25 25 15,0-1 1,-25-24-1,25 0-15,-25 0 16,0 49 0,25-74-1,-25 25 1,24 25 15,-24-26 0</inkml:trace>
  <inkml:trace contextRef="#ctx0" brushRef="#br0" timeOffset="87386.08">5184 4440 0,'50'0'63,"-25"0"-63,49 0 15,-49-25 1,74 25 31,-74 0-47,0 0 15,24-25 17,-24 25-32,25-24 484,-26 24-453,1 0-15,0 0-1</inkml:trace>
  <inkml:trace contextRef="#ctx0" brushRef="#br0" timeOffset="101184.47">10740 7193 0,'0'-24'125,"0"-1"-109,0 0 15,0 0 0,0 0-15,0 1-16,0-1 31,0-25-31,0 25 0,0 1 16,0-1-16,0-99 15,0 74 1,0 0-16,0-346 62,0 321-62,0 26 0,0-26 32,0 26-17,0 24 1,124 0 46,-99 25-62,0 0 16,0 0-16,0 0 16,49 0 15,-49 0 16</inkml:trace>
  <inkml:trace contextRef="#ctx0" brushRef="#br0" timeOffset="101864.34">10765 6796 0,'50'0'78,"24"0"-78,-49 0 15,0 0-15,99-24 47,-99 24-31</inkml:trace>
  <inkml:trace contextRef="#ctx0" brushRef="#br0" timeOffset="102609.43">11237 5854 0,'0'25'125,"0"0"-125,0 24 15,0-24-15,0 74 47,0-49-47,0-25 16,0-1 15,0 1 16</inkml:trace>
  <inkml:trace contextRef="#ctx0" brushRef="#br0" timeOffset="103432.81">11485 6747 0,'-25'0'62,"0"0"-46,-25 0 0,1 149 30,49-124-46,0 24 0,0-24 16,0 173 31,25-173-47,-25 0 16,24 25-16,26 24 62,0-74 79</inkml:trace>
  <inkml:trace contextRef="#ctx0" brushRef="#br0" timeOffset="103985.02">11633 6747 0,'25'0'31,"0"49"-15,25 1 15,-50 0-31,24-50 0,1 49 31,25 26 1,99-1 15,-125-49-32,1 0 1,0-25-1,-25 25 32</inkml:trace>
  <inkml:trace contextRef="#ctx0" brushRef="#br0" timeOffset="104528.24">11832 7243 0,'-25'0'16,"25"-25"-1,0-24 1,25 24-16,24-50 31,-24 26-31,50-75 32,-51 99-17,-24 0 16,0 0 1,0 0-17,25 1 17,-25-1-1</inkml:trace>
  <inkml:trace contextRef="#ctx0" brushRef="#br0" timeOffset="105145.09">12080 6499 0,'25'25'47,"-25"24"-31,49 1-1,-49-25-15,50 24 0,24 100 32,-49-99-32,25 49 31,49 174 31,-99-248-46,0-1-16,0 1 16,0 25 15,0-25-31,0-1 16,0 1-16,-25-25 15,-74 25 16,49-25-15,1 0-16,24 0 0,-50 0 31,51 0-31,-1 0 63</inkml:trace>
  <inkml:trace contextRef="#ctx0" brushRef="#br0" timeOffset="106649.9">12774 6573 0,'-24'0'31,"-1"0"-15,-25 0-16,-49 75 31,99-51-31,-50 100 31,50 50 16,0-124-31,248-25 46,-223-25-62,74 0 16,25-224 46,-124 75-30,0 100-1,0 74 78,25-25-93,-25 24 0,25 26-1,25 24 1,198 249 62,-223-298-78,-1 24 0,1 1 16,0 49-1,-75 50 16,-272 49 32,123-198-32,125 0-31,0 0 0,-50-49 47,148 24 62,26 25-109</inkml:trace>
  <inkml:trace contextRef="#ctx0" brushRef="#br0" timeOffset="107561.4">13692 6102 0,'25'0'63,"-25"25"-48,0 0 1,0 173 15,0-124-15,0-24-16,25 24 15,24 1 1,175 272 46,-224-322-62,49-25 16,-24 25 15,0 0-15,0-25 93</inkml:trace>
  <inkml:trace contextRef="#ctx0" brushRef="#br0" timeOffset="108152.35">14213 6276 0,'25'0'78,"0"49"-78,24-24 16,-49 25-16,149 74 31,124 74 16,-223-148-47,74 49 31</inkml:trace>
  <inkml:trace contextRef="#ctx0" brushRef="#br0" timeOffset="108753.9">14486 7020 0,'-25'0'16,"0"-99"31,25 49-32,0-25-15,0 26 16,0-150 0,0 125-1,0-75 17,0 0 14,0 125-46,0-1 32</inkml:trace>
  <inkml:trace contextRef="#ctx0" brushRef="#br0" timeOffset="109690.07">14610 5904 0,'25'0'62,"-25"24"-46,25 26 0,49 173 31,-49-198-47,0 0 15,49 124 1,-74-125-1,25 26-15,0 0 16,-1-26-16,1 200 47,-25-200-47,0 26 16,0 99 46,0-124-62,0 0 63,-25-25-32,1 0-16,-1 24 17</inkml:trace>
  <inkml:trace contextRef="#ctx0" brushRef="#br0" timeOffset="110624.9">15553 6226 0,'0'99'125,"24"-49"-109,-24-1-16,0 75 15,25-49 1,25 24 15,-50-74-31,25 0 0,-25-1 47,0 1 0</inkml:trace>
  <inkml:trace contextRef="#ctx0" brushRef="#br0" timeOffset="111195.03">15503 6524 0,'25'-25'203,"0"25"-203,49-25 16,-24 25-16,24-25 15,199-24 17,-224 49-17,-24 0-15</inkml:trace>
  <inkml:trace contextRef="#ctx0" brushRef="#br0" timeOffset="112216.55">16644 6697 0,'0'-49'94,"-25"-1"-78,25 0-16,-25-24 15,1-50 1,24 50-16,0 24 16,0-99-1,0 75-15,0-174 32,24-199 30,-24 422-62,25-24 16,0 49 77</inkml:trace>
  <inkml:trace contextRef="#ctx0" brushRef="#br0" timeOffset="112945.63">16570 6176 0,'24'0'109,"26"0"-109,49 0 16,50-24 0,-75 24-16,1 0 15,98 0 32</inkml:trace>
  <inkml:trace contextRef="#ctx0" brushRef="#br0" timeOffset="114336.75">16619 5507 0,'0'0'0,"-25"0"47,50 0 47,-25-25-78,25 0-16,0 25 31,0 0-15,-1 0-1,26 0 16,74-25 32,-74 25-63,-26 0 16,26-25 15,-25 25-31</inkml:trace>
  <inkml:trace contextRef="#ctx0" brushRef="#br0" timeOffset="115313.5">17512 6226 0,'-25'0'110,"0"0"-95,1 0 17,24 50-32,0-26 31,0 1-31,0 25 31,0-25-31,0 99 31,24-100-31,-24 26 0,50 24 63,-50-49-63,25-25 0,-25 25 31</inkml:trace>
  <inkml:trace contextRef="#ctx0" brushRef="#br0" timeOffset="115912.99">17735 6300 0,'25'0'15,"0"0"17,0 25-1,0 0-31,-1 0 15,100 124 48,-99-149-63,0 24 16,0 26 30,-25-25 33,0 24-17</inkml:trace>
  <inkml:trace contextRef="#ctx0" brushRef="#br0" timeOffset="116600.94">17859 6821 0,'0'-25'0,"0"1"16,0-1-1,0 0 1,25-25 0,0 1-1,-25 24-15,25-25 16,0-98 46,-1 123-15,-24-25-31,25 50-1,0-25 1,-25 1 47,25-1-63</inkml:trace>
  <inkml:trace contextRef="#ctx0" brushRef="#br0" timeOffset="117399.15">18132 6028 0,'25'0'63,"0"24"-47,0 1-1,49 0 16,-74 0-31,25 0 16,-25-1-16,99 150 47,-99-149-47,0 24 16,0 1-1,0 49 1,0-74-16,0 74 31,0-49 0,0-1 32,-25-49-16,0 0-16,1 0-15</inkml:trace>
  <inkml:trace contextRef="#ctx0" brushRef="#br0" timeOffset="119504.6">19224 5854 0,'0'0'0,"-25"0"16,0 0-16,-25 0 15,26 0-15,-274 149 47,248-100-47,26 1 16,-51 198 31,75-223-47,25 0 15,0-1 1,0-24-16,24 0 15,1 0-15,24 0 16,199-124 15,-248 75-15,24 24-16,-24 0 0,0-99 62,-25 99-62,0 1 32,0-1-1,25 25 94,0 0-109,-25 25-16,0-1 15,24 1-15,76 198 47,-76-123-47,26-26 0,0 0 16,24 75-1,-49-99 1,0-1-16,49 100 47,-49-124-32,-25 0 1,0 0-16,-25 0 16,-24-25-16,-125 74 31,-25 0 0,26-74 16,173-24 31,25-1-62</inkml:trace>
  <inkml:trace contextRef="#ctx0" brushRef="#br0" timeOffset="120368.47">20067 5705 0,'-25'0'62,"25"50"-46,-25-26-16,1 26 15,-1 49 1,25 25 15,0 0 0,99 25 32,-74-99-63,99-1 31,0 1 16</inkml:trace>
  <inkml:trace contextRef="#ctx0" brushRef="#br0" timeOffset="120922.08">20365 5779 0,'49'0'62,"-24"50"-62,74 49 16,-24-24-1,173 98 1,99 26 31,-297-174-47,-1-1 0,-24 1 62</inkml:trace>
  <inkml:trace contextRef="#ctx0" brushRef="#br0" timeOffset="121496.91">20861 6474 0,'0'-25'47,"0"-99"-32,0 75 1,0-1-16,0 0 16,0-24-16,25-199 31,-25 223-15,24 1-16,-24 24 31</inkml:trace>
  <inkml:trace contextRef="#ctx0" brushRef="#br0" timeOffset="122206.93">21233 5507 0,'25'24'94,"-25"51"-94,0-50 16,24 49-1,1 0 1,50 249 31,-75-298-32,0 99 17,0-75-32,0 75 31,-25 25 0,-50-74 32,51-75-32,-26 0-16,25-25-15,-24-50 16,24 26-16,-50-1 16</inkml:trace>
  <inkml:trace contextRef="#ctx0" brushRef="#br0" timeOffset="123264.48">19298 5407 0,'0'25'157,"0"0"-157,0 0 31,0 0-16,0-1 32,0 1-47,0 0 32,0 0-1,0 0-16,0-1 17,0 1-17,0 0 1,0 0 31,0 0-47,0-1 15,0 1 32</inkml:trace>
  <inkml:trace contextRef="#ctx0" brushRef="#br0" timeOffset="145505.28">11162 8830 0,'0'25'78,"0"25"-62,0-1-16,0 76 31,0-101-15,0 125 0,0 74 30,0-198-30,0 0-16,0 0 16,0 24-16,0 75 47</inkml:trace>
  <inkml:trace contextRef="#ctx0" brushRef="#br0" timeOffset="146545.34">11559 9103 0,'0'25'78,"0"50"-78,-25-26 15,25 1 1,0 49 15,0-49-31,0-26 0,0 1 16,0 149 46,25-149-62,49 24 63,-49-49-63,50 50 31,49-75 0,49-173 16,-173 74-16,0 99-15,0-50-16,-99-98 47,74 173-47,0-50 16,1 50-16,-76-25 31,1-24 0,-25 49 16,75 49-16,49-24-15,0 0-1,0 25 1,24-26-16,1 1 16</inkml:trace>
  <inkml:trace contextRef="#ctx0" brushRef="#br0" timeOffset="147329.82">12154 8905 0,'0'-25'31,"75"75"-16,-75-26 1,49 1-16,-49 25 16,25-50-1,0 25-15,-25 0 16,25-1 0,-25 1-16,99 223 62,-99-198-62,0-1 16,25 1-16,24 24 47,-24-49-47,-25 0 15,0 0 16,0 0 141,0 24-156</inkml:trace>
  <inkml:trace contextRef="#ctx0" brushRef="#br0" timeOffset="148145.35">12303 9773 0,'0'0'0,"0"-99"15,0 24 17,0 26-32,0-1 15,0 25-15,0-24 16,50-174 46,-50 198-62,25-25 16,-25 1 15,0-26-31,74-49 47,-49 74-31,-25 1-1,25 24 1,-25 0-16</inkml:trace>
  <inkml:trace contextRef="#ctx0" brushRef="#br0" timeOffset="149288.5">12973 8657 0,'0'-25'109,"49"25"-78,1 74-15,-25-24-16,99 173 31,-50 1 0,-74-125 1,0 124 30,0-173-62,-124 148 31,0-24 1,99-174-32,-24 74 62,24-74 1,25-25-48,-99 0 1</inkml:trace>
  <inkml:trace contextRef="#ctx0" brushRef="#br0" timeOffset="150262.29">10765 8632 0,'-25'25'31,"-24"148"0,49-98-15,-25-1-16,25-49 15,0 25-15,0 173 47,0-149-47,0-24 16,74 148 0,323 274 46,-322-398-62,-1-24 16,-24-1-16,-1-24 15,51 74 17,-51-99-17,-24 0 95,0 25-95,0 0 1</inkml:trace>
  <inkml:trace contextRef="#ctx0" brushRef="#br0" timeOffset="151224.46">13692 8706 0,'0'25'62,"0"25"-46,0-1-16,0 1 15,0 149 17,0-175-17,0 1-15,0 25 16,0 148 31,0-148-47,25 24 15,0-24-15,0 49 16,99 75 15,99 74 16,-198-223-31</inkml:trace>
  <inkml:trace contextRef="#ctx0" brushRef="#br0" timeOffset="161331.07">14089 9054 0,'25'0'172,"0"49"-156,-1-49-1,150 174 32,-149-149-47,25 24 16,98 75 31,-123-99-47,0-25 15,0 50 1,0-50-16,-1 25 16,-24-1-1,25-24 79,25 50-63,-25-50-15,-1 25 0,1 0-1,0-1 16,0-24-31</inkml:trace>
  <inkml:trace contextRef="#ctx0" brushRef="#br0" timeOffset="162088.4">14337 9823 0,'0'-25'47,"0"-25"-31,0 25 0,0 1-16,0-200 31,0 26 16,0 24 0,25 174-47,-25-24 31,0-1 0,0 0-15,0 0-1</inkml:trace>
  <inkml:trace contextRef="#ctx0" brushRef="#br0" timeOffset="163224.67">14387 8483 0,'49'0'109,"1"0"-93,49 0-16,-74 0 15,74 50 16,-74-25-15,0 173 31,-50-148-47,0-26 16,0 1-1,1 0 95,24 0-79,24-25 0,1 0 0,0 0 1,0 0-17,0 0 1,-1 0 109</inkml:trace>
  <inkml:trace contextRef="#ctx0" brushRef="#br0" timeOffset="164273.95">15205 8781 0,'0'49'110,"0"26"-110,50-26 15,-50 1-15,25 0 16,-1-1-16,1-24 16,-25 124-1,25-99 1,50 98 15,-26 26 32,-24-174-63</inkml:trace>
  <inkml:trace contextRef="#ctx0" brushRef="#br0" timeOffset="165424.49">15230 9302 0,'25'0'140,"0"0"-140,-1 0 16,26 0 0,-25 0-1,74-50 1,-74 50 15,0-25 0,24 25 16,-24-24-31,0 24-1</inkml:trace>
  <inkml:trace contextRef="#ctx0" brushRef="#br0" timeOffset="166312.5">15751 8682 0,'0'49'47,"25"-49"-31,-25 25-16,25 25 15,-25-26-15,24 1 16,26 74 15,-25-74-15,24 0-1,-24 25 1,25-1 15,-50-24-15,25 25 0,24-1 15,50 125 31,-74-149-62,0 0 47</inkml:trace>
  <inkml:trace contextRef="#ctx0" brushRef="#br0" timeOffset="167056.4">16024 9575 0,'-25'0'0,"0"-50"31,25 0 0,0 26-31,0-1 16,0-149 46,0 149-62,25-99 32,25-198 15,-50 272-32,0-24-15,0 49 16,0-25 15,24 50 94</inkml:trace>
  <inkml:trace contextRef="#ctx0" brushRef="#br0" timeOffset="167944.51">16321 8483 0,'0'25'31,"0"0"-15,25 99-1,-25-99 1,50 49 15,0 75 16,-50-100-31,24-24-16,51 149 47,-75-149-32,25 49-15,-25-49 16,24 0-16,1 49 47,-25-49-47,25 25 15,-50-75 235</inkml:trace>
  <inkml:trace contextRef="#ctx0" brushRef="#br0" timeOffset="168712.48">16272 8979 0,'25'0'109,"-1"0"-109,1 0 16,50 0-1,-26-25-15,-24 1 16,0 24-1,25 0 48,-50-25-1,24 25-46,1-25-16,0 25 16,0-25 93</inkml:trace>
  <inkml:trace contextRef="#ctx0" brushRef="#br0" timeOffset="169897.58">16917 8434 0,'0'24'110,"0"26"-95,0 0-15,0-1 16,0 1-16,0-1 31,0-24-31,0 99 31,0-99-15,0 0 47,25-25-32,-1 0-16,26 0-15,74 0 16,-99 0 0,0 0-16,-1 0 47,-24-25 124,0 0-171</inkml:trace>
  <inkml:trace contextRef="#ctx0" brushRef="#br0" timeOffset="170640.53">17115 8285 0,'0'25'62,"0"49"-46,0-49-16,0 49 16,99 273 46,-99-322-46,0 25-16,25 24 15,-25-49-15,0 124 32,0-99-32,0 74 31,0 74 16,0-173-32,0 0 1</inkml:trace>
  <inkml:trace contextRef="#ctx0" brushRef="#br0" timeOffset="171785.49">17363 8260 0,'25'0'62,"-25"25"-62,25 0 16,-25-1-16,49 1 16,26 198 31,-75-198-47,25 50 15,0-26-15,-1 26 16,76 222 15,-100-272-15,0 25-16,0-25 15,24 173 32,-24-148-47,0-1 16,-24 150 31,24-150-32,-25-24-15,-50 99 63,51-124-63,24 25 15,0 0 17,-25-1-32,0 1 203,0-25-172</inkml:trace>
  <inkml:trace contextRef="#ctx0" brushRef="#br0" timeOffset="173072.63">18604 8260 0,'0'50'78,"0"-1"-62,0 26-16,0 49 15,0-75 1,0 1-16,0 148 31,0-123-31,0-26 16,0 1 0,0 148 15,0-24 0,0 0 16,0-100-16,0-49-15,0 0-1,0-1 17,0 1-32,24 25 15</inkml:trace>
  <inkml:trace contextRef="#ctx0" brushRef="#br0" timeOffset="174233.5">18281 9029 0,'0'-25'109,"0"0"-109,25 0 16,49 25 0,-24 0-1,74 0 1,-74 0-16,-26 0 16,51 0 15,-50 0 31,-1 0-46,1 0 15,0 0-15,0 0-16,49 0 31,-49 0-31,0 0 16,49 0 31,-49 0-47,0 0 62,0 0 219</inkml:trace>
  <inkml:trace contextRef="#ctx0" brushRef="#br0" timeOffset="181281.71">19968 8334 0,'-25'0'110,"-74"0"-110,74 0 15,0 0-15,-24 0 16,-175-24 15,175-1-15,24 25-16,0 0 0,0 0 156,25 49-140,0 1-1,50 49 17,-25-24-32,-1 73 31,1-24 0,0-24 16,0-76 16,25-24-63,-1 0 15,26 0-15,123 0 47,-173 0-47,24 25 16,-24-25-1,25 75 32,-50-50-47,0 24 16,0-24-16,0 74 47,0-74-47,0 49 31,0-49-15,-25-25-1,-99 99 16,74-99-15,26 25-16,-1-25 31,0 0-31,0 0 0,-24 0 63,24 0-63,0 0 0,0 0 31,0 0 0</inkml:trace>
  <inkml:trace contextRef="#ctx0" brushRef="#br0" timeOffset="182105.25">20464 8558 0,'25'0'78,"-1"24"-62,26 26-16,24-25 16,-24 74-1,25-74-15,-51 24 16,100 75 15,0 25-15,25 99 62,-124-248-78,-25 25 31,25 0 0,0 0-15,-1 0-16,1-1 47,0-24-32</inkml:trace>
  <inkml:trace contextRef="#ctx0" brushRef="#br0" timeOffset="182809.13">20762 9575 0,'0'0'0,"0"-25"0,0 0 16,0-49 0,0 24-16,0-173 31,0 148-15,0-24-16,24 25 15,26-199 16,0 50 32,-50 198-47,0 0-16</inkml:trace>
  <inkml:trace contextRef="#ctx0" brushRef="#br0" timeOffset="184817.69">20762 7813 0,'24'25'125,"1"-25"-110,0 0 1,0 0-16,24 0 0,75 0 31,-99 0-31,0 0 63,0 0-63,24 0 15,-49 25 17,0 0-17,0 0 1,-24 99 15,-51-75-15,1 51 46,74-76-46,0 1 93,49-25-78,1 0-31,24 0 0,100 0 47,-149 0-31,0 0 15,-1 0-31,1 0 31,0 0 94,0 0-109,24 0 15</inkml:trace>
  <inkml:trace contextRef="#ctx0" brushRef="#br0" timeOffset="185752.96">21431 8830 0,'75'0'110,"-1"0"-95,25 0-15,50-24 16,-50-1-16,125-25 31,-200 50-15,1 0-16,0 0 16</inkml:trace>
  <inkml:trace contextRef="#ctx0" brushRef="#br0" timeOffset="186809.95">22275 8235 0,'49'0'93,"1"0"-93,24 0 16,1 0-16,-26 25 16,100 0 15,-149 24-16,25-49 1,0 224 31,-25-200-47,0 1 16,0 0 46,0 25-31,25-26-31,49 51 47,-24-50-47,-26 24 0,1-24 16,0 0-1,0 49-15,0 26 32,-25-76-17,0 26 1,-199 24 31,150-49-47,-1-25 15,-173 0 32,198 0-31,0 0-16,0 0 94</inkml:trace>
  <inkml:trace contextRef="#ctx0" brushRef="#br0" timeOffset="188057.21">19224 7987 0,'24'0'16,"-24"25"46,-24 0-62,24 24 16,-50 100 31,50-74-47,0-51 15,0 472 32,25-421-31,49 347 31,-24-274-32,49 200 16,149 24 32,-223-347-63,0 24 16,24-24 30</inkml:trace>
  <inkml:trace contextRef="#ctx0" brushRef="#br0" timeOffset="189497.26">22572 7541 0,'0'0'0,"25"0"0,0 0 16,0 24-16,-1-24 16,1 25-1,25 0-15,-25 0 0,49 49 32,-49-74-17,74 149 16,50 25 16,-124-100-31,0-49-16,74 297 62,-74-247-62,49 222 63,-74-272-63,0 25 16,0-25-16,0 124 46,0-100-46,0 1 0,0-1 16,0 175 31,0-175-31,-25 1-16,-24 24 46,49-24-30,-25-25 0,0-1-1,0 1 17</inkml:trace>
  <inkml:trace contextRef="#ctx0" brushRef="#br0" timeOffset="190792.49">23639 7367 0,'0'25'47,"-25"49"-31,25-49-1,0 0-15,0 0 16,-25-1-16,0 100 47,25-74-47,-24 0 15,-1 49 17,25 199 15,0-224-32,25-24-15,-1 24 16,100 174 15,-124-223-15,50 24-16,-25-24 15,0 50 1,-1-26 0,51 50 30,-50-74-46,-25 25 16,25-25-16,99 148 47,-75-123-31,-24-25-16,25 24 31,-26-24-31</inkml:trace>
  <inkml:trace contextRef="#ctx0" brushRef="#br0" timeOffset="198352.7">23812 7888 0,'25'0'31,"-25"-25"0,25 25-15,50-25 15,-51 25-31,200 0 63,-200 0-48,1 0-15,124 99 47,-124-49-31,0 0-16,-75 247 62,25-247-62,-24-25 0,24 24 16,-50 1 31,51-25 0,24 0-32,49-1 17,-24 26-32,25-50 0,74 25 31,347-25 31,-397 0-62,-49 0 141,-25-25-125</inkml:trace>
  <inkml:trace contextRef="#ctx0" brushRef="#br0" timeOffset="199064.37">25003 7640 0,'25'0'16,"0"0"0,173 99 31,-148-49-47,-1-26 0,1 26 15,-25-50-15,124 99 47,-125-49-47,1-50 16,0 50-16,25-26 31,-26 1-31,76 74 31,-76-99-31,1 25 16,25 0-1,49 25 17,-24-1 15,-51-49-32</inkml:trace>
  <inkml:trace contextRef="#ctx0" brushRef="#br0" timeOffset="199730.16">25574 8558 0,'0'0'0,"0"-25"16,-25-174 31,25 150-47,0-1 16,0-24-16,49-199 46,-24 198-46,-25 51 16,25-200 31,0 175-31</inkml:trace>
  <inkml:trace contextRef="#ctx0" brushRef="#br0" timeOffset="200505.5">26144 7491 0,'50'25'109,"-25"0"-93,24 24-1,-24 1-15,49 49 16,-24-49 0,-25-26-16,124 225 46,-125-225-30,-24 1-16,25 25 31,0-25 1,-25-1-17,-50-24 126</inkml:trace>
  <inkml:trace contextRef="#ctx0" brushRef="#br0" timeOffset="201204.15">26119 7987 0,'0'0'0,"25"0"16,-25-25-16,25 0 16,74-49 15,-74 49-31,25 0 16,-50 1-1,49 24 1,-49-25-16,25 25 15,25-50 48,-26 25-63,1 1 31,0-1-15,-25 0 156,-25 25-141</inkml:trace>
  <inkml:trace contextRef="#ctx0" brushRef="#br0" timeOffset="201992.35">26640 7169 0,'25'49'63,"-25"-24"-48,25 0-15,0 24 16,-1-24 0,1 25-16,-25-25 15,50 74 17,-1-50-32,75 150 46,-124-174-46,25-1 32,-25 1 15</inkml:trace>
  <inkml:trace contextRef="#ctx0" brushRef="#br0" timeOffset="202944.34">26913 6623 0,'0'25'47,"25"24"-32,0-24 1,-1 0-16,1 24 16,124 150 46,-124-174-46,0 49-16,0-24 0,148 297 62,-148-297-62,0 74 32,0-100-32,-25 1 15,-25 248 32,25-223-47,0-25 16,-50 99-1,1-50 32,49 0 0</inkml:trace>
  <inkml:trace contextRef="#ctx0" brushRef="#br0" timeOffset="207169.4">2729 11485 0,'24'0'15,"1"0"17,25 0-17,-25 0 1,49 24 0,-49-24-1,74 0 1,-25 0-1,100 0 17,-124 0-32,74 0 31,-75 0 31</inkml:trace>
  <inkml:trace contextRef="#ctx0" brushRef="#br0" timeOffset="208145.28">2778 11981 0,'25'0'94,"49"24"-79,-24-24-15,0 0 16,173 0 31,-198 0-47,-1 0 0,51 0 31,-26 0-15,-24 0-1,0 0 16,0 0-15</inkml:trace>
  <inkml:trace contextRef="#ctx0" brushRef="#br0" timeOffset="214032.51">12129 8582 0,'0'-24'157,"-24"-1"-142,-1 0 1,25 0 15,0 0-15,-25 1-16,75-1 437,-26 25-421,1 0-1,0 0 1,0 0 0,25 0-1,24 0 17,124 0 30,-148 0-46,-25 0-16,24 0 15,26 0 1,24-25 15,99 0 32,-173 0-63,25 25 15,-25 0 1,-1 0 15,101-24 16,-101 24-47,26-25 16,-25 25-1,0 0 1,49-25 0,149-25 46,-198 50-62,0 0 16,0-24-16,49 24 31,-49 0-31,0 0 31,-1 0-31,1-25 31,0 25 1,25 0 30,-50 25 110,0-1-156,0 1-1,0 0-15,0 25 32,0-26-32,0 26 62,0-25-31,0 0 1,0-1-17</inkml:trace>
  <inkml:trace contextRef="#ctx0" brushRef="#br0" timeOffset="-202367.93">4043 11286 0,'0'25'94,"0"0"-79,0 24-15,0 1 16,0 0-16,0 173 47,0-198-47,0-1 0,0 1 16,0 99 15,0 0 16,0-99 0</inkml:trace>
  <inkml:trace contextRef="#ctx0" brushRef="#br0" timeOffset="-200544.08">4366 11435 0,'0'25'94,"0"0"-63,0-1-31,0 51 31,0-50-31,24 173 47,1-124-31,-25-49 0,25 25-1,-25-25-15,0-1 31,0 1-15,0 0 0,25 0 46,0-25-46,-25 25 15,24-25-15,1 0-1,0 0 17,25 0-32,-26-25 15,-24 0-15,50-49 47,-50 49-47,0 0 0,0-25 16,0 26-16,0-51 15,0 50 1,0-24 0,0-1-1,-25-24 32,0 49-31,25 0-1,-24 25 1,-1-25-16,25 1 31,-25-1-31,0 25 78,25-25-62,-25 25 0,1 0 15,-1 0 78,0 0-93,0 0 31,0 0-32,1 0 63,-1 25-46,0 0 15</inkml:trace>
  <inkml:trace contextRef="#ctx0" brushRef="#br0" timeOffset="-194096.22">4862 11361 0,'0'0'0,"25"0"93,24 0-77,-24 49-16,25 1 31,-1-25-31,150 173 47,-175-148-31,-24-26-16,100 76 62,-76-76-62,1 1 31,0 50 32,0-51-47</inkml:trace>
  <inkml:trace contextRef="#ctx0" brushRef="#br0" timeOffset="-193335.07">4936 12005 0,'0'0'15,"0"-24"-15,25-26 0,0 50 32,-25-25-32,25-49 31,-1-50 0,1 49 0,25 1 1,24-25-1,1 0 16</inkml:trace>
  <inkml:trace contextRef="#ctx0" brushRef="#br0" timeOffset="-187318.96">5209 10889 0,'0'-49'47,"25"49"-31,24 0-1,150-50 32,-174 50-47,-1 0 63,1 0-48,0 25 16,0 0-15,-25-1 31,-25 26-31,0-25-1,0-25 1,-99 49 31,124-24 93,25 0-140,0-25 16,25 0 15,-26 0-15,1 0-1,0 25-15,0-25 16,-25 25 15,25-1 16,-25 1-31,0 0 15,0 0 0,0 0-31,0 0 32,-50 24-1,25-24 16,0-25-47,1 0 47,-1 0-1,0 0-30,0 0 0,0 0 77</inkml:trace>
  <inkml:trace contextRef="#ctx0" brushRef="#br0" timeOffset="-184783.11">6375 11385 0,'0'25'125,"0"0"-109,0 25-16,25 49 16,-25-50-1,0 26 1,0-50 0,0-1-16,24 26 31,-24-25-31,0 0 31,25 24 0,-25 1-31,0-25 0,0-1 16,0 26 31,0-25-47,0 0 0,0-1 47,-49-24 78,49-24-110,-25 24 1</inkml:trace>
  <inkml:trace contextRef="#ctx0" brushRef="#br0" timeOffset="-183703.7">5978 11832 0,'25'0'63,"0"0"-48,49-25-15,50 0 32,-74 25-32,49-25 31,0 1 16,-74 24 15,0 0-46,-1 0-16,1 0 187,0 0-187,0 0 16,49 0 0,-24 0-1,24 0 1,1 0 31,-75-25 125,25 25-110</inkml:trace>
  <inkml:trace contextRef="#ctx0" brushRef="#br0" timeOffset="-180959.87">14039 8210 0,'50'0'94,"-25"0"-79,0 0-15,-1 0 16,1 0-1,0 0-15,25 0 0,123 0 63,-148 0-63,0 0 0,49 0 31,-24 0-31,0 0 31,-1 0 1,-24 0-17,0-24-15,49-1 32,75 25 14,-75 0-30,-49 0-16,25 0 16,-25 0-16,99 0 47,-100 0-47,26-25 0,-50 0 15,25 25 1,0 0-16,24 0 31,-24 0-15,50-49 31,-51 49-32,1 0 1,0 0-16,0 0 15,0 0 32,-1 0-47,1 0 188,25 0-173,-50 49 1,25-24-16,-25 0 16,24 24-1,1 1 1,-25 24 31,0-49-47,0 0 31,0 25 0</inkml:trace>
  <inkml:trace contextRef="#ctx0" brushRef="#br0" timeOffset="-177248.88">6995 11013 0,'25'0'47,"0"0"-32,-1 0-15,-24 25 16,25 124 31,-25-124-47,0 0 16,0 99-1,0-100 1,0 76-1,0-76 1,0 100 0,0-24 15,0-26 31,0-49 17,0 0-48,0-1 0,0 1 0,0 0-15,0 0 15</inkml:trace>
  <inkml:trace contextRef="#ctx0" brushRef="#br0" timeOffset="-175839.48">7392 11237 0,'25'24'94,"-25"1"-78,0 74 15,0-49-16,0 0 1,0 123 47,0-148-48,0 0-15,0 0 16,0-1-1,0 1 32,24 0-47,26 0 47,-25-25-16,0 0-15,-1 0 0,1 0-1,0 0 1,25-50 31,-26 25-47,-24 1 15,0-76 32,0 76-47,0-1 16,0 0-16,0-173 47,0 173-32,0 0-15,0 0 16,0-24 0,-24 49-1,24-25 32,-25 25-16,0 0-31,0-25 32,-24 0-1,24 25-15,0 0 77,25 25-77,0 0 0,0 0-16,0-1 15,0 1 1,0 0-16</inkml:trace>
  <inkml:trace contextRef="#ctx0" brushRef="#br0" timeOffset="-174824.29">7913 10964 0,'24'0'47,"1"0"-31,0 24-16,25-24 15,-50 25 1,25 25-1,-1-25 1,100 173 31,-124-173-31,0 0-16,25 24 31,0 1-31,-25-25 15,25 24 1,-25-24 0,0 0 15,49 25 0,-49-26-15,0 1 15,25-25-15,-25 25-16,25 0 47,-25 0-32,25-25-15,0 24 63</inkml:trace>
  <inkml:trace contextRef="#ctx0" brushRef="#br0" timeOffset="-173984.09">8062 11857 0,'0'0'0,"-25"-25"16,25 0-1,0-173 32,25 123-47,-1-74 32,-24 100-17,50-50 16,-25 24 16,0 50-47,-1 0 32,-24 1-1,0-1-16,25 25 1,0-50 15,-25 25 1</inkml:trace>
  <inkml:trace contextRef="#ctx0" brushRef="#br0" timeOffset="-169883.37">8210 10616 0,'25'0'62,"-25"-24"-62,25 24 16,74-25 15,-74 25-31,0 0 0,24 0 31,-24 0 16,0 0-31,0 0-16,-25 25 15,0-1 17,0 200 14,-25-224-30,25 24 0,-25 1 31,50-25 187,0 0-234,0 0 16,74 50-1,-74-50 16,-1 0 1,1 0 218,0 25-235,0-1-15</inkml:trace>
  <inkml:trace contextRef="#ctx0" brushRef="#br0" timeOffset="-168231.28">9227 10988 0,'25'0'94,"0"0"-78,0 25-16,-25 0 15,25 99 32,-25-99-47,24 0 0,-24 0 16,0-1-1,50 200 48,-50-200-32,0 1-31,25 74 31,-25-74 1,0 0-17,0 0-15,0 0 16,0-1 15,0 1 0,0 0 16</inkml:trace>
  <inkml:trace contextRef="#ctx0" brushRef="#br0" timeOffset="-167495.55">9103 11385 0,'0'-24'94,"50"24"-78,24-25-16,1 25 15,74-25 1,-125 25-16,26 0 16,74 0 30,-99 0-30</inkml:trace>
  <inkml:trace contextRef="#ctx0" brushRef="#br0" timeOffset="-165360.02">15677 8012 0,'24'0'79,"1"0"-64,0 0-15,25 0 16,24-25-1,-24 0-15,74 0 32,24 1-1,324-76 31,-323 76-30,-125 24-32,26-25 15,-25 0-15,0 25 203,-1 50-171,1-1-17,-25-24 1,0 25 15,0-26-31,25 26 16,-25-25 15,0 0-15,0 0-1</inkml:trace>
  <inkml:trace contextRef="#ctx0" brushRef="#br0" timeOffset="-162320.1">9996 10939 0,'0'25'78,"0"-1"-62,0 26-16,0 0 16,0 74-1,0-75-15,0-24 16,0 74 15,0-74-31,0 50 16,0-51 15,0 1 32,25-25-32,0 0-31,124 0 31,-50 0 16,-74 0-16,0-25-15,-1 25-1,1 0 126</inkml:trace>
  <inkml:trace contextRef="#ctx0" brushRef="#br0" timeOffset="-161575.06">10418 10964 0,'25'0'32,"-25"49"-1,25 1-31,-25-1 16,0 125 30,0-149-30,0 25-16,0 24 31,0-24-31,0 24 32,0 149 30,0-198-62,0 0 0,0 0 16,0 74 31,0-74-16,24-25 125</inkml:trace>
  <inkml:trace contextRef="#ctx0" brushRef="#br0" timeOffset="-160160.1">10914 11212 0,'0'25'109,"-50"-1"-109,50 26 16,-24-25-16,-1 0 15,25-1 1,-25 1-16,25 0 15,0 0 1,-25 124 31,25-125-31,0 1-1,0 0 1,0 0-1,25 49 32,-25-49-31,25 0 0,0 0-1,-1-1 1,1 1-1,0-25 1,0 0 0,0 0 15,123-74 31,-123 49-62,-25 0 0,0 0 16,50-74 0,-50 74-1,0-24 1,0-100 15,-25 50 0,0 74-15,0 0 0,1 25 15,24-25-15,-50 25 15,25 0-31,-24 0 15,-1-49 32</inkml:trace>
  <inkml:trace contextRef="#ctx0" brushRef="#br0" timeOffset="-159160.18">11361 11038 0,'24'-25'63,"1"25"-48,25 25 1,-25-25 0,272 223 46,-272-198-62,0-25 0,49 75 63,-49-51-48,25 1 1,-1 50 15,-24-26 0,-25-24 16,50 25 0,-26-26-31,-24 1-1,50 50 32,-25-75-31,-25 24 15,0 1-15</inkml:trace>
  <inkml:trace contextRef="#ctx0" brushRef="#br0" timeOffset="-158397.65">11584 11857 0,'-25'0'15,"25"-50"17,0 0-32,0 1 15,50-125 16,-26 125-31,1-26 16,0 26-16,0-1 16,0-49-1,-1 49-15,26-74 63,-50 99-63,0 0 15</inkml:trace>
  <inkml:trace contextRef="#ctx0" brushRef="#br0" timeOffset="-155342.66">12576 10840 0,'25'24'125,"0"26"-109,-25-25-16,0 49 15,74 150 32,-74-200-47,0 1 0,25 149 63,0-149-48,-25-1 1,24 26 31,1-25-47,-25 0 16,0-1 30,25-24 48,-50 0-63</inkml:trace>
  <inkml:trace contextRef="#ctx0" brushRef="#br0" timeOffset="-154432.03">12204 11088 0,'0'0'0,"50"0"31,-26 0-16,1 0-15,0 0 16,99 0 31,-99 0-47,24 0 16,51 0-1,-26 0 1,-24 0-16,-1 0 15,50 24 17,-74-24-17,0 0 1,0 0 0,0 0 46,24 0-31,-24 0 1,0 0-17,0 0 157</inkml:trace>
  <inkml:trace contextRef="#ctx0" brushRef="#br0" timeOffset="-141711.52">20662 8434 0,'-25'0'62,"1"0"-46,-1 0 31,0-25-47,0-50 15,25 51 1,0-1-16,-49-50 31,-26-148 16,50 223-31,25-25-16,0 0 31,0 1-15,0-1 30,0 0-30,-24 0 0,24 0-16,-25 1 47,25-1-1,-25 0-30,25 0 0,-25 0 46,25 1-46,-49-51 31,49 50-47,0 1 15,0-1 1,-25 25 15,25-25 344,0 0-344,0 0-15,25 25 297,-1 0-298,26 0-15,24 0 16,-24 0-1,0 0-15,-1 0 0,125-49 32,-100 49-32,1-25 31,-26 25-31,373-50 62,49 50 1,-446 0-47,0 0-16,49 0 31,26-24-16,-1-26 17,-74 25-32,99-24 47,-50 24-32,-49 0-15,0 25 16,24 0-16,1 0 15,24 0 1,-24 0-16,198-25 47,-198 0-47,-1 25 16,-24 0-16,74-49 31,-49 49-31,-1 0 31,26-50 0,148 50 16,-198 0-31,124 0 31,-125 0-47,1 0 15,0 0 1,0 0 15,0 0 157,-1 0-157,1 25 0,-25 0-15,25 24 15,0 1-31,-25 49 63,0-74-48,25 25 1,-25-26 46,0 1-15,0 0-31</inkml:trace>
  <inkml:trace contextRef="#ctx0" brushRef="#br0" timeOffset="-137582.89">13370 10815 0,'0'25'62,"25"24"-62,-1-24 16,-24 0-16,0 49 16,0-24-1,0-25-15,0 74 32,0-49-32,0-26 0,0 1 15,25 50-15,0-51 16,-25 26-1,0-25 1,50 124 31,-50-125-31,0 1-1,0 0 1,0 0-1,24 0 64,-24-50-17</inkml:trace>
  <inkml:trace contextRef="#ctx0" brushRef="#br0" timeOffset="-136368.05">13767 10988 0,'24'0'94,"-24"25"-94,0 0 16,0 99 15,25-74-31,25 74 31,-25 25-15,-25-125-16,24 76 62,1-100-31,50 0 1,-51 0-32,26 0 15,-25 0-15,0-25 16,49-50 15,-49 26 0,-25-125 16,0 100-31,0 24-16,-25 0 0,25 1 16,-25 24-1,0-25-15,1 1 31,-26-26 1,-49 51 15,49 24-32,1 0 16,24 0-31,-25 0 47,25 0 31,1 0-78,-1 0 16,25 24 31</inkml:trace>
  <inkml:trace contextRef="#ctx0" brushRef="#br0" timeOffset="-132647.52">14461 10889 0,'0'25'78,"50"-25"-78,-50 25 16,49 0 0,-24-25-16,-25 24 15,25 1 1,25 0-1,148 248 32,-173-248-31,49 74 15,-49-74-31,0 24 47,0-24 0</inkml:trace>
  <inkml:trace contextRef="#ctx0" brushRef="#br0" timeOffset="-131910.65">14585 11534 0,'0'0'0,"0"-25"15,0-99 32,0 50-47,25 0 16,-25 49-16,74-223 62,-74 198-62,50 25 31,-50 0 1,25 25-1</inkml:trace>
  <inkml:trace contextRef="#ctx0" brushRef="#br0" timeOffset="-127889.78">14808 10368 0,'25'0'94,"0"0"-79,49 0 1,-24-24-1,74 24 17,-99 0-32,0 0 0,99 0 62,-100 0-62,-24 24 16,-24 175 31,-1-174-47,-25-1 15,-49 1 1,74-25 78,100 0-63,-26 0-15,1 0-16,-25 0 15,49 0 1,-49 0-1,-25 25 17,50 25-17,-50-26 32,-75 51-31,-24-26 15,24-24 0,51 0 1,-26-25-1,0 0 0,26 0 0,-1 0-31,50 0 94,24 0-78,-24 25-1,49 0-15</inkml:trace>
  <inkml:trace contextRef="#ctx0" brushRef="#br0" timeOffset="-123575.96">23887 6970 0,'0'-25'156,"0"1"-140,25 24-16,74-50 15,-49 25 1,74-25 0,-75 26-1,1 24 17,-1-25-32,1 0 31,74 0 0,-25 25 0,199-74 16,-248 49-31,-1 25-16,224-50 47,-248 50-32,198-49 32,-198 49-31,24 0-1,1 0 1,0-25-16,49 0 63,-74 25-48,-1 0-15,26-49 47,-25 49-31,0 0-1,0 0 1,24 0 0,75 0 15,-74 0-16,-25 0 1,-1 24-16,1-24 31,0 0-31,0 0 16,0 0 0,-1 0-1,1 0-15,0 0 47,25 0 31,-50 25-47,24-25-15,-24 25-16,25 0 47,25 99 0,-25-99-47,-1 24 15,-24-24 1,25 25 0,-25-26-1,25 26 1,-25 0 0,0-25 15</inkml:trace>
  <inkml:trace contextRef="#ctx0" brushRef="#br0" timeOffset="-118159.08">15751 10864 0,'25'0'109,"-25"25"-109,0 0 16,0 0-16,0 24 16,0 26-1,25-26-15,-25 175 63,0-199-63,24-1 15,-24 1 17,0 0 46,0 0-16,0 0-46,0-1 15,0 1 0,0 0 32,0 0-48</inkml:trace>
  <inkml:trace contextRef="#ctx0" brushRef="#br0" timeOffset="-117478.99">15453 11261 0,'25'0'32,"0"0"-32,124 0 47,-124 0-47,24 0 0,125-74 31,-149 74-16,24 0 17,50 0 15,-74 0-47,0 0 15,49-50 32</inkml:trace>
  <inkml:trace contextRef="#ctx0" brushRef="#br0" timeOffset="-114295.95">16842 10616 0,'-24'-24'31,"-1"24"0,0 0-15,0-25-16,-24 25 31,-51 0 16,76 0 47,-1 0-79,0 0 48,25 25-1,0-1-62,0 26 16,0-25-1,0 49 1,0-49-16,0 74 31,0-49 1,0-25-1,25-1 31,0-24-30,-1 0-17,51 0 1,-50 0-16,123 25 31,-123 0-15,0-25-1,-25 25-15,50 0 32,-50-1-1,0 1-16,0 25 1,0-25 0,0 74 46,0-49-62,0-26 16,-50 26 31,25-25-47,0-25 15,-24 25 1,24-25 0,-25 0-1,-24 0 32,49 0-47,0 0 16</inkml:trace>
  <inkml:trace contextRef="#ctx0" brushRef="#br0" timeOffset="-113375.06">17264 10864 0,'0'-24'110,"25"24"-95,24 0 1,26 124 15,-26-100-31,51 150 47,-100-149-31,25 0-16,-1 24 31,1 1-31,0 0 62,-25-26-62,25 1 16,0 0 31,-25 0-16,0 0-15</inkml:trace>
  <inkml:trace contextRef="#ctx0" brushRef="#br0" timeOffset="-112718.92">17264 11559 0,'0'-25'16,"0"-24"0,50-51 15,-50 76-31,24-26 31,-24 0-31,50-74 47,-50 99-47,74-223 63,-49 199-63,0 49 15,-25-25 1,25 0-1</inkml:trace>
  <inkml:trace contextRef="#ctx0" brushRef="#br0" timeOffset="-111439.24">17611 10294 0,'0'-25'94,"25"25"-78,0 0-1,0 0 1,0 25-16,24 0 15,-49 0 32,0 24-31,0-24 0,0 25-16,-25-26 15,1 1 16,24 0 32,0 0-63,-25 0 0,0-1 16,25 1 30,25-25 33,0 0-64,49 0 1,-49 0-16,24 0 31,1 0-31,-25 0 31,0 0 32</inkml:trace>
  <inkml:trace contextRef="#ctx0" brushRef="#br0" timeOffset="-105311.65">22671 8310 0,'-24'-25'94,"-1"0"-79,25 0 1,-25 25-1,25-25-15,-25-99 32,0 50-32,1-149 31,-1 173-15,25-24-16,-25-26 15,0 26-15,-49-248 47,49 247-47,25 26 16,-25 24-16,0-124 62,1 99-62,-1 1 16,25-1 31,-25 0-47,25-49 31,-74-174 31,49 224-62,25 24 16,0-49 15,0 49-15,-25-25 31,25 25-47,50 1 344,-1 24-344,26 0 15,-1 0-15,0 0 16,150 0 15,-175 0-31,-24 0 16,0 0-16,74 0 62,-74 0-62,0 0 16,24 0-1,-24 0-15,149-50 63,-149 50-63,49-25 0,-49 25 16,74 0 15,0 0 0,-74 0-31,74 0 47,-74-25-31,0 25-16,49-24 31,-49 24-16,0 0-15,0-25 16,-1 50 203,-24-1-204,0 1 1,0 0-16,25 0 16,-25 49-1,25 1 17,-25 73 30,0-123-62,0 0 16,0 0-1,25 0 1,-25-1 15,0 1 16,25 0-16,-25 0-15,0 0 0,0-1-1,0 1 1,0 74 15,25-99-15</inkml:trace>
  <inkml:trace contextRef="#ctx0" brushRef="#br0" timeOffset="-101527.35">17934 11212 0,'25'0'125,"24"0"-125,-24 0 15,124 0 17,-100 0-32,26 0 31,-1-25-31,-24 25 16,-25 0-1,-1 0 1,26 0-1,0 0 48</inkml:trace>
  <inkml:trace contextRef="#ctx0" brushRef="#br0" timeOffset="-100144.08">19050 10542 0,'0'25'94,"-25"0"-78,0-1-16,1 26 15,-26 49 1,25-49-16,-24 74 31,49-75-31,0 1 16,0 248 31,0-273-32,0 24 17,0-24 46,24 0-63,1-25 1,25 25 0,74-1 46,-99-24-62,24 0 16,-24-49 15,-25-174 31,-50 98-30,26 125-32,24-24 15,-25-1 32,0 25-47,0 0 16,-49-50 31,49 50-16,0 0 0,0 0-15,25 25 31,0 0-47</inkml:trace>
  <inkml:trace contextRef="#ctx0" brushRef="#br0" timeOffset="-97992.1">23912 6648 0,'0'24'141,"0"51"-141,0-26 15,25 26 1,-1-50-16,-24 0 0,0 49 31,25 0-15,0 100 31,-25-149-47,0 0 15,25 24-15,0 50 63,-25-74-47</inkml:trace>
  <inkml:trace contextRef="#ctx0" brushRef="#br0" timeOffset="-95247.31">23812 5879 0,'25'0'188,"0"0"-188,0 0 15,0 0-15,124-25 16,-125 0-1,1 25-15,74 0 32,100-50-1,222 50 16,-346 0-47,-1 0 15,150 0 17,-175 0-17,-24 0 1,0 0 15,0 0 0,99-24 16,-100 24-31,26 0-16,49-25 31,75 25 0,124 0 16,-274 0-47,1 0 203,0 0-187,0 0 0,0 0-1,-1 25 1,26-25 15,-25 49-15,99 150 46,-99-150-46,-1-24-16,-24 0 16,50 124 30,-25-100-46,0-24 32,-25 0-32,24 49 47,-24-49-47,25 25 46,-25-25-46,0-1 16,25 1 15,-25 0-31</inkml:trace>
  <inkml:trace contextRef="#ctx0" brushRef="#br0" timeOffset="-89366.6">19670 10666 0,'25'25'94,"0"0"-94,0 24 15,24 26-15,-24-51 16,124 150 15,-124-124-15,24-26 15,26 125 32,-75-124-63,24 25 15,1-50 1,-25 25-16,25-25 15,25 74 17,-26-49 15,-48-50 109</inkml:trace>
  <inkml:trace contextRef="#ctx0" brushRef="#br0" timeOffset="-88694.35">19819 11460 0,'-25'0'16,"25"-50"15,25-24-31,0 24 0,49-99 31,-49 75-15,74-348 31,-99 373-31,0-1 15,25 25 94</inkml:trace>
  <inkml:trace contextRef="#ctx0" brushRef="#br0" timeOffset="-85639.58">20563 10889 0,'50'0'94,"-1"0"-94,-24 0 15,0 0-15,74 0 16,-49 0 0,-25 0-16,74 0 31,-74 0-31,24 0 31,-24 0 16</inkml:trace>
  <inkml:trace contextRef="#ctx0" brushRef="#br0" timeOffset="-84422.92">21059 10468 0,'25'0'63,"0"0"-63,24 0 15,-24 24-15,25-24 16,123 50 47,-148-50-48,0 50-15,0-26 31,-50 200 16,25-200-47,0 26 94,25-25-78,24-25-1,75 74 17,-99-74-32,0 25 15,25 99 48,-50-99-63,0 0 15,0 0 1,0 24 15,-149 1 32,99-50-63,25 0 0,-24 0 15,24 0 1,-74 0 15,74 0-15,0 0 31,0 0 31,1 0-47,-1 0 0</inkml:trace>
  <inkml:trace contextRef="#ctx0" brushRef="#br0" timeOffset="-80879.38">2902 14412 0,'50'-25'140,"-1"0"-124,1 0-16,0 25 16,272-50 30,-272 50-46,-26 0 0,51 0 63,-100 0 93</inkml:trace>
  <inkml:trace contextRef="#ctx0" brushRef="#br0" timeOffset="-80078.27">3001 15007 0,'25'0'63,"50"0"-47,-1-25-16,0 0 15,1 25 1,24 0-16,199 0 62,-273 0-30</inkml:trace>
  <inkml:trace contextRef="#ctx0" brushRef="#br0" timeOffset="-74766.92">3894 11286 0,'0'-25'94,"0"1"-79,0-51-15,0 25 16,0 1-16,0-1 15,0 1-15,0-1 16,0-24 0,0-1-16,0 1 15,0-1-15,0 1 16,0 49-16,0-24 16,0 24-16,0 0 15,0 0-15,0 0 110,0 1 30,50 24-124,0 0-1,24 0-15,-24 0 16,-1 0 0,1 0-16,-25 0 15,-1 0-15,1 0 16,25 0-16,-1 0 16,-24 0-16,25 0 15,-1-25-15,-24 25 16,50-25-16,-1 25 15,-49 0-15,74-25 16,-74 25-16,25 0 16,-26 0-16,26 0 15,-25 0-15,0 0 16,-1 0-16,51 0 16,-50 0-16,24 0 15,1 0-15,-1 0 16,-24 0-16,25 0 15,-25 0-15,-1 0 16,26 0-16,-25 0 16,0 0-1,24-25-15,-24 25 32,0-24-32,24-1 15,1 25 1,-25 0-1,0-25-15,-1 25 16,1 0-16,0 0 16,0 0-16,25 0 15,-1 0-15,1 0 16,-25 0-16,-1 0 16,1 0-16,0 0 15,-25 50 141,0-26-124,-25 26-17,25-25 1,0 24-16,-25-24 16,1 0-16,24 0 15,0 0-15,0 24 16,0-24-1,-25 0-15,25 0 63,0-1-32,0 1-15,0 0 15,0 0 0,0 0-31,0-1 16,0 1 15</inkml:trace>
  <inkml:trace contextRef="#ctx0" brushRef="#br0" timeOffset="-71029.88">13072 10914 0,'0'-25'16,"0"0"-16,0 1 16,0-1-1,0 0 1,0 0 0,0 0-1,0-24 1,-25-1-1,25 25-15,0-24 16,0-1-16,-25 25 16,1 1-16,-1-26 15,25 25-15,-25-24 16,25 24 0,-25-25-16,25 25 15,0 1 1,0-1 15,25 25 47,25 0-78,-1 0 16,1 0-16,-1 0 15,51 0-15,49 0 16,-50 0-16,0 0 16,-25 0-1,-24 0-15,-25 0 16,24 0-16,-24 0 16,0 0 15,25 0-16,-26 0-15,26 0 16,0 0-16,-1 0 16,26 0-16,-1 0 15,25 0-15,-24 0 16,-26 0-16,26 0 16,-26 0-16,1 0 15,0 0-15,-26 0 16,26 0-16,0 0 15,-26 0-15,1 0 16,0 0-16,25 0 16,-26 0-16,1 0 15,25 0-15,-25-25 16,-1 25 0,1-25-16,0 25 0,0 0 15,24-25 1,-24 25-1,25 0 1,-25 0-16,-1 0 16,1 0-16,50 0 15,-50 0-15,-1 0 16,1 0-16,25 0 16,-25 0-1,-1 0 1,1 0-1,0 0 204,-25 50-203,0-25-1,-25-25-15,25 25 16,-25-1 0,1 1 15,-1 0 0,25 0 0,-25 0-15,0-1 0,25 1-1,0 0-15,0 25 16,0-26 125</inkml:trace>
  <inkml:trace contextRef="#ctx0" brushRef="#br0" timeOffset="-57063.86">4142 14312 0,'0'-25'0,"0"1"78,50 24-78,-25 0 31,0 0-31,-1 0 16,1 0-1,0 0 1,0 0 0,0 0-1,-1 0-15,1 0 16,-25 24-1,0 1 1,0 0 0,0 0-16,0 0 15,0 24-15,-49-24 16,49 0-16,-50 25 16,0-1-1,50-24-15,-24 0 16,-1 24-1,25-24 1,0 0 0,0 0-1,0 0 1,0-1 15,25 1 0,-1-25-15,26 0 0,0 0-1,-1 0-15,-24 0 16,0 0-16,0 0 16,-1 0-16,1 0 15</inkml:trace>
  <inkml:trace contextRef="#ctx0" brushRef="#br0" timeOffset="-47679.04">4787 14263 0,'0'0'0,"-25"-25"0,1 25 63,-1 0-16,0 0-32,0 49 1,25-24 0,0 0-1,0 25-15,0-25 16,0-1-16,0 1 16,0 25-16,0-1 15,0-24 1,0 0-16,25 0 15,-25 24 1,25 1-16,0-25 16,-25 0-16,24-1 15,1 1-15,0 0 16,0 0-16,25-25 16,-26 25-16,1-1 15,0 1-15,0 0 16,24-25-16,-24 0 15,0 0 1,0 0 0,0 0-1,-1 0-15,1 0 16,0-50 0,-25 26-16,25-1 15,-25-25 1,0 25-16,0-24 15,0-50-15,0 49 16,-50-24-16,25 24 16,1 0-16,-26 1 15,25-1-15,0 25 16,1-24-16,-26 24 16,50 0-16,-25 0 15,0 25 1,1 0-1,-1 0 1,0 0 0,0 0-1,-25 0 1,26 0 15</inkml:trace>
  <inkml:trace contextRef="#ctx0" brushRef="#br0" timeOffset="-46927.36">5085 14188 0,'0'-25'31,"25"25"0,24 25-31,-24-25 0,25 50 16,24-25 0,-24 24-16,24-24 15,1 25-15,24 24 16,-50-49-16,1 25 16,0-50-16,-1 24 15,-24 1-15,0-25 16,-25 25 15,50 0 0,-26 0-15,1-25 0,0 49 15,0-24-16,-25 0 1,25 0-16,-1-25 16,-24 24-16,25-24 15,25 25 1,-25 0 0,-1 0 15,1-25-31,0 0 15,-25 25 17</inkml:trace>
  <inkml:trace contextRef="#ctx0" brushRef="#br0" timeOffset="-46327.79">5631 15007 0,'0'0'0,"0"-25"15,0 0 1,0 0-16,0 1 15,0-1-15,0 0 16,0-25-16,0 1 16,0 24-16,0-49 15,0 49-15,0-25 16,0 25-16,0-24 16,0-26-16,0 51 15,0-26-15,24-25 16,1 26-16,-25 24 15,0-25-15,0 26 16,0-1-16,0 0 16,0 0-1</inkml:trace>
  <inkml:trace contextRef="#ctx0" brushRef="#br0" timeOffset="-45047.82">5606 13618 0,'25'0'109,"-1"0"-93,26 0 0,-25 0-1,0 0-15,-1 0 16,1 0 31,-25 25-32,0-1 17,0 1-17,0 0 48,0 0-16,50 0-47,-25-1 15,0-24-15,24 25 16,-24 0-16,0-25 16,0 0-1,-25 25-15,24-25 16,1 25-1,-25-1 1,0 1 31,0 0-31,-25-25 15,1 0 0,-1 25-31,0-25 31,0 25-15,-24-25 0,24 0-1,0 0 1,0 0 46,0 0-62,0 0 47,1 0 0</inkml:trace>
  <inkml:trace contextRef="#ctx0" brushRef="#br0" timeOffset="-41791.71">6796 13816 0,'0'50'62,"0"-25"-46,25 24-1,-25 1 1,25 24-16,0 1 16,-25-1-16,0-24 15,25 49-15,0-74 16,-25 24-16,24 26 16,-24-50-1,0 49-15,25-24 0,0-26 16,-25 51-1,25-75-15,-25 25 16</inkml:trace>
  <inkml:trace contextRef="#ctx0" brushRef="#br0" timeOffset="-41223.36">6424 14337 0,'25'0'47,"50"0"-31,49 0-16,0 0 15,-50 0-15,25 0 16,-49 0-16,0 0 16,-26 0-16,1 0 15,0 0-15,0 0 16,0 0 0,-1 0-1,-24 25 126,25 0-126</inkml:trace>
  <inkml:trace contextRef="#ctx0" brushRef="#br0" timeOffset="-38255.53">6821 11981 0,'25'-25'47,"0"50"-16,0-1 16,0 1-32,-25 0-15,24 0 16,1 0 0,-25 24-16,25-49 15,-25 25-15,25 25 16,-25-25-16,25 24 16,-25 1-16,24-25 15,-24-1 1,25 1-16,0 25 31,-25-25-15,0-1 15,25 1 110,24-25-126,1 0 1,24 0-16,26 0 15,-1 0-15,50 0 16,-75-25-16,25 1 16,-24-1-16,-26 25 15,-24 0 1,0 0-16,0-25 16,-25 0-1,25 25 1,-25-25-16,49 25 15,-49-24-15,50-1 16,-25 25 0,-25-25-16,24 25 15,1-25-15,0 25 16,25 0 0,-26 0-1,1 0-15,0 0 16,25 0-16,-1 0 15,-24 0-15,0 0 16,0 0-16,24 0 16,-24 0-16,0 0 15,0-25 17,-1 25-17,1-24 16,0-1 63,-25 0-47,0 0-47,0 0 16,-25-24-16,25 24 15,0-50-15,-25 26 16,1-1-16,-1-24 16,0 24-16,0 25 15,25 1-15,0-1 16,-25 25-16,25-25 15</inkml:trace>
  <inkml:trace contextRef="#ctx0" brushRef="#br0" timeOffset="-35191.86">16321 11633 0,'25'0'110,"0"0"-95,-25 25 1,25 0 0,0 25-1,0-26 1,-25 1-16,0 25 15,24-25-15,1 24 16,-25-24 0,0 0-16,25 0 15,0-1-15,-25 1 16,0 0 0,25 0-16,-25 0 15,24-25-15,1 24 16,0 1-1,0-25 17,0 0-17,-1 0 1,1 0 0,25 0-16,-1 0 15,-24 0 1,25 0-16,-25 0 31,24-25-31,1 1 16,-1 24-16,-24 0 15,0 0 1,0 0 0,0-25-1,-1 25 1,1 0-1,0 0 1,0-25 0,0 0-1,-1 25 1,1 0 0,0 0-1,0-25-15,0 25 16,24 0-1,1-24-15,-25 24 16,24 0 0,-24 0-16,0 0 15,25-25-15,-1 25 16,-24 0 0,0-25-16,0 25 15,24 0 1,-24 0-1,-25-25 204,0 0-188,0 1-31,0-1 16,0 0 0,0 0-16,0 0 31,0 1-15,0-1-1,0 0 16,0 0-31,0 0 16,0 1 0,0-1-1,0 0 1,-25 0-16,25 0 16,0 1 15</inkml:trace>
  <inkml:trace contextRef="#ctx0" brushRef="#br0" timeOffset="-30407.6">7317 13915 0,'25'0'78,"0"25"-78,-25 0 16,0 0-16,25 0 15,0-1-15,-1 1 16,1 25-16,-25-25 15,0 24-15,25-24 16,0 25-16,-25-26 16,0 26-16,25 0 15,24-25-15,-49-1 16,0 1 0,25 25-16,0-25 15,-25 24-15,0-24 31</inkml:trace>
  <inkml:trace contextRef="#ctx0" brushRef="#br0" timeOffset="-28959.35">7813 13692 0,'-24'0'93,"-1"0"-93,0 0 16,0 0 0,-24 0-1,-1 0 1,25 0 0,25 25 124,0 25-93,0-26-31,0 1-16,25 25 15,-25-1 1,25-24-16,0 25 16,-25-25-1,0 24-15,24-24 16,1 0-16,-25 0 31,25-1-31,-25 1 47,25-25-16,0 0-31,-1 0 16,26 0-16,-25 0 15,0 0-15,24 0 16,-49-25-16,25 25 16,0 0-16,0 0 15,0 0 1,-1 0 0,1 0-1,0 0 1,0 0-1,24 0 1,-49 25 15,25-25-15,-25 25 0,0 0-16,0 0 15,0-1-15,0 1 16,-25 25-16,1-25 15,-1 0-15,0-25 16,25 24-16,-50-24 16,50 25-16,-24 0 15,-26-25 1,0 0 0,25 0-1,1 0 16,-1 0 16,0 0-47</inkml:trace>
  <inkml:trace contextRef="#ctx0" brushRef="#br0" timeOffset="-28247.18">8409 13643 0,'0'-25'32,"25"25"-17,-1 0-15,26 0 16,-25 25-1,0-25-15,-1 49 16,1-49-16,0 50 16,25-25-16,-50 24 15,49 1-15,-24-1 16,25-24-16,-26 25 16,1-1-16,0 1 15,25 0-15,-26-26 16,26 26-16,-50 0 15,50-26-15,-50 1 16,25-25-16,-25 25 16,0 0-16,24 0 15,1 0 1,-25 24 156</inkml:trace>
  <inkml:trace contextRef="#ctx0" brushRef="#br0" timeOffset="-27663.81">8657 14684 0,'0'0'0,"0"-49"15,0-1 1,0-24-16,25 24 16,-25 25-16,24-49 15,-24 49-15,0-74 16,25 49-16,0-24 16,-25 24-16,25-24 15,-25 24-15,0 25 16,25-74-16,-25 50 15,0 24 1,0-25-16,0 25 16,0 1-1,0-1 1,0 0-16,0 0 16</inkml:trace>
  <inkml:trace contextRef="#ctx0" brushRef="#br0" timeOffset="-26334.79">8930 13047 0,'-25'0'109,"74"0"-93,1 25 0,-25 0-16,0-25 15,0 0-15,-1 0 16,26 0-16,-25 25 15,-25-1 1,25-24 0,-1 25-1,-24 0-15,0 0 32,0 0-32,0 24 15,0-24 1,0 25-1,0 24 1,-24-74-16,24 25 16,-25 0 15,25 0-31,-25-1 16,0-24-1,75 25 157,-1 0-172,-24-25 16,25 0-16,-25 0 15,-1 0 1,1 0-16,0 0 16,0 0 15,0 0-16,-1 0 17,1 0-17</inkml:trace>
  <inkml:trace contextRef="#ctx0" brushRef="#br0" timeOffset="-23375.07">9897 13419 0,'0'25'63,"25"0"-63,-25 49 15,25-24 1,-1 0-16,1-1 0,-25 1 16,50 24-1,-50-24-15,0-25 16,25 49-16,-25-49 15,0 49-15,25-24 16,-1-25-16,-24-1 16,0 51-16,0-50 15,0-1-15,0 1 16,0 0-16,0 0 16,25 0 15,0-25-31</inkml:trace>
  <inkml:trace contextRef="#ctx0" brushRef="#br0" timeOffset="-22879.29">9699 14163 0,'74'-24'62,"0"-1"-62,1 0 16,24 0-16,25 0 15,-49 1-15,24-1 16,-25 0 0,1 25-16,24 0 15,-50-25-15,1 25 16,-25 0-16,0 0 15,-1 0-15,1-25 94</inkml:trace>
  <inkml:trace contextRef="#ctx0" brushRef="#br0" timeOffset="-18591.3">9847 11038 0,'0'-25'78,"0"0"-78,0 1 16,0-1-1,-24 0-15,24-25 16,-25 50-16,25-24 16,-25-26-16,0 25 15,25 0-15,-25 1 16,1-1-1,-1-50-15,0 51 16,25-1-16,-25-25 16,0 50-16,25-25 15,0 1-15,-24-1 16,48 25 156,1 0-157,25 0-15,-25 0 16,24 0 0,-24 0-1,0 0-15,0 0 16,-1 0 0,1 0-1,0 0-15,49 0 16,-24-25-16,25 0 15,-26 25-15,50-25 16,1 25-16,-26 0 16,25 0-16,0 0 15,1 0-15,24 0 16,-25 0-16,-25 0 16,-24 0-16,-25 0 15,-1 0-15,1 0 16,0 0-1,0 0-15,0 0 16,0 0 0,-1 0-1,1 0-15,0 0 32,0 0-17,0 0-15,-1 0 16,1 0-1,0 0-15,25 0 0,-1 0 16,1 0 0,-25 0-16,-1 0 15,1 0-15,0 0 16,0 0 0,0 0-1,-1 0 1,1 0-1,0 0 1,0 0-16,0 0 109,-25 25-62,0 0-31,0 25 0,0-26-1,0 1 1,0 0-1,0 0 1,0 0 0,0-1 15,0 1 16,0 0-16</inkml:trace>
  <inkml:trace contextRef="#ctx0" brushRef="#br0" timeOffset="-14927.77">18728 10641 0,'0'-25'16,"-25"25"-1,25-24 48,-25 24-63,0-50 15,25 25 17,0-24-17,-25 49 1,25-25 15,0-25 32,0 25-63,0 1 203,0-1-188,25 0-15,50 0 16,-26 25 0,75-25 15,-74 25-31,148-49 47,-173 49-32,0 0-15,0 0 0,74-50 32,-74 50-32,49 0 31,-24 0-31,-26 0 16,26 0-1,25 0 16,-1 0 32,-49 0-63,99-25 62,-99 1-62,-1 24 16,1 0 0,74 0-1,-74 0 1,25 0-16,-25 0 16,-1 0-16,125 0 46,-124 0-46,25 0 16,-1 0 0,1 0 46,-25 0-46,-1 0 15,1 0 16,0 0-47,0 0 31,0 24-15,-25 1 62,24 0-47,-24 0 16,0 0-47,0-1 0,25 1 63,-25 0-32,0 0 0</inkml:trace>
  <inkml:trace contextRef="#ctx0" brushRef="#br0" timeOffset="-10519.93">10592 13419 0,'0'-24'0,"24"24"16,125 24 30,-124-24-46,0 0 16,24 75 31,-49-50-47,0-1 16,0 100 15,0-99-31,0 0 31,50 25 0,-25-26-31,124 76 47,49 98 16,-198-173-63,0 0 15,25 49 32,-25-49-31,-25-25-1,-24 0 1,-1 0-16,0 0 0,-74 0 47,99 0-31,1 0 15</inkml:trace>
  <inkml:trace contextRef="#ctx0" brushRef="#br0" timeOffset="-9726.29">11286 13246 0,'0'-25'15,"25"25"17,0 50-17,49 173 32,-49-174-47,-25-24 16,25 99-1,0-74 17,-25-1 14,24-49-30,1 0 0,223-24 15,-248-1-15,25 0-16,0 25 15,0 0 126</inkml:trace>
  <inkml:trace contextRef="#ctx0" brushRef="#br0" timeOffset="-9118.66">11782 13171 0,'0'50'62,"0"49"-62,0-49 16,25 148 0,0-99-16,124 397 62,-149-446-46,0-25-16,49 74 47,-49-124 78,0-24-110,0-1-15,-25-24 16</inkml:trace>
  <inkml:trace contextRef="#ctx0" brushRef="#br0" timeOffset="-8495.59">12055 13345 0,'25'0'31,"0"0"-15,99 25 15,-99 24-31,-1-24 0,51 50 32,346 247 14,-371-272-46,0-1 0,-1-24 16,-24 0-16,74 74 63,-99-74-32,25-25 0</inkml:trace>
  <inkml:trace contextRef="#ctx0" brushRef="#br0" timeOffset="-7927.46">12378 14213 0,'0'0'0,"0"-74"15,24-1 1,51-297 31,-75 298-47,0-1 16,0-73-1,0-101 16,25 150 16</inkml:trace>
  <inkml:trace contextRef="#ctx0" brushRef="#br0" timeOffset="-3119.8">13469 13643 0,'25'0'110,"24"0"-95,26-25-15,24-25 31,-49 25-31,-1 25 0,125-74 47,-149 74-15,-1 0-1</inkml:trace>
  <inkml:trace contextRef="#ctx0" brushRef="#br0" timeOffset="-2263.93">14015 12923 0,'99'0'47,"-25"0"-32,100 0-15,-50 0 16,0 0-16,-25 0 15,-24 0-15,-1 0 47,-74 25-47,0 0 16,0 24 0,0-24-16,0 25 15,0-25-15,0 24 31,74 1 32,-49-25-63,0-25 0,0 25 16,0-25-16,-1 99 46,1-74-46,-25 24 16,-99 274 31,49-299-47,1 1 16,-1 0-16,-49 0 31,49-25-31,-24 0 31,49 0-31,0 0 16,-24-25-16,-1 25 31,50-25-15</inkml:trace>
  <inkml:trace contextRef="#ctx0" brushRef="#br0" timeOffset="1280.98">3770 13419 0,'25'0'16,"0"0"0,-25 75-1,25-26-15,0 75 32,-1-24-32,-24-51 0,0 1 15,0-1-15,0 150 31,25-75-31,0-25 16,0 0 0,0 1-16,49 396 47,-49-422-47,0 50 0,-25-74 15,0 297 32,0-322-31,24 99 31,1-99-1,25-25 48,-25 0-78,49 0-16,174 0 15,-25 0 1,25 0-16,397 0 16,844-50 15,445 25 31,-1661 25-62,-25 0 16,50 0-16,0 0 16,297 0-1,-347 0-15,50 0 16,346-25 0,324-74 15,-373 99 0,323-74 32,-744 74-63,322-25 31,99-74 0,-173 24 16,-373 75-31,373-99 30,-323 74-46,-24 25 16,247 0 31,-297-25-16,-25-24 0,-25-1 1,0-24-32,-24-25 15,-1 24-15,25-24 16,-297-670 31,322 645-47,-50 25 15,25-50-15,-74-298 47,99 373-47,-25 0 16,1-1-16,-125-396 47,99 421-32,50-24-15,-149-174 63,149 223-63,-49 25 109,-1 50-93,25-26 0,-248 101 15,174-101-16,-50-24-15,25 25 0,-248-25 32,223 0-32,-247 50 31,-324 74 0,-594-75 32,1190-49-63,-25 0 0,-25 25 15,-694 174 32,694-175-31,50 1-16,0 0 15,-149 25 1,-148 24 15,272-74-15,-347 0 0,-596 99 46,944-74-62,-150 0 47,174-25-47,-25 0 0,25 25 16,-322 74 15,346-74-16,51-25-15,-26 0 16,-98 25 0,98-25-16,1 0 15,-497 99 32,472-99-31,25 25-16,-274 49 47,299-74-47,-1 0 15,-148 74 1,173-74 0,-25 0-16,-148 0 46,173 0-30,0 0-16,0 0 0,-24 0 31,24 0-31,0 0 0,0 0 16,-49 25 31,49-25-32,0 0-15,-24 0 16,-1 0 15,-24 25 32,49-25-63,25-25 140,25 25-140</inkml:trace>
  <inkml:trace contextRef="#ctx0" brushRef="#br0" timeOffset="7040.52">27533 10988 0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1T21:40:00.339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3845 4663 0,'0'25'250,"-25"0"-250,25 0 16,0-1 15,0 1-31,0 0 15,0 0 1,0 0 15,0 0-31,0 74 47,0-74-31,0-1-1,25 76 32,-25-76-47,25 1 0,-25 0 16,24 25 15,26 123 16,-25-173-47,0 25 16,-1 49-1,1-24 1,0-50 0,-25 25-1,25 24-15,0-24 16,-1 0-1,1 0 1,0-25-16,25 25 31,24 24 32,-49-49-63,0 0 31,74 0 16,-74 0-47,-1 0 16,26 0-1,-25 0 1,24 0-1,-24-25 1,25-99 15,-25 50 1,-1 49-32,-24-24 31,50-175 16,-25 200-32,-25-1-15,0 0 16,0-149 15,0 125-15,0-1-16,0-148 31,0 49 0,-25 74 16</inkml:trace>
  <inkml:trace contextRef="#ctx0" brushRef="#br0" timeOffset="1377.33">4589 3373 0,'0'-24'62,"25"73"-30,-1-49-17,1 75 16,-25-51-31,25 1 0,49 149 63,-49-149-63,0 24 16,-25 1-1,0-25 1,25 0-16,0 24 47,-25-24-32,25 0-15,-25 0 63</inkml:trace>
  <inkml:trace contextRef="#ctx0" brushRef="#br0" timeOffset="2792.58">5234 3349 0,'0'24'125,"0"1"-125,0 25 16,0-25 0,0-1-16,-25 125 62,25-99-46,-25-25-1,25 0 1,0 123 31,-25-123-47,1 25 16,24-1 15,0-24-31,0 25 15,-50 24 17,50-24-1,0 49 31,0-74-46,-25 0 0,25-1-16,0 1 31,0 0-15,-25 25-1,25-26 79,25-24 78</inkml:trace>
  <inkml:trace contextRef="#ctx0" brushRef="#br0" timeOffset="3976.63">5407 3919 0,'25'0'94,"0"0"-78,0 0-16,0 0 15,-1 0 16,1 0-31,50 0 32,-51 25-32,26 25 31,24 222 31,-74-247-62,0 25 32,0-1-32,0-24 15,-24-25 17,24 25-1,-25 0-16,25 0 95,25-1-95,49 1 1,-24 0-16,49-25 16,-74 0-1,0 0 1,-1 25 187,-24 24-187</inkml:trace>
  <inkml:trace contextRef="#ctx0" brushRef="#br0" timeOffset="7856.43">7094 5407 0,'25'0'406,"0"0"-406,24 25 16,1-25-16,24 0 16,-49 25-1,99 0 32,-99-25-47,0 0 16,0 0 15,-1 0-31,1 0 0,25 0 62,-25 0-62,-1 0 0,51 0 32,-1 0-1,75 0 31,-124 0 63,0 0-93,0 0-17</inkml:trace>
  <inkml:trace contextRef="#ctx0" brushRef="#br0" timeOffset="8912.57">8260 5333 0,'25'0'125,"24"0"-125,1 0 15,0 25 1,-1-25-16,-24 0 0,49 0 31,-24 25-15,-25-25 15,24 0 16,-49 24-47,0 1 16,-49 74 31,-1-74-32,25 0-15,1-25 16,-1 25-1,0 0-15,0-25 0,-74 49 32,-25 50-1,50-49 16</inkml:trace>
  <inkml:trace contextRef="#ctx0" brushRef="#br0" timeOffset="20327.59">3894 15205 0,'0'25'62,"25"25"-62,-25-1 16,0 1-1,50 49 1,-50-74-16,0 25 16,25 198 30,-25-199-46,0 1 0,0 49 32,0-74-17,24-50 79,-24 0-94,50-148 31,0 73-31,-1-48 32,-24 98-32,49-248 62,-74 273-46,0 1-16,50-26 47,-25 25-47,0 25 31,-1 0-16,26 0 17,-25 0-32,0 0 15,49 0 1,0 50 15,50 123 16,-124-148-47,0 25 16,25 223 31,-25-248-32,0 24-15,0 174 47,0-198-31,0 0 15,0 0-15,0 0-1,25-25 95</inkml:trace>
  <inkml:trace contextRef="#ctx0" brushRef="#br0" timeOffset="22407.57">5283 14610 0,'0'25'94,"-24"24"-63,24 26-15,-25-75-16,25 25 15,-50 173 32,50-173-47,0 24 16,-25 199 31,25-198-47,0 0 15,0 74 17,0 25-17,124 173 48,-99-297-63,0 24 15,99 100 1,-74-25 15,74 25 0,-124-124-31,24 0 16,1 0 0,0-25-1</inkml:trace>
  <inkml:trace contextRef="#ctx0" brushRef="#br0" timeOffset="23560.4">6052 15032 0,'50'24'94,"-50"1"-94,50 0 15,-26 0-15,249 173 47,-248-173-47,0 25 16,24-25-16,75 123 47,-99-98-47,0-25 15,-25 0-15,74 99 47,-49-100-31,0 1-16,50 124 62,-51-124-46,1 0 0,0-1 30,-75-24 79</inkml:trace>
  <inkml:trace contextRef="#ctx0" brushRef="#br0" timeOffset="24200.14">6424 16073 0,'0'0'0,"0"-24"15,0-26 1,0-74 31,0 74-47,0-24 0,0 49 16,50-99-1,-50 50-15,25 24 16,24-49-1,-24 49 1,25-74 15,-25 75-31,24-51 32,1 1-17,-1-25 32,-49 99-47</inkml:trace>
  <inkml:trace contextRef="#ctx0" brushRef="#br0" timeOffset="25593.36">6672 14163 0,'0'25'63,"25"0"-48,0 25-15,0 49 32,0-25-1,24 26-15,1 24 46,-25-124 32,-25-50-94,49 25 15,-24-24-15,25-51 32,-50 76-32,0-1 15,25 0 17,-25 0-32,49-25 62,-24 50-46,0 0-1,24 0 17,-24 0 14,0 0-46,0 25 16,-25 0-16,49 0 16,1 99 15,-25-74-15,0-1-16,-25 1 31,0-25-31,0-1 0,24 51 31,-24-50 0,0-1 1,0 1 14,0 0 1,25 0 0</inkml:trace>
  <inkml:trace contextRef="#ctx0" brushRef="#br0" timeOffset="26815.54">7665 14511 0,'24'0'140,"1"0"-124,0 0 0,0 25-1,0-25-15,-1 0 47,1 0 62,25 0-93,-25 0 0,-1 0 15,1 0-31,0 0 47,0 0 31,0 0-47,0 0-15,-1 0-1</inkml:trace>
  <inkml:trace contextRef="#ctx0" brushRef="#br0" timeOffset="27887.94">8285 14387 0,'0'-25'110,"0"0"-95,25 0 1,24-24 31,-49 24-32,0 0 1,25 0 0,0 25 140,-25 25-141,0 74 1,0-49-16,0 74 31,0 0 1,0-99-1,0 49 0,0-49-15,0 0-1,0 0 1,0-1 15,25-24-15</inkml:trace>
  <inkml:trace contextRef="#ctx0" brushRef="#br0" timeOffset="28528.87">8260 14883 0,'25'0'125,"49"0"-125,-49 0 16,25 0-1,-26 0 1,26-25-1,-25 25 64,0 0-64,24 0 16,-24-25-31,0 25 16</inkml:trace>
  <inkml:trace contextRef="#ctx0" brushRef="#br0" timeOffset="29527.43">8682 14089 0,'0'25'62,"49"0"-46,1 49 15,-25-49-31,272 446 63,-222-347-63,173 447 62,-248-398-31,0-123-31,0-25 16,-25 322 31,25-297-47,-50 24 16,26-24-16,-26 98 31,-24-23-16,49-76 17,-25 26 15,1-1-32,24-49 16,0-25 173</inkml:trace>
  <inkml:trace contextRef="#ctx0" brushRef="#br0" timeOffset="32400">14089 16098 0,'0'-25'0,"25"25"31,-25 25-15,25 124 15,-25-99-31,0 148 31,0-173-15,0 49-1,0-49-15,0 0 63,0-75-16,24-24-32,-24 24-15,25-49 16,0 0-16,0 0 16,99-199 15,-99 248-31,-25 26 15,0-1-15,74-99 63,-49 99-63,0 25 47,49 0-47,149 99 47,-198-99-47,0 25 15,-25 0-15,25 24 16,148 274 15,-148-274-15,0 1-16,0 0 15,24 148 32,-49-173-47,0 0 0,0 0 32</inkml:trace>
  <inkml:trace contextRef="#ctx0" brushRef="#br0" timeOffset="33000.31">15776 15825 0,'49'0'109,"1"0"-109,-25 0 16,24 0-16,75 0 31,-49 0-31,-1 0 0,100 0 47,-149 0 0,-25 50-32,-25-25 1</inkml:trace>
  <inkml:trace contextRef="#ctx0" brushRef="#br0" timeOffset="33544.49">15602 16371 0,'75'0'62,"-1"0"-62,149 0 32,-74 0-32,248 0 31,-50 0 16,-347-25 78</inkml:trace>
  <inkml:trace contextRef="#ctx0" brushRef="#br0" timeOffset="34400.97">17314 15007 0,'0'-25'31,"24"25"-31,1 99 16,0 0-1,0-24-15,0-1 16,24 75-1,-24-74-15,0-1 16,25 224 31,-50-249-47,24 1 16,-24-25-1</inkml:trace>
  <inkml:trace contextRef="#ctx0" brushRef="#br0" timeOffset="35011.26">18157 15056 0,'0'50'31,"0"0"-15,-25 24-16,25 0 15,-25 51 1,1 23-16,-51 125 16,50-124-1,-49 273 1,-124 247 46,173-644-62,25 0 16,0 0-16,-25 49 47,25-49-31,0-75 62,0 1-63,74-50 1</inkml:trace>
  <inkml:trace contextRef="#ctx0" brushRef="#br0" timeOffset="35952.36">18355 16247 0,'0'-25'63,"50"25"-48,0 25 32,-26-25-31,-24 25 0,25 24-1,0 125 1,-25-124-1,0-1-15,0 1 16,0 24-16,-74 100 47,74-124-47,-25-26 16,0 1 15,25 0 31,50-25-46,322-25 31,-347 25-47,49-25 0,0 25 31</inkml:trace>
  <inkml:trace contextRef="#ctx0" brushRef="#br0" timeOffset="39640.66">9674 4118 0,'25'24'47,"-25"1"-47,24 25 16,1-25-1,-25 148 32,0-123-47,0-25 16,0 272 15,0-272-15,0 25-16,-25 24 15,25 25 32,0-74-31,-24-25 125</inkml:trace>
  <inkml:trace contextRef="#ctx0" brushRef="#br0" timeOffset="40328.37">9178 5432 0,'49'0'31,"-24"0"-15,25 0-16,123 0 31,150 0 16,-249 0-32,-24 0-15,24 0 16,50 0 0,-74 0 46,-25 0-46</inkml:trace>
  <inkml:trace contextRef="#ctx0" brushRef="#br0" timeOffset="41521.18">9451 5904 0,'49'0'62,"-24"0"-46,49 0-16,-24 0 0,148 49 62,-173-24-62,25 149 32,-199 470 30,99-544-62,50-75 0,-49-1 16,24 1-1,25 0 126,0 0-125,25-25-1,0 25 1,198-25 31,-174 0-47,1 0 15,25 0 17,-51 0-32,1 0 0,0 0 47</inkml:trace>
  <inkml:trace contextRef="#ctx0" brushRef="#br0" timeOffset="43752.29">11311 4068 0,'-25'0'47,"0"25"-32,1-25-15,-1 25 16,-25-1-16,0 26 16,-24-50-16,49 50 15,-99 74 17,75-100-32,-26 125 31,-49 273 16,99-273-47,25-75 15,0 1-15,0 272 47,25-248-31,0-25-16,-25 1 0,25 24 15,24 50 1,-24-75-16,223 422 63,-198-396-63,-1-51 15,-24 1-15,75 74 31,-26-25 1,100 25 15,-125-99-16</inkml:trace>
  <inkml:trace contextRef="#ctx0" brushRef="#br0" timeOffset="51008.24">11807 4713 0,'25'0'78,"0"0"-62,-25 49-16,24-49 15,26 199 32,-25-149-47,-25-26 16,0 51-1,0-50-15,0 24 16,74 150 31,-49-175-32,-25 26 1,25 0 0,49 74 46,-49-75-62,0-24 16,0 0-1,49 24 32,-49-24-15,0 0-17,0-25 16,-1 0-31,1 0 47,0 0-31,0 0 0,49 0 30,-24 0-30,-25-25-16,-1 0 16,1 1-16,50-150 47,-26 75-47,-49 49 15,199-371 32,-150 371-47,-49 0 16,0 26-16,25-51 31,-25 50-31,0 0 31,0 1 16,0-1-31,0 0-1,-25-49 32,25 49-47,0 0 31</inkml:trace>
  <inkml:trace contextRef="#ctx0" brushRef="#br0" timeOffset="56456.84">13196 3076 0,'0'25'156,"0"-1"-140,0 1-16,0 25 31,0-1-31,0 26 31,0-50-31,0-1 16,0 26-1,0-25-15,0 0 16,0 123 31,0-123-32,0 0 1,0 25 15,0-1 32,25-73 93,-25-1-156</inkml:trace>
  <inkml:trace contextRef="#ctx0" brushRef="#br0" timeOffset="57384.58">13692 3125 0,'-25'0'47,"25"25"-32,-24 25 1,-1-1-16,25 1 16,-25 0-16,-49 98 47,74-98-47,0-25 15,-25 0-15,0-1 31,25 1-31,-25 25 16,0-25-16,25 0 16,-24 24-1,-76 150 32,76-175-31,24 26-16,-25 0 15,0 49 32,0-50-47,25-24 32,-25 25-17,25-25 32,0-1 31</inkml:trace>
  <inkml:trace contextRef="#ctx0" brushRef="#br0" timeOffset="58592.54">13643 3894 0,'74'25'156,"-49"0"-140,0 0-16,-1 0 16,26 24 15,-25 1-31,-25-1 15,0 1-15,0 24 16,0-24-16,0 0 16,-25 98 15,-49-24-15,49-99 46,74-25 110,1 0-172,0 0 16,-1 0-16,1 0 15,24 0 32,-49 0-31,0 0 15,24 0 16,-24-25 109,-25 1-156,0-1 16</inkml:trace>
  <inkml:trace contextRef="#ctx0" brushRef="#br0" timeOffset="59688.35">14536 3721 0,'0'-25'94,"24"25"-78,1 0-1,0 0-15,0 0 16,49 25 0,249-25 46,-274 0-46,-24 0-16,0 0 187,0 0-187,-1 25 32</inkml:trace>
  <inkml:trace contextRef="#ctx0" brushRef="#br0" timeOffset="60688.61">15503 3671 0,'0'-25'63,"0"-24"-47,25 24-1,0 0-15,49-149 47,-49 125-16,0 24-15,-25 0-16,24 75 125,1-1-109,-25-24-16,0 149 31,0-125-31,0 1 15,0-25-15,0 25 16,0 74 15,0-100-15,0 26 15,0-25-15,0 0 46,0-1 1,-25-24-48</inkml:trace>
  <inkml:trace contextRef="#ctx0" brushRef="#br0" timeOffset="61312.31">15503 4068 0,'50'0'62,"-1"0"-46,1 0-16,-1 0 16,150-25 30,-174 25-46,24 0 16,26 0 31,-51 0-31,1 0 15,0 0-31</inkml:trace>
  <inkml:trace contextRef="#ctx0" brushRef="#br0" timeOffset="62624.56">16222 3200 0,'25'0'94,"-25"25"-94,25 49 15,24 50 1,-49-74-16,149 272 31,-25-49 0,-99-199-15,50 199 31,-51-198-47,1-26 0,-25-24 16,0 25-16,0 49 15,0-50 1,0 224 31,0-149-32,-25-49-15,1 49 32,-51 248 30,50-323-62,1 26 16,-51 49-1,50-74 1,1-26-16,-1 51 16,-50 24 15,50-74-16,-24 49-15,24-49 0,-173 173 63,173-198-63,0 25 0,-25 25 31,1-25 0,-1 49 1,25-24-17,1-1 1,-1-24 15,25 0-15,0-50 124,0 0-77</inkml:trace>
  <inkml:trace contextRef="#ctx0" brushRef="#br0" timeOffset="63880.24">17041 5110 0,'49'0'125,"-24"0"-109,0 0-1,0 0 1,0 0-1,-1 0 1,1 0-16,25-50 63,-25 50-48,24 0 1,-24 0 46,25 0-46,-26 0 15,1 0-31,0 0 31</inkml:trace>
  <inkml:trace contextRef="#ctx0" brushRef="#br0" timeOffset="64711.97">17190 5655 0,'49'0'125,"1"0"-109,-1 0-16,-24 0 15,25 0 17,-25 25-32,-1 0 15,51-25 16,-50 0-31,24 25 16,-49 0 0,25-25-1</inkml:trace>
  <inkml:trace contextRef="#ctx0" brushRef="#br0" timeOffset="67896.48">18331 3770 0,'24'25'62,"1"0"-62,-25 25 16,0 24 15,25-49-31,-25 74 31,0 124 1,50 75 14,-26-273-30,-24-1 31,0 1 78,0 25-109</inkml:trace>
  <inkml:trace contextRef="#ctx0" brushRef="#br0" timeOffset="68616.85">18058 5333 0,'0'-25'32,"49"0"-17,-24 25-15,0 0 16,248 0 31,-199 0-47,-24 0 15,173 0 32,-198 0-31,25 0-16,-26 0 16,274 0 30,-273 0-46,0 0 16,24 0-16,-24 0 16,0 0-16,-50 0 140</inkml:trace>
  <inkml:trace contextRef="#ctx0" brushRef="#br0" timeOffset="69800.11">18504 5631 0,'25'0'47,"50"0"-32,98 0 17,-123 0-32,24 0 15,-24 0 16,24 248 32,-74-174-63,-124 323 62,99-372-46,-74 49 31,74-49-47,1-25 0,-1 50 16,-74 74 15,99-50-16,0 0 48,24-49-63,274 0 47,-248-25-32,-1 0-15,100 0 32,-124 0-17,0 0 1,-1 0 15,26-25 0,-25 25 16,24-25 63,-49-24-32</inkml:trace>
  <inkml:trace contextRef="#ctx0" brushRef="#br0" timeOffset="73471.88">19918 4142 0,'0'25'93,"0"0"-77,-25 25-16,25-26 16,0 1-16,0 99 46,0-99-46,0 25 16,0-26 0,0 26-16,0-25 15,0 74 1,0 75 46,25-149-46,-25-1-16,25 1 16,0 25-1,0-25 17,-25-1-32,24 1 15,1-25 1,0 25 15,25 49 16,-26-49-16,1 0-15,0-25 15,49 0 16,-49 0-31,0 0-16,0 0 15,24 0 1,-24 0 15,0 0-31,0 0 31,0 0-31,-1 0 32,1-25-17,0 25-15,0-25 31,24-24 1,26-100 15,-50 124-32,-25-24 16,25-1-31,-25-25 16,0-73 31,0 73-31,0-98 15,-25 24 16,25 124 62,0 0-78,0 0-15,0 1 31,0-1 265,0 0-280</inkml:trace>
  <inkml:trace contextRef="#ctx0" brushRef="#br0" timeOffset="78511.5">20315 3373 0,'50'-24'125,"-26"-1"-109,1 25-16,50 0 31,-51 0-31,125 0 47,-99 0-31,-25 0-1,24 0-15,75 0 47,-74 0-47</inkml:trace>
  <inkml:trace contextRef="#ctx0" brushRef="#br0" timeOffset="80280">21307 3274 0,'25'0'141,"0"0"-141,24 0 15,1 0-15,273 0 47,-274 0-47,-24 0 281,0 0-265,0 0-16,-1 0 16,125 0 15,-124 0-31,0 0 15</inkml:trace>
  <inkml:trace contextRef="#ctx0" brushRef="#br0" timeOffset="81248.28">21431 2381 0,'0'25'234,"0"25"-234,0-1 16,0 1-16,0 24 15,50 100 32,-50-149-47,0 24 0,0-24 78,25 25-46</inkml:trace>
  <inkml:trace contextRef="#ctx0" brushRef="#br0" timeOffset="82504.67">21704 3646 0,'0'-25'47,"25"1"-32,-25-1 1,50 25-16,-26 0 31,26 0-15,-25 25-1,24 223 48,-73-223-63,-1 24 0,-50 26 62,51-75-62,24 24 157,24-24-142,1 0-15,25 25 16,-25-25-1,-1 0-15,26 0 0,74 25 32,-99-25-32,0 0 47,-1 0 109,1 0-156,-25 25 78</inkml:trace>
  <inkml:trace contextRef="#ctx0" brushRef="#br0" timeOffset="88362.55">17314 8905 0,'49'0'78,"1"0"-78,49 0 16,149-50-1,-173 25-15,-1 1 16,-24 24 31,-26 0-31,26 0 15,-50 24-16,0 1 1,0 0-16,0 0 0,0 24 31</inkml:trace>
  <inkml:trace contextRef="#ctx0" brushRef="#br0" timeOffset="88891.11">17512 9599 0,'50'0'16,"-25"0"-1,-1 0-15,125 0 31,-124 0-15,173-24 47,-173 24-63,74 24 46,-74 1-30,-25 0-16,25 25 31,0-1-31</inkml:trace>
  <inkml:trace contextRef="#ctx0" brushRef="#br0" timeOffset="90439.64">18802 8310 0,'-25'0'31,"25"24"-15,0 26-1,25 24 1,0 75 31,-25-99-47,25-1 16,-1 1-1,-24-25 1,25 24-16,0 1 15,25 124 17,-26-125-32,1 1 15,0 0-15,99 123 47,-99-173-47,-25 25 16,25-25-1,-1 0-15,1 25 16,0-25 0,0 0-1,99 0 17,25-124 14,-100 124-30,-49-50-16,124-173 47,-99 173-31,0 1-16,-25-1 31,0 25-31,0-24 15,-25-150 17,0 150-17,25 24-15,0-25 16,-49 1 0,49-1-16,-50-74 46,50 74-14,0 26-17,0-1-15,0-25 47</inkml:trace>
  <inkml:trace contextRef="#ctx0" brushRef="#br0" timeOffset="91312.36">18876 9723 0,'0'-24'78,"50"24"-62,24 0-16,125 0 31,644 0 16,-520 0-32,-150 0-15,-74 0 16,-24 0-16,24 0 31</inkml:trace>
  <inkml:trace contextRef="#ctx0" brushRef="#br0" timeOffset="92336.3">19769 10220 0,'25'0'31,"0"0"-16,173 24 17,-123-24-32,123 0 31,-99 50 16,-74 49-32,-25 0-15,25-24 16,-25-1-16,-50 373 47,50-373-47,-24-24 0,-1-1 16,25-24 30,74-25 33,25 0-64,1 0 1,24-25-16,99-24 31,-198 49 16,24-25-16,-49 0 79</inkml:trace>
  <inkml:trace contextRef="#ctx0" brushRef="#br0" timeOffset="94113.42">19621 7838 0,'0'-25'140,"74"25"-124,-49 0-1,24 0-15,26-24 32,-50 24-17,-1 0 1,1 0 15</inkml:trace>
  <inkml:trace contextRef="#ctx0" brushRef="#br0" timeOffset="95551.8">20191 7714 0,'25'0'78,"0"0"-62,24 0-16,1 0 16,123-25 31,-98 25-47,-26 0 0,-24 0 31,0 0-31,0 0 0,0 0 15,24 0 1,-24 0 0,-25-24 171,0-1-171,-25 0-16</inkml:trace>
  <inkml:trace contextRef="#ctx0" brushRef="#br0" timeOffset="96455.51">20290 6970 0,'0'50'94,"0"-1"-79,25 1-15,-25 0 16,0 49 15,25-74-15,-25-1-1,0 1 1,0 0 15</inkml:trace>
  <inkml:trace contextRef="#ctx0" brushRef="#br0" timeOffset="97920.5">20563 8012 0,'25'0'110,"0"0"-95,-1 0 48,-24 25-32,0 24-15,0-24-16,0 0 15,0 0-15,0 0 31,0-1 48,0 1-64,0 0 95,25-25-95,0 0 1,25 0-1,-1 0-15,-24 0 16,0 0 15,0 0-15,0 0 0,-1 0 124,1 0 48</inkml:trace>
  <inkml:trace contextRef="#ctx0" brushRef="#br0" timeOffset="101728.21">18604 7863 0,'0'25'63,"0"74"-63,0 50 15,-25-75-15,-99 497 47,99-422-47,25-50 16,74 794 46,-49-744-62,25 24 16,-25-49-16,123 596 47,-123-571-47,0-50 0,-25 25 15,25-50 1,24 50 15,-49 0 16,0-49 0,0-51-47,0 1 16,0 0 30,0 25-14,0-26-32,0 26 15,25 49 32,0-99-31,0 0-16,49 0 15,720 0 17,-571 0-17,50 0-15,99-49 0,422-100 32,-496 50-17,-125 49 16,-123 25-31,322 25 32,-248 0-17,-75 0-15,-24 0 16,0 0-16,0-25 109,-25 1-93,0-26-16,0-74 16,-75-198-1,51 148-15,-249-1190 63,248 1190-63,-49-372 31,-1-297 0,-247-596 32,297 1266-63,0 73 15,25-24-15,-50 0 16,-98-273 31,123 397-47,0-49 15,-25-1 32,26 50-47,24 25 94,-25 0-94,0 24 16,25 1-1,-74 0 17,49-25-17,-25-25-15,1 24 16,-100 1-1,50 0-15,-298 25 32,273-1-32,-50-24 15,-446 223 32,521-223-47,-1 0 16,26-1-16,-645 125 47,619-124-32,26-25-15,-149 50 63,198-50-48,0 0 1,0 0 140,25 24-140,0 26-16,0 24 16,25 1-16,124 297 31,-99-248-16,-1-25-15,-24 0 16,25 1 0,-50-76-16,24 1 15,-24 25 1,25-50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78953-1476-40C6-8D65-7E3294AE4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004F71-3946-4409-BE48-6A3EE7422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533238-C178-47CB-ADD2-9CD63EC77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E581F3-BEF2-4625-A0B3-AC4A80E5E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294186-4A84-489E-9A99-D27D0997E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049725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07971F-7084-4947-98ED-68D90B2EC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5E7CD7-7DD2-4381-92E7-77EAD9690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37DCAD-38B9-4B74-9D4C-C5B78B5AA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7FAC55-F262-430B-8DBB-75740EF9F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447C5-102D-4131-8D94-25FBA893C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048775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541D98-BE07-4E6A-BF1F-091BEF1BB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425468-703B-47E2-B617-CCB4D9DE7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8884A6-3C17-413A-89B0-FDA0629D6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5B6857-B9E3-48CA-96FD-DFF672BC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31A6B0-8042-4D49-B853-0A00CE3E9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88990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A82F5-47EA-446F-949B-F0094A7F7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2E1DC6-509E-4A82-B67F-C5BC228B67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53D3DB-D401-4651-B6CD-058D75B89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DF6BB9-1F41-4985-B055-0891E1819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C44E5D-D72D-4022-ABDC-64CA8ECE6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862E5E-C0C3-49C0-A91D-34503630A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208836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E958C5-7A08-42BE-AEE9-17F4E4A6D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E5A4E6-669C-4B4E-AADE-9705FE7C2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6CFE99-2196-40AE-9486-752D34336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41A6751-D3ED-4187-B425-5E0E19E78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85A0763-5DCF-4FCF-A9FC-2A56B20CE6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682CB-0B74-4BAE-B8E2-BD92208B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430118-4CD7-4E39-B588-535A76DD6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106D5C1-7B4A-4CD9-970C-206CDDA5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807629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77ECE0-15C8-47E9-ADA9-C6943B1FE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BF4F6E7-A68D-45CF-9A31-D48A77801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45343E9-C535-4CF3-BA83-8147D92A8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ABA56B-2F36-421F-A34D-44DD86FD1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978770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8E6F90B-D663-4512-A1C9-F7C8D1211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1B10D6A-C355-4254-A5B0-9FF56BB20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17A541-A1E8-4E6E-AFF8-17A3CB7EA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33838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C80552-AD2D-4FB8-A935-67D76AA82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ECB080-CC6C-4516-9819-DBA8129BC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82BC291-9F54-44B1-B9C3-28FFD547D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B23F5F-A7B0-4AFE-A1A4-1B40735BA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F77DDA-63DC-45AF-BA02-3CDA5003A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D3106F-014C-4031-8803-FAD529799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834953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D612B-4E4E-4620-8CE5-77EA79CE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76BB6FB-3EB6-4547-A82E-A6548EC5F9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EE8CF1-1557-45A8-8DBA-3D98F5263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291EDD-8806-47B3-A660-1482521F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FF8F2C-FBC1-424B-A5AE-04D449ABD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9AA99E-54AA-477F-A7F4-67832AFB1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66998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56DE2-7DAE-42D7-9BF4-2195513DF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159FB8-1CCA-4BC2-90E9-A5BDC5688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487B7C-A10C-4F05-9446-76AAEE4D3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33A1A1-231D-4D24-987A-1EFDBF7FE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5A401C-1622-4EE0-B228-A54DB89DE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70162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0076B75-54FA-4D62-985C-5D4E6F880A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52AA0D6-F5DB-43B9-B4E8-36FF435BA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A1A0D9-3E1E-4168-8816-3B29B692C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DF600C-A3B7-4604-B671-8217336F5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9ED2C8-3565-40BC-9CD0-115925CE4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107010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03985CD-3725-40B0-8758-515A1773F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B4FC26-E6EA-4051-8AD4-4225536A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82FF4A-9655-4AA7-BC2B-442334C193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D01104-0BE5-44CE-8931-E616FADAB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2ECA0C-D93F-4A17-9790-084E79BCA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79581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customXml" Target="../ink/ink5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image" Target="../media/image10.png"/><Relationship Id="rId4" Type="http://schemas.openxmlformats.org/officeDocument/2006/relationships/customXml" Target="../ink/ink7.xml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10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customXml" Target="../ink/ink1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customXml" Target="../ink/ink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C5A6678-2CD4-499C-BFA2-F4A9641227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16" b="66776"/>
          <a:stretch/>
        </p:blipFill>
        <p:spPr>
          <a:xfrm>
            <a:off x="330559" y="1125414"/>
            <a:ext cx="9134956" cy="1266093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50E44E3-FB80-470E-86F5-E53251DB8D5F}"/>
              </a:ext>
            </a:extLst>
          </p:cNvPr>
          <p:cNvSpPr/>
          <p:nvPr/>
        </p:nvSpPr>
        <p:spPr>
          <a:xfrm>
            <a:off x="448367" y="2413345"/>
            <a:ext cx="499515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NI" sz="2800" dirty="0">
                <a:effectLst/>
                <a:latin typeface="Arial" panose="020B0604020202020204" pitchFamily="34" charset="0"/>
              </a:rPr>
              <a:t>f(x) = 5			</a:t>
            </a:r>
            <a:r>
              <a:rPr lang="es-NI" sz="2800" dirty="0"/>
              <a:t>f’(x) = 0</a:t>
            </a:r>
          </a:p>
          <a:p>
            <a:r>
              <a:rPr lang="es-NI" sz="2800" dirty="0"/>
              <a:t>f(x) = -3			f’(x) = 0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C25CDDB-EDC2-4FBC-8B0C-A1EC5369D0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" t="79222" r="-153" b="233"/>
          <a:stretch/>
        </p:blipFill>
        <p:spPr>
          <a:xfrm>
            <a:off x="330559" y="4193051"/>
            <a:ext cx="9205294" cy="1237956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A669CAA0-C625-40E6-A6E9-B23E971C014D}"/>
              </a:ext>
            </a:extLst>
          </p:cNvPr>
          <p:cNvSpPr/>
          <p:nvPr/>
        </p:nvSpPr>
        <p:spPr>
          <a:xfrm>
            <a:off x="737760" y="5457008"/>
            <a:ext cx="613693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NI" sz="2400" dirty="0">
                <a:latin typeface="Arial" panose="020B0604020202020204" pitchFamily="34" charset="0"/>
              </a:rPr>
              <a:t>f(x) = X			</a:t>
            </a:r>
            <a:r>
              <a:rPr lang="es-NI" sz="2400" dirty="0"/>
              <a:t> f’(x) =1</a:t>
            </a:r>
          </a:p>
          <a:p>
            <a:r>
              <a:rPr lang="es-NI" sz="2400" dirty="0">
                <a:latin typeface="Arial" panose="020B0604020202020204" pitchFamily="34" charset="0"/>
              </a:rPr>
              <a:t>f(x) = 3X			</a:t>
            </a:r>
            <a:r>
              <a:rPr lang="es-NI" sz="2400" dirty="0"/>
              <a:t> f’(x) =3 (1) = 3</a:t>
            </a:r>
          </a:p>
          <a:p>
            <a:r>
              <a:rPr lang="es-NI" sz="2400" dirty="0">
                <a:latin typeface="Arial" panose="020B0604020202020204" pitchFamily="34" charset="0"/>
              </a:rPr>
              <a:t>f(x) = 4X+2			</a:t>
            </a:r>
            <a:r>
              <a:rPr lang="es-NI" sz="2400" dirty="0"/>
              <a:t> f’(x) =4 (1) + 0 = 4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841FDF0-AD12-4734-94D6-A2C02AD7D585}"/>
              </a:ext>
            </a:extLst>
          </p:cNvPr>
          <p:cNvSpPr/>
          <p:nvPr/>
        </p:nvSpPr>
        <p:spPr>
          <a:xfrm>
            <a:off x="4430220" y="81940"/>
            <a:ext cx="34045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derivada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D535CAA9-DF7B-4797-987D-498843F721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NI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E38ED37E-939F-4859-91A7-69BCF1E14E76}"/>
                  </a:ext>
                </a:extLst>
              </p14:cNvPr>
              <p14:cNvContentPartPr/>
              <p14:nvPr/>
            </p14:nvContentPartPr>
            <p14:xfrm>
              <a:off x="526680" y="1767960"/>
              <a:ext cx="3501000" cy="93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E38ED37E-939F-4859-91A7-69BCF1E14E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0840" y="1704600"/>
                <a:ext cx="353232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65C2C010-2209-4CB8-8C0A-4C5F890A6898}"/>
                  </a:ext>
                </a:extLst>
              </p14:cNvPr>
              <p14:cNvContentPartPr/>
              <p14:nvPr/>
            </p14:nvContentPartPr>
            <p14:xfrm>
              <a:off x="562680" y="4795200"/>
              <a:ext cx="4617000" cy="6300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65C2C010-2209-4CB8-8C0A-4C5F890A689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6840" y="4731840"/>
                <a:ext cx="464832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B15C814D-38D4-4EF4-B8C3-B51B2EEF1411}"/>
                  </a:ext>
                </a:extLst>
              </p14:cNvPr>
              <p14:cNvContentPartPr/>
              <p14:nvPr/>
            </p14:nvContentPartPr>
            <p14:xfrm>
              <a:off x="624960" y="2223360"/>
              <a:ext cx="8983800" cy="448308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B15C814D-38D4-4EF4-B8C3-B51B2EEF141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5600" y="2214000"/>
                <a:ext cx="9002520" cy="450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8886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23A3A1C-CD93-4A83-8084-3C432DEBE4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" t="58482" r="-153" b="20973"/>
          <a:stretch/>
        </p:blipFill>
        <p:spPr>
          <a:xfrm>
            <a:off x="402407" y="3429000"/>
            <a:ext cx="9205294" cy="123795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8183543-286F-4E17-9EFE-26C7548C60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29" b="45963"/>
          <a:stretch/>
        </p:blipFill>
        <p:spPr>
          <a:xfrm>
            <a:off x="501413" y="330590"/>
            <a:ext cx="9205294" cy="126609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EC15457-2A27-47CC-BC8E-B00F7273E875}"/>
              </a:ext>
            </a:extLst>
          </p:cNvPr>
          <p:cNvSpPr/>
          <p:nvPr/>
        </p:nvSpPr>
        <p:spPr>
          <a:xfrm>
            <a:off x="841959" y="1783590"/>
            <a:ext cx="83261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NI" sz="2800" dirty="0">
                <a:effectLst/>
                <a:latin typeface="Arial" panose="020B0604020202020204" pitchFamily="34" charset="0"/>
              </a:rPr>
              <a:t>f(x) = </a:t>
            </a:r>
            <a:r>
              <a:rPr lang="es-NI" sz="2800" dirty="0"/>
              <a:t>x+ 3x + 2x</a:t>
            </a:r>
            <a:r>
              <a:rPr lang="es-NI" sz="2800" dirty="0">
                <a:effectLst/>
                <a:latin typeface="Arial" panose="020B0604020202020204" pitchFamily="34" charset="0"/>
              </a:rPr>
              <a:t>			</a:t>
            </a:r>
            <a:r>
              <a:rPr lang="es-NI" sz="2800" dirty="0"/>
              <a:t>f’(x) = 1+ 3(1) + 2(1) = 5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26F0F16-1393-4BDA-BCB0-1EDC27E8522A}"/>
              </a:ext>
            </a:extLst>
          </p:cNvPr>
          <p:cNvSpPr/>
          <p:nvPr/>
        </p:nvSpPr>
        <p:spPr>
          <a:xfrm>
            <a:off x="1059673" y="4717918"/>
            <a:ext cx="82155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NI" sz="2800" dirty="0">
                <a:effectLst/>
                <a:latin typeface="Arial" panose="020B0604020202020204" pitchFamily="34" charset="0"/>
              </a:rPr>
              <a:t>f(x) = 7</a:t>
            </a:r>
            <a:r>
              <a:rPr lang="es-NI" sz="2800" dirty="0"/>
              <a:t>x - x - 2x</a:t>
            </a:r>
            <a:r>
              <a:rPr lang="es-NI" sz="2800" dirty="0">
                <a:effectLst/>
                <a:latin typeface="Arial" panose="020B0604020202020204" pitchFamily="34" charset="0"/>
              </a:rPr>
              <a:t>			</a:t>
            </a:r>
            <a:r>
              <a:rPr lang="es-NI" sz="2800" dirty="0"/>
              <a:t>f’(x) = 7(1) - 1 - 2(1) = 4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0002AE07-B609-44FE-9068-C12247787163}"/>
                  </a:ext>
                </a:extLst>
              </p14:cNvPr>
              <p14:cNvContentPartPr/>
              <p14:nvPr/>
            </p14:nvContentPartPr>
            <p14:xfrm>
              <a:off x="794880" y="982440"/>
              <a:ext cx="2634480" cy="4500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0002AE07-B609-44FE-9068-C122477871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9040" y="919080"/>
                <a:ext cx="266580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6040623B-F73D-497D-A3D6-6B669004C665}"/>
                  </a:ext>
                </a:extLst>
              </p14:cNvPr>
              <p14:cNvContentPartPr/>
              <p14:nvPr/>
            </p14:nvContentPartPr>
            <p14:xfrm>
              <a:off x="750240" y="3955680"/>
              <a:ext cx="3313080" cy="1836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6040623B-F73D-497D-A3D6-6B669004C66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4400" y="3892320"/>
                <a:ext cx="334440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4CEB2076-727A-4117-A5FE-83653CC2C8ED}"/>
                  </a:ext>
                </a:extLst>
              </p14:cNvPr>
              <p14:cNvContentPartPr/>
              <p14:nvPr/>
            </p14:nvContentPartPr>
            <p14:xfrm>
              <a:off x="1794960" y="1419840"/>
              <a:ext cx="7376040" cy="453672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4CEB2076-727A-4117-A5FE-83653CC2C8E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85600" y="1410480"/>
                <a:ext cx="7394760" cy="455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7646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296F45F-804B-42F4-9F85-8B4BC9E74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69" y="264061"/>
            <a:ext cx="4353574" cy="187445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DEB6CB1-1054-4271-9990-9C38B5913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32" y="3457213"/>
            <a:ext cx="5373589" cy="168997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2F44C7F-17B4-47B2-934C-B4F520DD0B8E}"/>
              </a:ext>
            </a:extLst>
          </p:cNvPr>
          <p:cNvSpPr/>
          <p:nvPr/>
        </p:nvSpPr>
        <p:spPr>
          <a:xfrm>
            <a:off x="4104686" y="1710813"/>
            <a:ext cx="7439729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NI" sz="2800" dirty="0"/>
              <a:t>f(x) = x</a:t>
            </a:r>
            <a:r>
              <a:rPr lang="es-NI" sz="2800" baseline="30000" dirty="0"/>
              <a:t>5		</a:t>
            </a:r>
            <a:r>
              <a:rPr lang="es-NI" sz="2800" dirty="0"/>
              <a:t> f’(x) =5x</a:t>
            </a:r>
            <a:r>
              <a:rPr lang="es-NI" sz="2800" baseline="30000" dirty="0"/>
              <a:t>5-1</a:t>
            </a:r>
            <a:r>
              <a:rPr lang="es-NI" sz="2800" dirty="0"/>
              <a:t>=5x</a:t>
            </a:r>
            <a:r>
              <a:rPr lang="es-NI" sz="2800" baseline="30000" dirty="0"/>
              <a:t>4</a:t>
            </a:r>
          </a:p>
          <a:p>
            <a:r>
              <a:rPr lang="es-NI" sz="2800" dirty="0"/>
              <a:t>f(x) = 1/x</a:t>
            </a:r>
            <a:r>
              <a:rPr lang="es-NI" sz="2800" baseline="30000" dirty="0"/>
              <a:t>5</a:t>
            </a:r>
            <a:r>
              <a:rPr lang="es-NI" sz="2800" dirty="0"/>
              <a:t>=x</a:t>
            </a:r>
            <a:r>
              <a:rPr lang="es-NI" sz="2800" baseline="30000" dirty="0"/>
              <a:t>-5		</a:t>
            </a:r>
            <a:r>
              <a:rPr lang="es-NI" sz="2800" dirty="0"/>
              <a:t> f’(x) =-5x</a:t>
            </a:r>
            <a:r>
              <a:rPr lang="es-NI" sz="2800" baseline="30000" dirty="0"/>
              <a:t>-5-1</a:t>
            </a:r>
            <a:r>
              <a:rPr lang="es-NI" sz="2800" dirty="0"/>
              <a:t>=-5x</a:t>
            </a:r>
            <a:r>
              <a:rPr lang="es-NI" sz="2800" baseline="30000" dirty="0"/>
              <a:t>-6</a:t>
            </a:r>
            <a:r>
              <a:rPr lang="es-NI" sz="2800" dirty="0"/>
              <a:t>=-5/x</a:t>
            </a:r>
            <a:r>
              <a:rPr lang="es-NI" sz="2800" baseline="30000" dirty="0"/>
              <a:t>-6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747527B-353C-4DEA-911D-239D90DE28B8}"/>
              </a:ext>
            </a:extLst>
          </p:cNvPr>
          <p:cNvSpPr/>
          <p:nvPr/>
        </p:nvSpPr>
        <p:spPr>
          <a:xfrm>
            <a:off x="644769" y="5379167"/>
            <a:ext cx="87882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NI" sz="2800" dirty="0"/>
              <a:t>f(x) = (x</a:t>
            </a:r>
            <a:r>
              <a:rPr lang="es-NI" sz="2800" baseline="30000" dirty="0"/>
              <a:t>4</a:t>
            </a:r>
            <a:r>
              <a:rPr lang="es-NI" sz="2800" dirty="0"/>
              <a:t>) (3x</a:t>
            </a:r>
            <a:r>
              <a:rPr lang="es-NI" sz="2800" baseline="30000" dirty="0"/>
              <a:t>2</a:t>
            </a:r>
            <a:r>
              <a:rPr lang="es-NI" sz="2800" dirty="0"/>
              <a:t>)</a:t>
            </a:r>
            <a:r>
              <a:rPr lang="es-NI" sz="2800" baseline="30000" dirty="0"/>
              <a:t>		</a:t>
            </a:r>
            <a:r>
              <a:rPr lang="es-NI" sz="2800" dirty="0"/>
              <a:t> f’(x) =(4x</a:t>
            </a:r>
            <a:r>
              <a:rPr lang="es-NI" sz="2800" baseline="30000" dirty="0"/>
              <a:t>3</a:t>
            </a:r>
            <a:r>
              <a:rPr lang="es-NI" sz="2800" dirty="0"/>
              <a:t>)(3x</a:t>
            </a:r>
            <a:r>
              <a:rPr lang="es-NI" sz="2800" baseline="30000" dirty="0"/>
              <a:t>2</a:t>
            </a:r>
            <a:r>
              <a:rPr lang="es-NI" sz="2800" dirty="0"/>
              <a:t>)+ (x</a:t>
            </a:r>
            <a:r>
              <a:rPr lang="es-NI" sz="2800" baseline="30000" dirty="0"/>
              <a:t>4</a:t>
            </a:r>
            <a:r>
              <a:rPr lang="es-NI" sz="2800" dirty="0"/>
              <a:t>) (6x)</a:t>
            </a:r>
            <a:endParaRPr lang="es-NI" sz="2800" baseline="30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96925203-56A0-4DC3-ABA6-634B921E12C0}"/>
                  </a:ext>
                </a:extLst>
              </p14:cNvPr>
              <p14:cNvContentPartPr/>
              <p14:nvPr/>
            </p14:nvContentPartPr>
            <p14:xfrm>
              <a:off x="910800" y="589320"/>
              <a:ext cx="3670560" cy="3600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96925203-56A0-4DC3-ABA6-634B921E12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4960" y="525960"/>
                <a:ext cx="370188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C703D12B-EA9D-4FF8-8914-3CB78AE2CF47}"/>
                  </a:ext>
                </a:extLst>
              </p14:cNvPr>
              <p14:cNvContentPartPr/>
              <p14:nvPr/>
            </p14:nvContentPartPr>
            <p14:xfrm>
              <a:off x="598320" y="3714840"/>
              <a:ext cx="3304440" cy="8064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C703D12B-EA9D-4FF8-8914-3CB78AE2CF4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2480" y="3651480"/>
                <a:ext cx="333576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4DB83496-7885-4A31-B4AC-D6A15D79635A}"/>
                  </a:ext>
                </a:extLst>
              </p14:cNvPr>
              <p14:cNvContentPartPr/>
              <p14:nvPr/>
            </p14:nvContentPartPr>
            <p14:xfrm>
              <a:off x="80280" y="196560"/>
              <a:ext cx="11671560" cy="662616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4DB83496-7885-4A31-B4AC-D6A15D79635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920" y="187200"/>
                <a:ext cx="11690280" cy="664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1929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98E3A76E-0514-4706-8533-C3813E94D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37" y="406489"/>
            <a:ext cx="6404960" cy="198286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99118F1-C759-425D-9BBE-2A7190C66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86" y="2491267"/>
            <a:ext cx="3829476" cy="149588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2E391EB-0C0B-4190-BCA8-C62C764A7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37" y="4757151"/>
            <a:ext cx="10562542" cy="115695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AA1DE971-497D-4130-8A18-715721CD55AD}"/>
                  </a:ext>
                </a:extLst>
              </p14:cNvPr>
              <p14:cNvContentPartPr/>
              <p14:nvPr/>
            </p14:nvContentPartPr>
            <p14:xfrm>
              <a:off x="1375200" y="35640"/>
              <a:ext cx="9822960" cy="642096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AA1DE971-497D-4130-8A18-715721CD55A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65840" y="26280"/>
                <a:ext cx="9841680" cy="643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9174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46EEDC0-2D71-4152-9588-AA22FC7B5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29" y="171625"/>
            <a:ext cx="4667851" cy="172265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65BFB35-5490-4280-ABE6-CB7DEF7A8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36" y="1894283"/>
            <a:ext cx="3312527" cy="74567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D8D948E-14AD-458E-91CB-DF9E33B31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226" y="2910424"/>
            <a:ext cx="9852456" cy="74567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72F8E2E-0941-47ED-8394-30B1A9D478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836" y="4203079"/>
            <a:ext cx="3072185" cy="74567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75685BB-180C-4946-8091-1A15F7C62D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1226" y="5314258"/>
            <a:ext cx="7036864" cy="110660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1C616334-CEEF-4008-A770-0E947ED23CEA}"/>
                  </a:ext>
                </a:extLst>
              </p14:cNvPr>
              <p14:cNvContentPartPr/>
              <p14:nvPr/>
            </p14:nvContentPartPr>
            <p14:xfrm>
              <a:off x="392760" y="321480"/>
              <a:ext cx="11626920" cy="652788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1C616334-CEEF-4008-A770-0E947ED23CE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3400" y="312120"/>
                <a:ext cx="11645640" cy="654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5986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46583B3-1AE6-4A5E-A80E-D0B98823D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81" y="854204"/>
            <a:ext cx="5632762" cy="598950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D6DFCD7-A907-47AC-970A-DBDC1C266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710" y="605759"/>
            <a:ext cx="5442309" cy="4822103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C207371B-E3BC-41EF-A08A-BDA85E4E807B}"/>
              </a:ext>
            </a:extLst>
          </p:cNvPr>
          <p:cNvSpPr/>
          <p:nvPr/>
        </p:nvSpPr>
        <p:spPr>
          <a:xfrm>
            <a:off x="4693468" y="14293"/>
            <a:ext cx="28050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Ejercicios</a:t>
            </a:r>
          </a:p>
        </p:txBody>
      </p:sp>
    </p:spTree>
    <p:extLst>
      <p:ext uri="{BB962C8B-B14F-4D97-AF65-F5344CB8AC3E}">
        <p14:creationId xmlns:p14="http://schemas.microsoft.com/office/powerpoint/2010/main" val="2119799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46583B3-1AE6-4A5E-A80E-D0B98823DF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433"/>
          <a:stretch/>
        </p:blipFill>
        <p:spPr>
          <a:xfrm>
            <a:off x="151426" y="249056"/>
            <a:ext cx="5981087" cy="50603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6027B508-D6BD-4793-9FEC-83911F8EB135}"/>
                  </a:ext>
                </a:extLst>
              </p14:cNvPr>
              <p14:cNvContentPartPr/>
              <p14:nvPr/>
            </p14:nvContentPartPr>
            <p14:xfrm>
              <a:off x="2553840" y="312480"/>
              <a:ext cx="6813720" cy="579564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6027B508-D6BD-4793-9FEC-83911F8EB1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44480" y="303120"/>
                <a:ext cx="6832440" cy="581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5968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46583B3-1AE6-4A5E-A80E-D0B98823DF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5116"/>
          <a:stretch/>
        </p:blipFill>
        <p:spPr>
          <a:xfrm>
            <a:off x="0" y="162232"/>
            <a:ext cx="5981087" cy="94663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57DC1CD-807D-4BD4-AB80-69BE728D3A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65" r="37226" b="75803"/>
          <a:stretch/>
        </p:blipFill>
        <p:spPr>
          <a:xfrm>
            <a:off x="7482733" y="162232"/>
            <a:ext cx="3416325" cy="94663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99540D3-CCA5-413F-92F4-3A6D2EA89A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092" r="50498" b="45887"/>
          <a:stretch/>
        </p:blipFill>
        <p:spPr>
          <a:xfrm>
            <a:off x="0" y="5220930"/>
            <a:ext cx="2694038" cy="106188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AA64CEAA-2D85-4046-8C17-E3D04A1A698E}"/>
                  </a:ext>
                </a:extLst>
              </p14:cNvPr>
              <p14:cNvContentPartPr/>
              <p14:nvPr/>
            </p14:nvContentPartPr>
            <p14:xfrm>
              <a:off x="53640" y="71280"/>
              <a:ext cx="12135600" cy="677808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AA64CEAA-2D85-4046-8C17-E3D04A1A69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280" y="61920"/>
                <a:ext cx="12154320" cy="679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12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3E5D360-EE2B-46F5-B0F7-35E2FC54A3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567" r="37271" b="18055"/>
          <a:stretch/>
        </p:blipFill>
        <p:spPr>
          <a:xfrm>
            <a:off x="4753897" y="0"/>
            <a:ext cx="3413893" cy="12237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2B587D52-825C-4293-94BC-7B9C3112CEDD}"/>
                  </a:ext>
                </a:extLst>
              </p14:cNvPr>
              <p14:cNvContentPartPr/>
              <p14:nvPr/>
            </p14:nvContentPartPr>
            <p14:xfrm>
              <a:off x="44640" y="9000"/>
              <a:ext cx="12055320" cy="684036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2B587D52-825C-4293-94BC-7B9C3112CE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280" y="-360"/>
                <a:ext cx="12074040" cy="685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385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D6DFCD7-A907-47AC-970A-DBDC1C2665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4086"/>
          <a:stretch/>
        </p:blipFill>
        <p:spPr>
          <a:xfrm>
            <a:off x="3043084" y="117987"/>
            <a:ext cx="5442309" cy="76737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E26B8035-BC94-4C85-878F-5FEBD572AEDB}"/>
                  </a:ext>
                </a:extLst>
              </p14:cNvPr>
              <p14:cNvContentPartPr/>
              <p14:nvPr/>
            </p14:nvContentPartPr>
            <p14:xfrm>
              <a:off x="160560" y="214200"/>
              <a:ext cx="9751680" cy="547452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E26B8035-BC94-4C85-878F-5FEBD572AE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200" y="204840"/>
                <a:ext cx="9770400" cy="549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82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6EDF509D-65AB-48DB-9BC6-DBDC626A4F07}"/>
                  </a:ext>
                </a:extLst>
              </p14:cNvPr>
              <p14:cNvContentPartPr/>
              <p14:nvPr/>
            </p14:nvContentPartPr>
            <p14:xfrm>
              <a:off x="1375200" y="857160"/>
              <a:ext cx="6769080" cy="535824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6EDF509D-65AB-48DB-9BC6-DBDC626A4F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65840" y="847800"/>
                <a:ext cx="6787800" cy="537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95327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219</Words>
  <Application>Microsoft Office PowerPoint</Application>
  <PresentationFormat>Panorámica</PresentationFormat>
  <Paragraphs>12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AntonioAguirre</dc:creator>
  <cp:lastModifiedBy>Guillermo Aguirre</cp:lastModifiedBy>
  <cp:revision>9</cp:revision>
  <dcterms:created xsi:type="dcterms:W3CDTF">2020-05-16T15:35:45Z</dcterms:created>
  <dcterms:modified xsi:type="dcterms:W3CDTF">2021-09-21T22:33:21Z</dcterms:modified>
</cp:coreProperties>
</file>