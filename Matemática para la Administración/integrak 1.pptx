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  <p:sldId id="266" r:id="rId12"/>
    <p:sldId id="267" r:id="rId13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85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39DEF5-5E84-46E3-9293-F7C729954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D8C9F5-1B25-454A-8186-4EEC35B95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B9F425-A641-489D-81B9-7461D7801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0FDF-3BCC-43CA-B89E-8140BB25C584}" type="datetimeFigureOut">
              <a:rPr lang="es-NI" smtClean="0"/>
              <a:t>3/7/2021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6B451D-35A6-409C-BC9F-AD0CD5A54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DEA085-D45D-4169-A9C3-70EEF97B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F318-EF4B-4328-848D-899D0B0FCF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669037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1711DF-41D9-47D0-A6F8-A0869BA27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4C8F53-AD0D-4C06-8532-39C91A8D2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B24250-31D7-43DC-AD05-1AEEC14E9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0FDF-3BCC-43CA-B89E-8140BB25C584}" type="datetimeFigureOut">
              <a:rPr lang="es-NI" smtClean="0"/>
              <a:t>3/7/2021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95EF7A-B8E4-4900-8008-AA4C3ED99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78C996-AAD2-48CE-8A25-3B183292F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F318-EF4B-4328-848D-899D0B0FCF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266996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0259F4-1C75-4ABA-B9E7-79EBD6C86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1825E6-137C-4E89-A044-C6E93F063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94DCBE-AE13-4110-ACB4-413554997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0FDF-3BCC-43CA-B89E-8140BB25C584}" type="datetimeFigureOut">
              <a:rPr lang="es-NI" smtClean="0"/>
              <a:t>3/7/2021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70F34C-BEAD-46C7-90C3-0571F052B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405BAB-0C36-4BB6-A841-46388F260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F318-EF4B-4328-848D-899D0B0FCF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48184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63607-3E17-4D3C-B9A3-B3873008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EA792B-6066-4899-B85E-29EE394D6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E7216F-D688-4420-B263-0AEA69D00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5C89FD-B096-48DD-BA73-2D8BE4950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0FDF-3BCC-43CA-B89E-8140BB25C584}" type="datetimeFigureOut">
              <a:rPr lang="es-NI" smtClean="0"/>
              <a:t>3/7/2021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8AEB4F-F497-4B47-BD00-69B1AB046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7A50EE-6EC3-49D5-8F15-E7B7323E9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F318-EF4B-4328-848D-899D0B0FCF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987411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9C65AC-CF99-415F-A108-CBB5EE308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2CDE25-F783-4935-B02E-57AB094FF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06F73EA-310F-4124-9722-0D8BA104D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24AF784-5354-4F54-A236-E6C4D411E6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6764EF1-2C3E-45D1-A548-F41FE17016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D7A3AFF-F147-4DE2-84BB-B876AB5C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0FDF-3BCC-43CA-B89E-8140BB25C584}" type="datetimeFigureOut">
              <a:rPr lang="es-NI" smtClean="0"/>
              <a:t>3/7/2021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BABD42E-9B1A-4881-8005-2E50638C6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F895271-1667-4C8D-87CC-D2B87775D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F318-EF4B-4328-848D-899D0B0FCF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618979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1FB443-A7A0-4AB7-B0AD-047F7337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7C44E20-1039-42B3-80D5-F6A6212F7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0FDF-3BCC-43CA-B89E-8140BB25C584}" type="datetimeFigureOut">
              <a:rPr lang="es-NI" smtClean="0"/>
              <a:t>3/7/2021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98FF31-12F4-4181-BFE5-A3A5A5BD8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665C14-DCB7-4FA0-908E-236163E14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F318-EF4B-4328-848D-899D0B0FCF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63729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B423D1E-9639-4642-9699-EC487B2C1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0FDF-3BCC-43CA-B89E-8140BB25C584}" type="datetimeFigureOut">
              <a:rPr lang="es-NI" smtClean="0"/>
              <a:t>3/7/2021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ACAFD85-A5F2-4CF6-B1AF-7F81A9894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65FA65-24AE-4705-A29E-895CFF93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F318-EF4B-4328-848D-899D0B0FCF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883873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D1D987-ECED-4449-9462-EE06E4CBF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B2D414-5F51-4B0F-81F6-B84030B61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6B358DB-F444-4C04-A2E0-C864A0A57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82032D-EBA3-4F77-B820-EDFAF1700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0FDF-3BCC-43CA-B89E-8140BB25C584}" type="datetimeFigureOut">
              <a:rPr lang="es-NI" smtClean="0"/>
              <a:t>3/7/2021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C1AF4E0-2FE7-4C28-824F-7BF010CBA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81DA01-1355-4B27-91F9-BF458BAE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F318-EF4B-4328-848D-899D0B0FCF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54747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DDAF3B-5389-43BF-96CD-0C43B485E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E99F1E4-95E4-4B13-BA49-41C326B848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FBCF69-C8DE-401D-AF5A-0E7E6BA49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B6593F-1F34-48FC-A4B3-7A682D497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0FDF-3BCC-43CA-B89E-8140BB25C584}" type="datetimeFigureOut">
              <a:rPr lang="es-NI" smtClean="0"/>
              <a:t>3/7/2021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77ED99-32B4-4CDC-9F03-8893723EB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68A115-0499-412B-A98B-6A8EBD5A8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F318-EF4B-4328-848D-899D0B0FCF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894148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48B96-8AC8-48AE-BBA5-018E96A02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82A32E1-7CAE-46D2-ABCD-1FD3F7222E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4DAE03-4362-4D70-94A0-D2D4B5613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0FDF-3BCC-43CA-B89E-8140BB25C584}" type="datetimeFigureOut">
              <a:rPr lang="es-NI" smtClean="0"/>
              <a:t>3/7/2021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977DA0-54B4-457C-8FAF-ACDEF8362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838B65-0E9E-406F-8B34-25E946FDE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F318-EF4B-4328-848D-899D0B0FCF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682721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2299F67-D485-4352-98E6-BDE4AE2A1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62D195E-E1B4-45B1-93FB-994D5F9A0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4E7460-5AB1-4718-8C72-075BFE57D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0FDF-3BCC-43CA-B89E-8140BB25C584}" type="datetimeFigureOut">
              <a:rPr lang="es-NI" smtClean="0"/>
              <a:t>3/7/2021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9BD3DC-3EEC-485F-8086-D9EB71BB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662850-4248-4690-A3F0-B682DCA1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F318-EF4B-4328-848D-899D0B0FCF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79330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59F8475-6838-45CE-AE6C-E57898787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C4E5E7-B685-4931-98B3-B9458035C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4276BD-A3D4-4F38-A86B-B0472FD5A2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70FDF-3BCC-43CA-B89E-8140BB25C584}" type="datetimeFigureOut">
              <a:rPr lang="es-NI" smtClean="0"/>
              <a:t>3/7/2021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3C5EA3-6DF1-4D8B-B27F-1696404095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BAE7E6-01A2-418E-9D7F-CCDDBBBC77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AF318-EF4B-4328-848D-899D0B0FCF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759080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174AB92-7FDA-43BF-B3D5-2B091E7A43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321" b="28232"/>
          <a:stretch/>
        </p:blipFill>
        <p:spPr>
          <a:xfrm>
            <a:off x="280066" y="183279"/>
            <a:ext cx="4808128" cy="279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582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374BEC5-780D-4174-8928-B014D826745A}"/>
              </a:ext>
            </a:extLst>
          </p:cNvPr>
          <p:cNvSpPr txBox="1"/>
          <p:nvPr/>
        </p:nvSpPr>
        <p:spPr>
          <a:xfrm>
            <a:off x="1412158" y="0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NI" b="0" i="0" dirty="0">
                <a:effectLst/>
                <a:latin typeface="Roboto" panose="02000000000000000000" pitchFamily="2" charset="0"/>
              </a:rPr>
              <a:t>Integral de x elevado a la 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FDC7DD4-EE30-4CD5-B939-C802B3012D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43" t="4807" r="20827" b="22350"/>
          <a:stretch/>
        </p:blipFill>
        <p:spPr>
          <a:xfrm>
            <a:off x="324464" y="369332"/>
            <a:ext cx="5442155" cy="281694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202301D-A3F9-477C-93FF-28D38403CF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0" r="21881" b="43070"/>
          <a:stretch/>
        </p:blipFill>
        <p:spPr>
          <a:xfrm>
            <a:off x="830826" y="3956101"/>
            <a:ext cx="1853381" cy="212023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23F34CE-DFAF-46DC-BD9A-70390B8555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163" r="19641"/>
          <a:stretch/>
        </p:blipFill>
        <p:spPr>
          <a:xfrm>
            <a:off x="6223820" y="687021"/>
            <a:ext cx="4686146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49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C4BC173-148A-4119-921E-346308098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53" y="191729"/>
            <a:ext cx="6619875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897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24D7723-D624-4A32-806E-DD6A9C2C8DF8}"/>
              </a:ext>
            </a:extLst>
          </p:cNvPr>
          <p:cNvSpPr txBox="1"/>
          <p:nvPr/>
        </p:nvSpPr>
        <p:spPr>
          <a:xfrm>
            <a:off x="895964" y="0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NI" b="0" i="0" dirty="0">
                <a:effectLst/>
                <a:latin typeface="Roboto" panose="02000000000000000000" pitchFamily="2" charset="0"/>
              </a:rPr>
              <a:t>Integral de un polinomio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EE97C97-27AA-48D7-8631-C57532DD1A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047" r="22454" b="44485"/>
          <a:stretch/>
        </p:blipFill>
        <p:spPr>
          <a:xfrm>
            <a:off x="1135626" y="1122567"/>
            <a:ext cx="3967316" cy="200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869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24D7723-D624-4A32-806E-DD6A9C2C8DF8}"/>
              </a:ext>
            </a:extLst>
          </p:cNvPr>
          <p:cNvSpPr txBox="1"/>
          <p:nvPr/>
        </p:nvSpPr>
        <p:spPr>
          <a:xfrm>
            <a:off x="895964" y="0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NI" b="0" i="0" dirty="0">
                <a:effectLst/>
                <a:latin typeface="Roboto" panose="02000000000000000000" pitchFamily="2" charset="0"/>
              </a:rPr>
              <a:t>Integral de un polinomio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3DB1C86-9AEE-4A95-B715-79B77B1CE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78" y="420951"/>
            <a:ext cx="5019675" cy="390525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D2EB06A-2A27-4FA8-B949-FACCAF447D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792" b="48345"/>
          <a:stretch/>
        </p:blipFill>
        <p:spPr>
          <a:xfrm>
            <a:off x="6356555" y="789808"/>
            <a:ext cx="4787233" cy="207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349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24D7723-D624-4A32-806E-DD6A9C2C8DF8}"/>
              </a:ext>
            </a:extLst>
          </p:cNvPr>
          <p:cNvSpPr txBox="1"/>
          <p:nvPr/>
        </p:nvSpPr>
        <p:spPr>
          <a:xfrm>
            <a:off x="895964" y="0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NI" b="0" i="0" dirty="0">
                <a:effectLst/>
                <a:latin typeface="Roboto" panose="02000000000000000000" pitchFamily="2" charset="0"/>
              </a:rPr>
              <a:t>Integral de un polinomio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BE44CF9-7186-4525-AF83-5D51FF621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08" y="790421"/>
            <a:ext cx="4810125" cy="374332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D92D324-75A2-480F-BDCD-66A2F4913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102" y="935908"/>
            <a:ext cx="52387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644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24D7723-D624-4A32-806E-DD6A9C2C8DF8}"/>
              </a:ext>
            </a:extLst>
          </p:cNvPr>
          <p:cNvSpPr txBox="1"/>
          <p:nvPr/>
        </p:nvSpPr>
        <p:spPr>
          <a:xfrm>
            <a:off x="895964" y="0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NI" b="0" i="0" dirty="0">
                <a:effectLst/>
                <a:latin typeface="Roboto" panose="02000000000000000000" pitchFamily="2" charset="0"/>
              </a:rPr>
              <a:t>Integral de un polinomio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6DDF6A-F04E-4BC4-BFB0-D70B90A1C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97" y="514811"/>
            <a:ext cx="667702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816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24D7723-D624-4A32-806E-DD6A9C2C8DF8}"/>
              </a:ext>
            </a:extLst>
          </p:cNvPr>
          <p:cNvSpPr txBox="1"/>
          <p:nvPr/>
        </p:nvSpPr>
        <p:spPr>
          <a:xfrm>
            <a:off x="895964" y="0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NI" b="0" i="0" dirty="0">
                <a:effectLst/>
                <a:latin typeface="Roboto" panose="02000000000000000000" pitchFamily="2" charset="0"/>
              </a:rPr>
              <a:t>Integral de un polinomio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5D68FD1-E6E4-4142-A26B-00C96FB73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487" y="1433512"/>
            <a:ext cx="6677025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452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24D7723-D624-4A32-806E-DD6A9C2C8DF8}"/>
              </a:ext>
            </a:extLst>
          </p:cNvPr>
          <p:cNvSpPr txBox="1"/>
          <p:nvPr/>
        </p:nvSpPr>
        <p:spPr>
          <a:xfrm>
            <a:off x="895964" y="0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NI" b="0" i="0" dirty="0">
                <a:effectLst/>
                <a:latin typeface="Roboto" panose="02000000000000000000" pitchFamily="2" charset="0"/>
              </a:rPr>
              <a:t>Integral de un polinomio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232B4B9-0F94-4457-A920-7FFDA8310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012" y="1433512"/>
            <a:ext cx="6657975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910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24D7723-D624-4A32-806E-DD6A9C2C8DF8}"/>
              </a:ext>
            </a:extLst>
          </p:cNvPr>
          <p:cNvSpPr txBox="1"/>
          <p:nvPr/>
        </p:nvSpPr>
        <p:spPr>
          <a:xfrm>
            <a:off x="895964" y="0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NI" b="0" i="0" dirty="0">
                <a:effectLst/>
                <a:latin typeface="Roboto" panose="02000000000000000000" pitchFamily="2" charset="0"/>
              </a:rPr>
              <a:t>Integral de un polinomio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F2500B3-9B75-435C-8E9A-D996EE3A2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687" y="1423987"/>
            <a:ext cx="652462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452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F0F1F80-3EC1-41C3-A0D6-F4E7E92C4D13}"/>
              </a:ext>
            </a:extLst>
          </p:cNvPr>
          <p:cNvSpPr txBox="1"/>
          <p:nvPr/>
        </p:nvSpPr>
        <p:spPr>
          <a:xfrm>
            <a:off x="217539" y="117676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NI" b="0" i="0" dirty="0">
                <a:effectLst/>
                <a:latin typeface="Roboto" panose="02000000000000000000" pitchFamily="2" charset="0"/>
              </a:rPr>
              <a:t>Integral de una multiplicación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73ED21C-C444-41F8-B28C-CAB60DB77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875" y="867389"/>
            <a:ext cx="4095750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839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21E111F-0D14-4D00-A6F9-740F7BC35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587" y="1457325"/>
            <a:ext cx="6600825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4829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39</Words>
  <Application>Microsoft Office PowerPoint</Application>
  <PresentationFormat>Panorámica</PresentationFormat>
  <Paragraphs>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Roboto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Aguirre</dc:creator>
  <cp:lastModifiedBy>Guillermo Aguirre</cp:lastModifiedBy>
  <cp:revision>5</cp:revision>
  <dcterms:created xsi:type="dcterms:W3CDTF">2021-07-03T12:23:09Z</dcterms:created>
  <dcterms:modified xsi:type="dcterms:W3CDTF">2021-07-03T13:03:06Z</dcterms:modified>
</cp:coreProperties>
</file>