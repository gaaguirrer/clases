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4" r:id="rId9"/>
    <p:sldId id="262" r:id="rId10"/>
    <p:sldId id="272" r:id="rId11"/>
    <p:sldId id="265" r:id="rId12"/>
    <p:sldId id="266" r:id="rId13"/>
    <p:sldId id="267" r:id="rId14"/>
    <p:sldId id="269" r:id="rId15"/>
    <p:sldId id="268" r:id="rId16"/>
    <p:sldId id="270" r:id="rId17"/>
    <p:sldId id="271" r:id="rId18"/>
  </p:sldIdLst>
  <p:sldSz cx="12192000" cy="6858000"/>
  <p:notesSz cx="6858000" cy="9144000"/>
  <p:defaultTextStyle>
    <a:defPPr>
      <a:defRPr lang="es-N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65" d="100"/>
          <a:sy n="65" d="100"/>
        </p:scale>
        <p:origin x="120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7B2972-2A69-445C-A55F-D390FDA353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1989851-E214-48D3-82CD-11B7A1C245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4DD142B-F1BE-4B99-ACB8-B608B5EB1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694FB-7B97-447B-83A9-15218493325C}" type="datetimeFigureOut">
              <a:rPr lang="es-NI" smtClean="0"/>
              <a:t>5/6/2021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464EC9B-7A7A-4906-A018-2BD3A38D2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3BDE53-0B07-44C4-874B-4508F9DDD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E4DBE-435A-43AF-92AC-EF941DF4FEA6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277286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66FAE7-8D24-48D0-84DF-6376FEF31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86AE974-0AE9-4467-8754-0002A8F2CB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7330BE-9596-4DEB-BC0F-EF188F0F9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694FB-7B97-447B-83A9-15218493325C}" type="datetimeFigureOut">
              <a:rPr lang="es-NI" smtClean="0"/>
              <a:t>5/6/2021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550762A-C0F6-455F-BB7B-1D28673E6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EC831B-BE4A-49F3-BEFF-0C0FEBCC7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E4DBE-435A-43AF-92AC-EF941DF4FEA6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034541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86B36D-39E0-4A54-9748-322DBB672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50244A-A464-4218-AACD-30AD0FE39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93D02E1-4008-400C-A704-A4E0CF909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694FB-7B97-447B-83A9-15218493325C}" type="datetimeFigureOut">
              <a:rPr lang="es-NI" smtClean="0"/>
              <a:t>5/6/2021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648584C-F732-45CD-A8BA-A1A5129ED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B4070E-8FB8-49D4-BD33-9921FA6F8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E4DBE-435A-43AF-92AC-EF941DF4FEA6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8798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F298D2-8049-4599-960F-C1B5AAEA0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DC3231-8754-46D8-B031-8171213904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FDF220E-BC3F-498D-B0E3-0E43A01487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A15B13D-EDBC-4073-AC47-1B4CCF618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694FB-7B97-447B-83A9-15218493325C}" type="datetimeFigureOut">
              <a:rPr lang="es-NI" smtClean="0"/>
              <a:t>5/6/2021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756AFF-8980-4E98-9188-24AFB10D7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9BF3DF0-88E5-497D-9059-29D21D29D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E4DBE-435A-43AF-92AC-EF941DF4FEA6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049510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227A2D-5ECD-480D-BC46-F050F49A8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6226DC9-D1CA-4852-967C-A633F7BEF6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08636B7-736D-4E03-98EE-7934059010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44DABB4-9041-4981-B695-BB1ED1E5DE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5B79902-1122-4B90-897C-79D72BB819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E6C5E19-D678-479E-974E-DB607D1D3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694FB-7B97-447B-83A9-15218493325C}" type="datetimeFigureOut">
              <a:rPr lang="es-NI" smtClean="0"/>
              <a:t>5/6/2021</a:t>
            </a:fld>
            <a:endParaRPr lang="es-NI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AC69F7C-21CF-4889-B498-C7B13E910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0632566-220B-46FE-A5A9-6E22BB81F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E4DBE-435A-43AF-92AC-EF941DF4FEA6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790540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8CF46B-E80F-4231-B9C0-B78D1FA46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D9297B3-7E81-4299-8ED5-8BC6184FE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694FB-7B97-447B-83A9-15218493325C}" type="datetimeFigureOut">
              <a:rPr lang="es-NI" smtClean="0"/>
              <a:t>5/6/2021</a:t>
            </a:fld>
            <a:endParaRPr lang="es-NI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6028A3F-6E6F-42C9-8EE4-42E88CFC3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C9628E1-BD61-4F86-8909-D9FA90112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E4DBE-435A-43AF-92AC-EF941DF4FEA6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320038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0E8FCDB-C0A6-4BD2-9753-8F88DF935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694FB-7B97-447B-83A9-15218493325C}" type="datetimeFigureOut">
              <a:rPr lang="es-NI" smtClean="0"/>
              <a:t>5/6/2021</a:t>
            </a:fld>
            <a:endParaRPr lang="es-NI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C863D5F-5288-4383-BA6F-784C7A632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7BD68CA-EFEC-48E9-993D-A5F54A1D7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E4DBE-435A-43AF-92AC-EF941DF4FEA6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535944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658CFF-E1A1-4B09-8BD8-33D3D5795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7B9673-101D-43AE-83D9-C126093B0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F864425-29A8-4587-8246-80E85AD40B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C9D55A1-379F-4432-A434-5AC619930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694FB-7B97-447B-83A9-15218493325C}" type="datetimeFigureOut">
              <a:rPr lang="es-NI" smtClean="0"/>
              <a:t>5/6/2021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FF7C616-0EA4-41BF-833C-5C35AFF94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5F194B7-33D2-4661-BFEB-ABDD3CA2D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E4DBE-435A-43AF-92AC-EF941DF4FEA6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997587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65B83E-0019-4BD9-AAAB-6DA1659AC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B902354-CCDB-4949-ADC4-26DEBD2F32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9FBAD15-8C82-4970-A0B2-79DF4E7396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9CCA48D-8D17-49ED-808A-DE57F3126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694FB-7B97-447B-83A9-15218493325C}" type="datetimeFigureOut">
              <a:rPr lang="es-NI" smtClean="0"/>
              <a:t>5/6/2021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5CD4A6C-4F1F-4BF3-A456-E8071EE26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04221FA-AB37-4157-A99E-7447D7C5F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E4DBE-435A-43AF-92AC-EF941DF4FEA6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661202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2AF75F-E3E1-4D8A-ABBD-1BD9139FC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E7AACF0-65D5-4BF6-9205-4B80DB3A2B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20D83C9-7596-493E-BFD2-3864D3C6D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694FB-7B97-447B-83A9-15218493325C}" type="datetimeFigureOut">
              <a:rPr lang="es-NI" smtClean="0"/>
              <a:t>5/6/2021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73E082-DDF7-4790-86B1-4C8D8C730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6FDFAE-D619-4352-B32D-5BCABF494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E4DBE-435A-43AF-92AC-EF941DF4FEA6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205584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B7C53C1-623F-4649-BA38-18B11D0B82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088985D-530F-475F-A178-B42708E2AA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7403C9-BED6-47F5-B2B2-5E6A7B385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694FB-7B97-447B-83A9-15218493325C}" type="datetimeFigureOut">
              <a:rPr lang="es-NI" smtClean="0"/>
              <a:t>5/6/2021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6E9C01-7A1F-4DE9-BCF3-F3F316EBE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08E95D-9354-481A-8B9C-646BBDCD4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E4DBE-435A-43AF-92AC-EF941DF4FEA6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576338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75C82BA-702A-4982-A2B6-E162E6D4D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4424FA4-269C-4110-807E-F6049ABB7A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8AF2B98-AD20-4D71-BE00-B5F75F81C8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8694FB-7B97-447B-83A9-15218493325C}" type="datetimeFigureOut">
              <a:rPr lang="es-NI" smtClean="0"/>
              <a:t>5/6/2021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88044B3-624E-4972-A016-F96F62F1AC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ABFC76-D5D6-487C-89C4-E427FCBF88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4E4DBE-435A-43AF-92AC-EF941DF4FEA6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606564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N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819E474-1FF3-41BB-BDF1-831F77D86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78" y="118141"/>
            <a:ext cx="6781800" cy="290512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69FB028-3A5D-4845-A740-123CB070D8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378" y="3185807"/>
            <a:ext cx="4133850" cy="100965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8551847-0230-4ABE-AACA-853CF3D8A0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6593" y="3023266"/>
            <a:ext cx="4981575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469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887F171-EFC2-47C9-BB8D-210054B066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34" y="0"/>
            <a:ext cx="4217658" cy="168180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2D90C9B-97F7-4CC8-A0F2-9D781566EE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6329" y="7374"/>
            <a:ext cx="7010400" cy="355282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7BC49404-977E-4BFE-99F2-B40710DC90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334" y="3560199"/>
            <a:ext cx="6417004" cy="3126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057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8ED5C465-F3CE-41D2-88B6-A2F8398CE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48475" cy="3362325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6AFBB573-0D68-43BE-B7B3-F4E2AEA6C2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307" y="3788030"/>
            <a:ext cx="9428789" cy="1713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205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6CC4D88-9F6C-4555-81CF-3B361BA70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69" y="0"/>
            <a:ext cx="7671051" cy="404336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EB697F7-4FD0-49AE-B986-C6CA9A5BAC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692" y="4218038"/>
            <a:ext cx="7769780" cy="2146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616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A5EE62DE-8848-45F7-8242-20BD55762FA4}"/>
              </a:ext>
            </a:extLst>
          </p:cNvPr>
          <p:cNvSpPr/>
          <p:nvPr/>
        </p:nvSpPr>
        <p:spPr>
          <a:xfrm>
            <a:off x="3715640" y="2967335"/>
            <a:ext cx="476072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Costo promedio</a:t>
            </a:r>
          </a:p>
        </p:txBody>
      </p:sp>
    </p:spTree>
    <p:extLst>
      <p:ext uri="{BB962C8B-B14F-4D97-AF65-F5344CB8AC3E}">
        <p14:creationId xmlns:p14="http://schemas.microsoft.com/office/powerpoint/2010/main" val="3129663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26274B12-5A0C-468A-B62B-3AD760D01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591300" cy="187642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37A8D50-FDEA-4041-98AC-C72EA504A6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2066926"/>
            <a:ext cx="6286500" cy="291465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49704035-DCC5-4925-86C8-8E082B8BD4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376" y="4193765"/>
            <a:ext cx="6181725" cy="230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642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FF589DC5-A83F-403D-8C71-E23B8DFFAA61}"/>
              </a:ext>
            </a:extLst>
          </p:cNvPr>
          <p:cNvSpPr/>
          <p:nvPr/>
        </p:nvSpPr>
        <p:spPr>
          <a:xfrm>
            <a:off x="3581469" y="2967335"/>
            <a:ext cx="502907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Ingreso Marginal</a:t>
            </a:r>
          </a:p>
        </p:txBody>
      </p:sp>
    </p:spTree>
    <p:extLst>
      <p:ext uri="{BB962C8B-B14F-4D97-AF65-F5344CB8AC3E}">
        <p14:creationId xmlns:p14="http://schemas.microsoft.com/office/powerpoint/2010/main" val="456865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F4505B5-7B37-4E84-A659-FA60E0CED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094" y="707922"/>
            <a:ext cx="9762074" cy="5368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092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DBD1074-2A56-4977-8980-D624A3382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587" y="368710"/>
            <a:ext cx="11440601" cy="6223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423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11924E0-035A-42F1-A61D-DFAE30ECF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249" y="290666"/>
            <a:ext cx="3883281" cy="205336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B6B27D3-C09C-45D2-95B1-4D805A4DC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249" y="2561342"/>
            <a:ext cx="6372225" cy="390525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C8871C95-0730-4AD5-87A8-83CFAC0B54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9917" y="3697389"/>
            <a:ext cx="3600450" cy="261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3684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DA0D0127-370D-4DF3-A9F4-342186386700}"/>
              </a:ext>
            </a:extLst>
          </p:cNvPr>
          <p:cNvSpPr/>
          <p:nvPr/>
        </p:nvSpPr>
        <p:spPr>
          <a:xfrm>
            <a:off x="3497438" y="2967335"/>
            <a:ext cx="519712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Utilidad Marginal</a:t>
            </a:r>
          </a:p>
        </p:txBody>
      </p:sp>
    </p:spTree>
    <p:extLst>
      <p:ext uri="{BB962C8B-B14F-4D97-AF65-F5344CB8AC3E}">
        <p14:creationId xmlns:p14="http://schemas.microsoft.com/office/powerpoint/2010/main" val="27959012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585A82B-E739-4093-BEB8-76C969BE3E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571"/>
          <a:stretch/>
        </p:blipFill>
        <p:spPr>
          <a:xfrm>
            <a:off x="0" y="0"/>
            <a:ext cx="8082213" cy="377558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5257E1D-0CDF-4CC5-B620-347B87C822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938" y="4149213"/>
            <a:ext cx="7153275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9599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73FF04A-F59B-4248-823F-0E2F7F938C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697" y="275621"/>
            <a:ext cx="10659499" cy="5992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4888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518B7AD-7AB7-4B0D-A838-6A9FF6F4D3A0}"/>
              </a:ext>
            </a:extLst>
          </p:cNvPr>
          <p:cNvSpPr/>
          <p:nvPr/>
        </p:nvSpPr>
        <p:spPr>
          <a:xfrm>
            <a:off x="3497438" y="2967335"/>
            <a:ext cx="519712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Utilidad Marginal</a:t>
            </a:r>
          </a:p>
        </p:txBody>
      </p:sp>
    </p:spTree>
    <p:extLst>
      <p:ext uri="{BB962C8B-B14F-4D97-AF65-F5344CB8AC3E}">
        <p14:creationId xmlns:p14="http://schemas.microsoft.com/office/powerpoint/2010/main" val="4250377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369881B-FCC4-4F19-A1F9-8096EDCD02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023" y="2227007"/>
            <a:ext cx="9307030" cy="3407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2382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138493E2-D301-408E-95E9-A54C42C573A0}"/>
              </a:ext>
            </a:extLst>
          </p:cNvPr>
          <p:cNvSpPr/>
          <p:nvPr/>
        </p:nvSpPr>
        <p:spPr>
          <a:xfrm>
            <a:off x="2261336" y="2967335"/>
            <a:ext cx="766934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Elasticidad de la demanda</a:t>
            </a:r>
          </a:p>
        </p:txBody>
      </p:sp>
    </p:spTree>
    <p:extLst>
      <p:ext uri="{BB962C8B-B14F-4D97-AF65-F5344CB8AC3E}">
        <p14:creationId xmlns:p14="http://schemas.microsoft.com/office/powerpoint/2010/main" val="39186433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46159DA-38C6-42E5-B934-E5B21C3C2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4" y="383459"/>
            <a:ext cx="6019626" cy="377850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07B5D0C-878F-4F3F-A5BF-07DE287074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3015" y="4161656"/>
            <a:ext cx="7118413" cy="2312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4908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12</Words>
  <Application>Microsoft Office PowerPoint</Application>
  <PresentationFormat>Panorámica</PresentationFormat>
  <Paragraphs>5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Guillermo Aguirre</dc:creator>
  <cp:lastModifiedBy>Guillermo Aguirre</cp:lastModifiedBy>
  <cp:revision>9</cp:revision>
  <dcterms:created xsi:type="dcterms:W3CDTF">2021-06-05T11:27:31Z</dcterms:created>
  <dcterms:modified xsi:type="dcterms:W3CDTF">2021-06-05T13:21:05Z</dcterms:modified>
</cp:coreProperties>
</file>