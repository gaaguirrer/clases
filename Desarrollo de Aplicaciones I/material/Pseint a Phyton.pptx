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60" r:id="rId5"/>
    <p:sldId id="259" r:id="rId6"/>
    <p:sldId id="261" r:id="rId7"/>
    <p:sldId id="262" r:id="rId8"/>
    <p:sldId id="263" r:id="rId9"/>
    <p:sldId id="264" r:id="rId10"/>
    <p:sldId id="265" r:id="rId11"/>
    <p:sldId id="266" r:id="rId12"/>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7D8B"/>
    <a:srgbClr val="C00812"/>
    <a:srgbClr val="CFD8DC"/>
    <a:srgbClr val="001C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2B92D3-DF88-41AC-8E89-37DC42B9CC0C}" v="48" dt="2023-02-17T04:47:23.9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showGuides="1">
      <p:cViewPr>
        <p:scale>
          <a:sx n="64" d="100"/>
          <a:sy n="64" d="100"/>
        </p:scale>
        <p:origin x="900"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ermo AntonioAguirre" userId="42908199-65f4-4d4a-8e05-6e659ccb82ce" providerId="ADAL" clId="{E12B92D3-DF88-41AC-8E89-37DC42B9CC0C}"/>
    <pc:docChg chg="undo custSel modSld modMainMaster">
      <pc:chgData name="Guillermo AntonioAguirre" userId="42908199-65f4-4d4a-8e05-6e659ccb82ce" providerId="ADAL" clId="{E12B92D3-DF88-41AC-8E89-37DC42B9CC0C}" dt="2023-02-17T04:47:51.370" v="305" actId="207"/>
      <pc:docMkLst>
        <pc:docMk/>
      </pc:docMkLst>
      <pc:sldChg chg="addSp delSp modSp mod modTransition">
        <pc:chgData name="Guillermo AntonioAguirre" userId="42908199-65f4-4d4a-8e05-6e659ccb82ce" providerId="ADAL" clId="{E12B92D3-DF88-41AC-8E89-37DC42B9CC0C}" dt="2023-02-17T04:47:51.370" v="305" actId="207"/>
        <pc:sldMkLst>
          <pc:docMk/>
          <pc:sldMk cId="3977569869" sldId="256"/>
        </pc:sldMkLst>
        <pc:spChg chg="add mod">
          <ac:chgData name="Guillermo AntonioAguirre" userId="42908199-65f4-4d4a-8e05-6e659ccb82ce" providerId="ADAL" clId="{E12B92D3-DF88-41AC-8E89-37DC42B9CC0C}" dt="2023-02-17T04:42:10.017" v="136" actId="164"/>
          <ac:spMkLst>
            <pc:docMk/>
            <pc:sldMk cId="3977569869" sldId="256"/>
            <ac:spMk id="4" creationId="{1E198CCA-B66D-5A4E-9991-78EFF48B5505}"/>
          </ac:spMkLst>
        </pc:spChg>
        <pc:spChg chg="add mod">
          <ac:chgData name="Guillermo AntonioAguirre" userId="42908199-65f4-4d4a-8e05-6e659ccb82ce" providerId="ADAL" clId="{E12B92D3-DF88-41AC-8E89-37DC42B9CC0C}" dt="2023-02-17T04:42:10.017" v="136" actId="164"/>
          <ac:spMkLst>
            <pc:docMk/>
            <pc:sldMk cId="3977569869" sldId="256"/>
            <ac:spMk id="5" creationId="{9A604580-1DC4-491A-0E1F-321B43787EE5}"/>
          </ac:spMkLst>
        </pc:spChg>
        <pc:spChg chg="add mod">
          <ac:chgData name="Guillermo AntonioAguirre" userId="42908199-65f4-4d4a-8e05-6e659ccb82ce" providerId="ADAL" clId="{E12B92D3-DF88-41AC-8E89-37DC42B9CC0C}" dt="2023-02-17T04:42:10.017" v="136" actId="164"/>
          <ac:spMkLst>
            <pc:docMk/>
            <pc:sldMk cId="3977569869" sldId="256"/>
            <ac:spMk id="7" creationId="{51D4BD1E-66D9-1154-7DF3-42700ECB3897}"/>
          </ac:spMkLst>
        </pc:spChg>
        <pc:spChg chg="add mod">
          <ac:chgData name="Guillermo AntonioAguirre" userId="42908199-65f4-4d4a-8e05-6e659ccb82ce" providerId="ADAL" clId="{E12B92D3-DF88-41AC-8E89-37DC42B9CC0C}" dt="2023-02-17T04:42:10.017" v="136" actId="164"/>
          <ac:spMkLst>
            <pc:docMk/>
            <pc:sldMk cId="3977569869" sldId="256"/>
            <ac:spMk id="8" creationId="{A0397CEC-8C6E-68EB-8252-F463DBF504BA}"/>
          </ac:spMkLst>
        </pc:spChg>
        <pc:spChg chg="add mod">
          <ac:chgData name="Guillermo AntonioAguirre" userId="42908199-65f4-4d4a-8e05-6e659ccb82ce" providerId="ADAL" clId="{E12B92D3-DF88-41AC-8E89-37DC42B9CC0C}" dt="2023-02-17T04:42:10.017" v="136" actId="164"/>
          <ac:spMkLst>
            <pc:docMk/>
            <pc:sldMk cId="3977569869" sldId="256"/>
            <ac:spMk id="9" creationId="{DEEBB448-FE35-A3FD-68E2-4A93730C5A98}"/>
          </ac:spMkLst>
        </pc:spChg>
        <pc:spChg chg="add mod">
          <ac:chgData name="Guillermo AntonioAguirre" userId="42908199-65f4-4d4a-8e05-6e659ccb82ce" providerId="ADAL" clId="{E12B92D3-DF88-41AC-8E89-37DC42B9CC0C}" dt="2023-02-17T04:45:07.103" v="293" actId="20577"/>
          <ac:spMkLst>
            <pc:docMk/>
            <pc:sldMk cId="3977569869" sldId="256"/>
            <ac:spMk id="25" creationId="{AD087F49-056D-21B7-5C38-B7BFEF364379}"/>
          </ac:spMkLst>
        </pc:spChg>
        <pc:grpChg chg="add mod">
          <ac:chgData name="Guillermo AntonioAguirre" userId="42908199-65f4-4d4a-8e05-6e659ccb82ce" providerId="ADAL" clId="{E12B92D3-DF88-41AC-8E89-37DC42B9CC0C}" dt="2023-02-17T04:42:10.017" v="136" actId="164"/>
          <ac:grpSpMkLst>
            <pc:docMk/>
            <pc:sldMk cId="3977569869" sldId="256"/>
            <ac:grpSpMk id="23" creationId="{122D3915-6D33-7EC2-954C-4F1FBF174D70}"/>
          </ac:grpSpMkLst>
        </pc:grpChg>
        <pc:picChg chg="add del mod">
          <ac:chgData name="Guillermo AntonioAguirre" userId="42908199-65f4-4d4a-8e05-6e659ccb82ce" providerId="ADAL" clId="{E12B92D3-DF88-41AC-8E89-37DC42B9CC0C}" dt="2023-02-17T04:24:00.891" v="22" actId="21"/>
          <ac:picMkLst>
            <pc:docMk/>
            <pc:sldMk cId="3977569869" sldId="256"/>
            <ac:picMk id="3" creationId="{F089495A-1FD5-F56C-3840-9C0339D7FE30}"/>
          </ac:picMkLst>
        </pc:picChg>
        <pc:picChg chg="mod">
          <ac:chgData name="Guillermo AntonioAguirre" userId="42908199-65f4-4d4a-8e05-6e659ccb82ce" providerId="ADAL" clId="{E12B92D3-DF88-41AC-8E89-37DC42B9CC0C}" dt="2023-02-17T04:43:17.108" v="143" actId="14100"/>
          <ac:picMkLst>
            <pc:docMk/>
            <pc:sldMk cId="3977569869" sldId="256"/>
            <ac:picMk id="6" creationId="{9FFC5342-FB83-947D-B3ED-6CBF5B8ED0C4}"/>
          </ac:picMkLst>
        </pc:picChg>
        <pc:picChg chg="add del mod">
          <ac:chgData name="Guillermo AntonioAguirre" userId="42908199-65f4-4d4a-8e05-6e659ccb82ce" providerId="ADAL" clId="{E12B92D3-DF88-41AC-8E89-37DC42B9CC0C}" dt="2023-02-17T04:46:59.959" v="296" actId="478"/>
          <ac:picMkLst>
            <pc:docMk/>
            <pc:sldMk cId="3977569869" sldId="256"/>
            <ac:picMk id="24" creationId="{C269C8BF-C4F9-6B48-94DB-8ACCD2C4FFB6}"/>
          </ac:picMkLst>
        </pc:picChg>
        <pc:picChg chg="add mod">
          <ac:chgData name="Guillermo AntonioAguirre" userId="42908199-65f4-4d4a-8e05-6e659ccb82ce" providerId="ADAL" clId="{E12B92D3-DF88-41AC-8E89-37DC42B9CC0C}" dt="2023-02-17T04:47:51.370" v="305" actId="207"/>
          <ac:picMkLst>
            <pc:docMk/>
            <pc:sldMk cId="3977569869" sldId="256"/>
            <ac:picMk id="27" creationId="{6E0A53D9-DFF1-9C38-FAD0-A699DB58A442}"/>
          </ac:picMkLst>
        </pc:picChg>
        <pc:picChg chg="add mod">
          <ac:chgData name="Guillermo AntonioAguirre" userId="42908199-65f4-4d4a-8e05-6e659ccb82ce" providerId="ADAL" clId="{E12B92D3-DF88-41AC-8E89-37DC42B9CC0C}" dt="2023-02-17T04:43:20.108" v="144" actId="1076"/>
          <ac:picMkLst>
            <pc:docMk/>
            <pc:sldMk cId="3977569869" sldId="256"/>
            <ac:picMk id="1026" creationId="{FCC988D7-CD52-8B54-5EAE-3B211ECB1098}"/>
          </ac:picMkLst>
        </pc:picChg>
        <pc:cxnChg chg="add mod">
          <ac:chgData name="Guillermo AntonioAguirre" userId="42908199-65f4-4d4a-8e05-6e659ccb82ce" providerId="ADAL" clId="{E12B92D3-DF88-41AC-8E89-37DC42B9CC0C}" dt="2023-02-17T04:42:10.017" v="136" actId="164"/>
          <ac:cxnSpMkLst>
            <pc:docMk/>
            <pc:sldMk cId="3977569869" sldId="256"/>
            <ac:cxnSpMk id="11" creationId="{27C1321C-97BB-1473-46C9-072CE06CCBDA}"/>
          </ac:cxnSpMkLst>
        </pc:cxnChg>
        <pc:cxnChg chg="add mod">
          <ac:chgData name="Guillermo AntonioAguirre" userId="42908199-65f4-4d4a-8e05-6e659ccb82ce" providerId="ADAL" clId="{E12B92D3-DF88-41AC-8E89-37DC42B9CC0C}" dt="2023-02-17T04:42:10.017" v="136" actId="164"/>
          <ac:cxnSpMkLst>
            <pc:docMk/>
            <pc:sldMk cId="3977569869" sldId="256"/>
            <ac:cxnSpMk id="13" creationId="{BE924D1D-6ED4-9E99-7450-FFA7D4798E7C}"/>
          </ac:cxnSpMkLst>
        </pc:cxnChg>
        <pc:cxnChg chg="add mod">
          <ac:chgData name="Guillermo AntonioAguirre" userId="42908199-65f4-4d4a-8e05-6e659ccb82ce" providerId="ADAL" clId="{E12B92D3-DF88-41AC-8E89-37DC42B9CC0C}" dt="2023-02-17T04:42:10.017" v="136" actId="164"/>
          <ac:cxnSpMkLst>
            <pc:docMk/>
            <pc:sldMk cId="3977569869" sldId="256"/>
            <ac:cxnSpMk id="14" creationId="{17DEEF55-1C2E-9823-55E7-4876374873FD}"/>
          </ac:cxnSpMkLst>
        </pc:cxnChg>
        <pc:cxnChg chg="add mod">
          <ac:chgData name="Guillermo AntonioAguirre" userId="42908199-65f4-4d4a-8e05-6e659ccb82ce" providerId="ADAL" clId="{E12B92D3-DF88-41AC-8E89-37DC42B9CC0C}" dt="2023-02-17T04:42:10.017" v="136" actId="164"/>
          <ac:cxnSpMkLst>
            <pc:docMk/>
            <pc:sldMk cId="3977569869" sldId="256"/>
            <ac:cxnSpMk id="15" creationId="{45533762-7549-B418-BEA1-5B6BC0C6BDCE}"/>
          </ac:cxnSpMkLst>
        </pc:cxnChg>
        <pc:cxnChg chg="add mod">
          <ac:chgData name="Guillermo AntonioAguirre" userId="42908199-65f4-4d4a-8e05-6e659ccb82ce" providerId="ADAL" clId="{E12B92D3-DF88-41AC-8E89-37DC42B9CC0C}" dt="2023-02-17T04:42:10.017" v="136" actId="164"/>
          <ac:cxnSpMkLst>
            <pc:docMk/>
            <pc:sldMk cId="3977569869" sldId="256"/>
            <ac:cxnSpMk id="16" creationId="{66CE19DD-710E-7E01-D575-E763A3192126}"/>
          </ac:cxnSpMkLst>
        </pc:cxnChg>
        <pc:cxnChg chg="add mod">
          <ac:chgData name="Guillermo AntonioAguirre" userId="42908199-65f4-4d4a-8e05-6e659ccb82ce" providerId="ADAL" clId="{E12B92D3-DF88-41AC-8E89-37DC42B9CC0C}" dt="2023-02-17T04:42:10.017" v="136" actId="164"/>
          <ac:cxnSpMkLst>
            <pc:docMk/>
            <pc:sldMk cId="3977569869" sldId="256"/>
            <ac:cxnSpMk id="20" creationId="{72A01761-2D83-B513-9069-7A319F9918CC}"/>
          </ac:cxnSpMkLst>
        </pc:cxnChg>
        <pc:cxnChg chg="add mod">
          <ac:chgData name="Guillermo AntonioAguirre" userId="42908199-65f4-4d4a-8e05-6e659ccb82ce" providerId="ADAL" clId="{E12B92D3-DF88-41AC-8E89-37DC42B9CC0C}" dt="2023-02-17T04:42:10.017" v="136" actId="164"/>
          <ac:cxnSpMkLst>
            <pc:docMk/>
            <pc:sldMk cId="3977569869" sldId="256"/>
            <ac:cxnSpMk id="22" creationId="{8F3D3439-A696-56F4-220A-BB4AD6A77204}"/>
          </ac:cxnSpMkLst>
        </pc:cxnChg>
      </pc:sldChg>
      <pc:sldChg chg="addSp delSp modSp mod setBg">
        <pc:chgData name="Guillermo AntonioAguirre" userId="42908199-65f4-4d4a-8e05-6e659ccb82ce" providerId="ADAL" clId="{E12B92D3-DF88-41AC-8E89-37DC42B9CC0C}" dt="2023-02-17T04:32:32.700" v="91" actId="1076"/>
        <pc:sldMkLst>
          <pc:docMk/>
          <pc:sldMk cId="3867548001" sldId="257"/>
        </pc:sldMkLst>
        <pc:spChg chg="mod">
          <ac:chgData name="Guillermo AntonioAguirre" userId="42908199-65f4-4d4a-8e05-6e659ccb82ce" providerId="ADAL" clId="{E12B92D3-DF88-41AC-8E89-37DC42B9CC0C}" dt="2023-02-17T04:17:26.973" v="18" actId="1076"/>
          <ac:spMkLst>
            <pc:docMk/>
            <pc:sldMk cId="3867548001" sldId="257"/>
            <ac:spMk id="2" creationId="{CE146CE3-A1D4-581E-7B61-F8DFD2CBCD2F}"/>
          </ac:spMkLst>
        </pc:spChg>
        <pc:spChg chg="mod">
          <ac:chgData name="Guillermo AntonioAguirre" userId="42908199-65f4-4d4a-8e05-6e659ccb82ce" providerId="ADAL" clId="{E12B92D3-DF88-41AC-8E89-37DC42B9CC0C}" dt="2023-02-17T04:18:20.171" v="19" actId="3626"/>
          <ac:spMkLst>
            <pc:docMk/>
            <pc:sldMk cId="3867548001" sldId="257"/>
            <ac:spMk id="3" creationId="{966B6BF6-C2B4-EE87-450B-3DA5C0C7EFA5}"/>
          </ac:spMkLst>
        </pc:spChg>
        <pc:spChg chg="del">
          <ac:chgData name="Guillermo AntonioAguirre" userId="42908199-65f4-4d4a-8e05-6e659ccb82ce" providerId="ADAL" clId="{E12B92D3-DF88-41AC-8E89-37DC42B9CC0C}" dt="2023-02-17T04:07:31.069" v="0" actId="478"/>
          <ac:spMkLst>
            <pc:docMk/>
            <pc:sldMk cId="3867548001" sldId="257"/>
            <ac:spMk id="25" creationId="{C95FE781-C255-2D63-C53B-509E6D7CA177}"/>
          </ac:spMkLst>
        </pc:spChg>
        <pc:picChg chg="add mod">
          <ac:chgData name="Guillermo AntonioAguirre" userId="42908199-65f4-4d4a-8e05-6e659ccb82ce" providerId="ADAL" clId="{E12B92D3-DF88-41AC-8E89-37DC42B9CC0C}" dt="2023-02-17T04:24:12.885" v="24" actId="1076"/>
          <ac:picMkLst>
            <pc:docMk/>
            <pc:sldMk cId="3867548001" sldId="257"/>
            <ac:picMk id="5" creationId="{350A139D-18DC-BEA6-6D72-C4B07DA2AC5B}"/>
          </ac:picMkLst>
        </pc:picChg>
        <pc:picChg chg="add mod">
          <ac:chgData name="Guillermo AntonioAguirre" userId="42908199-65f4-4d4a-8e05-6e659ccb82ce" providerId="ADAL" clId="{E12B92D3-DF88-41AC-8E89-37DC42B9CC0C}" dt="2023-02-17T04:24:27.419" v="28" actId="1076"/>
          <ac:picMkLst>
            <pc:docMk/>
            <pc:sldMk cId="3867548001" sldId="257"/>
            <ac:picMk id="6" creationId="{230A286E-5B42-84BD-13F3-CE7EFE041FBB}"/>
          </ac:picMkLst>
        </pc:picChg>
        <pc:picChg chg="add mod">
          <ac:chgData name="Guillermo AntonioAguirre" userId="42908199-65f4-4d4a-8e05-6e659ccb82ce" providerId="ADAL" clId="{E12B92D3-DF88-41AC-8E89-37DC42B9CC0C}" dt="2023-02-17T04:25:13.100" v="38" actId="1076"/>
          <ac:picMkLst>
            <pc:docMk/>
            <pc:sldMk cId="3867548001" sldId="257"/>
            <ac:picMk id="7" creationId="{B5DB2670-5A1B-387F-2463-3C5897520463}"/>
          </ac:picMkLst>
        </pc:picChg>
        <pc:picChg chg="add del mod">
          <ac:chgData name="Guillermo AntonioAguirre" userId="42908199-65f4-4d4a-8e05-6e659ccb82ce" providerId="ADAL" clId="{E12B92D3-DF88-41AC-8E89-37DC42B9CC0C}" dt="2023-02-17T04:25:20.213" v="40"/>
          <ac:picMkLst>
            <pc:docMk/>
            <pc:sldMk cId="3867548001" sldId="257"/>
            <ac:picMk id="23" creationId="{F93AD77C-D4C0-207C-CD50-9F70F72A1E61}"/>
          </ac:picMkLst>
        </pc:picChg>
        <pc:picChg chg="del mod">
          <ac:chgData name="Guillermo AntonioAguirre" userId="42908199-65f4-4d4a-8e05-6e659ccb82ce" providerId="ADAL" clId="{E12B92D3-DF88-41AC-8E89-37DC42B9CC0C}" dt="2023-02-17T04:32:26.084" v="90" actId="478"/>
          <ac:picMkLst>
            <pc:docMk/>
            <pc:sldMk cId="3867548001" sldId="257"/>
            <ac:picMk id="24" creationId="{2B1C520B-0CCA-3A29-6019-16085585303B}"/>
          </ac:picMkLst>
        </pc:picChg>
        <pc:picChg chg="add mod">
          <ac:chgData name="Guillermo AntonioAguirre" userId="42908199-65f4-4d4a-8e05-6e659ccb82ce" providerId="ADAL" clId="{E12B92D3-DF88-41AC-8E89-37DC42B9CC0C}" dt="2023-02-17T04:25:35.404" v="46" actId="1076"/>
          <ac:picMkLst>
            <pc:docMk/>
            <pc:sldMk cId="3867548001" sldId="257"/>
            <ac:picMk id="25" creationId="{59D98108-E61B-C1BE-C18F-03AB8DB45901}"/>
          </ac:picMkLst>
        </pc:picChg>
        <pc:picChg chg="add mod">
          <ac:chgData name="Guillermo AntonioAguirre" userId="42908199-65f4-4d4a-8e05-6e659ccb82ce" providerId="ADAL" clId="{E12B92D3-DF88-41AC-8E89-37DC42B9CC0C}" dt="2023-02-17T04:25:59.596" v="50" actId="1076"/>
          <ac:picMkLst>
            <pc:docMk/>
            <pc:sldMk cId="3867548001" sldId="257"/>
            <ac:picMk id="26" creationId="{0A0F9EE4-5D13-5D4F-F216-83345227B355}"/>
          </ac:picMkLst>
        </pc:picChg>
        <pc:picChg chg="add mod">
          <ac:chgData name="Guillermo AntonioAguirre" userId="42908199-65f4-4d4a-8e05-6e659ccb82ce" providerId="ADAL" clId="{E12B92D3-DF88-41AC-8E89-37DC42B9CC0C}" dt="2023-02-17T04:26:25.477" v="55" actId="1076"/>
          <ac:picMkLst>
            <pc:docMk/>
            <pc:sldMk cId="3867548001" sldId="257"/>
            <ac:picMk id="27" creationId="{B3BBDA34-030E-D33D-79E0-A3B8A9DE3F77}"/>
          </ac:picMkLst>
        </pc:picChg>
        <pc:picChg chg="add mod">
          <ac:chgData name="Guillermo AntonioAguirre" userId="42908199-65f4-4d4a-8e05-6e659ccb82ce" providerId="ADAL" clId="{E12B92D3-DF88-41AC-8E89-37DC42B9CC0C}" dt="2023-02-17T04:26:48.452" v="60" actId="1076"/>
          <ac:picMkLst>
            <pc:docMk/>
            <pc:sldMk cId="3867548001" sldId="257"/>
            <ac:picMk id="28" creationId="{E26C85EA-6F06-122C-2BC6-4CFBDF7ACF57}"/>
          </ac:picMkLst>
        </pc:picChg>
        <pc:picChg chg="add mod">
          <ac:chgData name="Guillermo AntonioAguirre" userId="42908199-65f4-4d4a-8e05-6e659ccb82ce" providerId="ADAL" clId="{E12B92D3-DF88-41AC-8E89-37DC42B9CC0C}" dt="2023-02-17T04:27:09.652" v="66" actId="1076"/>
          <ac:picMkLst>
            <pc:docMk/>
            <pc:sldMk cId="3867548001" sldId="257"/>
            <ac:picMk id="29" creationId="{0C1915DB-2AFF-E8D3-582B-76182788E90C}"/>
          </ac:picMkLst>
        </pc:picChg>
        <pc:picChg chg="add mod">
          <ac:chgData name="Guillermo AntonioAguirre" userId="42908199-65f4-4d4a-8e05-6e659ccb82ce" providerId="ADAL" clId="{E12B92D3-DF88-41AC-8E89-37DC42B9CC0C}" dt="2023-02-17T04:28:03.892" v="73" actId="1076"/>
          <ac:picMkLst>
            <pc:docMk/>
            <pc:sldMk cId="3867548001" sldId="257"/>
            <ac:picMk id="31" creationId="{4F820520-3C3F-2FC5-CD88-15BAFAA09C17}"/>
          </ac:picMkLst>
        </pc:picChg>
        <pc:picChg chg="add mod modCrop">
          <ac:chgData name="Guillermo AntonioAguirre" userId="42908199-65f4-4d4a-8e05-6e659ccb82ce" providerId="ADAL" clId="{E12B92D3-DF88-41AC-8E89-37DC42B9CC0C}" dt="2023-02-17T04:32:32.700" v="91" actId="1076"/>
          <ac:picMkLst>
            <pc:docMk/>
            <pc:sldMk cId="3867548001" sldId="257"/>
            <ac:picMk id="33" creationId="{B96AA639-C121-00AB-4DDF-62EACB761D99}"/>
          </ac:picMkLst>
        </pc:picChg>
      </pc:sldChg>
      <pc:sldChg chg="modSp mod">
        <pc:chgData name="Guillermo AntonioAguirre" userId="42908199-65f4-4d4a-8e05-6e659ccb82ce" providerId="ADAL" clId="{E12B92D3-DF88-41AC-8E89-37DC42B9CC0C}" dt="2023-02-17T04:08:29.450" v="3" actId="122"/>
        <pc:sldMkLst>
          <pc:docMk/>
          <pc:sldMk cId="605203882" sldId="258"/>
        </pc:sldMkLst>
        <pc:spChg chg="mod">
          <ac:chgData name="Guillermo AntonioAguirre" userId="42908199-65f4-4d4a-8e05-6e659ccb82ce" providerId="ADAL" clId="{E12B92D3-DF88-41AC-8E89-37DC42B9CC0C}" dt="2023-02-17T04:08:29.450" v="3" actId="122"/>
          <ac:spMkLst>
            <pc:docMk/>
            <pc:sldMk cId="605203882" sldId="258"/>
            <ac:spMk id="4" creationId="{C0755CF6-2F4E-5868-99DA-CD2642859F31}"/>
          </ac:spMkLst>
        </pc:spChg>
      </pc:sldChg>
      <pc:sldChg chg="modSp mod">
        <pc:chgData name="Guillermo AntonioAguirre" userId="42908199-65f4-4d4a-8e05-6e659ccb82ce" providerId="ADAL" clId="{E12B92D3-DF88-41AC-8E89-37DC42B9CC0C}" dt="2023-02-17T04:08:24.924" v="2" actId="122"/>
        <pc:sldMkLst>
          <pc:docMk/>
          <pc:sldMk cId="76948863" sldId="259"/>
        </pc:sldMkLst>
        <pc:spChg chg="mod">
          <ac:chgData name="Guillermo AntonioAguirre" userId="42908199-65f4-4d4a-8e05-6e659ccb82ce" providerId="ADAL" clId="{E12B92D3-DF88-41AC-8E89-37DC42B9CC0C}" dt="2023-02-17T04:08:24.924" v="2" actId="122"/>
          <ac:spMkLst>
            <pc:docMk/>
            <pc:sldMk cId="76948863" sldId="259"/>
            <ac:spMk id="4" creationId="{C0755CF6-2F4E-5868-99DA-CD2642859F31}"/>
          </ac:spMkLst>
        </pc:spChg>
      </pc:sldChg>
      <pc:sldChg chg="modSp mod">
        <pc:chgData name="Guillermo AntonioAguirre" userId="42908199-65f4-4d4a-8e05-6e659ccb82ce" providerId="ADAL" clId="{E12B92D3-DF88-41AC-8E89-37DC42B9CC0C}" dt="2023-02-17T04:09:23.530" v="11"/>
        <pc:sldMkLst>
          <pc:docMk/>
          <pc:sldMk cId="388793681" sldId="260"/>
        </pc:sldMkLst>
        <pc:spChg chg="mod">
          <ac:chgData name="Guillermo AntonioAguirre" userId="42908199-65f4-4d4a-8e05-6e659ccb82ce" providerId="ADAL" clId="{E12B92D3-DF88-41AC-8E89-37DC42B9CC0C}" dt="2023-02-17T04:09:23.530" v="11"/>
          <ac:spMkLst>
            <pc:docMk/>
            <pc:sldMk cId="388793681" sldId="260"/>
            <ac:spMk id="4" creationId="{C0755CF6-2F4E-5868-99DA-CD2642859F31}"/>
          </ac:spMkLst>
        </pc:spChg>
      </pc:sldChg>
      <pc:sldChg chg="modSp mod">
        <pc:chgData name="Guillermo AntonioAguirre" userId="42908199-65f4-4d4a-8e05-6e659ccb82ce" providerId="ADAL" clId="{E12B92D3-DF88-41AC-8E89-37DC42B9CC0C}" dt="2023-02-17T04:09:43.115" v="12"/>
        <pc:sldMkLst>
          <pc:docMk/>
          <pc:sldMk cId="1549889469" sldId="261"/>
        </pc:sldMkLst>
        <pc:spChg chg="mod">
          <ac:chgData name="Guillermo AntonioAguirre" userId="42908199-65f4-4d4a-8e05-6e659ccb82ce" providerId="ADAL" clId="{E12B92D3-DF88-41AC-8E89-37DC42B9CC0C}" dt="2023-02-17T04:09:43.115" v="12"/>
          <ac:spMkLst>
            <pc:docMk/>
            <pc:sldMk cId="1549889469" sldId="261"/>
            <ac:spMk id="4" creationId="{C0755CF6-2F4E-5868-99DA-CD2642859F31}"/>
          </ac:spMkLst>
        </pc:spChg>
      </pc:sldChg>
      <pc:sldChg chg="modSp mod">
        <pc:chgData name="Guillermo AntonioAguirre" userId="42908199-65f4-4d4a-8e05-6e659ccb82ce" providerId="ADAL" clId="{E12B92D3-DF88-41AC-8E89-37DC42B9CC0C}" dt="2023-02-17T04:09:59.102" v="13"/>
        <pc:sldMkLst>
          <pc:docMk/>
          <pc:sldMk cId="760293200" sldId="262"/>
        </pc:sldMkLst>
        <pc:spChg chg="mod">
          <ac:chgData name="Guillermo AntonioAguirre" userId="42908199-65f4-4d4a-8e05-6e659ccb82ce" providerId="ADAL" clId="{E12B92D3-DF88-41AC-8E89-37DC42B9CC0C}" dt="2023-02-17T04:09:59.102" v="13"/>
          <ac:spMkLst>
            <pc:docMk/>
            <pc:sldMk cId="760293200" sldId="262"/>
            <ac:spMk id="4" creationId="{C0755CF6-2F4E-5868-99DA-CD2642859F31}"/>
          </ac:spMkLst>
        </pc:spChg>
      </pc:sldChg>
      <pc:sldChg chg="modSp mod">
        <pc:chgData name="Guillermo AntonioAguirre" userId="42908199-65f4-4d4a-8e05-6e659ccb82ce" providerId="ADAL" clId="{E12B92D3-DF88-41AC-8E89-37DC42B9CC0C}" dt="2023-02-17T04:10:26.217" v="14"/>
        <pc:sldMkLst>
          <pc:docMk/>
          <pc:sldMk cId="889314684" sldId="263"/>
        </pc:sldMkLst>
        <pc:spChg chg="mod">
          <ac:chgData name="Guillermo AntonioAguirre" userId="42908199-65f4-4d4a-8e05-6e659ccb82ce" providerId="ADAL" clId="{E12B92D3-DF88-41AC-8E89-37DC42B9CC0C}" dt="2023-02-17T04:10:26.217" v="14"/>
          <ac:spMkLst>
            <pc:docMk/>
            <pc:sldMk cId="889314684" sldId="263"/>
            <ac:spMk id="4" creationId="{C0755CF6-2F4E-5868-99DA-CD2642859F31}"/>
          </ac:spMkLst>
        </pc:spChg>
      </pc:sldChg>
      <pc:sldChg chg="modSp mod">
        <pc:chgData name="Guillermo AntonioAguirre" userId="42908199-65f4-4d4a-8e05-6e659ccb82ce" providerId="ADAL" clId="{E12B92D3-DF88-41AC-8E89-37DC42B9CC0C}" dt="2023-02-17T04:10:49.486" v="15"/>
        <pc:sldMkLst>
          <pc:docMk/>
          <pc:sldMk cId="1034337948" sldId="264"/>
        </pc:sldMkLst>
        <pc:spChg chg="mod">
          <ac:chgData name="Guillermo AntonioAguirre" userId="42908199-65f4-4d4a-8e05-6e659ccb82ce" providerId="ADAL" clId="{E12B92D3-DF88-41AC-8E89-37DC42B9CC0C}" dt="2023-02-17T04:10:49.486" v="15"/>
          <ac:spMkLst>
            <pc:docMk/>
            <pc:sldMk cId="1034337948" sldId="264"/>
            <ac:spMk id="4" creationId="{C0755CF6-2F4E-5868-99DA-CD2642859F31}"/>
          </ac:spMkLst>
        </pc:spChg>
      </pc:sldChg>
      <pc:sldChg chg="modSp mod">
        <pc:chgData name="Guillermo AntonioAguirre" userId="42908199-65f4-4d4a-8e05-6e659ccb82ce" providerId="ADAL" clId="{E12B92D3-DF88-41AC-8E89-37DC42B9CC0C}" dt="2023-02-17T04:11:06.780" v="16"/>
        <pc:sldMkLst>
          <pc:docMk/>
          <pc:sldMk cId="1136964302" sldId="265"/>
        </pc:sldMkLst>
        <pc:spChg chg="mod">
          <ac:chgData name="Guillermo AntonioAguirre" userId="42908199-65f4-4d4a-8e05-6e659ccb82ce" providerId="ADAL" clId="{E12B92D3-DF88-41AC-8E89-37DC42B9CC0C}" dt="2023-02-17T04:11:06.780" v="16"/>
          <ac:spMkLst>
            <pc:docMk/>
            <pc:sldMk cId="1136964302" sldId="265"/>
            <ac:spMk id="4" creationId="{C0755CF6-2F4E-5868-99DA-CD2642859F31}"/>
          </ac:spMkLst>
        </pc:spChg>
      </pc:sldChg>
      <pc:sldChg chg="modSp mod">
        <pc:chgData name="Guillermo AntonioAguirre" userId="42908199-65f4-4d4a-8e05-6e659ccb82ce" providerId="ADAL" clId="{E12B92D3-DF88-41AC-8E89-37DC42B9CC0C}" dt="2023-02-17T04:11:26.012" v="17"/>
        <pc:sldMkLst>
          <pc:docMk/>
          <pc:sldMk cId="1035360212" sldId="266"/>
        </pc:sldMkLst>
        <pc:spChg chg="mod">
          <ac:chgData name="Guillermo AntonioAguirre" userId="42908199-65f4-4d4a-8e05-6e659ccb82ce" providerId="ADAL" clId="{E12B92D3-DF88-41AC-8E89-37DC42B9CC0C}" dt="2023-02-17T04:11:26.012" v="17"/>
          <ac:spMkLst>
            <pc:docMk/>
            <pc:sldMk cId="1035360212" sldId="266"/>
            <ac:spMk id="4" creationId="{C0755CF6-2F4E-5868-99DA-CD2642859F31}"/>
          </ac:spMkLst>
        </pc:spChg>
      </pc:sldChg>
      <pc:sldMasterChg chg="setBg modSldLayout">
        <pc:chgData name="Guillermo AntonioAguirre" userId="42908199-65f4-4d4a-8e05-6e659ccb82ce" providerId="ADAL" clId="{E12B92D3-DF88-41AC-8E89-37DC42B9CC0C}" dt="2023-02-17T04:31:12.060" v="79"/>
        <pc:sldMasterMkLst>
          <pc:docMk/>
          <pc:sldMasterMk cId="1387997903" sldId="2147483648"/>
        </pc:sldMasterMkLst>
        <pc:sldLayoutChg chg="setBg">
          <pc:chgData name="Guillermo AntonioAguirre" userId="42908199-65f4-4d4a-8e05-6e659ccb82ce" providerId="ADAL" clId="{E12B92D3-DF88-41AC-8E89-37DC42B9CC0C}" dt="2023-02-17T04:31:12.060" v="79"/>
          <pc:sldLayoutMkLst>
            <pc:docMk/>
            <pc:sldMasterMk cId="1387997903" sldId="2147483648"/>
            <pc:sldLayoutMk cId="1647326580" sldId="2147483649"/>
          </pc:sldLayoutMkLst>
        </pc:sldLayoutChg>
        <pc:sldLayoutChg chg="setBg">
          <pc:chgData name="Guillermo AntonioAguirre" userId="42908199-65f4-4d4a-8e05-6e659ccb82ce" providerId="ADAL" clId="{E12B92D3-DF88-41AC-8E89-37DC42B9CC0C}" dt="2023-02-17T04:31:12.060" v="79"/>
          <pc:sldLayoutMkLst>
            <pc:docMk/>
            <pc:sldMasterMk cId="1387997903" sldId="2147483648"/>
            <pc:sldLayoutMk cId="2773702304" sldId="2147483650"/>
          </pc:sldLayoutMkLst>
        </pc:sldLayoutChg>
        <pc:sldLayoutChg chg="setBg">
          <pc:chgData name="Guillermo AntonioAguirre" userId="42908199-65f4-4d4a-8e05-6e659ccb82ce" providerId="ADAL" clId="{E12B92D3-DF88-41AC-8E89-37DC42B9CC0C}" dt="2023-02-17T04:31:12.060" v="79"/>
          <pc:sldLayoutMkLst>
            <pc:docMk/>
            <pc:sldMasterMk cId="1387997903" sldId="2147483648"/>
            <pc:sldLayoutMk cId="1631680538" sldId="2147483651"/>
          </pc:sldLayoutMkLst>
        </pc:sldLayoutChg>
        <pc:sldLayoutChg chg="setBg">
          <pc:chgData name="Guillermo AntonioAguirre" userId="42908199-65f4-4d4a-8e05-6e659ccb82ce" providerId="ADAL" clId="{E12B92D3-DF88-41AC-8E89-37DC42B9CC0C}" dt="2023-02-17T04:31:12.060" v="79"/>
          <pc:sldLayoutMkLst>
            <pc:docMk/>
            <pc:sldMasterMk cId="1387997903" sldId="2147483648"/>
            <pc:sldLayoutMk cId="1896378119" sldId="2147483652"/>
          </pc:sldLayoutMkLst>
        </pc:sldLayoutChg>
        <pc:sldLayoutChg chg="setBg">
          <pc:chgData name="Guillermo AntonioAguirre" userId="42908199-65f4-4d4a-8e05-6e659ccb82ce" providerId="ADAL" clId="{E12B92D3-DF88-41AC-8E89-37DC42B9CC0C}" dt="2023-02-17T04:31:12.060" v="79"/>
          <pc:sldLayoutMkLst>
            <pc:docMk/>
            <pc:sldMasterMk cId="1387997903" sldId="2147483648"/>
            <pc:sldLayoutMk cId="3869827945" sldId="2147483653"/>
          </pc:sldLayoutMkLst>
        </pc:sldLayoutChg>
        <pc:sldLayoutChg chg="setBg">
          <pc:chgData name="Guillermo AntonioAguirre" userId="42908199-65f4-4d4a-8e05-6e659ccb82ce" providerId="ADAL" clId="{E12B92D3-DF88-41AC-8E89-37DC42B9CC0C}" dt="2023-02-17T04:31:12.060" v="79"/>
          <pc:sldLayoutMkLst>
            <pc:docMk/>
            <pc:sldMasterMk cId="1387997903" sldId="2147483648"/>
            <pc:sldLayoutMk cId="2615048211" sldId="2147483654"/>
          </pc:sldLayoutMkLst>
        </pc:sldLayoutChg>
        <pc:sldLayoutChg chg="setBg">
          <pc:chgData name="Guillermo AntonioAguirre" userId="42908199-65f4-4d4a-8e05-6e659ccb82ce" providerId="ADAL" clId="{E12B92D3-DF88-41AC-8E89-37DC42B9CC0C}" dt="2023-02-17T04:31:12.060" v="79"/>
          <pc:sldLayoutMkLst>
            <pc:docMk/>
            <pc:sldMasterMk cId="1387997903" sldId="2147483648"/>
            <pc:sldLayoutMk cId="1122536841" sldId="2147483655"/>
          </pc:sldLayoutMkLst>
        </pc:sldLayoutChg>
        <pc:sldLayoutChg chg="setBg">
          <pc:chgData name="Guillermo AntonioAguirre" userId="42908199-65f4-4d4a-8e05-6e659ccb82ce" providerId="ADAL" clId="{E12B92D3-DF88-41AC-8E89-37DC42B9CC0C}" dt="2023-02-17T04:31:12.060" v="79"/>
          <pc:sldLayoutMkLst>
            <pc:docMk/>
            <pc:sldMasterMk cId="1387997903" sldId="2147483648"/>
            <pc:sldLayoutMk cId="1544307036" sldId="2147483656"/>
          </pc:sldLayoutMkLst>
        </pc:sldLayoutChg>
        <pc:sldLayoutChg chg="setBg">
          <pc:chgData name="Guillermo AntonioAguirre" userId="42908199-65f4-4d4a-8e05-6e659ccb82ce" providerId="ADAL" clId="{E12B92D3-DF88-41AC-8E89-37DC42B9CC0C}" dt="2023-02-17T04:31:12.060" v="79"/>
          <pc:sldLayoutMkLst>
            <pc:docMk/>
            <pc:sldMasterMk cId="1387997903" sldId="2147483648"/>
            <pc:sldLayoutMk cId="1914197424" sldId="2147483657"/>
          </pc:sldLayoutMkLst>
        </pc:sldLayoutChg>
        <pc:sldLayoutChg chg="setBg">
          <pc:chgData name="Guillermo AntonioAguirre" userId="42908199-65f4-4d4a-8e05-6e659ccb82ce" providerId="ADAL" clId="{E12B92D3-DF88-41AC-8E89-37DC42B9CC0C}" dt="2023-02-17T04:31:12.060" v="79"/>
          <pc:sldLayoutMkLst>
            <pc:docMk/>
            <pc:sldMasterMk cId="1387997903" sldId="2147483648"/>
            <pc:sldLayoutMk cId="2079988150" sldId="2147483658"/>
          </pc:sldLayoutMkLst>
        </pc:sldLayoutChg>
        <pc:sldLayoutChg chg="setBg">
          <pc:chgData name="Guillermo AntonioAguirre" userId="42908199-65f4-4d4a-8e05-6e659ccb82ce" providerId="ADAL" clId="{E12B92D3-DF88-41AC-8E89-37DC42B9CC0C}" dt="2023-02-17T04:31:12.060" v="79"/>
          <pc:sldLayoutMkLst>
            <pc:docMk/>
            <pc:sldMasterMk cId="1387997903" sldId="2147483648"/>
            <pc:sldLayoutMk cId="2005426464"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NI"/>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D8B4B9-AC70-4176-B31F-5CD5B395FE06}" type="datetimeFigureOut">
              <a:rPr lang="es-NI" smtClean="0"/>
              <a:t>17/2/2023</a:t>
            </a:fld>
            <a:endParaRPr lang="es-NI"/>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NI"/>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NI"/>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E52383-EAFC-40E2-ADA0-D6C0EB191168}" type="slidenum">
              <a:rPr lang="es-NI" smtClean="0"/>
              <a:t>‹Nº›</a:t>
            </a:fld>
            <a:endParaRPr lang="es-NI"/>
          </a:p>
        </p:txBody>
      </p:sp>
    </p:spTree>
    <p:extLst>
      <p:ext uri="{BB962C8B-B14F-4D97-AF65-F5344CB8AC3E}">
        <p14:creationId xmlns:p14="http://schemas.microsoft.com/office/powerpoint/2010/main" val="401314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este ejemplo, el programa solicita al usuario que ingrese un número y utiliza una estructura "Si Entonces" anidada para verificar si el número es positivo, negativo o cero y si es par o impar. Si el número es positivo, el programa evalúa si es par o impar y lo indica en la salida. Si el número es cero, el programa indica que el número es cero. Si el número es negativo, el programa indica que es negativo.</a:t>
            </a:r>
            <a:endParaRPr lang="es-NI" dirty="0"/>
          </a:p>
        </p:txBody>
      </p:sp>
      <p:sp>
        <p:nvSpPr>
          <p:cNvPr id="4" name="Marcador de número de diapositiva 3"/>
          <p:cNvSpPr>
            <a:spLocks noGrp="1"/>
          </p:cNvSpPr>
          <p:nvPr>
            <p:ph type="sldNum" sz="quarter" idx="5"/>
          </p:nvPr>
        </p:nvSpPr>
        <p:spPr/>
        <p:txBody>
          <a:bodyPr/>
          <a:lstStyle/>
          <a:p>
            <a:fld id="{AEE52383-EAFC-40E2-ADA0-D6C0EB191168}" type="slidenum">
              <a:rPr lang="es-NI" smtClean="0"/>
              <a:t>8</a:t>
            </a:fld>
            <a:endParaRPr lang="es-NI"/>
          </a:p>
        </p:txBody>
      </p:sp>
    </p:spTree>
    <p:extLst>
      <p:ext uri="{BB962C8B-B14F-4D97-AF65-F5344CB8AC3E}">
        <p14:creationId xmlns:p14="http://schemas.microsoft.com/office/powerpoint/2010/main" val="2271397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Este ejemplo imprime los números del 1 al 5 utilizando un ciclo "Mientras". En el ejemplo, la variable "i" se inicializa en 1 y luego se utiliza en la condición del ciclo "Mientras". El ciclo se ejecutará mientras "i" sea menor o igual a 5. Dentro del ciclo, se escribe el valor actual de "i" y luego se incrementa en 1 para la próxima iteración del ciclo. Cuando "i" se incrementa a 6, la condición del ciclo se vuelve falsa y el ciclo se detiene.</a:t>
            </a:r>
          </a:p>
          <a:p>
            <a:endParaRPr lang="es-NI" dirty="0"/>
          </a:p>
        </p:txBody>
      </p:sp>
      <p:sp>
        <p:nvSpPr>
          <p:cNvPr id="4" name="Marcador de número de diapositiva 3"/>
          <p:cNvSpPr>
            <a:spLocks noGrp="1"/>
          </p:cNvSpPr>
          <p:nvPr>
            <p:ph type="sldNum" sz="quarter" idx="5"/>
          </p:nvPr>
        </p:nvSpPr>
        <p:spPr/>
        <p:txBody>
          <a:bodyPr/>
          <a:lstStyle/>
          <a:p>
            <a:fld id="{AEE52383-EAFC-40E2-ADA0-D6C0EB191168}" type="slidenum">
              <a:rPr lang="es-NI" smtClean="0"/>
              <a:t>9</a:t>
            </a:fld>
            <a:endParaRPr lang="es-NI"/>
          </a:p>
        </p:txBody>
      </p:sp>
    </p:spTree>
    <p:extLst>
      <p:ext uri="{BB962C8B-B14F-4D97-AF65-F5344CB8AC3E}">
        <p14:creationId xmlns:p14="http://schemas.microsoft.com/office/powerpoint/2010/main" val="927638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En este ejemplo, el programa utiliza la estructura "Para" para imprimir los números del 1 al 5. En Python, se utiliza la función "</a:t>
            </a:r>
            <a:r>
              <a:rPr lang="es-ES" dirty="0" err="1"/>
              <a:t>range</a:t>
            </a:r>
            <a:r>
              <a:rPr lang="es-ES" dirty="0"/>
              <a:t>" para generar una secuencia de números que se recorre mediante un bucle "</a:t>
            </a:r>
            <a:r>
              <a:rPr lang="es-ES" dirty="0" err="1"/>
              <a:t>for</a:t>
            </a:r>
            <a:r>
              <a:rPr lang="es-ES" dirty="0"/>
              <a:t>". En PSeInt, se utiliza la estructura "Para" para indicar el valor inicial, final y el incremento en cada iteración del bucle. Dentro del bucle, se utiliza la función "Escribir" para mostrar en pantalla el valor actual de la variable "i".</a:t>
            </a:r>
            <a:endParaRPr lang="es-NI" dirty="0"/>
          </a:p>
        </p:txBody>
      </p:sp>
      <p:sp>
        <p:nvSpPr>
          <p:cNvPr id="4" name="Marcador de número de diapositiva 3"/>
          <p:cNvSpPr>
            <a:spLocks noGrp="1"/>
          </p:cNvSpPr>
          <p:nvPr>
            <p:ph type="sldNum" sz="quarter" idx="5"/>
          </p:nvPr>
        </p:nvSpPr>
        <p:spPr/>
        <p:txBody>
          <a:bodyPr/>
          <a:lstStyle/>
          <a:p>
            <a:fld id="{AEE52383-EAFC-40E2-ADA0-D6C0EB191168}" type="slidenum">
              <a:rPr lang="es-NI" smtClean="0"/>
              <a:t>10</a:t>
            </a:fld>
            <a:endParaRPr lang="es-NI"/>
          </a:p>
        </p:txBody>
      </p:sp>
    </p:spTree>
    <p:extLst>
      <p:ext uri="{BB962C8B-B14F-4D97-AF65-F5344CB8AC3E}">
        <p14:creationId xmlns:p14="http://schemas.microsoft.com/office/powerpoint/2010/main" val="3551442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51022D-C344-5E03-85F9-495C1D45711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15BADDA0-D418-09F8-B61E-E19389813C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6D75FDDA-1A7B-EB59-0B5E-D4F4AD05C075}"/>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5" name="Marcador de pie de página 4">
            <a:extLst>
              <a:ext uri="{FF2B5EF4-FFF2-40B4-BE49-F238E27FC236}">
                <a16:creationId xmlns:a16="http://schemas.microsoft.com/office/drawing/2014/main" id="{95F3BB45-9BF7-6AE4-F647-F09D1171B5E2}"/>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32A2E5EE-40F8-6892-6426-AC5134D4B824}"/>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1647326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F89EBE-DD70-3CF9-2A23-43737262C41A}"/>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FA372AB3-5282-E9CF-8537-65B6188FC5A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7789DF04-1F51-E3E1-1C4F-981C2A6782EA}"/>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5" name="Marcador de pie de página 4">
            <a:extLst>
              <a:ext uri="{FF2B5EF4-FFF2-40B4-BE49-F238E27FC236}">
                <a16:creationId xmlns:a16="http://schemas.microsoft.com/office/drawing/2014/main" id="{A18A8B40-DA68-97B2-1B24-07F43EC9CF1C}"/>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3BBFD5AE-1C9C-F2DE-6764-4BC60BEBF43B}"/>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2773702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DD5C31-DD2F-6F71-BAEF-FFFB690C857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7A7CDC69-DF3D-C4A3-38E7-85DB36D59A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8FA9BCD-F0AF-3630-ECEB-D3F92077AF14}"/>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5" name="Marcador de pie de página 4">
            <a:extLst>
              <a:ext uri="{FF2B5EF4-FFF2-40B4-BE49-F238E27FC236}">
                <a16:creationId xmlns:a16="http://schemas.microsoft.com/office/drawing/2014/main" id="{64469C4D-17ED-BBA6-513A-E658D3B72CF1}"/>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4C67A40F-81E6-8167-F3DF-9CC9BE5F39F3}"/>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1631680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0DC51E-B3EE-25B4-119A-0BB44621FB7D}"/>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918B9EC4-A437-3EBC-5E7F-AB2B764E66C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511BD6D0-EA0D-AA35-83FB-92EB575C2D7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59BC86BB-37DD-421D-FFDB-97F773F48E07}"/>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6" name="Marcador de pie de página 5">
            <a:extLst>
              <a:ext uri="{FF2B5EF4-FFF2-40B4-BE49-F238E27FC236}">
                <a16:creationId xmlns:a16="http://schemas.microsoft.com/office/drawing/2014/main" id="{ED4742BB-4D08-E6E8-A6CF-2B1566A71E57}"/>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0C232896-5478-F11F-B4B5-0DEEABEE1FF6}"/>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1896378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449880-A2BB-1A2C-7985-F9D7ECBBE53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BE89BBC1-5A6C-70A7-4296-084168EB49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5DFB70F-8C86-3D8D-AF71-8FBB582AC03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5DAC6F0C-DDCB-88B9-DA6B-BEA1A12F02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EACE3E7-F83F-D8B7-027C-8A9B3E6767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AC629343-FD08-4EE6-AF24-0A3954C9FC06}"/>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8" name="Marcador de pie de página 7">
            <a:extLst>
              <a:ext uri="{FF2B5EF4-FFF2-40B4-BE49-F238E27FC236}">
                <a16:creationId xmlns:a16="http://schemas.microsoft.com/office/drawing/2014/main" id="{9325D14D-C8DB-BB72-4BF9-39926BAD7437}"/>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82EC7E60-577D-0794-D673-226B176641D0}"/>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3869827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3DE35-4722-B4FE-2CEC-DA0A4542FFA6}"/>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B5C1B894-8F0D-4AB0-FFBB-944584ABEFF2}"/>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4" name="Marcador de pie de página 3">
            <a:extLst>
              <a:ext uri="{FF2B5EF4-FFF2-40B4-BE49-F238E27FC236}">
                <a16:creationId xmlns:a16="http://schemas.microsoft.com/office/drawing/2014/main" id="{4572CF61-B622-AE52-CA4A-C23059A9EE0E}"/>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E50E798C-33C4-93DD-C49B-5E4B70641C3A}"/>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2615048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35D7A2D-BAE9-9715-4BA4-E6C5E07D46DE}"/>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3" name="Marcador de pie de página 2">
            <a:extLst>
              <a:ext uri="{FF2B5EF4-FFF2-40B4-BE49-F238E27FC236}">
                <a16:creationId xmlns:a16="http://schemas.microsoft.com/office/drawing/2014/main" id="{747A2821-722A-FCC3-4611-222AF21CB57C}"/>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54E58440-60EB-C727-D492-1D476A905E89}"/>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1122536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2A6E65-8BD9-434C-766E-D42D08B525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9091BFB8-C48A-C863-671F-1D6C047F25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8FCDB22A-3192-97DF-C71E-F4545D573A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DDE21EB-7065-1D93-0D98-F25B0A11F454}"/>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6" name="Marcador de pie de página 5">
            <a:extLst>
              <a:ext uri="{FF2B5EF4-FFF2-40B4-BE49-F238E27FC236}">
                <a16:creationId xmlns:a16="http://schemas.microsoft.com/office/drawing/2014/main" id="{AE93E26F-DD53-20FB-DFDB-6D2A5A42FA1A}"/>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DFE9A1FB-AF42-6BED-C105-937FFED52EB8}"/>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154430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3D35E1-11A4-8892-ECFC-9E7E73A42CD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0D3A228B-69E6-C5E6-0DEF-A37F04C988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8C3A154B-6A61-178B-5650-2C39741AC2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FE99323-D771-A5CF-6B47-0ACADEDDC995}"/>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6" name="Marcador de pie de página 5">
            <a:extLst>
              <a:ext uri="{FF2B5EF4-FFF2-40B4-BE49-F238E27FC236}">
                <a16:creationId xmlns:a16="http://schemas.microsoft.com/office/drawing/2014/main" id="{AD551D1C-FC54-85CC-8D06-6EFE268B2FD3}"/>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0D1F6454-7001-BA69-1637-E0FE9B2BDF1D}"/>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191419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2DB4C8-83A7-F599-752F-EDE7CAF40F81}"/>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F67527F0-D5EB-5F7A-6864-98F74406783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A7B39C56-AA20-D9EC-F128-ED9FA5EADE08}"/>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5" name="Marcador de pie de página 4">
            <a:extLst>
              <a:ext uri="{FF2B5EF4-FFF2-40B4-BE49-F238E27FC236}">
                <a16:creationId xmlns:a16="http://schemas.microsoft.com/office/drawing/2014/main" id="{34C7271C-84DC-7D12-D02E-5E3CDC3493E2}"/>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6F9D540F-7A8C-3C53-092F-F2F3DFB7E8EF}"/>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2079988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12386FB-A14B-7E10-E52D-28F011986CA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B2052503-60A5-3CF9-D1F5-DDB7848A758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5E62CB65-2F20-2670-D000-84B3C71A81D5}"/>
              </a:ext>
            </a:extLst>
          </p:cNvPr>
          <p:cNvSpPr>
            <a:spLocks noGrp="1"/>
          </p:cNvSpPr>
          <p:nvPr>
            <p:ph type="dt" sz="half" idx="10"/>
          </p:nvPr>
        </p:nvSpPr>
        <p:spPr/>
        <p:txBody>
          <a:bodyPr/>
          <a:lstStyle/>
          <a:p>
            <a:fld id="{61368161-49B1-4357-99F1-943C4F2E4CFC}" type="datetimeFigureOut">
              <a:rPr lang="es-NI" smtClean="0"/>
              <a:t>17/2/2023</a:t>
            </a:fld>
            <a:endParaRPr lang="es-NI"/>
          </a:p>
        </p:txBody>
      </p:sp>
      <p:sp>
        <p:nvSpPr>
          <p:cNvPr id="5" name="Marcador de pie de página 4">
            <a:extLst>
              <a:ext uri="{FF2B5EF4-FFF2-40B4-BE49-F238E27FC236}">
                <a16:creationId xmlns:a16="http://schemas.microsoft.com/office/drawing/2014/main" id="{3DD6B738-899D-BFC3-6517-10CE59D35A1D}"/>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93E7A8D5-94FD-2C4A-08E3-CBD2D3126A03}"/>
              </a:ext>
            </a:extLst>
          </p:cNvPr>
          <p:cNvSpPr>
            <a:spLocks noGrp="1"/>
          </p:cNvSpPr>
          <p:nvPr>
            <p:ph type="sldNum" sz="quarter" idx="12"/>
          </p:nvPr>
        </p:nvSpPr>
        <p:spPr/>
        <p:txBody>
          <a:bodyPr/>
          <a:lstStyle/>
          <a:p>
            <a:fld id="{1EBC4B73-BE77-484D-8D0A-467ABFC95A1D}" type="slidenum">
              <a:rPr lang="es-NI" smtClean="0"/>
              <a:t>‹Nº›</a:t>
            </a:fld>
            <a:endParaRPr lang="es-NI"/>
          </a:p>
        </p:txBody>
      </p:sp>
    </p:spTree>
    <p:extLst>
      <p:ext uri="{BB962C8B-B14F-4D97-AF65-F5344CB8AC3E}">
        <p14:creationId xmlns:p14="http://schemas.microsoft.com/office/powerpoint/2010/main" val="2005426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FD8DC"/>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70C48DF-A826-F58E-E6A1-19C1588C08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734E594B-D87A-67FD-D7BD-3C302D46E0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C59848DC-F4DF-6695-2CAA-9A215E59BF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368161-49B1-4357-99F1-943C4F2E4CFC}" type="datetimeFigureOut">
              <a:rPr lang="es-NI" smtClean="0"/>
              <a:t>17/2/2023</a:t>
            </a:fld>
            <a:endParaRPr lang="es-NI"/>
          </a:p>
        </p:txBody>
      </p:sp>
      <p:sp>
        <p:nvSpPr>
          <p:cNvPr id="5" name="Marcador de pie de página 4">
            <a:extLst>
              <a:ext uri="{FF2B5EF4-FFF2-40B4-BE49-F238E27FC236}">
                <a16:creationId xmlns:a16="http://schemas.microsoft.com/office/drawing/2014/main" id="{235CA4F6-63E2-54AB-9957-C661FBDD71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72DB3887-45B5-1AAB-2828-86B0166317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C4B73-BE77-484D-8D0A-467ABFC95A1D}" type="slidenum">
              <a:rPr lang="es-NI" smtClean="0"/>
              <a:t>‹Nº›</a:t>
            </a:fld>
            <a:endParaRPr lang="es-NI"/>
          </a:p>
        </p:txBody>
      </p:sp>
    </p:spTree>
    <p:extLst>
      <p:ext uri="{BB962C8B-B14F-4D97-AF65-F5344CB8AC3E}">
        <p14:creationId xmlns:p14="http://schemas.microsoft.com/office/powerpoint/2010/main" val="13879979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image" Target="../media/image8.png"/><Relationship Id="rId18" Type="http://schemas.microsoft.com/office/2007/relationships/hdphoto" Target="../media/hdphoto1.wdp"/><Relationship Id="rId3" Type="http://schemas.openxmlformats.org/officeDocument/2006/relationships/slide" Target="slide3.xml"/><Relationship Id="rId7" Type="http://schemas.openxmlformats.org/officeDocument/2006/relationships/slide" Target="slide6.xml"/><Relationship Id="rId12" Type="http://schemas.openxmlformats.org/officeDocument/2006/relationships/image" Target="../media/image7.svg"/><Relationship Id="rId17" Type="http://schemas.openxmlformats.org/officeDocument/2006/relationships/image" Target="../media/image12.png"/><Relationship Id="rId2" Type="http://schemas.openxmlformats.org/officeDocument/2006/relationships/slide" Target="slide7.xml"/><Relationship Id="rId16" Type="http://schemas.openxmlformats.org/officeDocument/2006/relationships/image" Target="../media/image11.svg"/><Relationship Id="rId1" Type="http://schemas.openxmlformats.org/officeDocument/2006/relationships/slideLayout" Target="../slideLayouts/slideLayout1.xml"/><Relationship Id="rId6" Type="http://schemas.openxmlformats.org/officeDocument/2006/relationships/slide" Target="slide4.xml"/><Relationship Id="rId11" Type="http://schemas.openxmlformats.org/officeDocument/2006/relationships/image" Target="../media/image6.png"/><Relationship Id="rId5" Type="http://schemas.openxmlformats.org/officeDocument/2006/relationships/slide" Target="slide5.xml"/><Relationship Id="rId15" Type="http://schemas.openxmlformats.org/officeDocument/2006/relationships/image" Target="../media/image10.png"/><Relationship Id="rId10" Type="http://schemas.openxmlformats.org/officeDocument/2006/relationships/slide" Target="slide11.xml"/><Relationship Id="rId4" Type="http://schemas.openxmlformats.org/officeDocument/2006/relationships/slide" Target="slide8.xml"/><Relationship Id="rId9" Type="http://schemas.openxmlformats.org/officeDocument/2006/relationships/slide" Target="slide10.xml"/><Relationship Id="rId1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2.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2.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2.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2.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2.xml"/><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1.sv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1.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sv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2.xml"/><Relationship Id="rId1" Type="http://schemas.openxmlformats.org/officeDocument/2006/relationships/slideLayout" Target="../slideLayouts/slideLayout1.xml"/><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68D1A63C-37B4-7267-1D0E-0F22B57E4CDB}"/>
              </a:ext>
            </a:extLst>
          </p:cNvPr>
          <p:cNvPicPr>
            <a:picLocks noChangeAspect="1"/>
          </p:cNvPicPr>
          <p:nvPr/>
        </p:nvPicPr>
        <p:blipFill>
          <a:blip r:embed="rId2">
            <a:alphaModFix amt="50000"/>
            <a:extLst>
              <a:ext uri="{BEBA8EAE-BF5A-486C-A8C5-ECC9F3942E4B}">
                <a14:imgProps xmlns:a14="http://schemas.microsoft.com/office/drawing/2010/main">
                  <a14:imgLayer r:embed="rId3">
                    <a14:imgEffect>
                      <a14:backgroundRemoval t="5599" b="96224" l="659" r="98170">
                        <a14:foregroundMark x1="9663" y1="10938" x2="12665" y2="69922"/>
                        <a14:foregroundMark x1="12665" y1="69922" x2="11420" y2="82422"/>
                        <a14:foregroundMark x1="19107" y1="17578" x2="19912" y2="81641"/>
                        <a14:foregroundMark x1="2123" y1="13411" x2="8053" y2="84375"/>
                        <a14:foregroundMark x1="8053" y1="84375" x2="7833" y2="86328"/>
                        <a14:foregroundMark x1="15447" y1="75391" x2="72182" y2="71484"/>
                        <a14:foregroundMark x1="25256" y1="86068" x2="42094" y2="86328"/>
                        <a14:foregroundMark x1="42094" y1="86328" x2="72182" y2="83464"/>
                        <a14:foregroundMark x1="89971" y1="16536" x2="91362" y2="92448"/>
                        <a14:foregroundMark x1="77599" y1="22526" x2="83236" y2="96224"/>
                        <a14:foregroundMark x1="13324" y1="13021" x2="68887" y2="5599"/>
                        <a14:foregroundMark x1="68887" y1="5599" x2="78917" y2="7031"/>
                        <a14:foregroundMark x1="23280" y1="30729" x2="92606" y2="17578"/>
                        <a14:foregroundMark x1="92606" y1="17578" x2="92606" y2="17578"/>
                        <a14:foregroundMark x1="659" y1="8333" x2="17643" y2="75260"/>
                        <a14:foregroundMark x1="2855" y1="37891" x2="7321" y2="60677"/>
                        <a14:foregroundMark x1="96999" y1="13281" x2="98170" y2="58984"/>
                        <a14:backgroundMark x1="36457" y1="63151" x2="45974" y2="62109"/>
                        <a14:backgroundMark x1="45974" y1="62109" x2="61201" y2="63542"/>
                        <a14:backgroundMark x1="49561" y1="49609" x2="50073" y2="60417"/>
                        <a14:backgroundMark x1="34553" y1="61458" x2="42533" y2="62109"/>
                        <a14:backgroundMark x1="60908" y1="63542" x2="67423" y2="62109"/>
                        <a14:backgroundMark x1="67423" y1="62109" x2="67570" y2="62109"/>
                        <a14:backgroundMark x1="49561" y1="48958" x2="50220" y2="60156"/>
                        <a14:backgroundMark x1="50220" y1="60156" x2="48682" y2="62109"/>
                        <a14:backgroundMark x1="46486" y1="55729" x2="56149" y2="60677"/>
                        <a14:backgroundMark x1="46559" y1="51042" x2="46486" y2="62109"/>
                        <a14:backgroundMark x1="48975" y1="50391" x2="48389" y2="62109"/>
                        <a14:backgroundMark x1="52489" y1="46094" x2="52562" y2="59896"/>
                        <a14:backgroundMark x1="52562" y1="59896" x2="52562" y2="59896"/>
                        <a14:backgroundMark x1="54100" y1="50391" x2="52196" y2="62240"/>
                        <a14:backgroundMark x1="49488" y1="52083" x2="52123" y2="59245"/>
                        <a14:backgroundMark x1="50732" y1="52214" x2="52123" y2="56901"/>
                        <a14:backgroundMark x1="49122" y1="51042" x2="46706" y2="56901"/>
                        <a14:backgroundMark x1="46706" y1="56901" x2="46706" y2="58333"/>
                        <a14:backgroundMark x1="44876" y1="61719" x2="46779" y2="50391"/>
                        <a14:backgroundMark x1="44363" y1="62109" x2="45681" y2="59245"/>
                        <a14:backgroundMark x1="54905" y1="52995" x2="55417" y2="57161"/>
                        <a14:backgroundMark x1="44143" y1="56120" x2="45681" y2="53776"/>
                        <a14:backgroundMark x1="44436" y1="53906" x2="44510" y2="55859"/>
                        <a14:backgroundMark x1="44510" y1="53255" x2="44876" y2="52604"/>
                        <a14:backgroundMark x1="48975" y1="34375" x2="49634" y2="46875"/>
                        <a14:backgroundMark x1="50000" y1="39844" x2="51245" y2="38021"/>
                        <a14:backgroundMark x1="48902" y1="34896" x2="51025" y2="34115"/>
                        <a14:backgroundMark x1="50732" y1="35026" x2="51245" y2="37109"/>
                        <a14:backgroundMark x1="48097" y1="39844" x2="49195" y2="38151"/>
                        <a14:backgroundMark x1="51098" y1="40104" x2="51391" y2="38672"/>
                        <a14:backgroundMark x1="48170" y1="39323" x2="48023" y2="38411"/>
                        <a14:backgroundMark x1="51391" y1="39063" x2="51537" y2="36198"/>
                        <a14:backgroundMark x1="45754" y1="51172" x2="49122" y2="44271"/>
                        <a14:backgroundMark x1="49122" y1="44271" x2="50659" y2="44922"/>
                        <a14:backgroundMark x1="45022" y1="49870" x2="46706" y2="45313"/>
                      </a14:backgroundRemoval>
                    </a14:imgEffect>
                  </a14:imgLayer>
                </a14:imgProps>
              </a:ext>
            </a:extLst>
          </a:blip>
          <a:stretch>
            <a:fillRect/>
          </a:stretch>
        </p:blipFill>
        <p:spPr>
          <a:xfrm>
            <a:off x="0" y="65892"/>
            <a:ext cx="12192000" cy="6854653"/>
          </a:xfrm>
          <a:prstGeom prst="rect">
            <a:avLst/>
          </a:prstGeom>
        </p:spPr>
      </p:pic>
      <p:pic>
        <p:nvPicPr>
          <p:cNvPr id="6" name="Imagen 5" descr="Logotipo&#10;&#10;Descripción generada automáticamente con confianza media">
            <a:extLst>
              <a:ext uri="{FF2B5EF4-FFF2-40B4-BE49-F238E27FC236}">
                <a16:creationId xmlns:a16="http://schemas.microsoft.com/office/drawing/2014/main" id="{9FFC5342-FB83-947D-B3ED-6CBF5B8ED0C4}"/>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4717" y="0"/>
            <a:ext cx="6805646" cy="2217152"/>
          </a:xfrm>
          <a:prstGeom prst="rect">
            <a:avLst/>
          </a:prstGeom>
        </p:spPr>
      </p:pic>
      <p:grpSp>
        <p:nvGrpSpPr>
          <p:cNvPr id="23" name="Grupo 22">
            <a:extLst>
              <a:ext uri="{FF2B5EF4-FFF2-40B4-BE49-F238E27FC236}">
                <a16:creationId xmlns:a16="http://schemas.microsoft.com/office/drawing/2014/main" id="{122D3915-6D33-7EC2-954C-4F1FBF174D70}"/>
              </a:ext>
            </a:extLst>
          </p:cNvPr>
          <p:cNvGrpSpPr/>
          <p:nvPr/>
        </p:nvGrpSpPr>
        <p:grpSpPr>
          <a:xfrm>
            <a:off x="1296537" y="2787555"/>
            <a:ext cx="984439" cy="3221364"/>
            <a:chOff x="1296537" y="2787555"/>
            <a:chExt cx="984439" cy="3221364"/>
          </a:xfrm>
        </p:grpSpPr>
        <p:sp>
          <p:nvSpPr>
            <p:cNvPr id="4" name="Elipse 3">
              <a:extLst>
                <a:ext uri="{FF2B5EF4-FFF2-40B4-BE49-F238E27FC236}">
                  <a16:creationId xmlns:a16="http://schemas.microsoft.com/office/drawing/2014/main" id="{1E198CCA-B66D-5A4E-9991-78EFF48B5505}"/>
                </a:ext>
              </a:extLst>
            </p:cNvPr>
            <p:cNvSpPr/>
            <p:nvPr/>
          </p:nvSpPr>
          <p:spPr>
            <a:xfrm>
              <a:off x="1433015" y="2787555"/>
              <a:ext cx="464024" cy="467436"/>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5" name="Rectángulo 4">
              <a:extLst>
                <a:ext uri="{FF2B5EF4-FFF2-40B4-BE49-F238E27FC236}">
                  <a16:creationId xmlns:a16="http://schemas.microsoft.com/office/drawing/2014/main" id="{9A604580-1DC4-491A-0E1F-321B43787EE5}"/>
                </a:ext>
              </a:extLst>
            </p:cNvPr>
            <p:cNvSpPr/>
            <p:nvPr/>
          </p:nvSpPr>
          <p:spPr>
            <a:xfrm>
              <a:off x="1296537" y="3493219"/>
              <a:ext cx="736979" cy="354841"/>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7" name="Rombo 6">
              <a:extLst>
                <a:ext uri="{FF2B5EF4-FFF2-40B4-BE49-F238E27FC236}">
                  <a16:creationId xmlns:a16="http://schemas.microsoft.com/office/drawing/2014/main" id="{51D4BD1E-66D9-1154-7DF3-42700ECB3897}"/>
                </a:ext>
              </a:extLst>
            </p:cNvPr>
            <p:cNvSpPr/>
            <p:nvPr/>
          </p:nvSpPr>
          <p:spPr>
            <a:xfrm>
              <a:off x="1501254" y="4086288"/>
              <a:ext cx="395785" cy="586854"/>
            </a:xfrm>
            <a:prstGeom prst="diamond">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8" name="Rectángulo: esquinas superiores, una redondeada y la otra cortada 7">
              <a:extLst>
                <a:ext uri="{FF2B5EF4-FFF2-40B4-BE49-F238E27FC236}">
                  <a16:creationId xmlns:a16="http://schemas.microsoft.com/office/drawing/2014/main" id="{A0397CEC-8C6E-68EB-8252-F463DBF504BA}"/>
                </a:ext>
              </a:extLst>
            </p:cNvPr>
            <p:cNvSpPr/>
            <p:nvPr/>
          </p:nvSpPr>
          <p:spPr>
            <a:xfrm>
              <a:off x="1330656" y="4950119"/>
              <a:ext cx="736979" cy="354841"/>
            </a:xfrm>
            <a:prstGeom prst="snip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9" name="Elipse 8">
              <a:extLst>
                <a:ext uri="{FF2B5EF4-FFF2-40B4-BE49-F238E27FC236}">
                  <a16:creationId xmlns:a16="http://schemas.microsoft.com/office/drawing/2014/main" id="{DEEBB448-FE35-A3FD-68E2-4A93730C5A98}"/>
                </a:ext>
              </a:extLst>
            </p:cNvPr>
            <p:cNvSpPr/>
            <p:nvPr/>
          </p:nvSpPr>
          <p:spPr>
            <a:xfrm>
              <a:off x="1487029" y="5541483"/>
              <a:ext cx="464024" cy="467436"/>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cxnSp>
          <p:nvCxnSpPr>
            <p:cNvPr id="11" name="Conector recto de flecha 10">
              <a:extLst>
                <a:ext uri="{FF2B5EF4-FFF2-40B4-BE49-F238E27FC236}">
                  <a16:creationId xmlns:a16="http://schemas.microsoft.com/office/drawing/2014/main" id="{27C1321C-97BB-1473-46C9-072CE06CCBDA}"/>
                </a:ext>
              </a:extLst>
            </p:cNvPr>
            <p:cNvCxnSpPr>
              <a:stCxn id="4" idx="4"/>
              <a:endCxn id="5" idx="0"/>
            </p:cNvCxnSpPr>
            <p:nvPr/>
          </p:nvCxnSpPr>
          <p:spPr>
            <a:xfrm>
              <a:off x="1665027" y="3254991"/>
              <a:ext cx="0" cy="238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BE924D1D-6ED4-9E99-7450-FFA7D4798E7C}"/>
                </a:ext>
              </a:extLst>
            </p:cNvPr>
            <p:cNvCxnSpPr/>
            <p:nvPr/>
          </p:nvCxnSpPr>
          <p:spPr>
            <a:xfrm>
              <a:off x="1686038" y="3848060"/>
              <a:ext cx="0" cy="238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17DEEF55-1C2E-9823-55E7-4876374873FD}"/>
                </a:ext>
              </a:extLst>
            </p:cNvPr>
            <p:cNvCxnSpPr/>
            <p:nvPr/>
          </p:nvCxnSpPr>
          <p:spPr>
            <a:xfrm>
              <a:off x="1699146" y="4673142"/>
              <a:ext cx="0" cy="238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45533762-7549-B418-BEA1-5B6BC0C6BDCE}"/>
                </a:ext>
              </a:extLst>
            </p:cNvPr>
            <p:cNvCxnSpPr/>
            <p:nvPr/>
          </p:nvCxnSpPr>
          <p:spPr>
            <a:xfrm>
              <a:off x="1719041" y="5304960"/>
              <a:ext cx="0" cy="2382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66CE19DD-710E-7E01-D575-E763A3192126}"/>
                </a:ext>
              </a:extLst>
            </p:cNvPr>
            <p:cNvCxnSpPr>
              <a:cxnSpLocks/>
              <a:endCxn id="5" idx="3"/>
            </p:cNvCxnSpPr>
            <p:nvPr/>
          </p:nvCxnSpPr>
          <p:spPr>
            <a:xfrm flipH="1">
              <a:off x="2033516" y="3670640"/>
              <a:ext cx="2474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72A01761-2D83-B513-9069-7A319F9918CC}"/>
                </a:ext>
              </a:extLst>
            </p:cNvPr>
            <p:cNvCxnSpPr>
              <a:stCxn id="7" idx="3"/>
            </p:cNvCxnSpPr>
            <p:nvPr/>
          </p:nvCxnSpPr>
          <p:spPr>
            <a:xfrm>
              <a:off x="1897039" y="4379715"/>
              <a:ext cx="3839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8F3D3439-A696-56F4-220A-BB4AD6A77204}"/>
                </a:ext>
              </a:extLst>
            </p:cNvPr>
            <p:cNvCxnSpPr/>
            <p:nvPr/>
          </p:nvCxnSpPr>
          <p:spPr>
            <a:xfrm>
              <a:off x="2280976" y="3670639"/>
              <a:ext cx="0" cy="7090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026" name="!! Imagen 31" descr="Python Logo, symbol, meaning, history, PNG, brand">
            <a:extLst>
              <a:ext uri="{FF2B5EF4-FFF2-40B4-BE49-F238E27FC236}">
                <a16:creationId xmlns:a16="http://schemas.microsoft.com/office/drawing/2014/main" id="{FCC988D7-CD52-8B54-5EAE-3B211ECB10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17955" y="3295622"/>
            <a:ext cx="3783914" cy="2128452"/>
          </a:xfrm>
          <a:prstGeom prst="rect">
            <a:avLst/>
          </a:prstGeom>
          <a:noFill/>
          <a:extLst>
            <a:ext uri="{909E8E84-426E-40DD-AFC4-6F175D3DCCD1}">
              <a14:hiddenFill xmlns:a14="http://schemas.microsoft.com/office/drawing/2010/main">
                <a:solidFill>
                  <a:srgbClr val="FFFFFF"/>
                </a:solidFill>
              </a14:hiddenFill>
            </a:ext>
          </a:extLst>
        </p:spPr>
      </p:pic>
      <p:sp>
        <p:nvSpPr>
          <p:cNvPr id="25" name="CuadroTexto 24">
            <a:extLst>
              <a:ext uri="{FF2B5EF4-FFF2-40B4-BE49-F238E27FC236}">
                <a16:creationId xmlns:a16="http://schemas.microsoft.com/office/drawing/2014/main" id="{AD087F49-056D-21B7-5C38-B7BFEF364379}"/>
              </a:ext>
            </a:extLst>
          </p:cNvPr>
          <p:cNvSpPr txBox="1"/>
          <p:nvPr/>
        </p:nvSpPr>
        <p:spPr>
          <a:xfrm>
            <a:off x="6600929" y="555171"/>
            <a:ext cx="5237285" cy="4832092"/>
          </a:xfrm>
          <a:prstGeom prst="rect">
            <a:avLst/>
          </a:prstGeom>
          <a:noFill/>
        </p:spPr>
        <p:txBody>
          <a:bodyPr wrap="square" rtlCol="0">
            <a:spAutoFit/>
          </a:bodyPr>
          <a:lstStyle/>
          <a:p>
            <a:pPr algn="ctr"/>
            <a:r>
              <a:rPr lang="es-NI" sz="2800" b="1" dirty="0">
                <a:latin typeface="Verdana" panose="020B0604030504040204" pitchFamily="34" charset="0"/>
                <a:ea typeface="Verdana" panose="020B0604030504040204" pitchFamily="34" charset="0"/>
              </a:rPr>
              <a:t>Ingeniería en Sistemas de Información</a:t>
            </a:r>
          </a:p>
          <a:p>
            <a:pPr algn="ctr"/>
            <a:endParaRPr lang="es-NI" sz="2800" b="1" dirty="0">
              <a:latin typeface="Verdana" panose="020B0604030504040204" pitchFamily="34" charset="0"/>
              <a:ea typeface="Verdana" panose="020B0604030504040204" pitchFamily="34" charset="0"/>
            </a:endParaRPr>
          </a:p>
          <a:p>
            <a:pPr algn="ctr"/>
            <a:r>
              <a:rPr lang="es-NI" sz="2800" b="1" dirty="0">
                <a:latin typeface="Verdana" panose="020B0604030504040204" pitchFamily="34" charset="0"/>
                <a:ea typeface="Verdana" panose="020B0604030504040204" pitchFamily="34" charset="0"/>
              </a:rPr>
              <a:t>Desarrollo de Aplicaciones I</a:t>
            </a:r>
          </a:p>
          <a:p>
            <a:pPr algn="ctr"/>
            <a:endParaRPr lang="es-NI" sz="2800" b="1" dirty="0">
              <a:latin typeface="Verdana" panose="020B0604030504040204" pitchFamily="34" charset="0"/>
              <a:ea typeface="Verdana" panose="020B0604030504040204" pitchFamily="34" charset="0"/>
            </a:endParaRPr>
          </a:p>
          <a:p>
            <a:pPr algn="ctr"/>
            <a:endParaRPr lang="es-NI" sz="2800" b="1" dirty="0">
              <a:latin typeface="Verdana" panose="020B0604030504040204" pitchFamily="34" charset="0"/>
              <a:ea typeface="Verdana" panose="020B0604030504040204" pitchFamily="34" charset="0"/>
            </a:endParaRPr>
          </a:p>
          <a:p>
            <a:pPr algn="ctr"/>
            <a:endParaRPr lang="es-NI" sz="2800" b="1" dirty="0">
              <a:latin typeface="Verdana" panose="020B0604030504040204" pitchFamily="34" charset="0"/>
              <a:ea typeface="Verdana" panose="020B0604030504040204" pitchFamily="34" charset="0"/>
            </a:endParaRPr>
          </a:p>
          <a:p>
            <a:pPr algn="ctr"/>
            <a:r>
              <a:rPr lang="es-NI" sz="2800" b="1" dirty="0">
                <a:latin typeface="Verdana" panose="020B0604030504040204" pitchFamily="34" charset="0"/>
                <a:ea typeface="Verdana" panose="020B0604030504040204" pitchFamily="34" charset="0"/>
              </a:rPr>
              <a:t>Manual de traducción de algoritmos a </a:t>
            </a:r>
            <a:r>
              <a:rPr lang="es-NI" sz="2800" b="1" dirty="0" err="1">
                <a:latin typeface="Verdana" panose="020B0604030504040204" pitchFamily="34" charset="0"/>
                <a:ea typeface="Verdana" panose="020B0604030504040204" pitchFamily="34" charset="0"/>
              </a:rPr>
              <a:t>Phyton</a:t>
            </a:r>
            <a:r>
              <a:rPr lang="es-NI" sz="2800" b="1" dirty="0">
                <a:latin typeface="Verdana" panose="020B0604030504040204" pitchFamily="34" charset="0"/>
                <a:ea typeface="Verdana" panose="020B0604030504040204" pitchFamily="34" charset="0"/>
              </a:rPr>
              <a:t> nivel básico</a:t>
            </a:r>
          </a:p>
        </p:txBody>
      </p:sp>
      <p:pic>
        <p:nvPicPr>
          <p:cNvPr id="27" name="Gráfico 26" descr="Ordenar con relleno sólido">
            <a:extLst>
              <a:ext uri="{FF2B5EF4-FFF2-40B4-BE49-F238E27FC236}">
                <a16:creationId xmlns:a16="http://schemas.microsoft.com/office/drawing/2014/main" id="{6E0A53D9-DFF1-9C38-FAD0-A699DB58A44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2676761" y="4025177"/>
            <a:ext cx="914400" cy="914400"/>
          </a:xfrm>
          <a:prstGeom prst="rect">
            <a:avLst/>
          </a:prstGeom>
        </p:spPr>
      </p:pic>
    </p:spTree>
    <p:extLst>
      <p:ext uri="{BB962C8B-B14F-4D97-AF65-F5344CB8AC3E}">
        <p14:creationId xmlns:p14="http://schemas.microsoft.com/office/powerpoint/2010/main" val="3977569869"/>
      </p:ext>
    </p:extLst>
  </p:cSld>
  <p:clrMapOvr>
    <a:masterClrMapping/>
  </p:clrMapOvr>
  <mc:AlternateContent xmlns:mc="http://schemas.openxmlformats.org/markup-compatibility/2006">
    <mc:Choice xmlns:p159="http://schemas.microsoft.com/office/powerpoint/2015/09/main" Requires="p159">
      <p:transition>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 t 5">
            <a:hlinkClick r:id="rId2" action="ppaction://hlinksldjump"/>
            <a:extLst>
              <a:ext uri="{FF2B5EF4-FFF2-40B4-BE49-F238E27FC236}">
                <a16:creationId xmlns:a16="http://schemas.microsoft.com/office/drawing/2014/main" id="{961FCBB4-CE19-4D61-948E-92FFB28A2BF8}"/>
              </a:ext>
            </a:extLst>
          </p:cNvPr>
          <p:cNvSpPr/>
          <p:nvPr/>
        </p:nvSpPr>
        <p:spPr>
          <a:xfrm>
            <a:off x="7114148" y="1310684"/>
            <a:ext cx="335734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 name="!! t 1">
            <a:hlinkClick r:id="rId3" action="ppaction://hlinksldjump"/>
            <a:extLst>
              <a:ext uri="{FF2B5EF4-FFF2-40B4-BE49-F238E27FC236}">
                <a16:creationId xmlns:a16="http://schemas.microsoft.com/office/drawing/2014/main" id="{CE146CE3-A1D4-581E-7B61-F8DFD2CBCD2F}"/>
              </a:ext>
            </a:extLst>
          </p:cNvPr>
          <p:cNvSpPr/>
          <p:nvPr/>
        </p:nvSpPr>
        <p:spPr>
          <a:xfrm>
            <a:off x="1790910" y="1307315"/>
            <a:ext cx="335734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3" name="CuadroTexto 2">
            <a:hlinkClick r:id="rId3" action="ppaction://hlinksldjump"/>
            <a:extLst>
              <a:ext uri="{FF2B5EF4-FFF2-40B4-BE49-F238E27FC236}">
                <a16:creationId xmlns:a16="http://schemas.microsoft.com/office/drawing/2014/main" id="{966B6BF6-C2B4-EE87-450B-3DA5C0C7EFA5}"/>
              </a:ext>
            </a:extLst>
          </p:cNvPr>
          <p:cNvSpPr txBox="1"/>
          <p:nvPr/>
        </p:nvSpPr>
        <p:spPr>
          <a:xfrm>
            <a:off x="1720503" y="1293317"/>
            <a:ext cx="3357349" cy="369332"/>
          </a:xfrm>
          <a:prstGeom prst="rect">
            <a:avLst/>
          </a:prstGeom>
          <a:noFill/>
        </p:spPr>
        <p:txBody>
          <a:bodyPr wrap="square" rtlCol="0">
            <a:spAutoFit/>
          </a:bodyPr>
          <a:lstStyle/>
          <a:p>
            <a:pPr algn="ctr"/>
            <a:r>
              <a:rPr lang="es-NI" b="1" dirty="0">
                <a:solidFill>
                  <a:schemeClr val="bg1"/>
                </a:solidFill>
                <a:latin typeface="Verdana" panose="020B0604030504040204" pitchFamily="34" charset="0"/>
                <a:ea typeface="Verdana" panose="020B0604030504040204" pitchFamily="34" charset="0"/>
              </a:rPr>
              <a:t>Declaración de variables</a:t>
            </a:r>
          </a:p>
        </p:txBody>
      </p:sp>
      <p:sp>
        <p:nvSpPr>
          <p:cNvPr id="9" name="!! t 6">
            <a:hlinkClick r:id="rId4" action="ppaction://hlinksldjump"/>
            <a:extLst>
              <a:ext uri="{FF2B5EF4-FFF2-40B4-BE49-F238E27FC236}">
                <a16:creationId xmlns:a16="http://schemas.microsoft.com/office/drawing/2014/main" id="{DF79F942-DE6B-32EF-9FAC-3FBA5BB42782}"/>
              </a:ext>
            </a:extLst>
          </p:cNvPr>
          <p:cNvSpPr/>
          <p:nvPr/>
        </p:nvSpPr>
        <p:spPr>
          <a:xfrm>
            <a:off x="7577901" y="2382720"/>
            <a:ext cx="335734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1" name="!! t 2">
            <a:hlinkClick r:id="rId5" action="ppaction://hlinksldjump"/>
            <a:extLst>
              <a:ext uri="{FF2B5EF4-FFF2-40B4-BE49-F238E27FC236}">
                <a16:creationId xmlns:a16="http://schemas.microsoft.com/office/drawing/2014/main" id="{1310ECA6-BD18-301A-9393-18D88CDD307F}"/>
              </a:ext>
            </a:extLst>
          </p:cNvPr>
          <p:cNvSpPr/>
          <p:nvPr/>
        </p:nvSpPr>
        <p:spPr>
          <a:xfrm>
            <a:off x="740511" y="3328667"/>
            <a:ext cx="335734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3" name="!! t 3">
            <a:hlinkClick r:id="rId6" action="ppaction://hlinksldjump"/>
            <a:extLst>
              <a:ext uri="{FF2B5EF4-FFF2-40B4-BE49-F238E27FC236}">
                <a16:creationId xmlns:a16="http://schemas.microsoft.com/office/drawing/2014/main" id="{8E45AE42-ED0C-F911-EBE3-58D2735874E6}"/>
              </a:ext>
            </a:extLst>
          </p:cNvPr>
          <p:cNvSpPr/>
          <p:nvPr/>
        </p:nvSpPr>
        <p:spPr>
          <a:xfrm>
            <a:off x="1225308" y="2350884"/>
            <a:ext cx="335734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14" name="CuadroTexto 13">
            <a:hlinkClick r:id="rId2" action="ppaction://hlinksldjump"/>
            <a:extLst>
              <a:ext uri="{FF2B5EF4-FFF2-40B4-BE49-F238E27FC236}">
                <a16:creationId xmlns:a16="http://schemas.microsoft.com/office/drawing/2014/main" id="{1BA454B4-DBFF-D2F3-38A0-7717D85374D1}"/>
              </a:ext>
            </a:extLst>
          </p:cNvPr>
          <p:cNvSpPr txBox="1"/>
          <p:nvPr/>
        </p:nvSpPr>
        <p:spPr>
          <a:xfrm>
            <a:off x="7114148" y="1320152"/>
            <a:ext cx="3357349" cy="369332"/>
          </a:xfrm>
          <a:prstGeom prst="rect">
            <a:avLst/>
          </a:prstGeom>
          <a:noFill/>
        </p:spPr>
        <p:txBody>
          <a:bodyPr wrap="square" rtlCol="0">
            <a:spAutoFit/>
          </a:bodyPr>
          <a:lstStyle/>
          <a:p>
            <a:pPr algn="ctr"/>
            <a:r>
              <a:rPr lang="es-NI" b="1" dirty="0">
                <a:solidFill>
                  <a:schemeClr val="bg1"/>
                </a:solidFill>
                <a:latin typeface="Verdana" panose="020B0604030504040204" pitchFamily="34" charset="0"/>
                <a:ea typeface="Verdana" panose="020B0604030504040204" pitchFamily="34" charset="0"/>
              </a:rPr>
              <a:t>Si entonces sino</a:t>
            </a:r>
          </a:p>
        </p:txBody>
      </p:sp>
      <p:sp>
        <p:nvSpPr>
          <p:cNvPr id="15" name="!! t 4">
            <a:hlinkClick r:id="rId7" action="ppaction://hlinksldjump"/>
            <a:extLst>
              <a:ext uri="{FF2B5EF4-FFF2-40B4-BE49-F238E27FC236}">
                <a16:creationId xmlns:a16="http://schemas.microsoft.com/office/drawing/2014/main" id="{E0FF5F03-E5D0-DA44-B28F-734D4E87197D}"/>
              </a:ext>
            </a:extLst>
          </p:cNvPr>
          <p:cNvSpPr/>
          <p:nvPr/>
        </p:nvSpPr>
        <p:spPr>
          <a:xfrm>
            <a:off x="308692" y="4459553"/>
            <a:ext cx="335734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CuadroTexto 15">
            <a:hlinkClick r:id="rId4" action="ppaction://hlinksldjump"/>
            <a:extLst>
              <a:ext uri="{FF2B5EF4-FFF2-40B4-BE49-F238E27FC236}">
                <a16:creationId xmlns:a16="http://schemas.microsoft.com/office/drawing/2014/main" id="{D250C7FC-C948-0D1F-9E02-CD3A8A4309B7}"/>
              </a:ext>
            </a:extLst>
          </p:cNvPr>
          <p:cNvSpPr txBox="1"/>
          <p:nvPr/>
        </p:nvSpPr>
        <p:spPr>
          <a:xfrm>
            <a:off x="7588177" y="2404979"/>
            <a:ext cx="3357349" cy="369332"/>
          </a:xfrm>
          <a:prstGeom prst="rect">
            <a:avLst/>
          </a:prstGeom>
          <a:noFill/>
        </p:spPr>
        <p:txBody>
          <a:bodyPr wrap="square" rtlCol="0">
            <a:spAutoFit/>
          </a:bodyPr>
          <a:lstStyle/>
          <a:p>
            <a:pPr algn="ctr"/>
            <a:r>
              <a:rPr lang="es-NI" b="1" dirty="0">
                <a:solidFill>
                  <a:schemeClr val="bg1"/>
                </a:solidFill>
                <a:latin typeface="Verdana" panose="020B0604030504040204" pitchFamily="34" charset="0"/>
                <a:ea typeface="Verdana" panose="020B0604030504040204" pitchFamily="34" charset="0"/>
              </a:rPr>
              <a:t>Si entonces anidado</a:t>
            </a:r>
          </a:p>
        </p:txBody>
      </p:sp>
      <p:sp>
        <p:nvSpPr>
          <p:cNvPr id="17" name="!! t 7">
            <a:hlinkClick r:id="rId8" action="ppaction://hlinksldjump"/>
            <a:extLst>
              <a:ext uri="{FF2B5EF4-FFF2-40B4-BE49-F238E27FC236}">
                <a16:creationId xmlns:a16="http://schemas.microsoft.com/office/drawing/2014/main" id="{FC092C30-BD0A-1B4F-D381-2B276427230F}"/>
              </a:ext>
            </a:extLst>
          </p:cNvPr>
          <p:cNvSpPr/>
          <p:nvPr/>
        </p:nvSpPr>
        <p:spPr>
          <a:xfrm>
            <a:off x="8051930" y="3454756"/>
            <a:ext cx="335734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8" name="CuadroTexto 17">
            <a:hlinkClick r:id="rId8" action="ppaction://hlinksldjump"/>
            <a:extLst>
              <a:ext uri="{FF2B5EF4-FFF2-40B4-BE49-F238E27FC236}">
                <a16:creationId xmlns:a16="http://schemas.microsoft.com/office/drawing/2014/main" id="{39AFD91C-B47D-A055-8FDC-018098AD9B47}"/>
              </a:ext>
            </a:extLst>
          </p:cNvPr>
          <p:cNvSpPr txBox="1"/>
          <p:nvPr/>
        </p:nvSpPr>
        <p:spPr>
          <a:xfrm>
            <a:off x="8104678" y="3444352"/>
            <a:ext cx="3357349" cy="369332"/>
          </a:xfrm>
          <a:prstGeom prst="rect">
            <a:avLst/>
          </a:prstGeom>
          <a:noFill/>
        </p:spPr>
        <p:txBody>
          <a:bodyPr wrap="square" rtlCol="0">
            <a:spAutoFit/>
          </a:bodyPr>
          <a:lstStyle/>
          <a:p>
            <a:pPr algn="ctr"/>
            <a:r>
              <a:rPr lang="es-NI" b="1" dirty="0">
                <a:solidFill>
                  <a:schemeClr val="bg1"/>
                </a:solidFill>
                <a:latin typeface="Verdana" panose="020B0604030504040204" pitchFamily="34" charset="0"/>
                <a:ea typeface="Verdana" panose="020B0604030504040204" pitchFamily="34" charset="0"/>
              </a:rPr>
              <a:t>Mientras</a:t>
            </a:r>
          </a:p>
        </p:txBody>
      </p:sp>
      <p:sp>
        <p:nvSpPr>
          <p:cNvPr id="19" name="!! t 8">
            <a:hlinkClick r:id="rId9" action="ppaction://hlinksldjump"/>
            <a:extLst>
              <a:ext uri="{FF2B5EF4-FFF2-40B4-BE49-F238E27FC236}">
                <a16:creationId xmlns:a16="http://schemas.microsoft.com/office/drawing/2014/main" id="{9C367E74-72A9-393D-6428-0FCF98CCA008}"/>
              </a:ext>
            </a:extLst>
          </p:cNvPr>
          <p:cNvSpPr/>
          <p:nvPr/>
        </p:nvSpPr>
        <p:spPr>
          <a:xfrm>
            <a:off x="8525959" y="4526792"/>
            <a:ext cx="335734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0" name="CuadroTexto 19">
            <a:hlinkClick r:id="rId9" action="ppaction://hlinksldjump"/>
            <a:extLst>
              <a:ext uri="{FF2B5EF4-FFF2-40B4-BE49-F238E27FC236}">
                <a16:creationId xmlns:a16="http://schemas.microsoft.com/office/drawing/2014/main" id="{867C5A5D-2D88-1B6C-7B6F-E204FE6A0873}"/>
              </a:ext>
            </a:extLst>
          </p:cNvPr>
          <p:cNvSpPr txBox="1"/>
          <p:nvPr/>
        </p:nvSpPr>
        <p:spPr>
          <a:xfrm>
            <a:off x="8539006" y="4533710"/>
            <a:ext cx="3357349" cy="369332"/>
          </a:xfrm>
          <a:prstGeom prst="rect">
            <a:avLst/>
          </a:prstGeom>
          <a:noFill/>
        </p:spPr>
        <p:txBody>
          <a:bodyPr wrap="square" rtlCol="0">
            <a:spAutoFit/>
          </a:bodyPr>
          <a:lstStyle/>
          <a:p>
            <a:pPr algn="ctr"/>
            <a:r>
              <a:rPr lang="es-NI" b="1" dirty="0">
                <a:solidFill>
                  <a:schemeClr val="bg1"/>
                </a:solidFill>
                <a:latin typeface="Verdana" panose="020B0604030504040204" pitchFamily="34" charset="0"/>
                <a:ea typeface="Verdana" panose="020B0604030504040204" pitchFamily="34" charset="0"/>
              </a:rPr>
              <a:t>Para</a:t>
            </a:r>
          </a:p>
        </p:txBody>
      </p:sp>
      <p:sp>
        <p:nvSpPr>
          <p:cNvPr id="21" name="!! t 9">
            <a:hlinkClick r:id="rId10" action="ppaction://hlinksldjump"/>
            <a:extLst>
              <a:ext uri="{FF2B5EF4-FFF2-40B4-BE49-F238E27FC236}">
                <a16:creationId xmlns:a16="http://schemas.microsoft.com/office/drawing/2014/main" id="{D90E2EEF-1A32-5941-F81A-3A39589DA520}"/>
              </a:ext>
            </a:extLst>
          </p:cNvPr>
          <p:cNvSpPr/>
          <p:nvPr/>
        </p:nvSpPr>
        <p:spPr>
          <a:xfrm>
            <a:off x="4417325" y="5258076"/>
            <a:ext cx="335734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22" name="CuadroTexto 21">
            <a:hlinkClick r:id="rId10" action="ppaction://hlinksldjump"/>
            <a:extLst>
              <a:ext uri="{FF2B5EF4-FFF2-40B4-BE49-F238E27FC236}">
                <a16:creationId xmlns:a16="http://schemas.microsoft.com/office/drawing/2014/main" id="{8A1DA157-94D1-6F8D-BD20-EB80823CCAC8}"/>
              </a:ext>
            </a:extLst>
          </p:cNvPr>
          <p:cNvSpPr txBox="1"/>
          <p:nvPr/>
        </p:nvSpPr>
        <p:spPr>
          <a:xfrm>
            <a:off x="4417324" y="5276876"/>
            <a:ext cx="3357349" cy="369332"/>
          </a:xfrm>
          <a:prstGeom prst="rect">
            <a:avLst/>
          </a:prstGeom>
          <a:noFill/>
        </p:spPr>
        <p:txBody>
          <a:bodyPr wrap="square" rtlCol="0">
            <a:spAutoFit/>
          </a:bodyPr>
          <a:lstStyle/>
          <a:p>
            <a:pPr algn="ctr"/>
            <a:r>
              <a:rPr lang="es-NI" b="1" dirty="0">
                <a:solidFill>
                  <a:schemeClr val="bg1"/>
                </a:solidFill>
                <a:latin typeface="Verdana" panose="020B0604030504040204" pitchFamily="34" charset="0"/>
                <a:ea typeface="Verdana" panose="020B0604030504040204" pitchFamily="34" charset="0"/>
              </a:rPr>
              <a:t>Arreglos</a:t>
            </a:r>
          </a:p>
        </p:txBody>
      </p:sp>
      <p:sp>
        <p:nvSpPr>
          <p:cNvPr id="4" name="CuadroTexto 3">
            <a:hlinkClick r:id="rId5" action="ppaction://hlinksldjump"/>
            <a:extLst>
              <a:ext uri="{FF2B5EF4-FFF2-40B4-BE49-F238E27FC236}">
                <a16:creationId xmlns:a16="http://schemas.microsoft.com/office/drawing/2014/main" id="{3AE1CBE4-E78F-0A86-F506-F45D14655503}"/>
              </a:ext>
            </a:extLst>
          </p:cNvPr>
          <p:cNvSpPr txBox="1"/>
          <p:nvPr/>
        </p:nvSpPr>
        <p:spPr>
          <a:xfrm>
            <a:off x="900487" y="3318682"/>
            <a:ext cx="3357349" cy="369332"/>
          </a:xfrm>
          <a:prstGeom prst="rect">
            <a:avLst/>
          </a:prstGeom>
          <a:noFill/>
        </p:spPr>
        <p:txBody>
          <a:bodyPr wrap="square" rtlCol="0">
            <a:spAutoFit/>
          </a:bodyPr>
          <a:lstStyle/>
          <a:p>
            <a:pPr algn="ctr"/>
            <a:r>
              <a:rPr lang="es-NI" b="1" dirty="0">
                <a:solidFill>
                  <a:schemeClr val="bg1"/>
                </a:solidFill>
                <a:latin typeface="Verdana" panose="020B0604030504040204" pitchFamily="34" charset="0"/>
                <a:ea typeface="Verdana" panose="020B0604030504040204" pitchFamily="34" charset="0"/>
              </a:rPr>
              <a:t>Lectura</a:t>
            </a:r>
          </a:p>
        </p:txBody>
      </p:sp>
      <p:sp>
        <p:nvSpPr>
          <p:cNvPr id="10" name="CuadroTexto 9">
            <a:hlinkClick r:id="rId6" action="ppaction://hlinksldjump"/>
            <a:extLst>
              <a:ext uri="{FF2B5EF4-FFF2-40B4-BE49-F238E27FC236}">
                <a16:creationId xmlns:a16="http://schemas.microsoft.com/office/drawing/2014/main" id="{A7783F4D-5CC8-7827-5C67-515116044EC3}"/>
              </a:ext>
            </a:extLst>
          </p:cNvPr>
          <p:cNvSpPr txBox="1"/>
          <p:nvPr/>
        </p:nvSpPr>
        <p:spPr>
          <a:xfrm>
            <a:off x="1300700" y="2360352"/>
            <a:ext cx="3357349" cy="369332"/>
          </a:xfrm>
          <a:prstGeom prst="rect">
            <a:avLst/>
          </a:prstGeom>
          <a:noFill/>
        </p:spPr>
        <p:txBody>
          <a:bodyPr wrap="square" rtlCol="0">
            <a:spAutoFit/>
          </a:bodyPr>
          <a:lstStyle/>
          <a:p>
            <a:pPr algn="ctr"/>
            <a:r>
              <a:rPr lang="es-NI" b="1" dirty="0">
                <a:solidFill>
                  <a:schemeClr val="bg1"/>
                </a:solidFill>
                <a:latin typeface="Verdana" panose="020B0604030504040204" pitchFamily="34" charset="0"/>
                <a:ea typeface="Verdana" panose="020B0604030504040204" pitchFamily="34" charset="0"/>
              </a:rPr>
              <a:t>Escritura</a:t>
            </a:r>
          </a:p>
        </p:txBody>
      </p:sp>
      <p:sp>
        <p:nvSpPr>
          <p:cNvPr id="12" name="CuadroTexto 11">
            <a:hlinkClick r:id="rId7" action="ppaction://hlinksldjump"/>
            <a:extLst>
              <a:ext uri="{FF2B5EF4-FFF2-40B4-BE49-F238E27FC236}">
                <a16:creationId xmlns:a16="http://schemas.microsoft.com/office/drawing/2014/main" id="{35E550B5-4ABA-9231-8A18-5AEA9465D985}"/>
              </a:ext>
            </a:extLst>
          </p:cNvPr>
          <p:cNvSpPr txBox="1"/>
          <p:nvPr/>
        </p:nvSpPr>
        <p:spPr>
          <a:xfrm>
            <a:off x="356949" y="4459553"/>
            <a:ext cx="3357349" cy="369332"/>
          </a:xfrm>
          <a:prstGeom prst="rect">
            <a:avLst/>
          </a:prstGeom>
          <a:noFill/>
        </p:spPr>
        <p:txBody>
          <a:bodyPr wrap="square" rtlCol="0">
            <a:spAutoFit/>
          </a:bodyPr>
          <a:lstStyle/>
          <a:p>
            <a:pPr algn="ctr"/>
            <a:r>
              <a:rPr lang="es-NI" b="1" dirty="0">
                <a:solidFill>
                  <a:schemeClr val="bg1"/>
                </a:solidFill>
                <a:latin typeface="Verdana" panose="020B0604030504040204" pitchFamily="34" charset="0"/>
                <a:ea typeface="Verdana" panose="020B0604030504040204" pitchFamily="34" charset="0"/>
              </a:rPr>
              <a:t>Si entonces</a:t>
            </a:r>
          </a:p>
        </p:txBody>
      </p:sp>
      <p:pic>
        <p:nvPicPr>
          <p:cNvPr id="5" name="Gráfico 4" descr="Flecha: curva en sentido contrario de las agujas del reloj con relleno sólido">
            <a:extLst>
              <a:ext uri="{FF2B5EF4-FFF2-40B4-BE49-F238E27FC236}">
                <a16:creationId xmlns:a16="http://schemas.microsoft.com/office/drawing/2014/main" id="{350A139D-18DC-BEA6-6D72-C4B07DA2AC5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067576" y="1662649"/>
            <a:ext cx="914400" cy="914400"/>
          </a:xfrm>
          <a:prstGeom prst="rect">
            <a:avLst/>
          </a:prstGeom>
        </p:spPr>
      </p:pic>
      <p:pic>
        <p:nvPicPr>
          <p:cNvPr id="6" name="Gráfico 5" descr="Flecha: curva en sentido contrario de las agujas del reloj con relleno sólido">
            <a:extLst>
              <a:ext uri="{FF2B5EF4-FFF2-40B4-BE49-F238E27FC236}">
                <a16:creationId xmlns:a16="http://schemas.microsoft.com/office/drawing/2014/main" id="{230A286E-5B42-84BD-13F3-CE7EFE041FB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20174230">
            <a:off x="4605239" y="2315499"/>
            <a:ext cx="914400" cy="914400"/>
          </a:xfrm>
          <a:prstGeom prst="rect">
            <a:avLst/>
          </a:prstGeom>
        </p:spPr>
      </p:pic>
      <p:pic>
        <p:nvPicPr>
          <p:cNvPr id="7" name="Gráfico 6" descr="Flecha: curva en sentido contrario de las agujas del reloj con relleno sólido">
            <a:extLst>
              <a:ext uri="{FF2B5EF4-FFF2-40B4-BE49-F238E27FC236}">
                <a16:creationId xmlns:a16="http://schemas.microsoft.com/office/drawing/2014/main" id="{B5DB2670-5A1B-387F-2463-3C589752046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4524404" flipV="1">
            <a:off x="4251053" y="3281322"/>
            <a:ext cx="914400" cy="914400"/>
          </a:xfrm>
          <a:prstGeom prst="rect">
            <a:avLst/>
          </a:prstGeom>
        </p:spPr>
      </p:pic>
      <p:pic>
        <p:nvPicPr>
          <p:cNvPr id="25" name="Gráfico 24" descr="Flecha: curva en sentido contrario de las agujas del reloj con relleno sólido">
            <a:extLst>
              <a:ext uri="{FF2B5EF4-FFF2-40B4-BE49-F238E27FC236}">
                <a16:creationId xmlns:a16="http://schemas.microsoft.com/office/drawing/2014/main" id="{59D98108-E61B-C1BE-C18F-03AB8DB4590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3557151" flipV="1">
            <a:off x="4067366" y="3724621"/>
            <a:ext cx="944372" cy="1550673"/>
          </a:xfrm>
          <a:prstGeom prst="rect">
            <a:avLst/>
          </a:prstGeom>
        </p:spPr>
      </p:pic>
      <p:pic>
        <p:nvPicPr>
          <p:cNvPr id="26" name="Gráfico 25" descr="Flecha: curva en sentido contrario de las agujas del reloj con relleno sólido">
            <a:extLst>
              <a:ext uri="{FF2B5EF4-FFF2-40B4-BE49-F238E27FC236}">
                <a16:creationId xmlns:a16="http://schemas.microsoft.com/office/drawing/2014/main" id="{0A0F9EE4-5D13-5D4F-F216-83345227B355}"/>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8042849" flipH="1" flipV="1">
            <a:off x="7084479" y="3731250"/>
            <a:ext cx="944372" cy="1550673"/>
          </a:xfrm>
          <a:prstGeom prst="rect">
            <a:avLst/>
          </a:prstGeom>
        </p:spPr>
      </p:pic>
      <p:pic>
        <p:nvPicPr>
          <p:cNvPr id="27" name="Gráfico 26" descr="Flecha: curva en sentido contrario de las agujas del reloj con relleno sólido">
            <a:extLst>
              <a:ext uri="{FF2B5EF4-FFF2-40B4-BE49-F238E27FC236}">
                <a16:creationId xmlns:a16="http://schemas.microsoft.com/office/drawing/2014/main" id="{B3BBDA34-030E-D33D-79E0-A3B8A9DE3F7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7669850" flipH="1" flipV="1">
            <a:off x="6927561" y="3215837"/>
            <a:ext cx="914400" cy="914400"/>
          </a:xfrm>
          <a:prstGeom prst="rect">
            <a:avLst/>
          </a:prstGeom>
        </p:spPr>
      </p:pic>
      <p:pic>
        <p:nvPicPr>
          <p:cNvPr id="28" name="Gráfico 27" descr="Flecha: curva en sentido contrario de las agujas del reloj con relleno sólido">
            <a:extLst>
              <a:ext uri="{FF2B5EF4-FFF2-40B4-BE49-F238E27FC236}">
                <a16:creationId xmlns:a16="http://schemas.microsoft.com/office/drawing/2014/main" id="{E26C85EA-6F06-122C-2BC6-4CFBDF7ACF5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2115944" flipH="1">
            <a:off x="6483431" y="2356831"/>
            <a:ext cx="914400" cy="914400"/>
          </a:xfrm>
          <a:prstGeom prst="rect">
            <a:avLst/>
          </a:prstGeom>
        </p:spPr>
      </p:pic>
      <p:pic>
        <p:nvPicPr>
          <p:cNvPr id="29" name="Gráfico 28" descr="Flecha: curva en sentido contrario de las agujas del reloj con relleno sólido">
            <a:extLst>
              <a:ext uri="{FF2B5EF4-FFF2-40B4-BE49-F238E27FC236}">
                <a16:creationId xmlns:a16="http://schemas.microsoft.com/office/drawing/2014/main" id="{0C1915DB-2AFF-E8D3-582B-76182788E90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850158" flipH="1">
            <a:off x="6173510" y="1668870"/>
            <a:ext cx="914400" cy="914400"/>
          </a:xfrm>
          <a:prstGeom prst="rect">
            <a:avLst/>
          </a:prstGeom>
        </p:spPr>
      </p:pic>
      <p:pic>
        <p:nvPicPr>
          <p:cNvPr id="31" name="Gráfico 30" descr="Flecha: recto con relleno sólido">
            <a:extLst>
              <a:ext uri="{FF2B5EF4-FFF2-40B4-BE49-F238E27FC236}">
                <a16:creationId xmlns:a16="http://schemas.microsoft.com/office/drawing/2014/main" id="{4F820520-3C3F-2FC5-CD88-15BAFAA09C1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6200000">
            <a:off x="5638798" y="4343676"/>
            <a:ext cx="914400" cy="914400"/>
          </a:xfrm>
          <a:prstGeom prst="rect">
            <a:avLst/>
          </a:prstGeom>
        </p:spPr>
      </p:pic>
      <p:pic>
        <p:nvPicPr>
          <p:cNvPr id="24" name="Gráfico 23" descr="Salir con relleno sólido">
            <a:hlinkClick r:id="" action="ppaction://hlinkshowjump?jump=endshow"/>
            <a:extLst>
              <a:ext uri="{FF2B5EF4-FFF2-40B4-BE49-F238E27FC236}">
                <a16:creationId xmlns:a16="http://schemas.microsoft.com/office/drawing/2014/main" id="{BE15BE38-0FD4-26D8-56DD-455A034C455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1250349" y="5943600"/>
            <a:ext cx="914400" cy="914400"/>
          </a:xfrm>
          <a:prstGeom prst="rect">
            <a:avLst/>
          </a:prstGeom>
        </p:spPr>
      </p:pic>
      <p:pic>
        <p:nvPicPr>
          <p:cNvPr id="32" name="!! Imagen 31">
            <a:extLst>
              <a:ext uri="{FF2B5EF4-FFF2-40B4-BE49-F238E27FC236}">
                <a16:creationId xmlns:a16="http://schemas.microsoft.com/office/drawing/2014/main" id="{D043E9EB-44EC-E4D5-99EC-7A89E5A2E8C0}"/>
              </a:ext>
            </a:extLst>
          </p:cNvPr>
          <p:cNvPicPr>
            <a:picLocks noChangeAspect="1"/>
          </p:cNvPicPr>
          <p:nvPr/>
        </p:nvPicPr>
        <p:blipFill rotWithShape="1">
          <a:blip r:embed="rId17">
            <a:extLst>
              <a:ext uri="{BEBA8EAE-BF5A-486C-A8C5-ECC9F3942E4B}">
                <a14:imgProps xmlns:a14="http://schemas.microsoft.com/office/drawing/2010/main">
                  <a14:imgLayer r:embed="rId18">
                    <a14:imgEffect>
                      <a14:backgroundRemoval t="10000" b="90000" l="10000" r="90000">
                        <a14:foregroundMark x1="49341" y1="36458" x2="49488" y2="51563"/>
                        <a14:foregroundMark x1="51611" y1="46224" x2="53587" y2="52865"/>
                        <a14:foregroundMark x1="53587" y1="52865" x2="53587" y2="53646"/>
                        <a14:foregroundMark x1="55490" y1="56380" x2="50146" y2="52214"/>
                        <a14:foregroundMark x1="49341" y1="34505" x2="49341" y2="39063"/>
                        <a14:foregroundMark x1="48609" y1="35156" x2="50293" y2="34505"/>
                        <a14:foregroundMark x1="51611" y1="37891" x2="51245" y2="40104"/>
                        <a14:foregroundMark x1="48023" y1="37891" x2="48389" y2="40234"/>
                        <a14:foregroundMark x1="44436" y1="55599" x2="45900" y2="57031"/>
                        <a14:foregroundMark x1="44290" y1="54297" x2="44290" y2="56510"/>
                        <a14:foregroundMark x1="44217" y1="56641" x2="44729" y2="58073"/>
                        <a14:foregroundMark x1="44363" y1="54557" x2="45754" y2="52604"/>
                        <a14:foregroundMark x1="44436" y1="54167" x2="44876" y2="52604"/>
                        <a14:foregroundMark x1="44436" y1="54427" x2="45168" y2="52214"/>
                        <a14:foregroundMark x1="47145" y1="45964" x2="47657" y2="53125"/>
                        <a14:foregroundMark x1="47657" y1="53125" x2="48316" y2="53776"/>
                        <a14:foregroundMark x1="45095" y1="47656" x2="44363" y2="53646"/>
                        <a14:foregroundMark x1="55198" y1="52995" x2="55271" y2="57682"/>
                        <a14:foregroundMark x1="52343" y1="46094" x2="54539" y2="49219"/>
                        <a14:backgroundMark x1="55710" y1="58594" x2="56249" y2="57634"/>
                        <a14:backgroundMark x1="53514" y1="44792" x2="53807" y2="44792"/>
                        <a14:backgroundMark x1="55344" y1="48177" x2="55637" y2="49219"/>
                      </a14:backgroundRemoval>
                    </a14:imgEffect>
                  </a14:imgLayer>
                </a14:imgProps>
              </a:ext>
            </a:extLst>
          </a:blip>
          <a:srcRect l="29874" t="31631" r="28374" b="33767"/>
          <a:stretch/>
        </p:blipFill>
        <p:spPr>
          <a:xfrm>
            <a:off x="3690666" y="2214340"/>
            <a:ext cx="5090353" cy="2371787"/>
          </a:xfrm>
          <a:prstGeom prst="rect">
            <a:avLst/>
          </a:prstGeom>
        </p:spPr>
      </p:pic>
    </p:spTree>
    <p:extLst>
      <p:ext uri="{BB962C8B-B14F-4D97-AF65-F5344CB8AC3E}">
        <p14:creationId xmlns:p14="http://schemas.microsoft.com/office/powerpoint/2010/main" val="386754800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 t 1">
            <a:extLst>
              <a:ext uri="{FF2B5EF4-FFF2-40B4-BE49-F238E27FC236}">
                <a16:creationId xmlns:a16="http://schemas.microsoft.com/office/drawing/2014/main" id="{4B621F16-ACC8-E377-46A3-60A6413A87A0}"/>
              </a:ext>
            </a:extLst>
          </p:cNvPr>
          <p:cNvSpPr/>
          <p:nvPr/>
        </p:nvSpPr>
        <p:spPr>
          <a:xfrm>
            <a:off x="4237325" y="220570"/>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CuadroTexto 3">
            <a:extLst>
              <a:ext uri="{FF2B5EF4-FFF2-40B4-BE49-F238E27FC236}">
                <a16:creationId xmlns:a16="http://schemas.microsoft.com/office/drawing/2014/main" id="{C0755CF6-2F4E-5868-99DA-CD2642859F31}"/>
              </a:ext>
            </a:extLst>
          </p:cNvPr>
          <p:cNvSpPr txBox="1"/>
          <p:nvPr/>
        </p:nvSpPr>
        <p:spPr>
          <a:xfrm>
            <a:off x="4417325" y="211238"/>
            <a:ext cx="3357349" cy="369332"/>
          </a:xfrm>
          <a:prstGeom prst="rect">
            <a:avLst/>
          </a:prstGeom>
          <a:noFill/>
        </p:spPr>
        <p:txBody>
          <a:bodyPr wrap="square" rtlCol="0">
            <a:spAutoFit/>
          </a:bodyPr>
          <a:lstStyle/>
          <a:p>
            <a:pPr algn="ctr"/>
            <a:r>
              <a:rPr lang="es-NI" b="1" dirty="0">
                <a:latin typeface="Verdana" panose="020B0604030504040204" pitchFamily="34" charset="0"/>
                <a:ea typeface="Verdana" panose="020B0604030504040204" pitchFamily="34" charset="0"/>
              </a:rPr>
              <a:t>Declaración de variables</a:t>
            </a:r>
          </a:p>
        </p:txBody>
      </p:sp>
      <p:sp>
        <p:nvSpPr>
          <p:cNvPr id="5" name="Rectángulo 2">
            <a:hlinkClick r:id="rId2" action="ppaction://hlinksldjump"/>
            <a:extLst>
              <a:ext uri="{FF2B5EF4-FFF2-40B4-BE49-F238E27FC236}">
                <a16:creationId xmlns:a16="http://schemas.microsoft.com/office/drawing/2014/main" id="{26684144-EA61-1534-F880-593595A5F604}"/>
              </a:ext>
            </a:extLst>
          </p:cNvPr>
          <p:cNvSpPr/>
          <p:nvPr/>
        </p:nvSpPr>
        <p:spPr>
          <a:xfrm>
            <a:off x="10424160" y="6330108"/>
            <a:ext cx="176783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CuadroTexto 5">
            <a:extLst>
              <a:ext uri="{FF2B5EF4-FFF2-40B4-BE49-F238E27FC236}">
                <a16:creationId xmlns:a16="http://schemas.microsoft.com/office/drawing/2014/main" id="{54266329-72A6-893C-F94C-149DB8F73F19}"/>
              </a:ext>
            </a:extLst>
          </p:cNvPr>
          <p:cNvSpPr txBox="1"/>
          <p:nvPr/>
        </p:nvSpPr>
        <p:spPr>
          <a:xfrm>
            <a:off x="11108926" y="6320776"/>
            <a:ext cx="1083073" cy="369332"/>
          </a:xfrm>
          <a:prstGeom prst="rect">
            <a:avLst/>
          </a:prstGeom>
          <a:noFill/>
        </p:spPr>
        <p:txBody>
          <a:bodyPr wrap="square" rtlCol="0">
            <a:spAutoFit/>
          </a:bodyPr>
          <a:lstStyle/>
          <a:p>
            <a:r>
              <a:rPr lang="es-NI" b="1" dirty="0">
                <a:solidFill>
                  <a:schemeClr val="bg1"/>
                </a:solidFill>
                <a:latin typeface="Verdana" panose="020B0604030504040204" pitchFamily="34" charset="0"/>
                <a:ea typeface="Verdana" panose="020B0604030504040204" pitchFamily="34" charset="0"/>
              </a:rPr>
              <a:t>Volver</a:t>
            </a:r>
          </a:p>
        </p:txBody>
      </p:sp>
      <p:cxnSp>
        <p:nvCxnSpPr>
          <p:cNvPr id="8" name="Conector recto de flecha 7">
            <a:extLst>
              <a:ext uri="{FF2B5EF4-FFF2-40B4-BE49-F238E27FC236}">
                <a16:creationId xmlns:a16="http://schemas.microsoft.com/office/drawing/2014/main" id="{995A880F-9323-29B0-B6B6-2E37C5989FDE}"/>
              </a:ext>
            </a:extLst>
          </p:cNvPr>
          <p:cNvCxnSpPr>
            <a:cxnSpLocks/>
          </p:cNvCxnSpPr>
          <p:nvPr/>
        </p:nvCxnSpPr>
        <p:spPr>
          <a:xfrm flipH="1">
            <a:off x="10556979" y="6505442"/>
            <a:ext cx="415821"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2457C43-23F0-A454-3978-B44112BB806D}"/>
              </a:ext>
            </a:extLst>
          </p:cNvPr>
          <p:cNvSpPr txBox="1"/>
          <p:nvPr/>
        </p:nvSpPr>
        <p:spPr>
          <a:xfrm>
            <a:off x="379828" y="844062"/>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Pseint</a:t>
            </a:r>
            <a:endParaRPr lang="es-NI" b="1" dirty="0">
              <a:latin typeface="Verdana" panose="020B0604030504040204" pitchFamily="34" charset="0"/>
              <a:ea typeface="Verdana" panose="020B0604030504040204" pitchFamily="34" charset="0"/>
            </a:endParaRPr>
          </a:p>
        </p:txBody>
      </p:sp>
      <p:sp>
        <p:nvSpPr>
          <p:cNvPr id="13" name="CuadroTexto 12">
            <a:extLst>
              <a:ext uri="{FF2B5EF4-FFF2-40B4-BE49-F238E27FC236}">
                <a16:creationId xmlns:a16="http://schemas.microsoft.com/office/drawing/2014/main" id="{DA084F89-988B-740D-EEDA-758CEB51CD08}"/>
              </a:ext>
            </a:extLst>
          </p:cNvPr>
          <p:cNvSpPr txBox="1"/>
          <p:nvPr/>
        </p:nvSpPr>
        <p:spPr>
          <a:xfrm>
            <a:off x="6096000" y="936395"/>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Phyton</a:t>
            </a:r>
            <a:endParaRPr lang="es-NI" b="1" dirty="0">
              <a:latin typeface="Verdana" panose="020B0604030504040204" pitchFamily="34" charset="0"/>
              <a:ea typeface="Verdana" panose="020B0604030504040204" pitchFamily="34" charset="0"/>
            </a:endParaRPr>
          </a:p>
        </p:txBody>
      </p:sp>
      <p:sp>
        <p:nvSpPr>
          <p:cNvPr id="14" name="Rectángulo 3">
            <a:extLst>
              <a:ext uri="{FF2B5EF4-FFF2-40B4-BE49-F238E27FC236}">
                <a16:creationId xmlns:a16="http://schemas.microsoft.com/office/drawing/2014/main" id="{91AA2963-D1FA-1CC3-4473-930440C035D8}"/>
              </a:ext>
            </a:extLst>
          </p:cNvPr>
          <p:cNvSpPr/>
          <p:nvPr/>
        </p:nvSpPr>
        <p:spPr>
          <a:xfrm>
            <a:off x="5992199" y="957226"/>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4">
            <a:extLst>
              <a:ext uri="{FF2B5EF4-FFF2-40B4-BE49-F238E27FC236}">
                <a16:creationId xmlns:a16="http://schemas.microsoft.com/office/drawing/2014/main" id="{D24A67D3-F37A-8A46-B36F-49938A3CF43B}"/>
              </a:ext>
            </a:extLst>
          </p:cNvPr>
          <p:cNvSpPr/>
          <p:nvPr/>
        </p:nvSpPr>
        <p:spPr>
          <a:xfrm>
            <a:off x="5992199" y="1296885"/>
            <a:ext cx="180000" cy="5413403"/>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CuadroTexto 15">
            <a:extLst>
              <a:ext uri="{FF2B5EF4-FFF2-40B4-BE49-F238E27FC236}">
                <a16:creationId xmlns:a16="http://schemas.microsoft.com/office/drawing/2014/main" id="{15FA2A8B-3846-8A3B-F21E-32396D3698EB}"/>
              </a:ext>
            </a:extLst>
          </p:cNvPr>
          <p:cNvSpPr txBox="1"/>
          <p:nvPr/>
        </p:nvSpPr>
        <p:spPr>
          <a:xfrm>
            <a:off x="379828" y="1213394"/>
            <a:ext cx="5356172" cy="2308324"/>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En PSeInt, las variables se declaran usando la palabra clave "</a:t>
            </a:r>
            <a:r>
              <a:rPr lang="es-ES" dirty="0">
                <a:solidFill>
                  <a:srgbClr val="00B0F0"/>
                </a:solidFill>
                <a:latin typeface="Verdana" panose="020B0604030504040204" pitchFamily="34" charset="0"/>
                <a:ea typeface="Verdana" panose="020B0604030504040204" pitchFamily="34" charset="0"/>
              </a:rPr>
              <a:t>Definir</a:t>
            </a:r>
            <a:r>
              <a:rPr lang="es-ES" dirty="0">
                <a:latin typeface="Verdana" panose="020B0604030504040204" pitchFamily="34" charset="0"/>
                <a:ea typeface="Verdana" panose="020B0604030504040204" pitchFamily="34" charset="0"/>
              </a:rPr>
              <a:t>", seguida del </a:t>
            </a:r>
            <a:r>
              <a:rPr lang="es-ES" u="sng" dirty="0">
                <a:latin typeface="Verdana" panose="020B0604030504040204" pitchFamily="34" charset="0"/>
                <a:ea typeface="Verdana" panose="020B0604030504040204" pitchFamily="34" charset="0"/>
              </a:rPr>
              <a:t>nombre de la variable </a:t>
            </a:r>
            <a:r>
              <a:rPr lang="es-ES" dirty="0">
                <a:latin typeface="Verdana" panose="020B0604030504040204" pitchFamily="34" charset="0"/>
                <a:ea typeface="Verdana" panose="020B0604030504040204" pitchFamily="34" charset="0"/>
              </a:rPr>
              <a:t>y el </a:t>
            </a:r>
            <a:r>
              <a:rPr lang="es-ES" u="sng" dirty="0">
                <a:latin typeface="Verdana" panose="020B0604030504040204" pitchFamily="34" charset="0"/>
                <a:ea typeface="Verdana" panose="020B0604030504040204" pitchFamily="34" charset="0"/>
              </a:rPr>
              <a:t>tipo de dato. </a:t>
            </a:r>
            <a:r>
              <a:rPr lang="es-ES" dirty="0">
                <a:latin typeface="Verdana" panose="020B0604030504040204" pitchFamily="34" charset="0"/>
                <a:ea typeface="Verdana" panose="020B0604030504040204" pitchFamily="34" charset="0"/>
              </a:rPr>
              <a:t>Por ejemplo, para declarar una variable llamada "</a:t>
            </a:r>
            <a:r>
              <a:rPr lang="es-ES" dirty="0">
                <a:highlight>
                  <a:srgbClr val="FFFF00"/>
                </a:highlight>
                <a:latin typeface="Verdana" panose="020B0604030504040204" pitchFamily="34" charset="0"/>
                <a:ea typeface="Verdana" panose="020B0604030504040204" pitchFamily="34" charset="0"/>
              </a:rPr>
              <a:t>numero</a:t>
            </a:r>
            <a:r>
              <a:rPr lang="es-ES" dirty="0">
                <a:latin typeface="Verdana" panose="020B0604030504040204" pitchFamily="34" charset="0"/>
                <a:ea typeface="Verdana" panose="020B0604030504040204" pitchFamily="34" charset="0"/>
              </a:rPr>
              <a:t>" de </a:t>
            </a:r>
            <a:r>
              <a:rPr lang="es-ES" dirty="0">
                <a:highlight>
                  <a:srgbClr val="FFFF00"/>
                </a:highlight>
                <a:latin typeface="Verdana" panose="020B0604030504040204" pitchFamily="34" charset="0"/>
                <a:ea typeface="Verdana" panose="020B0604030504040204" pitchFamily="34" charset="0"/>
              </a:rPr>
              <a:t>tipo entero</a:t>
            </a:r>
            <a:r>
              <a:rPr lang="es-ES" dirty="0">
                <a:latin typeface="Verdana" panose="020B0604030504040204" pitchFamily="34" charset="0"/>
                <a:ea typeface="Verdana" panose="020B0604030504040204" pitchFamily="34" charset="0"/>
              </a:rPr>
              <a:t>, se utilizaría la siguiente sintaxis:</a:t>
            </a:r>
          </a:p>
          <a:p>
            <a:pPr algn="just"/>
            <a:endParaRPr lang="es-ES" dirty="0">
              <a:latin typeface="Verdana" panose="020B0604030504040204" pitchFamily="34" charset="0"/>
              <a:ea typeface="Verdana" panose="020B0604030504040204" pitchFamily="34" charset="0"/>
            </a:endParaRPr>
          </a:p>
          <a:p>
            <a:pPr algn="ctr"/>
            <a:r>
              <a:rPr lang="es-NI" i="1" dirty="0">
                <a:solidFill>
                  <a:srgbClr val="00B0F0"/>
                </a:solidFill>
                <a:highlight>
                  <a:srgbClr val="000000"/>
                </a:highlight>
                <a:latin typeface="Verdana" panose="020B0604030504040204" pitchFamily="34" charset="0"/>
                <a:ea typeface="Verdana" panose="020B0604030504040204" pitchFamily="34" charset="0"/>
              </a:rPr>
              <a:t>Definir</a:t>
            </a:r>
            <a:r>
              <a:rPr lang="es-NI" i="1" dirty="0">
                <a:solidFill>
                  <a:schemeClr val="bg1"/>
                </a:solidFill>
                <a:highlight>
                  <a:srgbClr val="000000"/>
                </a:highlight>
                <a:latin typeface="Verdana" panose="020B0604030504040204" pitchFamily="34" charset="0"/>
                <a:ea typeface="Verdana" panose="020B0604030504040204" pitchFamily="34" charset="0"/>
              </a:rPr>
              <a:t> numero </a:t>
            </a:r>
            <a:r>
              <a:rPr lang="es-NI" i="1" dirty="0">
                <a:solidFill>
                  <a:srgbClr val="00B0F0"/>
                </a:solidFill>
                <a:highlight>
                  <a:srgbClr val="000000"/>
                </a:highlight>
                <a:latin typeface="Verdana" panose="020B0604030504040204" pitchFamily="34" charset="0"/>
                <a:ea typeface="Verdana" panose="020B0604030504040204" pitchFamily="34" charset="0"/>
              </a:rPr>
              <a:t>Como Entero</a:t>
            </a:r>
          </a:p>
        </p:txBody>
      </p:sp>
      <p:sp>
        <p:nvSpPr>
          <p:cNvPr id="17" name="CuadroTexto 16">
            <a:extLst>
              <a:ext uri="{FF2B5EF4-FFF2-40B4-BE49-F238E27FC236}">
                <a16:creationId xmlns:a16="http://schemas.microsoft.com/office/drawing/2014/main" id="{00287E02-74A1-EBF3-E367-BCA242274564}"/>
              </a:ext>
            </a:extLst>
          </p:cNvPr>
          <p:cNvSpPr txBox="1"/>
          <p:nvPr/>
        </p:nvSpPr>
        <p:spPr>
          <a:xfrm>
            <a:off x="6428398" y="1365794"/>
            <a:ext cx="5356172" cy="4247317"/>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En Python, </a:t>
            </a:r>
            <a:r>
              <a:rPr lang="es-ES" u="sng" dirty="0">
                <a:latin typeface="Verdana" panose="020B0604030504040204" pitchFamily="34" charset="0"/>
                <a:ea typeface="Verdana" panose="020B0604030504040204" pitchFamily="34" charset="0"/>
              </a:rPr>
              <a:t>las variables no necesitan ser declaradas </a:t>
            </a:r>
            <a:r>
              <a:rPr lang="es-ES" dirty="0">
                <a:latin typeface="Verdana" panose="020B0604030504040204" pitchFamily="34" charset="0"/>
                <a:ea typeface="Verdana" panose="020B0604030504040204" pitchFamily="34" charset="0"/>
              </a:rPr>
              <a:t>con un tipo de datos específico antes de usarlas. </a:t>
            </a:r>
            <a:r>
              <a:rPr lang="es-ES" u="sng" dirty="0">
                <a:latin typeface="Verdana" panose="020B0604030504040204" pitchFamily="34" charset="0"/>
                <a:ea typeface="Verdana" panose="020B0604030504040204" pitchFamily="34" charset="0"/>
              </a:rPr>
              <a:t>Python es un lenguaje de tipado dinámico</a:t>
            </a:r>
            <a:r>
              <a:rPr lang="es-ES" dirty="0">
                <a:latin typeface="Verdana" panose="020B0604030504040204" pitchFamily="34" charset="0"/>
                <a:ea typeface="Verdana" panose="020B0604030504040204" pitchFamily="34" charset="0"/>
              </a:rPr>
              <a:t>, lo que significa que el tipo de datos de una variable se determina automáticamente en tiempo de ejecución según el valor asignado. Por lo tanto, para declarar una variable en Python, simplemente se usa el nombre de la variable, sin especificar su tipo de datos. Por ejemplo, para declarar una variable llamada "</a:t>
            </a:r>
            <a:r>
              <a:rPr lang="es-ES" dirty="0">
                <a:highlight>
                  <a:srgbClr val="FFFF00"/>
                </a:highlight>
                <a:latin typeface="Verdana" panose="020B0604030504040204" pitchFamily="34" charset="0"/>
                <a:ea typeface="Verdana" panose="020B0604030504040204" pitchFamily="34" charset="0"/>
              </a:rPr>
              <a:t>numero</a:t>
            </a:r>
            <a:r>
              <a:rPr lang="es-ES" dirty="0">
                <a:latin typeface="Verdana" panose="020B0604030504040204" pitchFamily="34" charset="0"/>
                <a:ea typeface="Verdana" panose="020B0604030504040204" pitchFamily="34" charset="0"/>
              </a:rPr>
              <a:t>" en Python, se utilizaría la siguiente sintaxis:</a:t>
            </a:r>
          </a:p>
          <a:p>
            <a:pPr algn="just"/>
            <a:endParaRPr lang="es-ES" dirty="0">
              <a:latin typeface="Verdana" panose="020B0604030504040204" pitchFamily="34" charset="0"/>
              <a:ea typeface="Verdana" panose="020B0604030504040204" pitchFamily="34" charset="0"/>
            </a:endParaRPr>
          </a:p>
          <a:p>
            <a:pPr algn="ctr"/>
            <a:r>
              <a:rPr lang="es-NI" i="1" dirty="0">
                <a:solidFill>
                  <a:schemeClr val="bg1"/>
                </a:solidFill>
                <a:highlight>
                  <a:srgbClr val="000000"/>
                </a:highlight>
                <a:latin typeface="Verdana" panose="020B0604030504040204" pitchFamily="34" charset="0"/>
                <a:ea typeface="Verdana" panose="020B0604030504040204" pitchFamily="34" charset="0"/>
              </a:rPr>
              <a:t>numero = 0</a:t>
            </a:r>
            <a:endParaRPr lang="es-NI" dirty="0">
              <a:solidFill>
                <a:schemeClr val="bg1"/>
              </a:solidFill>
              <a:latin typeface="Verdana" panose="020B0604030504040204" pitchFamily="34" charset="0"/>
              <a:ea typeface="Verdana" panose="020B0604030504040204" pitchFamily="34" charset="0"/>
            </a:endParaRPr>
          </a:p>
        </p:txBody>
      </p:sp>
      <p:pic>
        <p:nvPicPr>
          <p:cNvPr id="2" name="Gráfico 1" descr="Salir con relleno sólido">
            <a:hlinkClick r:id="" action="ppaction://hlinkshowjump?jump=endshow"/>
            <a:extLst>
              <a:ext uri="{FF2B5EF4-FFF2-40B4-BE49-F238E27FC236}">
                <a16:creationId xmlns:a16="http://schemas.microsoft.com/office/drawing/2014/main" id="{4B7DAB4B-5731-1198-C335-9F3E4CEBCD3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379828" y="5943600"/>
            <a:ext cx="914400" cy="914400"/>
          </a:xfrm>
          <a:prstGeom prst="rect">
            <a:avLst/>
          </a:prstGeom>
        </p:spPr>
      </p:pic>
    </p:spTree>
    <p:extLst>
      <p:ext uri="{BB962C8B-B14F-4D97-AF65-F5344CB8AC3E}">
        <p14:creationId xmlns:p14="http://schemas.microsoft.com/office/powerpoint/2010/main" val="60520388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 t 3">
            <a:extLst>
              <a:ext uri="{FF2B5EF4-FFF2-40B4-BE49-F238E27FC236}">
                <a16:creationId xmlns:a16="http://schemas.microsoft.com/office/drawing/2014/main" id="{4B621F16-ACC8-E377-46A3-60A6413A87A0}"/>
              </a:ext>
            </a:extLst>
          </p:cNvPr>
          <p:cNvSpPr/>
          <p:nvPr/>
        </p:nvSpPr>
        <p:spPr>
          <a:xfrm>
            <a:off x="4237325" y="220570"/>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CuadroTexto 3">
            <a:extLst>
              <a:ext uri="{FF2B5EF4-FFF2-40B4-BE49-F238E27FC236}">
                <a16:creationId xmlns:a16="http://schemas.microsoft.com/office/drawing/2014/main" id="{C0755CF6-2F4E-5868-99DA-CD2642859F31}"/>
              </a:ext>
            </a:extLst>
          </p:cNvPr>
          <p:cNvSpPr txBox="1"/>
          <p:nvPr/>
        </p:nvSpPr>
        <p:spPr>
          <a:xfrm>
            <a:off x="4417325" y="211238"/>
            <a:ext cx="3357349" cy="369332"/>
          </a:xfrm>
          <a:prstGeom prst="rect">
            <a:avLst/>
          </a:prstGeom>
          <a:noFill/>
        </p:spPr>
        <p:txBody>
          <a:bodyPr wrap="square" rtlCol="0">
            <a:spAutoFit/>
          </a:bodyPr>
          <a:lstStyle/>
          <a:p>
            <a:pPr algn="ctr"/>
            <a:r>
              <a:rPr lang="es-NI" b="1" dirty="0">
                <a:latin typeface="Verdana" panose="020B0604030504040204" pitchFamily="34" charset="0"/>
                <a:ea typeface="Verdana" panose="020B0604030504040204" pitchFamily="34" charset="0"/>
              </a:rPr>
              <a:t>Escritura</a:t>
            </a:r>
          </a:p>
        </p:txBody>
      </p:sp>
      <p:sp>
        <p:nvSpPr>
          <p:cNvPr id="5" name="Rectángulo 2">
            <a:hlinkClick r:id="rId2" action="ppaction://hlinksldjump"/>
            <a:extLst>
              <a:ext uri="{FF2B5EF4-FFF2-40B4-BE49-F238E27FC236}">
                <a16:creationId xmlns:a16="http://schemas.microsoft.com/office/drawing/2014/main" id="{26684144-EA61-1534-F880-593595A5F604}"/>
              </a:ext>
            </a:extLst>
          </p:cNvPr>
          <p:cNvSpPr/>
          <p:nvPr/>
        </p:nvSpPr>
        <p:spPr>
          <a:xfrm>
            <a:off x="10424160" y="6330108"/>
            <a:ext cx="176783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CuadroTexto 5">
            <a:extLst>
              <a:ext uri="{FF2B5EF4-FFF2-40B4-BE49-F238E27FC236}">
                <a16:creationId xmlns:a16="http://schemas.microsoft.com/office/drawing/2014/main" id="{54266329-72A6-893C-F94C-149DB8F73F19}"/>
              </a:ext>
            </a:extLst>
          </p:cNvPr>
          <p:cNvSpPr txBox="1"/>
          <p:nvPr/>
        </p:nvSpPr>
        <p:spPr>
          <a:xfrm>
            <a:off x="11108926" y="6320776"/>
            <a:ext cx="1083073" cy="369332"/>
          </a:xfrm>
          <a:prstGeom prst="rect">
            <a:avLst/>
          </a:prstGeom>
          <a:noFill/>
        </p:spPr>
        <p:txBody>
          <a:bodyPr wrap="square" rtlCol="0">
            <a:spAutoFit/>
          </a:bodyPr>
          <a:lstStyle/>
          <a:p>
            <a:r>
              <a:rPr lang="es-NI" b="1" dirty="0">
                <a:solidFill>
                  <a:schemeClr val="bg1"/>
                </a:solidFill>
                <a:latin typeface="Verdana" panose="020B0604030504040204" pitchFamily="34" charset="0"/>
                <a:ea typeface="Verdana" panose="020B0604030504040204" pitchFamily="34" charset="0"/>
              </a:rPr>
              <a:t>Volver</a:t>
            </a:r>
          </a:p>
        </p:txBody>
      </p:sp>
      <p:cxnSp>
        <p:nvCxnSpPr>
          <p:cNvPr id="8" name="Conector recto de flecha 7">
            <a:extLst>
              <a:ext uri="{FF2B5EF4-FFF2-40B4-BE49-F238E27FC236}">
                <a16:creationId xmlns:a16="http://schemas.microsoft.com/office/drawing/2014/main" id="{995A880F-9323-29B0-B6B6-2E37C5989FDE}"/>
              </a:ext>
            </a:extLst>
          </p:cNvPr>
          <p:cNvCxnSpPr>
            <a:cxnSpLocks/>
          </p:cNvCxnSpPr>
          <p:nvPr/>
        </p:nvCxnSpPr>
        <p:spPr>
          <a:xfrm flipH="1">
            <a:off x="10556979" y="6505442"/>
            <a:ext cx="415821"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2457C43-23F0-A454-3978-B44112BB806D}"/>
              </a:ext>
            </a:extLst>
          </p:cNvPr>
          <p:cNvSpPr txBox="1"/>
          <p:nvPr/>
        </p:nvSpPr>
        <p:spPr>
          <a:xfrm>
            <a:off x="379828" y="844062"/>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Pseint</a:t>
            </a:r>
            <a:endParaRPr lang="es-NI" b="1" dirty="0">
              <a:latin typeface="Verdana" panose="020B0604030504040204" pitchFamily="34" charset="0"/>
              <a:ea typeface="Verdana" panose="020B0604030504040204" pitchFamily="34" charset="0"/>
            </a:endParaRPr>
          </a:p>
        </p:txBody>
      </p:sp>
      <p:sp>
        <p:nvSpPr>
          <p:cNvPr id="13" name="CuadroTexto 12">
            <a:extLst>
              <a:ext uri="{FF2B5EF4-FFF2-40B4-BE49-F238E27FC236}">
                <a16:creationId xmlns:a16="http://schemas.microsoft.com/office/drawing/2014/main" id="{DA084F89-988B-740D-EEDA-758CEB51CD08}"/>
              </a:ext>
            </a:extLst>
          </p:cNvPr>
          <p:cNvSpPr txBox="1"/>
          <p:nvPr/>
        </p:nvSpPr>
        <p:spPr>
          <a:xfrm>
            <a:off x="6096000" y="936395"/>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Phyton</a:t>
            </a:r>
            <a:endParaRPr lang="es-NI" b="1" dirty="0">
              <a:latin typeface="Verdana" panose="020B0604030504040204" pitchFamily="34" charset="0"/>
              <a:ea typeface="Verdana" panose="020B0604030504040204" pitchFamily="34" charset="0"/>
            </a:endParaRPr>
          </a:p>
        </p:txBody>
      </p:sp>
      <p:sp>
        <p:nvSpPr>
          <p:cNvPr id="14" name="Rectángulo 3">
            <a:extLst>
              <a:ext uri="{FF2B5EF4-FFF2-40B4-BE49-F238E27FC236}">
                <a16:creationId xmlns:a16="http://schemas.microsoft.com/office/drawing/2014/main" id="{91AA2963-D1FA-1CC3-4473-930440C035D8}"/>
              </a:ext>
            </a:extLst>
          </p:cNvPr>
          <p:cNvSpPr/>
          <p:nvPr/>
        </p:nvSpPr>
        <p:spPr>
          <a:xfrm>
            <a:off x="5992199" y="957226"/>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4">
            <a:extLst>
              <a:ext uri="{FF2B5EF4-FFF2-40B4-BE49-F238E27FC236}">
                <a16:creationId xmlns:a16="http://schemas.microsoft.com/office/drawing/2014/main" id="{D24A67D3-F37A-8A46-B36F-49938A3CF43B}"/>
              </a:ext>
            </a:extLst>
          </p:cNvPr>
          <p:cNvSpPr/>
          <p:nvPr/>
        </p:nvSpPr>
        <p:spPr>
          <a:xfrm>
            <a:off x="5992199" y="1296885"/>
            <a:ext cx="180000" cy="5413403"/>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CuadroTexto 15">
            <a:extLst>
              <a:ext uri="{FF2B5EF4-FFF2-40B4-BE49-F238E27FC236}">
                <a16:creationId xmlns:a16="http://schemas.microsoft.com/office/drawing/2014/main" id="{15FA2A8B-3846-8A3B-F21E-32396D3698EB}"/>
              </a:ext>
            </a:extLst>
          </p:cNvPr>
          <p:cNvSpPr txBox="1"/>
          <p:nvPr/>
        </p:nvSpPr>
        <p:spPr>
          <a:xfrm>
            <a:off x="379828" y="1213394"/>
            <a:ext cx="5356172" cy="2031325"/>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e utiliza una instrucción para mostrar un mensaje en la pantalla. En PSeInt se utiliza la instrucción </a:t>
            </a:r>
            <a:r>
              <a:rPr lang="es-ES" dirty="0">
                <a:solidFill>
                  <a:srgbClr val="00B0F0"/>
                </a:solidFill>
                <a:latin typeface="Verdana" panose="020B0604030504040204" pitchFamily="34" charset="0"/>
                <a:ea typeface="Verdana" panose="020B0604030504040204" pitchFamily="34" charset="0"/>
              </a:rPr>
              <a:t>Escribir().</a:t>
            </a: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ctr"/>
            <a:r>
              <a:rPr lang="es-NI" i="1" dirty="0">
                <a:solidFill>
                  <a:srgbClr val="00B0F0"/>
                </a:solidFill>
                <a:highlight>
                  <a:srgbClr val="000000"/>
                </a:highlight>
                <a:latin typeface="Verdana" panose="020B0604030504040204" pitchFamily="34" charset="0"/>
                <a:ea typeface="Verdana" panose="020B0604030504040204" pitchFamily="34" charset="0"/>
              </a:rPr>
              <a:t>Escribir</a:t>
            </a:r>
            <a:r>
              <a:rPr lang="es-NI" i="1" dirty="0">
                <a:solidFill>
                  <a:schemeClr val="bg1"/>
                </a:solidFill>
                <a:highlight>
                  <a:srgbClr val="000000"/>
                </a:highlight>
                <a:latin typeface="Verdana" panose="020B0604030504040204" pitchFamily="34" charset="0"/>
                <a:ea typeface="Verdana" panose="020B0604030504040204" pitchFamily="34" charset="0"/>
              </a:rPr>
              <a:t>(</a:t>
            </a:r>
            <a:r>
              <a:rPr lang="es-NI" i="1" dirty="0">
                <a:solidFill>
                  <a:schemeClr val="accent6">
                    <a:lumMod val="75000"/>
                  </a:schemeClr>
                </a:solidFill>
                <a:highlight>
                  <a:srgbClr val="000000"/>
                </a:highlight>
                <a:latin typeface="Verdana" panose="020B0604030504040204" pitchFamily="34" charset="0"/>
                <a:ea typeface="Verdana" panose="020B0604030504040204" pitchFamily="34" charset="0"/>
              </a:rPr>
              <a:t>"Hola, mundo!"</a:t>
            </a:r>
            <a:r>
              <a:rPr lang="es-NI" i="1" dirty="0">
                <a:solidFill>
                  <a:schemeClr val="bg1"/>
                </a:solidFill>
                <a:highlight>
                  <a:srgbClr val="000000"/>
                </a:highlight>
                <a:latin typeface="Verdana" panose="020B0604030504040204" pitchFamily="34" charset="0"/>
                <a:ea typeface="Verdana" panose="020B0604030504040204" pitchFamily="34" charset="0"/>
              </a:rPr>
              <a:t>)</a:t>
            </a:r>
          </a:p>
        </p:txBody>
      </p:sp>
      <p:sp>
        <p:nvSpPr>
          <p:cNvPr id="17" name="CuadroTexto 16">
            <a:extLst>
              <a:ext uri="{FF2B5EF4-FFF2-40B4-BE49-F238E27FC236}">
                <a16:creationId xmlns:a16="http://schemas.microsoft.com/office/drawing/2014/main" id="{00287E02-74A1-EBF3-E367-BCA242274564}"/>
              </a:ext>
            </a:extLst>
          </p:cNvPr>
          <p:cNvSpPr txBox="1"/>
          <p:nvPr/>
        </p:nvSpPr>
        <p:spPr>
          <a:xfrm>
            <a:off x="6428398" y="1365794"/>
            <a:ext cx="5356172" cy="2031325"/>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 se utiliza una instrucción para mostrar un mensaje en la pantalla. En Python se utiliza la función </a:t>
            </a:r>
            <a:r>
              <a:rPr lang="es-ES" dirty="0" err="1">
                <a:solidFill>
                  <a:srgbClr val="00B0F0"/>
                </a:solidFill>
                <a:latin typeface="Verdana" panose="020B0604030504040204" pitchFamily="34" charset="0"/>
                <a:ea typeface="Verdana" panose="020B0604030504040204" pitchFamily="34" charset="0"/>
              </a:rPr>
              <a:t>print</a:t>
            </a:r>
            <a:r>
              <a:rPr lang="es-ES" dirty="0">
                <a:solidFill>
                  <a:srgbClr val="00B0F0"/>
                </a:solidFill>
                <a:latin typeface="Verdana" panose="020B0604030504040204" pitchFamily="34" charset="0"/>
                <a:ea typeface="Verdana" panose="020B0604030504040204" pitchFamily="34" charset="0"/>
              </a:rPr>
              <a:t>(</a:t>
            </a:r>
            <a:r>
              <a:rPr lang="es-ES" dirty="0">
                <a:latin typeface="Verdana" panose="020B0604030504040204" pitchFamily="34" charset="0"/>
                <a:ea typeface="Verdana" panose="020B0604030504040204" pitchFamily="34" charset="0"/>
              </a:rPr>
              <a:t>) para imprimir en la consola</a:t>
            </a: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ctr"/>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Imprimir un mensaje en la consola</a:t>
            </a:r>
          </a:p>
          <a:p>
            <a:pPr algn="ctr"/>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"Hola, mundo!"</a:t>
            </a:r>
            <a:r>
              <a:rPr lang="es-ES" i="1" dirty="0">
                <a:solidFill>
                  <a:schemeClr val="bg1"/>
                </a:solidFill>
                <a:highlight>
                  <a:srgbClr val="000000"/>
                </a:highlight>
                <a:latin typeface="Verdana" panose="020B0604030504040204" pitchFamily="34" charset="0"/>
                <a:ea typeface="Verdana" panose="020B0604030504040204" pitchFamily="34" charset="0"/>
              </a:rPr>
              <a:t>)</a:t>
            </a:r>
          </a:p>
        </p:txBody>
      </p:sp>
      <p:pic>
        <p:nvPicPr>
          <p:cNvPr id="2" name="Gráfico 1" descr="Salir con relleno sólido">
            <a:hlinkClick r:id="" action="ppaction://hlinkshowjump?jump=endshow"/>
            <a:extLst>
              <a:ext uri="{FF2B5EF4-FFF2-40B4-BE49-F238E27FC236}">
                <a16:creationId xmlns:a16="http://schemas.microsoft.com/office/drawing/2014/main" id="{922B84C3-C234-AA12-E703-4528C1157A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379828" y="5943600"/>
            <a:ext cx="914400" cy="914400"/>
          </a:xfrm>
          <a:prstGeom prst="rect">
            <a:avLst/>
          </a:prstGeom>
        </p:spPr>
      </p:pic>
    </p:spTree>
    <p:extLst>
      <p:ext uri="{BB962C8B-B14F-4D97-AF65-F5344CB8AC3E}">
        <p14:creationId xmlns:p14="http://schemas.microsoft.com/office/powerpoint/2010/main" val="38879368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 t 2">
            <a:extLst>
              <a:ext uri="{FF2B5EF4-FFF2-40B4-BE49-F238E27FC236}">
                <a16:creationId xmlns:a16="http://schemas.microsoft.com/office/drawing/2014/main" id="{4B621F16-ACC8-E377-46A3-60A6413A87A0}"/>
              </a:ext>
            </a:extLst>
          </p:cNvPr>
          <p:cNvSpPr/>
          <p:nvPr/>
        </p:nvSpPr>
        <p:spPr>
          <a:xfrm>
            <a:off x="4237325" y="220570"/>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CuadroTexto 3">
            <a:extLst>
              <a:ext uri="{FF2B5EF4-FFF2-40B4-BE49-F238E27FC236}">
                <a16:creationId xmlns:a16="http://schemas.microsoft.com/office/drawing/2014/main" id="{C0755CF6-2F4E-5868-99DA-CD2642859F31}"/>
              </a:ext>
            </a:extLst>
          </p:cNvPr>
          <p:cNvSpPr txBox="1"/>
          <p:nvPr/>
        </p:nvSpPr>
        <p:spPr>
          <a:xfrm>
            <a:off x="4417325" y="211238"/>
            <a:ext cx="3357349" cy="369332"/>
          </a:xfrm>
          <a:prstGeom prst="rect">
            <a:avLst/>
          </a:prstGeom>
          <a:noFill/>
        </p:spPr>
        <p:txBody>
          <a:bodyPr wrap="square" rtlCol="0">
            <a:spAutoFit/>
          </a:bodyPr>
          <a:lstStyle/>
          <a:p>
            <a:pPr algn="ctr"/>
            <a:r>
              <a:rPr lang="es-NI" b="1" dirty="0">
                <a:latin typeface="Verdana" panose="020B0604030504040204" pitchFamily="34" charset="0"/>
                <a:ea typeface="Verdana" panose="020B0604030504040204" pitchFamily="34" charset="0"/>
              </a:rPr>
              <a:t>Lectura</a:t>
            </a:r>
          </a:p>
        </p:txBody>
      </p:sp>
      <p:sp>
        <p:nvSpPr>
          <p:cNvPr id="5" name="Rectángulo 2">
            <a:hlinkClick r:id="rId2" action="ppaction://hlinksldjump"/>
            <a:extLst>
              <a:ext uri="{FF2B5EF4-FFF2-40B4-BE49-F238E27FC236}">
                <a16:creationId xmlns:a16="http://schemas.microsoft.com/office/drawing/2014/main" id="{26684144-EA61-1534-F880-593595A5F604}"/>
              </a:ext>
            </a:extLst>
          </p:cNvPr>
          <p:cNvSpPr/>
          <p:nvPr/>
        </p:nvSpPr>
        <p:spPr>
          <a:xfrm>
            <a:off x="10424160" y="6330108"/>
            <a:ext cx="176783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CuadroTexto 5">
            <a:extLst>
              <a:ext uri="{FF2B5EF4-FFF2-40B4-BE49-F238E27FC236}">
                <a16:creationId xmlns:a16="http://schemas.microsoft.com/office/drawing/2014/main" id="{54266329-72A6-893C-F94C-149DB8F73F19}"/>
              </a:ext>
            </a:extLst>
          </p:cNvPr>
          <p:cNvSpPr txBox="1"/>
          <p:nvPr/>
        </p:nvSpPr>
        <p:spPr>
          <a:xfrm>
            <a:off x="11108926" y="6320776"/>
            <a:ext cx="1083073" cy="369332"/>
          </a:xfrm>
          <a:prstGeom prst="rect">
            <a:avLst/>
          </a:prstGeom>
          <a:noFill/>
        </p:spPr>
        <p:txBody>
          <a:bodyPr wrap="square" rtlCol="0">
            <a:spAutoFit/>
          </a:bodyPr>
          <a:lstStyle/>
          <a:p>
            <a:r>
              <a:rPr lang="es-NI" b="1" dirty="0">
                <a:solidFill>
                  <a:schemeClr val="bg1"/>
                </a:solidFill>
                <a:latin typeface="Verdana" panose="020B0604030504040204" pitchFamily="34" charset="0"/>
                <a:ea typeface="Verdana" panose="020B0604030504040204" pitchFamily="34" charset="0"/>
              </a:rPr>
              <a:t>Volver</a:t>
            </a:r>
          </a:p>
        </p:txBody>
      </p:sp>
      <p:cxnSp>
        <p:nvCxnSpPr>
          <p:cNvPr id="8" name="Conector recto de flecha 7">
            <a:extLst>
              <a:ext uri="{FF2B5EF4-FFF2-40B4-BE49-F238E27FC236}">
                <a16:creationId xmlns:a16="http://schemas.microsoft.com/office/drawing/2014/main" id="{995A880F-9323-29B0-B6B6-2E37C5989FDE}"/>
              </a:ext>
            </a:extLst>
          </p:cNvPr>
          <p:cNvCxnSpPr>
            <a:cxnSpLocks/>
          </p:cNvCxnSpPr>
          <p:nvPr/>
        </p:nvCxnSpPr>
        <p:spPr>
          <a:xfrm flipH="1">
            <a:off x="10556979" y="6505442"/>
            <a:ext cx="415821"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2457C43-23F0-A454-3978-B44112BB806D}"/>
              </a:ext>
            </a:extLst>
          </p:cNvPr>
          <p:cNvSpPr txBox="1"/>
          <p:nvPr/>
        </p:nvSpPr>
        <p:spPr>
          <a:xfrm>
            <a:off x="379828" y="844062"/>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Pseint</a:t>
            </a:r>
            <a:endParaRPr lang="es-NI" b="1" dirty="0">
              <a:latin typeface="Verdana" panose="020B0604030504040204" pitchFamily="34" charset="0"/>
              <a:ea typeface="Verdana" panose="020B0604030504040204" pitchFamily="34" charset="0"/>
            </a:endParaRPr>
          </a:p>
        </p:txBody>
      </p:sp>
      <p:sp>
        <p:nvSpPr>
          <p:cNvPr id="13" name="CuadroTexto 12">
            <a:extLst>
              <a:ext uri="{FF2B5EF4-FFF2-40B4-BE49-F238E27FC236}">
                <a16:creationId xmlns:a16="http://schemas.microsoft.com/office/drawing/2014/main" id="{DA084F89-988B-740D-EEDA-758CEB51CD08}"/>
              </a:ext>
            </a:extLst>
          </p:cNvPr>
          <p:cNvSpPr txBox="1"/>
          <p:nvPr/>
        </p:nvSpPr>
        <p:spPr>
          <a:xfrm>
            <a:off x="6096000" y="936395"/>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Phyton</a:t>
            </a:r>
            <a:endParaRPr lang="es-NI" b="1" dirty="0">
              <a:latin typeface="Verdana" panose="020B0604030504040204" pitchFamily="34" charset="0"/>
              <a:ea typeface="Verdana" panose="020B0604030504040204" pitchFamily="34" charset="0"/>
            </a:endParaRPr>
          </a:p>
        </p:txBody>
      </p:sp>
      <p:sp>
        <p:nvSpPr>
          <p:cNvPr id="14" name="Rectángulo 3">
            <a:extLst>
              <a:ext uri="{FF2B5EF4-FFF2-40B4-BE49-F238E27FC236}">
                <a16:creationId xmlns:a16="http://schemas.microsoft.com/office/drawing/2014/main" id="{91AA2963-D1FA-1CC3-4473-930440C035D8}"/>
              </a:ext>
            </a:extLst>
          </p:cNvPr>
          <p:cNvSpPr/>
          <p:nvPr/>
        </p:nvSpPr>
        <p:spPr>
          <a:xfrm>
            <a:off x="5992199" y="957226"/>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4">
            <a:extLst>
              <a:ext uri="{FF2B5EF4-FFF2-40B4-BE49-F238E27FC236}">
                <a16:creationId xmlns:a16="http://schemas.microsoft.com/office/drawing/2014/main" id="{D24A67D3-F37A-8A46-B36F-49938A3CF43B}"/>
              </a:ext>
            </a:extLst>
          </p:cNvPr>
          <p:cNvSpPr/>
          <p:nvPr/>
        </p:nvSpPr>
        <p:spPr>
          <a:xfrm>
            <a:off x="5992199" y="1296885"/>
            <a:ext cx="180000" cy="5413403"/>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CuadroTexto 15">
            <a:extLst>
              <a:ext uri="{FF2B5EF4-FFF2-40B4-BE49-F238E27FC236}">
                <a16:creationId xmlns:a16="http://schemas.microsoft.com/office/drawing/2014/main" id="{15FA2A8B-3846-8A3B-F21E-32396D3698EB}"/>
              </a:ext>
            </a:extLst>
          </p:cNvPr>
          <p:cNvSpPr txBox="1"/>
          <p:nvPr/>
        </p:nvSpPr>
        <p:spPr>
          <a:xfrm>
            <a:off x="379828" y="1213394"/>
            <a:ext cx="5356172" cy="3970318"/>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En este ejemplo, se utiliza la función </a:t>
            </a:r>
            <a:r>
              <a:rPr lang="es-ES" dirty="0">
                <a:solidFill>
                  <a:srgbClr val="0070C0"/>
                </a:solidFill>
                <a:latin typeface="Verdana" panose="020B0604030504040204" pitchFamily="34" charset="0"/>
                <a:ea typeface="Verdana" panose="020B0604030504040204" pitchFamily="34" charset="0"/>
              </a:rPr>
              <a:t>Leer</a:t>
            </a:r>
            <a:r>
              <a:rPr lang="es-ES" dirty="0">
                <a:latin typeface="Verdana" panose="020B0604030504040204" pitchFamily="34" charset="0"/>
                <a:ea typeface="Verdana" panose="020B0604030504040204" pitchFamily="34" charset="0"/>
              </a:rPr>
              <a:t> para solicitar al usuario que ingrese su </a:t>
            </a:r>
            <a:r>
              <a:rPr lang="es-ES" b="1" dirty="0">
                <a:latin typeface="Verdana" panose="020B0604030504040204" pitchFamily="34" charset="0"/>
                <a:ea typeface="Verdana" panose="020B0604030504040204" pitchFamily="34" charset="0"/>
              </a:rPr>
              <a:t>nombre</a:t>
            </a:r>
            <a:r>
              <a:rPr lang="es-ES" dirty="0">
                <a:latin typeface="Verdana" panose="020B0604030504040204" pitchFamily="34" charset="0"/>
                <a:ea typeface="Verdana" panose="020B0604030504040204" pitchFamily="34" charset="0"/>
              </a:rPr>
              <a:t> y se guarda en la variable </a:t>
            </a:r>
            <a:r>
              <a:rPr lang="es-ES" dirty="0">
                <a:highlight>
                  <a:srgbClr val="FFFF00"/>
                </a:highlight>
                <a:latin typeface="Verdana" panose="020B0604030504040204" pitchFamily="34" charset="0"/>
                <a:ea typeface="Verdana" panose="020B0604030504040204" pitchFamily="34" charset="0"/>
              </a:rPr>
              <a:t>nombre</a:t>
            </a:r>
            <a:r>
              <a:rPr lang="es-ES" dirty="0">
                <a:latin typeface="Verdana" panose="020B0604030504040204" pitchFamily="34" charset="0"/>
                <a:ea typeface="Verdana" panose="020B0604030504040204" pitchFamily="34" charset="0"/>
              </a:rPr>
              <a:t>. Luego, se imprime un saludo personalizado usando el valor ingresado.</a:t>
            </a: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marL="803275"/>
            <a:r>
              <a:rPr lang="es-ES" i="1" dirty="0">
                <a:solidFill>
                  <a:srgbClr val="00B0F0"/>
                </a:solidFill>
                <a:highlight>
                  <a:srgbClr val="000000"/>
                </a:highlight>
                <a:latin typeface="Verdana" panose="020B0604030504040204" pitchFamily="34" charset="0"/>
                <a:ea typeface="Verdana" panose="020B0604030504040204" pitchFamily="34" charset="0"/>
              </a:rPr>
              <a:t>Algoritmo </a:t>
            </a:r>
            <a:r>
              <a:rPr lang="es-ES" i="1" dirty="0" err="1">
                <a:solidFill>
                  <a:schemeClr val="bg1"/>
                </a:solidFill>
                <a:highlight>
                  <a:srgbClr val="000000"/>
                </a:highlight>
                <a:latin typeface="Verdana" panose="020B0604030504040204" pitchFamily="34" charset="0"/>
                <a:ea typeface="Verdana" panose="020B0604030504040204" pitchFamily="34" charset="0"/>
              </a:rPr>
              <a:t>EjemploLectura</a:t>
            </a:r>
            <a:endParaRPr lang="es-ES" i="1" dirty="0">
              <a:solidFill>
                <a:schemeClr val="bg1"/>
              </a:solidFill>
              <a:highlight>
                <a:srgbClr val="000000"/>
              </a:highlight>
              <a:latin typeface="Verdana" panose="020B0604030504040204" pitchFamily="34" charset="0"/>
              <a:ea typeface="Verdana" panose="020B0604030504040204" pitchFamily="34" charset="0"/>
            </a:endParaRPr>
          </a:p>
          <a:p>
            <a:pPr marL="803275"/>
            <a:r>
              <a:rPr lang="es-ES" i="1" dirty="0">
                <a:solidFill>
                  <a:srgbClr val="00B0F0"/>
                </a:solidFill>
                <a:highlight>
                  <a:srgbClr val="000000"/>
                </a:highlight>
                <a:latin typeface="Verdana" panose="020B0604030504040204" pitchFamily="34" charset="0"/>
                <a:ea typeface="Verdana" panose="020B0604030504040204" pitchFamily="34" charset="0"/>
              </a:rPr>
              <a:t>    Escribir</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"Por favor, ingresa tu nombre: "</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803275"/>
            <a:r>
              <a:rPr lang="es-ES" i="1" dirty="0">
                <a:solidFill>
                  <a:srgbClr val="00B0F0"/>
                </a:solidFill>
                <a:highlight>
                  <a:srgbClr val="000000"/>
                </a:highlight>
                <a:latin typeface="Verdana" panose="020B0604030504040204" pitchFamily="34" charset="0"/>
                <a:ea typeface="Verdana" panose="020B0604030504040204" pitchFamily="34" charset="0"/>
              </a:rPr>
              <a:t>    Leer</a:t>
            </a:r>
            <a:r>
              <a:rPr lang="es-ES" i="1" dirty="0">
                <a:solidFill>
                  <a:schemeClr val="bg1"/>
                </a:solidFill>
                <a:highlight>
                  <a:srgbClr val="000000"/>
                </a:highlight>
                <a:latin typeface="Verdana" panose="020B0604030504040204" pitchFamily="34" charset="0"/>
                <a:ea typeface="Verdana" panose="020B0604030504040204" pitchFamily="34" charset="0"/>
              </a:rPr>
              <a:t>(nombre)</a:t>
            </a:r>
          </a:p>
          <a:p>
            <a:pPr marL="803275"/>
            <a:r>
              <a:rPr lang="es-ES" i="1" dirty="0">
                <a:solidFill>
                  <a:srgbClr val="00B0F0"/>
                </a:solidFill>
                <a:highlight>
                  <a:srgbClr val="000000"/>
                </a:highlight>
                <a:latin typeface="Verdana" panose="020B0604030504040204" pitchFamily="34" charset="0"/>
                <a:ea typeface="Verdana" panose="020B0604030504040204" pitchFamily="34" charset="0"/>
              </a:rPr>
              <a:t>    Escribir(</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"Hola "</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a:solidFill>
                  <a:schemeClr val="bg1"/>
                </a:solidFill>
                <a:highlight>
                  <a:srgbClr val="000000"/>
                </a:highlight>
                <a:latin typeface="Verdana" panose="020B0604030504040204" pitchFamily="34" charset="0"/>
                <a:ea typeface="Verdana" panose="020B0604030504040204" pitchFamily="34" charset="0"/>
              </a:rPr>
              <a:t>nombre, </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a:t>
            </a:r>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¡Bienvenido!"</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803275"/>
            <a:r>
              <a:rPr lang="es-ES" i="1" dirty="0" err="1">
                <a:solidFill>
                  <a:srgbClr val="00B0F0"/>
                </a:solidFill>
                <a:highlight>
                  <a:srgbClr val="000000"/>
                </a:highlight>
                <a:latin typeface="Verdana" panose="020B0604030504040204" pitchFamily="34" charset="0"/>
                <a:ea typeface="Verdana" panose="020B0604030504040204" pitchFamily="34" charset="0"/>
              </a:rPr>
              <a:t>FinAlgoritmo</a:t>
            </a:r>
            <a:endParaRPr lang="es-NI" i="1" dirty="0">
              <a:solidFill>
                <a:srgbClr val="00B0F0"/>
              </a:solidFill>
              <a:highlight>
                <a:srgbClr val="000000"/>
              </a:highlight>
              <a:latin typeface="Verdana" panose="020B0604030504040204" pitchFamily="34" charset="0"/>
              <a:ea typeface="Verdana" panose="020B0604030504040204" pitchFamily="34" charset="0"/>
            </a:endParaRPr>
          </a:p>
        </p:txBody>
      </p:sp>
      <p:sp>
        <p:nvSpPr>
          <p:cNvPr id="17" name="CuadroTexto 16">
            <a:extLst>
              <a:ext uri="{FF2B5EF4-FFF2-40B4-BE49-F238E27FC236}">
                <a16:creationId xmlns:a16="http://schemas.microsoft.com/office/drawing/2014/main" id="{00287E02-74A1-EBF3-E367-BCA242274564}"/>
              </a:ext>
            </a:extLst>
          </p:cNvPr>
          <p:cNvSpPr txBox="1"/>
          <p:nvPr/>
        </p:nvSpPr>
        <p:spPr>
          <a:xfrm>
            <a:off x="6428398" y="1365794"/>
            <a:ext cx="5356172" cy="3139321"/>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Este código solicita al usuario que ingrese su </a:t>
            </a:r>
            <a:r>
              <a:rPr lang="es-ES" b="1" dirty="0">
                <a:latin typeface="Verdana" panose="020B0604030504040204" pitchFamily="34" charset="0"/>
                <a:ea typeface="Verdana" panose="020B0604030504040204" pitchFamily="34" charset="0"/>
              </a:rPr>
              <a:t>nombre</a:t>
            </a:r>
            <a:r>
              <a:rPr lang="es-ES" dirty="0">
                <a:latin typeface="Verdana" panose="020B0604030504040204" pitchFamily="34" charset="0"/>
                <a:ea typeface="Verdana" panose="020B0604030504040204" pitchFamily="34" charset="0"/>
              </a:rPr>
              <a:t> y lo guarda en la variable </a:t>
            </a:r>
            <a:r>
              <a:rPr lang="es-ES" dirty="0">
                <a:highlight>
                  <a:srgbClr val="FFFF00"/>
                </a:highlight>
                <a:latin typeface="Verdana" panose="020B0604030504040204" pitchFamily="34" charset="0"/>
                <a:ea typeface="Verdana" panose="020B0604030504040204" pitchFamily="34" charset="0"/>
              </a:rPr>
              <a:t>nombre</a:t>
            </a:r>
            <a:r>
              <a:rPr lang="es-ES" dirty="0">
                <a:latin typeface="Verdana" panose="020B0604030504040204" pitchFamily="34" charset="0"/>
                <a:ea typeface="Verdana" panose="020B0604030504040204" pitchFamily="34" charset="0"/>
              </a:rPr>
              <a:t>. Luego, imprime un saludo personalizado usando el valor ingresado.</a:t>
            </a: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algn="just"/>
            <a:endParaRPr lang="es-ES" dirty="0">
              <a:latin typeface="Verdana" panose="020B0604030504040204" pitchFamily="34" charset="0"/>
              <a:ea typeface="Verdana" panose="020B0604030504040204" pitchFamily="34" charset="0"/>
            </a:endParaRPr>
          </a:p>
          <a:p>
            <a:pPr marL="717550"/>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Ejemplo de lectura en Python</a:t>
            </a:r>
          </a:p>
          <a:p>
            <a:pPr marL="717550"/>
            <a:r>
              <a:rPr lang="es-ES" i="1" dirty="0">
                <a:solidFill>
                  <a:schemeClr val="bg1"/>
                </a:solidFill>
                <a:highlight>
                  <a:srgbClr val="000000"/>
                </a:highlight>
                <a:latin typeface="Verdana" panose="020B0604030504040204" pitchFamily="34" charset="0"/>
                <a:ea typeface="Verdana" panose="020B0604030504040204" pitchFamily="34" charset="0"/>
              </a:rPr>
              <a:t>nombre = </a:t>
            </a:r>
            <a:r>
              <a:rPr lang="es-ES" i="1" dirty="0">
                <a:solidFill>
                  <a:srgbClr val="00B0F0"/>
                </a:solidFill>
                <a:highlight>
                  <a:srgbClr val="000000"/>
                </a:highlight>
                <a:latin typeface="Verdana" panose="020B0604030504040204" pitchFamily="34" charset="0"/>
                <a:ea typeface="Verdana" panose="020B0604030504040204" pitchFamily="34" charset="0"/>
              </a:rPr>
              <a:t>input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"Por favor, ingresa tu nombre: "</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717550"/>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"Hola"</a:t>
            </a:r>
            <a:r>
              <a:rPr lang="es-ES" i="1" dirty="0">
                <a:solidFill>
                  <a:schemeClr val="bg1"/>
                </a:solidFill>
                <a:highlight>
                  <a:srgbClr val="000000"/>
                </a:highlight>
                <a:latin typeface="Verdana" panose="020B0604030504040204" pitchFamily="34" charset="0"/>
                <a:ea typeface="Verdana" panose="020B0604030504040204" pitchFamily="34" charset="0"/>
              </a:rPr>
              <a:t>, nombre, </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"¡Bienvenido!"</a:t>
            </a:r>
            <a:r>
              <a:rPr lang="es-ES" i="1" dirty="0">
                <a:solidFill>
                  <a:schemeClr val="bg1"/>
                </a:solidFill>
                <a:highlight>
                  <a:srgbClr val="000000"/>
                </a:highlight>
                <a:latin typeface="Verdana" panose="020B0604030504040204" pitchFamily="34" charset="0"/>
                <a:ea typeface="Verdana" panose="020B0604030504040204" pitchFamily="34" charset="0"/>
              </a:rPr>
              <a:t>)</a:t>
            </a:r>
          </a:p>
        </p:txBody>
      </p:sp>
      <p:pic>
        <p:nvPicPr>
          <p:cNvPr id="2" name="Gráfico 1" descr="Salir con relleno sólido">
            <a:hlinkClick r:id="" action="ppaction://hlinkshowjump?jump=endshow"/>
            <a:extLst>
              <a:ext uri="{FF2B5EF4-FFF2-40B4-BE49-F238E27FC236}">
                <a16:creationId xmlns:a16="http://schemas.microsoft.com/office/drawing/2014/main" id="{DD2ED68B-EB7A-DFC2-6FAA-25CFFB6072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379828" y="5943600"/>
            <a:ext cx="914400" cy="914400"/>
          </a:xfrm>
          <a:prstGeom prst="rect">
            <a:avLst/>
          </a:prstGeom>
        </p:spPr>
      </p:pic>
    </p:spTree>
    <p:extLst>
      <p:ext uri="{BB962C8B-B14F-4D97-AF65-F5344CB8AC3E}">
        <p14:creationId xmlns:p14="http://schemas.microsoft.com/office/powerpoint/2010/main" val="7694886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 t 4">
            <a:extLst>
              <a:ext uri="{FF2B5EF4-FFF2-40B4-BE49-F238E27FC236}">
                <a16:creationId xmlns:a16="http://schemas.microsoft.com/office/drawing/2014/main" id="{4B621F16-ACC8-E377-46A3-60A6413A87A0}"/>
              </a:ext>
            </a:extLst>
          </p:cNvPr>
          <p:cNvSpPr/>
          <p:nvPr/>
        </p:nvSpPr>
        <p:spPr>
          <a:xfrm>
            <a:off x="4237325" y="220570"/>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CuadroTexto 3">
            <a:extLst>
              <a:ext uri="{FF2B5EF4-FFF2-40B4-BE49-F238E27FC236}">
                <a16:creationId xmlns:a16="http://schemas.microsoft.com/office/drawing/2014/main" id="{C0755CF6-2F4E-5868-99DA-CD2642859F31}"/>
              </a:ext>
            </a:extLst>
          </p:cNvPr>
          <p:cNvSpPr txBox="1"/>
          <p:nvPr/>
        </p:nvSpPr>
        <p:spPr>
          <a:xfrm>
            <a:off x="4417325" y="211238"/>
            <a:ext cx="3357349" cy="369332"/>
          </a:xfrm>
          <a:prstGeom prst="rect">
            <a:avLst/>
          </a:prstGeom>
          <a:noFill/>
        </p:spPr>
        <p:txBody>
          <a:bodyPr wrap="square" rtlCol="0">
            <a:spAutoFit/>
          </a:bodyPr>
          <a:lstStyle/>
          <a:p>
            <a:pPr algn="ctr"/>
            <a:r>
              <a:rPr lang="es-NI" b="1" dirty="0">
                <a:latin typeface="Verdana" panose="020B0604030504040204" pitchFamily="34" charset="0"/>
                <a:ea typeface="Verdana" panose="020B0604030504040204" pitchFamily="34" charset="0"/>
              </a:rPr>
              <a:t>Si entonces</a:t>
            </a:r>
          </a:p>
        </p:txBody>
      </p:sp>
      <p:sp>
        <p:nvSpPr>
          <p:cNvPr id="5" name="Rectángulo 2">
            <a:hlinkClick r:id="rId2" action="ppaction://hlinksldjump"/>
            <a:extLst>
              <a:ext uri="{FF2B5EF4-FFF2-40B4-BE49-F238E27FC236}">
                <a16:creationId xmlns:a16="http://schemas.microsoft.com/office/drawing/2014/main" id="{26684144-EA61-1534-F880-593595A5F604}"/>
              </a:ext>
            </a:extLst>
          </p:cNvPr>
          <p:cNvSpPr/>
          <p:nvPr/>
        </p:nvSpPr>
        <p:spPr>
          <a:xfrm>
            <a:off x="10424160" y="6330108"/>
            <a:ext cx="176783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CuadroTexto 5">
            <a:extLst>
              <a:ext uri="{FF2B5EF4-FFF2-40B4-BE49-F238E27FC236}">
                <a16:creationId xmlns:a16="http://schemas.microsoft.com/office/drawing/2014/main" id="{54266329-72A6-893C-F94C-149DB8F73F19}"/>
              </a:ext>
            </a:extLst>
          </p:cNvPr>
          <p:cNvSpPr txBox="1"/>
          <p:nvPr/>
        </p:nvSpPr>
        <p:spPr>
          <a:xfrm>
            <a:off x="11108926" y="6320776"/>
            <a:ext cx="1083073" cy="369332"/>
          </a:xfrm>
          <a:prstGeom prst="rect">
            <a:avLst/>
          </a:prstGeom>
          <a:noFill/>
        </p:spPr>
        <p:txBody>
          <a:bodyPr wrap="square" rtlCol="0">
            <a:spAutoFit/>
          </a:bodyPr>
          <a:lstStyle/>
          <a:p>
            <a:r>
              <a:rPr lang="es-NI" b="1" dirty="0">
                <a:solidFill>
                  <a:schemeClr val="bg1"/>
                </a:solidFill>
                <a:latin typeface="Verdana" panose="020B0604030504040204" pitchFamily="34" charset="0"/>
                <a:ea typeface="Verdana" panose="020B0604030504040204" pitchFamily="34" charset="0"/>
              </a:rPr>
              <a:t>Volver</a:t>
            </a:r>
          </a:p>
        </p:txBody>
      </p:sp>
      <p:cxnSp>
        <p:nvCxnSpPr>
          <p:cNvPr id="8" name="Conector recto de flecha 7">
            <a:extLst>
              <a:ext uri="{FF2B5EF4-FFF2-40B4-BE49-F238E27FC236}">
                <a16:creationId xmlns:a16="http://schemas.microsoft.com/office/drawing/2014/main" id="{995A880F-9323-29B0-B6B6-2E37C5989FDE}"/>
              </a:ext>
            </a:extLst>
          </p:cNvPr>
          <p:cNvCxnSpPr>
            <a:cxnSpLocks/>
          </p:cNvCxnSpPr>
          <p:nvPr/>
        </p:nvCxnSpPr>
        <p:spPr>
          <a:xfrm flipH="1">
            <a:off x="10556979" y="6505442"/>
            <a:ext cx="415821"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2457C43-23F0-A454-3978-B44112BB806D}"/>
              </a:ext>
            </a:extLst>
          </p:cNvPr>
          <p:cNvSpPr txBox="1"/>
          <p:nvPr/>
        </p:nvSpPr>
        <p:spPr>
          <a:xfrm>
            <a:off x="379828" y="844062"/>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Pseint</a:t>
            </a:r>
            <a:endParaRPr lang="es-NI" b="1" dirty="0">
              <a:latin typeface="Verdana" panose="020B0604030504040204" pitchFamily="34" charset="0"/>
              <a:ea typeface="Verdana" panose="020B0604030504040204" pitchFamily="34" charset="0"/>
            </a:endParaRPr>
          </a:p>
        </p:txBody>
      </p:sp>
      <p:sp>
        <p:nvSpPr>
          <p:cNvPr id="13" name="CuadroTexto 12">
            <a:extLst>
              <a:ext uri="{FF2B5EF4-FFF2-40B4-BE49-F238E27FC236}">
                <a16:creationId xmlns:a16="http://schemas.microsoft.com/office/drawing/2014/main" id="{DA084F89-988B-740D-EEDA-758CEB51CD08}"/>
              </a:ext>
            </a:extLst>
          </p:cNvPr>
          <p:cNvSpPr txBox="1"/>
          <p:nvPr/>
        </p:nvSpPr>
        <p:spPr>
          <a:xfrm>
            <a:off x="6096000" y="936395"/>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Phyton</a:t>
            </a:r>
            <a:endParaRPr lang="es-NI" b="1" dirty="0">
              <a:latin typeface="Verdana" panose="020B0604030504040204" pitchFamily="34" charset="0"/>
              <a:ea typeface="Verdana" panose="020B0604030504040204" pitchFamily="34" charset="0"/>
            </a:endParaRPr>
          </a:p>
        </p:txBody>
      </p:sp>
      <p:sp>
        <p:nvSpPr>
          <p:cNvPr id="14" name="Rectángulo 3">
            <a:extLst>
              <a:ext uri="{FF2B5EF4-FFF2-40B4-BE49-F238E27FC236}">
                <a16:creationId xmlns:a16="http://schemas.microsoft.com/office/drawing/2014/main" id="{91AA2963-D1FA-1CC3-4473-930440C035D8}"/>
              </a:ext>
            </a:extLst>
          </p:cNvPr>
          <p:cNvSpPr/>
          <p:nvPr/>
        </p:nvSpPr>
        <p:spPr>
          <a:xfrm>
            <a:off x="5992199" y="957226"/>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4">
            <a:extLst>
              <a:ext uri="{FF2B5EF4-FFF2-40B4-BE49-F238E27FC236}">
                <a16:creationId xmlns:a16="http://schemas.microsoft.com/office/drawing/2014/main" id="{D24A67D3-F37A-8A46-B36F-49938A3CF43B}"/>
              </a:ext>
            </a:extLst>
          </p:cNvPr>
          <p:cNvSpPr/>
          <p:nvPr/>
        </p:nvSpPr>
        <p:spPr>
          <a:xfrm>
            <a:off x="5992199" y="1296885"/>
            <a:ext cx="180000" cy="5413403"/>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CuadroTexto 15">
            <a:extLst>
              <a:ext uri="{FF2B5EF4-FFF2-40B4-BE49-F238E27FC236}">
                <a16:creationId xmlns:a16="http://schemas.microsoft.com/office/drawing/2014/main" id="{15FA2A8B-3846-8A3B-F21E-32396D3698EB}"/>
              </a:ext>
            </a:extLst>
          </p:cNvPr>
          <p:cNvSpPr txBox="1"/>
          <p:nvPr/>
        </p:nvSpPr>
        <p:spPr>
          <a:xfrm>
            <a:off x="379828" y="1213394"/>
            <a:ext cx="5356172" cy="3970318"/>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El ejemplo usa la estructura "Si Entonces" de PSeInt para verificar si un número ingresado por el usuario es positivo. Si el número es mayor que cero, el programa muestra "El número es positivo”</a:t>
            </a:r>
          </a:p>
          <a:p>
            <a:pPr algn="just"/>
            <a:endParaRPr lang="es-ES" dirty="0">
              <a:latin typeface="Verdana" panose="020B0604030504040204" pitchFamily="34" charset="0"/>
              <a:ea typeface="Verdana" panose="020B0604030504040204" pitchFamily="34" charset="0"/>
            </a:endParaRPr>
          </a:p>
          <a:p>
            <a:pPr marL="809625" algn="just"/>
            <a:r>
              <a:rPr lang="es-ES" i="1" dirty="0">
                <a:solidFill>
                  <a:srgbClr val="00B0F0"/>
                </a:solidFill>
                <a:highlight>
                  <a:srgbClr val="000000"/>
                </a:highlight>
                <a:latin typeface="Verdana" panose="020B0604030504040204" pitchFamily="34" charset="0"/>
                <a:ea typeface="Verdana" panose="020B0604030504040204" pitchFamily="34" charset="0"/>
              </a:rPr>
              <a:t>Algoritmo </a:t>
            </a:r>
            <a:r>
              <a:rPr lang="es-ES" i="1" dirty="0" err="1">
                <a:solidFill>
                  <a:schemeClr val="bg1"/>
                </a:solidFill>
                <a:highlight>
                  <a:srgbClr val="000000"/>
                </a:highlight>
                <a:latin typeface="Verdana" panose="020B0604030504040204" pitchFamily="34" charset="0"/>
                <a:ea typeface="Verdana" panose="020B0604030504040204" pitchFamily="34" charset="0"/>
              </a:rPr>
              <a:t>SiEntonces</a:t>
            </a:r>
            <a:endParaRPr lang="es-ES" i="1" dirty="0">
              <a:solidFill>
                <a:schemeClr val="bg1"/>
              </a:solidFill>
              <a:highlight>
                <a:srgbClr val="000000"/>
              </a:highlight>
              <a:latin typeface="Verdana" panose="020B0604030504040204" pitchFamily="34" charset="0"/>
              <a:ea typeface="Verdana" panose="020B0604030504040204" pitchFamily="34" charset="0"/>
            </a:endParaRP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Escribir(</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"Ingrese un número: "</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Leer</a:t>
            </a:r>
            <a:r>
              <a:rPr lang="es-ES" i="1" dirty="0">
                <a:solidFill>
                  <a:schemeClr val="bg1"/>
                </a:solidFill>
                <a:highlight>
                  <a:srgbClr val="000000"/>
                </a:highlight>
                <a:latin typeface="Verdana" panose="020B0604030504040204" pitchFamily="34" charset="0"/>
                <a:ea typeface="Verdana" panose="020B0604030504040204" pitchFamily="34" charset="0"/>
              </a:rPr>
              <a:t>(numero)</a:t>
            </a: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Si </a:t>
            </a:r>
            <a:r>
              <a:rPr lang="es-ES" i="1" dirty="0">
                <a:solidFill>
                  <a:schemeClr val="bg1"/>
                </a:solidFill>
                <a:highlight>
                  <a:srgbClr val="000000"/>
                </a:highlight>
                <a:latin typeface="Verdana" panose="020B0604030504040204" pitchFamily="34" charset="0"/>
                <a:ea typeface="Verdana" panose="020B0604030504040204" pitchFamily="34" charset="0"/>
              </a:rPr>
              <a:t>numero</a:t>
            </a:r>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a:solidFill>
                  <a:schemeClr val="bg1"/>
                </a:solidFill>
                <a:highlight>
                  <a:srgbClr val="000000"/>
                </a:highlight>
                <a:latin typeface="Verdana" panose="020B0604030504040204" pitchFamily="34" charset="0"/>
                <a:ea typeface="Verdana" panose="020B0604030504040204" pitchFamily="34" charset="0"/>
              </a:rPr>
              <a:t>&gt; 0 </a:t>
            </a:r>
            <a:r>
              <a:rPr lang="es-ES" i="1" dirty="0">
                <a:solidFill>
                  <a:srgbClr val="00B0F0"/>
                </a:solidFill>
                <a:highlight>
                  <a:srgbClr val="000000"/>
                </a:highlight>
                <a:latin typeface="Verdana" panose="020B0604030504040204" pitchFamily="34" charset="0"/>
                <a:ea typeface="Verdana" panose="020B0604030504040204" pitchFamily="34" charset="0"/>
              </a:rPr>
              <a:t>Entonces</a:t>
            </a: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Escribir</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positivo"</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FinSi</a:t>
            </a:r>
            <a:endParaRPr lang="es-ES" i="1" dirty="0">
              <a:solidFill>
                <a:srgbClr val="00B0F0"/>
              </a:solidFill>
              <a:highlight>
                <a:srgbClr val="000000"/>
              </a:highlight>
              <a:latin typeface="Verdana" panose="020B0604030504040204" pitchFamily="34" charset="0"/>
              <a:ea typeface="Verdana" panose="020B0604030504040204" pitchFamily="34" charset="0"/>
            </a:endParaRPr>
          </a:p>
          <a:p>
            <a:pPr marL="1079500" indent="-269875"/>
            <a:r>
              <a:rPr lang="es-ES" i="1" dirty="0" err="1">
                <a:solidFill>
                  <a:srgbClr val="00B0F0"/>
                </a:solidFill>
                <a:highlight>
                  <a:srgbClr val="000000"/>
                </a:highlight>
                <a:latin typeface="Verdana" panose="020B0604030504040204" pitchFamily="34" charset="0"/>
                <a:ea typeface="Verdana" panose="020B0604030504040204" pitchFamily="34" charset="0"/>
              </a:rPr>
              <a:t>FinAlgoritmo</a:t>
            </a:r>
            <a:endParaRPr lang="es-ES" i="1" dirty="0">
              <a:solidFill>
                <a:srgbClr val="00B0F0"/>
              </a:solidFill>
              <a:highlight>
                <a:srgbClr val="000000"/>
              </a:highlight>
              <a:latin typeface="Verdana" panose="020B0604030504040204" pitchFamily="34" charset="0"/>
              <a:ea typeface="Verdana" panose="020B0604030504040204" pitchFamily="34" charset="0"/>
            </a:endParaRPr>
          </a:p>
        </p:txBody>
      </p:sp>
      <p:sp>
        <p:nvSpPr>
          <p:cNvPr id="17" name="CuadroTexto 16">
            <a:extLst>
              <a:ext uri="{FF2B5EF4-FFF2-40B4-BE49-F238E27FC236}">
                <a16:creationId xmlns:a16="http://schemas.microsoft.com/office/drawing/2014/main" id="{00287E02-74A1-EBF3-E367-BCA242274564}"/>
              </a:ext>
            </a:extLst>
          </p:cNvPr>
          <p:cNvSpPr txBox="1"/>
          <p:nvPr/>
        </p:nvSpPr>
        <p:spPr>
          <a:xfrm>
            <a:off x="6428398" y="1365794"/>
            <a:ext cx="5356172" cy="4247317"/>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Este ejemplo pide al usuario que ingrese un número y luego utiliza la estructura condicional "</a:t>
            </a:r>
            <a:r>
              <a:rPr lang="es-ES" dirty="0" err="1">
                <a:latin typeface="Verdana" panose="020B0604030504040204" pitchFamily="34" charset="0"/>
                <a:ea typeface="Verdana" panose="020B0604030504040204" pitchFamily="34" charset="0"/>
              </a:rPr>
              <a:t>if</a:t>
            </a:r>
            <a:r>
              <a:rPr lang="es-ES" dirty="0">
                <a:latin typeface="Verdana" panose="020B0604030504040204" pitchFamily="34" charset="0"/>
                <a:ea typeface="Verdana" panose="020B0604030504040204" pitchFamily="34" charset="0"/>
              </a:rPr>
              <a:t>" para verificar si el número es positivo. Si el número es mayor que cero, el programa imprime "El número es positivo"</a:t>
            </a:r>
          </a:p>
          <a:p>
            <a:pPr algn="just"/>
            <a:endParaRPr lang="es-ES" dirty="0">
              <a:latin typeface="Verdana" panose="020B0604030504040204" pitchFamily="34" charset="0"/>
              <a:ea typeface="Verdana" panose="020B0604030504040204" pitchFamily="34" charset="0"/>
            </a:endParaRPr>
          </a:p>
          <a:p>
            <a:pPr marL="269875"/>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Pedir al usuario que ingrese un número y luego verificar si es positivo o negativo</a:t>
            </a:r>
          </a:p>
          <a:p>
            <a:pPr marL="269875"/>
            <a:r>
              <a:rPr lang="es-ES" i="1" dirty="0">
                <a:solidFill>
                  <a:schemeClr val="bg1"/>
                </a:solidFill>
                <a:highlight>
                  <a:srgbClr val="000000"/>
                </a:highlight>
                <a:latin typeface="Verdana" panose="020B0604030504040204" pitchFamily="34" charset="0"/>
                <a:ea typeface="Verdana" panose="020B0604030504040204" pitchFamily="34" charset="0"/>
              </a:rPr>
              <a:t>numero = </a:t>
            </a:r>
            <a:r>
              <a:rPr lang="es-ES" i="1" dirty="0" err="1">
                <a:solidFill>
                  <a:srgbClr val="00B0F0"/>
                </a:solidFill>
                <a:highlight>
                  <a:srgbClr val="000000"/>
                </a:highlight>
                <a:latin typeface="Verdana" panose="020B0604030504040204" pitchFamily="34" charset="0"/>
                <a:ea typeface="Verdana" panose="020B0604030504040204" pitchFamily="34" charset="0"/>
              </a:rPr>
              <a:t>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rgbClr val="00B0F0"/>
                </a:solidFill>
                <a:highlight>
                  <a:srgbClr val="000000"/>
                </a:highlight>
                <a:latin typeface="Verdana" panose="020B0604030504040204" pitchFamily="34" charset="0"/>
                <a:ea typeface="Verdana" panose="020B0604030504040204" pitchFamily="34" charset="0"/>
              </a:rPr>
              <a:t>input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"Ingrese un número: "</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269875"/>
            <a:endParaRPr lang="es-ES" i="1" dirty="0">
              <a:solidFill>
                <a:schemeClr val="bg1"/>
              </a:solidFill>
              <a:highlight>
                <a:srgbClr val="000000"/>
              </a:highlight>
              <a:latin typeface="Verdana" panose="020B0604030504040204" pitchFamily="34" charset="0"/>
              <a:ea typeface="Verdana" panose="020B0604030504040204" pitchFamily="34" charset="0"/>
            </a:endParaRPr>
          </a:p>
          <a:p>
            <a:pPr marL="269875"/>
            <a:r>
              <a:rPr lang="es-ES" i="1" dirty="0" err="1">
                <a:solidFill>
                  <a:srgbClr val="00B0F0"/>
                </a:solidFill>
                <a:highlight>
                  <a:srgbClr val="000000"/>
                </a:highlight>
                <a:latin typeface="Verdana" panose="020B0604030504040204" pitchFamily="34" charset="0"/>
                <a:ea typeface="Verdana" panose="020B0604030504040204" pitchFamily="34" charset="0"/>
              </a:rPr>
              <a:t>if</a:t>
            </a:r>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a:solidFill>
                  <a:schemeClr val="bg1"/>
                </a:solidFill>
                <a:highlight>
                  <a:srgbClr val="000000"/>
                </a:highlight>
                <a:latin typeface="Verdana" panose="020B0604030504040204" pitchFamily="34" charset="0"/>
                <a:ea typeface="Verdana" panose="020B0604030504040204" pitchFamily="34" charset="0"/>
              </a:rPr>
              <a:t>numero &gt; 0:</a:t>
            </a:r>
          </a:p>
          <a:p>
            <a:pPr marL="269875"/>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positivo"</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269875"/>
            <a:r>
              <a:rPr lang="es-ES" i="1" dirty="0" err="1">
                <a:solidFill>
                  <a:srgbClr val="00B0F0"/>
                </a:solidFill>
                <a:highlight>
                  <a:srgbClr val="000000"/>
                </a:highlight>
                <a:latin typeface="Verdana" panose="020B0604030504040204" pitchFamily="34" charset="0"/>
                <a:ea typeface="Verdana" panose="020B0604030504040204" pitchFamily="34" charset="0"/>
              </a:rPr>
              <a:t>else</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269875"/>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negativo"</a:t>
            </a:r>
            <a:r>
              <a:rPr lang="es-ES" i="1" dirty="0">
                <a:solidFill>
                  <a:schemeClr val="bg1"/>
                </a:solidFill>
                <a:highlight>
                  <a:srgbClr val="000000"/>
                </a:highlight>
                <a:latin typeface="Verdana" panose="020B0604030504040204" pitchFamily="34" charset="0"/>
                <a:ea typeface="Verdana" panose="020B0604030504040204" pitchFamily="34" charset="0"/>
              </a:rPr>
              <a:t>)</a:t>
            </a:r>
            <a:endParaRPr lang="es-NI" dirty="0">
              <a:solidFill>
                <a:schemeClr val="bg1"/>
              </a:solidFill>
              <a:latin typeface="Verdana" panose="020B0604030504040204" pitchFamily="34" charset="0"/>
              <a:ea typeface="Verdana" panose="020B0604030504040204" pitchFamily="34" charset="0"/>
            </a:endParaRPr>
          </a:p>
        </p:txBody>
      </p:sp>
      <p:pic>
        <p:nvPicPr>
          <p:cNvPr id="2" name="Gráfico 1" descr="Salir con relleno sólido">
            <a:hlinkClick r:id="" action="ppaction://hlinkshowjump?jump=endshow"/>
            <a:extLst>
              <a:ext uri="{FF2B5EF4-FFF2-40B4-BE49-F238E27FC236}">
                <a16:creationId xmlns:a16="http://schemas.microsoft.com/office/drawing/2014/main" id="{C2173AFA-B416-C235-4794-86BC253BF1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379828" y="5943600"/>
            <a:ext cx="914400" cy="914400"/>
          </a:xfrm>
          <a:prstGeom prst="rect">
            <a:avLst/>
          </a:prstGeom>
        </p:spPr>
      </p:pic>
    </p:spTree>
    <p:extLst>
      <p:ext uri="{BB962C8B-B14F-4D97-AF65-F5344CB8AC3E}">
        <p14:creationId xmlns:p14="http://schemas.microsoft.com/office/powerpoint/2010/main" val="154988946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 t 5">
            <a:extLst>
              <a:ext uri="{FF2B5EF4-FFF2-40B4-BE49-F238E27FC236}">
                <a16:creationId xmlns:a16="http://schemas.microsoft.com/office/drawing/2014/main" id="{4B621F16-ACC8-E377-46A3-60A6413A87A0}"/>
              </a:ext>
            </a:extLst>
          </p:cNvPr>
          <p:cNvSpPr/>
          <p:nvPr/>
        </p:nvSpPr>
        <p:spPr>
          <a:xfrm>
            <a:off x="4237325" y="220570"/>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CuadroTexto 3">
            <a:extLst>
              <a:ext uri="{FF2B5EF4-FFF2-40B4-BE49-F238E27FC236}">
                <a16:creationId xmlns:a16="http://schemas.microsoft.com/office/drawing/2014/main" id="{C0755CF6-2F4E-5868-99DA-CD2642859F31}"/>
              </a:ext>
            </a:extLst>
          </p:cNvPr>
          <p:cNvSpPr txBox="1"/>
          <p:nvPr/>
        </p:nvSpPr>
        <p:spPr>
          <a:xfrm>
            <a:off x="4417325" y="211238"/>
            <a:ext cx="3357349" cy="369332"/>
          </a:xfrm>
          <a:prstGeom prst="rect">
            <a:avLst/>
          </a:prstGeom>
          <a:noFill/>
        </p:spPr>
        <p:txBody>
          <a:bodyPr wrap="square" rtlCol="0">
            <a:spAutoFit/>
          </a:bodyPr>
          <a:lstStyle/>
          <a:p>
            <a:pPr algn="ctr"/>
            <a:r>
              <a:rPr lang="es-NI" b="1" dirty="0">
                <a:latin typeface="Verdana" panose="020B0604030504040204" pitchFamily="34" charset="0"/>
                <a:ea typeface="Verdana" panose="020B0604030504040204" pitchFamily="34" charset="0"/>
              </a:rPr>
              <a:t>Si entonces sino</a:t>
            </a:r>
          </a:p>
        </p:txBody>
      </p:sp>
      <p:sp>
        <p:nvSpPr>
          <p:cNvPr id="5" name="Rectángulo 2">
            <a:hlinkClick r:id="rId2" action="ppaction://hlinksldjump"/>
            <a:extLst>
              <a:ext uri="{FF2B5EF4-FFF2-40B4-BE49-F238E27FC236}">
                <a16:creationId xmlns:a16="http://schemas.microsoft.com/office/drawing/2014/main" id="{26684144-EA61-1534-F880-593595A5F604}"/>
              </a:ext>
            </a:extLst>
          </p:cNvPr>
          <p:cNvSpPr/>
          <p:nvPr/>
        </p:nvSpPr>
        <p:spPr>
          <a:xfrm>
            <a:off x="10424160" y="6330108"/>
            <a:ext cx="176783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CuadroTexto 5">
            <a:extLst>
              <a:ext uri="{FF2B5EF4-FFF2-40B4-BE49-F238E27FC236}">
                <a16:creationId xmlns:a16="http://schemas.microsoft.com/office/drawing/2014/main" id="{54266329-72A6-893C-F94C-149DB8F73F19}"/>
              </a:ext>
            </a:extLst>
          </p:cNvPr>
          <p:cNvSpPr txBox="1"/>
          <p:nvPr/>
        </p:nvSpPr>
        <p:spPr>
          <a:xfrm>
            <a:off x="11108926" y="6320776"/>
            <a:ext cx="1083073" cy="369332"/>
          </a:xfrm>
          <a:prstGeom prst="rect">
            <a:avLst/>
          </a:prstGeom>
          <a:noFill/>
        </p:spPr>
        <p:txBody>
          <a:bodyPr wrap="square" rtlCol="0">
            <a:spAutoFit/>
          </a:bodyPr>
          <a:lstStyle/>
          <a:p>
            <a:r>
              <a:rPr lang="es-NI" b="1" dirty="0">
                <a:solidFill>
                  <a:schemeClr val="bg1"/>
                </a:solidFill>
                <a:latin typeface="Verdana" panose="020B0604030504040204" pitchFamily="34" charset="0"/>
                <a:ea typeface="Verdana" panose="020B0604030504040204" pitchFamily="34" charset="0"/>
              </a:rPr>
              <a:t>Volver</a:t>
            </a:r>
          </a:p>
        </p:txBody>
      </p:sp>
      <p:cxnSp>
        <p:nvCxnSpPr>
          <p:cNvPr id="8" name="Conector recto de flecha 7">
            <a:extLst>
              <a:ext uri="{FF2B5EF4-FFF2-40B4-BE49-F238E27FC236}">
                <a16:creationId xmlns:a16="http://schemas.microsoft.com/office/drawing/2014/main" id="{995A880F-9323-29B0-B6B6-2E37C5989FDE}"/>
              </a:ext>
            </a:extLst>
          </p:cNvPr>
          <p:cNvCxnSpPr>
            <a:cxnSpLocks/>
          </p:cNvCxnSpPr>
          <p:nvPr/>
        </p:nvCxnSpPr>
        <p:spPr>
          <a:xfrm flipH="1">
            <a:off x="10556979" y="6505442"/>
            <a:ext cx="415821"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2457C43-23F0-A454-3978-B44112BB806D}"/>
              </a:ext>
            </a:extLst>
          </p:cNvPr>
          <p:cNvSpPr txBox="1"/>
          <p:nvPr/>
        </p:nvSpPr>
        <p:spPr>
          <a:xfrm>
            <a:off x="379828" y="844062"/>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Pseint</a:t>
            </a:r>
            <a:endParaRPr lang="es-NI" b="1" dirty="0">
              <a:latin typeface="Verdana" panose="020B0604030504040204" pitchFamily="34" charset="0"/>
              <a:ea typeface="Verdana" panose="020B0604030504040204" pitchFamily="34" charset="0"/>
            </a:endParaRPr>
          </a:p>
        </p:txBody>
      </p:sp>
      <p:sp>
        <p:nvSpPr>
          <p:cNvPr id="13" name="CuadroTexto 12">
            <a:extLst>
              <a:ext uri="{FF2B5EF4-FFF2-40B4-BE49-F238E27FC236}">
                <a16:creationId xmlns:a16="http://schemas.microsoft.com/office/drawing/2014/main" id="{DA084F89-988B-740D-EEDA-758CEB51CD08}"/>
              </a:ext>
            </a:extLst>
          </p:cNvPr>
          <p:cNvSpPr txBox="1"/>
          <p:nvPr/>
        </p:nvSpPr>
        <p:spPr>
          <a:xfrm>
            <a:off x="6096000" y="936395"/>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Phyton</a:t>
            </a:r>
            <a:endParaRPr lang="es-NI" b="1" dirty="0">
              <a:latin typeface="Verdana" panose="020B0604030504040204" pitchFamily="34" charset="0"/>
              <a:ea typeface="Verdana" panose="020B0604030504040204" pitchFamily="34" charset="0"/>
            </a:endParaRPr>
          </a:p>
        </p:txBody>
      </p:sp>
      <p:sp>
        <p:nvSpPr>
          <p:cNvPr id="14" name="Rectángulo 3">
            <a:extLst>
              <a:ext uri="{FF2B5EF4-FFF2-40B4-BE49-F238E27FC236}">
                <a16:creationId xmlns:a16="http://schemas.microsoft.com/office/drawing/2014/main" id="{91AA2963-D1FA-1CC3-4473-930440C035D8}"/>
              </a:ext>
            </a:extLst>
          </p:cNvPr>
          <p:cNvSpPr/>
          <p:nvPr/>
        </p:nvSpPr>
        <p:spPr>
          <a:xfrm>
            <a:off x="5992199" y="957226"/>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4">
            <a:extLst>
              <a:ext uri="{FF2B5EF4-FFF2-40B4-BE49-F238E27FC236}">
                <a16:creationId xmlns:a16="http://schemas.microsoft.com/office/drawing/2014/main" id="{D24A67D3-F37A-8A46-B36F-49938A3CF43B}"/>
              </a:ext>
            </a:extLst>
          </p:cNvPr>
          <p:cNvSpPr/>
          <p:nvPr/>
        </p:nvSpPr>
        <p:spPr>
          <a:xfrm>
            <a:off x="5992199" y="1296885"/>
            <a:ext cx="180000" cy="5413403"/>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CuadroTexto 15">
            <a:extLst>
              <a:ext uri="{FF2B5EF4-FFF2-40B4-BE49-F238E27FC236}">
                <a16:creationId xmlns:a16="http://schemas.microsoft.com/office/drawing/2014/main" id="{15FA2A8B-3846-8A3B-F21E-32396D3698EB}"/>
              </a:ext>
            </a:extLst>
          </p:cNvPr>
          <p:cNvSpPr txBox="1"/>
          <p:nvPr/>
        </p:nvSpPr>
        <p:spPr>
          <a:xfrm>
            <a:off x="379828" y="1213394"/>
            <a:ext cx="5356172" cy="5355312"/>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El ejemplo usa la estructura "Si Entonces" de PSeInt para verificar si un número ingresado por el usuario es positivo o negativo. Si el número es mayor que cero, el programa muestra "El número es positivo", de lo contrario, muestra "El número es negativo“</a:t>
            </a:r>
          </a:p>
          <a:p>
            <a:pPr algn="just"/>
            <a:endParaRPr lang="es-ES" dirty="0">
              <a:latin typeface="Verdana" panose="020B0604030504040204" pitchFamily="34" charset="0"/>
              <a:ea typeface="Verdana" panose="020B0604030504040204" pitchFamily="34" charset="0"/>
            </a:endParaRPr>
          </a:p>
          <a:p>
            <a:pPr marL="809625" algn="just"/>
            <a:r>
              <a:rPr lang="es-ES" i="1" dirty="0">
                <a:solidFill>
                  <a:srgbClr val="00B0F0"/>
                </a:solidFill>
                <a:highlight>
                  <a:srgbClr val="000000"/>
                </a:highlight>
                <a:latin typeface="Verdana" panose="020B0604030504040204" pitchFamily="34" charset="0"/>
                <a:ea typeface="Verdana" panose="020B0604030504040204" pitchFamily="34" charset="0"/>
              </a:rPr>
              <a:t>Algoritmo </a:t>
            </a:r>
            <a:r>
              <a:rPr lang="es-ES" i="1" dirty="0" err="1">
                <a:solidFill>
                  <a:schemeClr val="bg1"/>
                </a:solidFill>
                <a:highlight>
                  <a:srgbClr val="000000"/>
                </a:highlight>
                <a:latin typeface="Verdana" panose="020B0604030504040204" pitchFamily="34" charset="0"/>
                <a:ea typeface="Verdana" panose="020B0604030504040204" pitchFamily="34" charset="0"/>
              </a:rPr>
              <a:t>SiEntonces</a:t>
            </a:r>
            <a:endParaRPr lang="es-ES" i="1" dirty="0">
              <a:solidFill>
                <a:schemeClr val="bg1"/>
              </a:solidFill>
              <a:highlight>
                <a:srgbClr val="000000"/>
              </a:highlight>
              <a:latin typeface="Verdana" panose="020B0604030504040204" pitchFamily="34" charset="0"/>
              <a:ea typeface="Verdana" panose="020B0604030504040204" pitchFamily="34" charset="0"/>
            </a:endParaRP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Escribir(</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"Ingrese un número: "</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Leer</a:t>
            </a:r>
            <a:r>
              <a:rPr lang="es-ES" i="1" dirty="0">
                <a:solidFill>
                  <a:schemeClr val="bg1"/>
                </a:solidFill>
                <a:highlight>
                  <a:srgbClr val="000000"/>
                </a:highlight>
                <a:latin typeface="Verdana" panose="020B0604030504040204" pitchFamily="34" charset="0"/>
                <a:ea typeface="Verdana" panose="020B0604030504040204" pitchFamily="34" charset="0"/>
              </a:rPr>
              <a:t>(numero)</a:t>
            </a: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Si </a:t>
            </a:r>
            <a:r>
              <a:rPr lang="es-ES" i="1" dirty="0">
                <a:solidFill>
                  <a:schemeClr val="bg1"/>
                </a:solidFill>
                <a:highlight>
                  <a:srgbClr val="000000"/>
                </a:highlight>
                <a:latin typeface="Verdana" panose="020B0604030504040204" pitchFamily="34" charset="0"/>
                <a:ea typeface="Verdana" panose="020B0604030504040204" pitchFamily="34" charset="0"/>
              </a:rPr>
              <a:t>numero</a:t>
            </a:r>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a:solidFill>
                  <a:schemeClr val="bg1"/>
                </a:solidFill>
                <a:highlight>
                  <a:srgbClr val="000000"/>
                </a:highlight>
                <a:latin typeface="Verdana" panose="020B0604030504040204" pitchFamily="34" charset="0"/>
                <a:ea typeface="Verdana" panose="020B0604030504040204" pitchFamily="34" charset="0"/>
              </a:rPr>
              <a:t>&gt; 0 </a:t>
            </a:r>
            <a:r>
              <a:rPr lang="es-ES" i="1" dirty="0">
                <a:solidFill>
                  <a:srgbClr val="00B0F0"/>
                </a:solidFill>
                <a:highlight>
                  <a:srgbClr val="000000"/>
                </a:highlight>
                <a:latin typeface="Verdana" panose="020B0604030504040204" pitchFamily="34" charset="0"/>
                <a:ea typeface="Verdana" panose="020B0604030504040204" pitchFamily="34" charset="0"/>
              </a:rPr>
              <a:t>Entonces</a:t>
            </a: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Escribir</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positivo"</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Sino</a:t>
            </a: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Escribir</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negativo"</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1079500" indent="-269875"/>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FinSi</a:t>
            </a:r>
            <a:endParaRPr lang="es-ES" i="1" dirty="0">
              <a:solidFill>
                <a:srgbClr val="00B0F0"/>
              </a:solidFill>
              <a:highlight>
                <a:srgbClr val="000000"/>
              </a:highlight>
              <a:latin typeface="Verdana" panose="020B0604030504040204" pitchFamily="34" charset="0"/>
              <a:ea typeface="Verdana" panose="020B0604030504040204" pitchFamily="34" charset="0"/>
            </a:endParaRPr>
          </a:p>
          <a:p>
            <a:pPr marL="1079500" indent="-269875"/>
            <a:r>
              <a:rPr lang="es-ES" i="1" dirty="0" err="1">
                <a:solidFill>
                  <a:srgbClr val="00B0F0"/>
                </a:solidFill>
                <a:highlight>
                  <a:srgbClr val="000000"/>
                </a:highlight>
                <a:latin typeface="Verdana" panose="020B0604030504040204" pitchFamily="34" charset="0"/>
                <a:ea typeface="Verdana" panose="020B0604030504040204" pitchFamily="34" charset="0"/>
              </a:rPr>
              <a:t>FinAlgoritmo</a:t>
            </a:r>
            <a:endParaRPr lang="es-ES" i="1" dirty="0">
              <a:solidFill>
                <a:srgbClr val="00B0F0"/>
              </a:solidFill>
              <a:highlight>
                <a:srgbClr val="000000"/>
              </a:highlight>
              <a:latin typeface="Verdana" panose="020B0604030504040204" pitchFamily="34" charset="0"/>
              <a:ea typeface="Verdana" panose="020B0604030504040204" pitchFamily="34" charset="0"/>
            </a:endParaRPr>
          </a:p>
        </p:txBody>
      </p:sp>
      <p:sp>
        <p:nvSpPr>
          <p:cNvPr id="17" name="CuadroTexto 16">
            <a:extLst>
              <a:ext uri="{FF2B5EF4-FFF2-40B4-BE49-F238E27FC236}">
                <a16:creationId xmlns:a16="http://schemas.microsoft.com/office/drawing/2014/main" id="{00287E02-74A1-EBF3-E367-BCA242274564}"/>
              </a:ext>
            </a:extLst>
          </p:cNvPr>
          <p:cNvSpPr txBox="1"/>
          <p:nvPr/>
        </p:nvSpPr>
        <p:spPr>
          <a:xfrm>
            <a:off x="6428398" y="1365794"/>
            <a:ext cx="5356172" cy="4801314"/>
          </a:xfrm>
          <a:prstGeom prst="rect">
            <a:avLst/>
          </a:prstGeom>
          <a:noFill/>
        </p:spPr>
        <p:txBody>
          <a:bodyPr wrap="square" rtlCol="0">
            <a:spAutoFit/>
          </a:bodyPr>
          <a:lstStyle/>
          <a:p>
            <a:pPr algn="just"/>
            <a:r>
              <a:rPr lang="es-ES" dirty="0">
                <a:latin typeface="Verdana" panose="020B0604030504040204" pitchFamily="34" charset="0"/>
                <a:ea typeface="Verdana" panose="020B0604030504040204" pitchFamily="34" charset="0"/>
              </a:rPr>
              <a:t>Este ejemplo pide al usuario que ingrese un número y luego utiliza la estructura condicional "</a:t>
            </a:r>
            <a:r>
              <a:rPr lang="es-ES" dirty="0" err="1">
                <a:latin typeface="Verdana" panose="020B0604030504040204" pitchFamily="34" charset="0"/>
                <a:ea typeface="Verdana" panose="020B0604030504040204" pitchFamily="34" charset="0"/>
              </a:rPr>
              <a:t>if-else</a:t>
            </a:r>
            <a:r>
              <a:rPr lang="es-ES" dirty="0">
                <a:latin typeface="Verdana" panose="020B0604030504040204" pitchFamily="34" charset="0"/>
                <a:ea typeface="Verdana" panose="020B0604030504040204" pitchFamily="34" charset="0"/>
              </a:rPr>
              <a:t>" para verificar si el número es positivo o negativo. Si el número es mayor que cero, el programa imprime "El número es positivo", de lo contrario, imprime "El número es negativo“</a:t>
            </a:r>
          </a:p>
          <a:p>
            <a:pPr algn="just"/>
            <a:endParaRPr lang="es-ES" dirty="0">
              <a:latin typeface="Verdana" panose="020B0604030504040204" pitchFamily="34" charset="0"/>
              <a:ea typeface="Verdana" panose="020B0604030504040204" pitchFamily="34" charset="0"/>
            </a:endParaRPr>
          </a:p>
          <a:p>
            <a:pPr marL="269875"/>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Pedir al usuario que ingrese un número y luego verificar si es positivo o negativo</a:t>
            </a:r>
          </a:p>
          <a:p>
            <a:pPr marL="269875"/>
            <a:r>
              <a:rPr lang="es-ES" i="1" dirty="0">
                <a:solidFill>
                  <a:schemeClr val="bg1"/>
                </a:solidFill>
                <a:highlight>
                  <a:srgbClr val="000000"/>
                </a:highlight>
                <a:latin typeface="Verdana" panose="020B0604030504040204" pitchFamily="34" charset="0"/>
                <a:ea typeface="Verdana" panose="020B0604030504040204" pitchFamily="34" charset="0"/>
              </a:rPr>
              <a:t>numero = </a:t>
            </a:r>
            <a:r>
              <a:rPr lang="es-ES" i="1" dirty="0" err="1">
                <a:solidFill>
                  <a:srgbClr val="00B0F0"/>
                </a:solidFill>
                <a:highlight>
                  <a:srgbClr val="000000"/>
                </a:highlight>
                <a:latin typeface="Verdana" panose="020B0604030504040204" pitchFamily="34" charset="0"/>
                <a:ea typeface="Verdana" panose="020B0604030504040204" pitchFamily="34" charset="0"/>
              </a:rPr>
              <a:t>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rgbClr val="00B0F0"/>
                </a:solidFill>
                <a:highlight>
                  <a:srgbClr val="000000"/>
                </a:highlight>
                <a:latin typeface="Verdana" panose="020B0604030504040204" pitchFamily="34" charset="0"/>
                <a:ea typeface="Verdana" panose="020B0604030504040204" pitchFamily="34" charset="0"/>
              </a:rPr>
              <a:t>input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"Ingrese un número: "</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269875"/>
            <a:endParaRPr lang="es-ES" i="1" dirty="0">
              <a:solidFill>
                <a:schemeClr val="bg1"/>
              </a:solidFill>
              <a:highlight>
                <a:srgbClr val="000000"/>
              </a:highlight>
              <a:latin typeface="Verdana" panose="020B0604030504040204" pitchFamily="34" charset="0"/>
              <a:ea typeface="Verdana" panose="020B0604030504040204" pitchFamily="34" charset="0"/>
            </a:endParaRPr>
          </a:p>
          <a:p>
            <a:pPr marL="269875"/>
            <a:r>
              <a:rPr lang="es-ES" i="1" dirty="0" err="1">
                <a:solidFill>
                  <a:srgbClr val="00B0F0"/>
                </a:solidFill>
                <a:highlight>
                  <a:srgbClr val="000000"/>
                </a:highlight>
                <a:latin typeface="Verdana" panose="020B0604030504040204" pitchFamily="34" charset="0"/>
                <a:ea typeface="Verdana" panose="020B0604030504040204" pitchFamily="34" charset="0"/>
              </a:rPr>
              <a:t>if</a:t>
            </a:r>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a:solidFill>
                  <a:schemeClr val="bg1"/>
                </a:solidFill>
                <a:highlight>
                  <a:srgbClr val="000000"/>
                </a:highlight>
                <a:latin typeface="Verdana" panose="020B0604030504040204" pitchFamily="34" charset="0"/>
                <a:ea typeface="Verdana" panose="020B0604030504040204" pitchFamily="34" charset="0"/>
              </a:rPr>
              <a:t>numero &gt; 0:</a:t>
            </a:r>
          </a:p>
          <a:p>
            <a:pPr marL="269875"/>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positivo"</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269875"/>
            <a:r>
              <a:rPr lang="es-ES" i="1" dirty="0" err="1">
                <a:solidFill>
                  <a:srgbClr val="00B0F0"/>
                </a:solidFill>
                <a:highlight>
                  <a:srgbClr val="000000"/>
                </a:highlight>
                <a:latin typeface="Verdana" panose="020B0604030504040204" pitchFamily="34" charset="0"/>
                <a:ea typeface="Verdana" panose="020B0604030504040204" pitchFamily="34" charset="0"/>
              </a:rPr>
              <a:t>else</a:t>
            </a:r>
            <a:r>
              <a:rPr lang="es-ES" i="1" dirty="0">
                <a:solidFill>
                  <a:schemeClr val="bg1"/>
                </a:solidFill>
                <a:highlight>
                  <a:srgbClr val="000000"/>
                </a:highlight>
                <a:latin typeface="Verdana" panose="020B0604030504040204" pitchFamily="34" charset="0"/>
                <a:ea typeface="Verdana" panose="020B0604030504040204" pitchFamily="34" charset="0"/>
              </a:rPr>
              <a:t>:</a:t>
            </a:r>
          </a:p>
          <a:p>
            <a:pPr marL="269875"/>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negativo"</a:t>
            </a:r>
            <a:r>
              <a:rPr lang="es-ES" i="1" dirty="0">
                <a:solidFill>
                  <a:schemeClr val="bg1"/>
                </a:solidFill>
                <a:highlight>
                  <a:srgbClr val="000000"/>
                </a:highlight>
                <a:latin typeface="Verdana" panose="020B0604030504040204" pitchFamily="34" charset="0"/>
                <a:ea typeface="Verdana" panose="020B0604030504040204" pitchFamily="34" charset="0"/>
              </a:rPr>
              <a:t>)</a:t>
            </a:r>
            <a:endParaRPr lang="es-NI" dirty="0">
              <a:solidFill>
                <a:schemeClr val="bg1"/>
              </a:solidFill>
              <a:latin typeface="Verdana" panose="020B0604030504040204" pitchFamily="34" charset="0"/>
              <a:ea typeface="Verdana" panose="020B0604030504040204" pitchFamily="34" charset="0"/>
            </a:endParaRPr>
          </a:p>
        </p:txBody>
      </p:sp>
      <p:pic>
        <p:nvPicPr>
          <p:cNvPr id="2" name="Gráfico 1" descr="Salir con relleno sólido">
            <a:hlinkClick r:id="" action="ppaction://hlinkshowjump?jump=endshow"/>
            <a:extLst>
              <a:ext uri="{FF2B5EF4-FFF2-40B4-BE49-F238E27FC236}">
                <a16:creationId xmlns:a16="http://schemas.microsoft.com/office/drawing/2014/main" id="{6DA5EC6E-1A78-0623-D47C-7302A372CD8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379828" y="5943600"/>
            <a:ext cx="914400" cy="914400"/>
          </a:xfrm>
          <a:prstGeom prst="rect">
            <a:avLst/>
          </a:prstGeom>
        </p:spPr>
      </p:pic>
    </p:spTree>
    <p:extLst>
      <p:ext uri="{BB962C8B-B14F-4D97-AF65-F5344CB8AC3E}">
        <p14:creationId xmlns:p14="http://schemas.microsoft.com/office/powerpoint/2010/main" val="76029320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 t 6">
            <a:extLst>
              <a:ext uri="{FF2B5EF4-FFF2-40B4-BE49-F238E27FC236}">
                <a16:creationId xmlns:a16="http://schemas.microsoft.com/office/drawing/2014/main" id="{4B621F16-ACC8-E377-46A3-60A6413A87A0}"/>
              </a:ext>
            </a:extLst>
          </p:cNvPr>
          <p:cNvSpPr/>
          <p:nvPr/>
        </p:nvSpPr>
        <p:spPr>
          <a:xfrm>
            <a:off x="4237325" y="220570"/>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CuadroTexto 3">
            <a:extLst>
              <a:ext uri="{FF2B5EF4-FFF2-40B4-BE49-F238E27FC236}">
                <a16:creationId xmlns:a16="http://schemas.microsoft.com/office/drawing/2014/main" id="{C0755CF6-2F4E-5868-99DA-CD2642859F31}"/>
              </a:ext>
            </a:extLst>
          </p:cNvPr>
          <p:cNvSpPr txBox="1"/>
          <p:nvPr/>
        </p:nvSpPr>
        <p:spPr>
          <a:xfrm>
            <a:off x="4417325" y="211238"/>
            <a:ext cx="3357349" cy="369332"/>
          </a:xfrm>
          <a:prstGeom prst="rect">
            <a:avLst/>
          </a:prstGeom>
          <a:noFill/>
        </p:spPr>
        <p:txBody>
          <a:bodyPr wrap="square" rtlCol="0">
            <a:spAutoFit/>
          </a:bodyPr>
          <a:lstStyle/>
          <a:p>
            <a:pPr algn="ctr"/>
            <a:r>
              <a:rPr lang="es-NI" b="1" dirty="0">
                <a:latin typeface="Verdana" panose="020B0604030504040204" pitchFamily="34" charset="0"/>
                <a:ea typeface="Verdana" panose="020B0604030504040204" pitchFamily="34" charset="0"/>
              </a:rPr>
              <a:t>Si entonces anidado</a:t>
            </a:r>
          </a:p>
        </p:txBody>
      </p:sp>
      <p:sp>
        <p:nvSpPr>
          <p:cNvPr id="5" name="Rectángulo 2">
            <a:hlinkClick r:id="rId3" action="ppaction://hlinksldjump"/>
            <a:extLst>
              <a:ext uri="{FF2B5EF4-FFF2-40B4-BE49-F238E27FC236}">
                <a16:creationId xmlns:a16="http://schemas.microsoft.com/office/drawing/2014/main" id="{26684144-EA61-1534-F880-593595A5F604}"/>
              </a:ext>
            </a:extLst>
          </p:cNvPr>
          <p:cNvSpPr/>
          <p:nvPr/>
        </p:nvSpPr>
        <p:spPr>
          <a:xfrm>
            <a:off x="10424160" y="6330108"/>
            <a:ext cx="176783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CuadroTexto 5">
            <a:extLst>
              <a:ext uri="{FF2B5EF4-FFF2-40B4-BE49-F238E27FC236}">
                <a16:creationId xmlns:a16="http://schemas.microsoft.com/office/drawing/2014/main" id="{54266329-72A6-893C-F94C-149DB8F73F19}"/>
              </a:ext>
            </a:extLst>
          </p:cNvPr>
          <p:cNvSpPr txBox="1"/>
          <p:nvPr/>
        </p:nvSpPr>
        <p:spPr>
          <a:xfrm>
            <a:off x="11108926" y="6320776"/>
            <a:ext cx="1083073" cy="369332"/>
          </a:xfrm>
          <a:prstGeom prst="rect">
            <a:avLst/>
          </a:prstGeom>
          <a:noFill/>
        </p:spPr>
        <p:txBody>
          <a:bodyPr wrap="square" rtlCol="0">
            <a:spAutoFit/>
          </a:bodyPr>
          <a:lstStyle/>
          <a:p>
            <a:r>
              <a:rPr lang="es-NI" b="1" dirty="0">
                <a:solidFill>
                  <a:schemeClr val="bg1"/>
                </a:solidFill>
                <a:latin typeface="Verdana" panose="020B0604030504040204" pitchFamily="34" charset="0"/>
                <a:ea typeface="Verdana" panose="020B0604030504040204" pitchFamily="34" charset="0"/>
              </a:rPr>
              <a:t>Volver</a:t>
            </a:r>
          </a:p>
        </p:txBody>
      </p:sp>
      <p:cxnSp>
        <p:nvCxnSpPr>
          <p:cNvPr id="8" name="Conector recto de flecha 7">
            <a:extLst>
              <a:ext uri="{FF2B5EF4-FFF2-40B4-BE49-F238E27FC236}">
                <a16:creationId xmlns:a16="http://schemas.microsoft.com/office/drawing/2014/main" id="{995A880F-9323-29B0-B6B6-2E37C5989FDE}"/>
              </a:ext>
            </a:extLst>
          </p:cNvPr>
          <p:cNvCxnSpPr>
            <a:cxnSpLocks/>
          </p:cNvCxnSpPr>
          <p:nvPr/>
        </p:nvCxnSpPr>
        <p:spPr>
          <a:xfrm flipH="1">
            <a:off x="10556979" y="6505442"/>
            <a:ext cx="415821"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2457C43-23F0-A454-3978-B44112BB806D}"/>
              </a:ext>
            </a:extLst>
          </p:cNvPr>
          <p:cNvSpPr txBox="1"/>
          <p:nvPr/>
        </p:nvSpPr>
        <p:spPr>
          <a:xfrm>
            <a:off x="379828" y="844062"/>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Pseint</a:t>
            </a:r>
            <a:endParaRPr lang="es-NI" b="1" dirty="0">
              <a:latin typeface="Verdana" panose="020B0604030504040204" pitchFamily="34" charset="0"/>
              <a:ea typeface="Verdana" panose="020B0604030504040204" pitchFamily="34" charset="0"/>
            </a:endParaRPr>
          </a:p>
        </p:txBody>
      </p:sp>
      <p:sp>
        <p:nvSpPr>
          <p:cNvPr id="13" name="CuadroTexto 12">
            <a:extLst>
              <a:ext uri="{FF2B5EF4-FFF2-40B4-BE49-F238E27FC236}">
                <a16:creationId xmlns:a16="http://schemas.microsoft.com/office/drawing/2014/main" id="{DA084F89-988B-740D-EEDA-758CEB51CD08}"/>
              </a:ext>
            </a:extLst>
          </p:cNvPr>
          <p:cNvSpPr txBox="1"/>
          <p:nvPr/>
        </p:nvSpPr>
        <p:spPr>
          <a:xfrm>
            <a:off x="6096000" y="936395"/>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Phyton</a:t>
            </a:r>
            <a:endParaRPr lang="es-NI" b="1" dirty="0">
              <a:latin typeface="Verdana" panose="020B0604030504040204" pitchFamily="34" charset="0"/>
              <a:ea typeface="Verdana" panose="020B0604030504040204" pitchFamily="34" charset="0"/>
            </a:endParaRPr>
          </a:p>
        </p:txBody>
      </p:sp>
      <p:sp>
        <p:nvSpPr>
          <p:cNvPr id="14" name="Rectángulo 3">
            <a:extLst>
              <a:ext uri="{FF2B5EF4-FFF2-40B4-BE49-F238E27FC236}">
                <a16:creationId xmlns:a16="http://schemas.microsoft.com/office/drawing/2014/main" id="{91AA2963-D1FA-1CC3-4473-930440C035D8}"/>
              </a:ext>
            </a:extLst>
          </p:cNvPr>
          <p:cNvSpPr/>
          <p:nvPr/>
        </p:nvSpPr>
        <p:spPr>
          <a:xfrm>
            <a:off x="5992199" y="957226"/>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4">
            <a:extLst>
              <a:ext uri="{FF2B5EF4-FFF2-40B4-BE49-F238E27FC236}">
                <a16:creationId xmlns:a16="http://schemas.microsoft.com/office/drawing/2014/main" id="{D24A67D3-F37A-8A46-B36F-49938A3CF43B}"/>
              </a:ext>
            </a:extLst>
          </p:cNvPr>
          <p:cNvSpPr/>
          <p:nvPr/>
        </p:nvSpPr>
        <p:spPr>
          <a:xfrm>
            <a:off x="5992199" y="1296885"/>
            <a:ext cx="180000" cy="5413403"/>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CuadroTexto 15">
            <a:extLst>
              <a:ext uri="{FF2B5EF4-FFF2-40B4-BE49-F238E27FC236}">
                <a16:creationId xmlns:a16="http://schemas.microsoft.com/office/drawing/2014/main" id="{15FA2A8B-3846-8A3B-F21E-32396D3698EB}"/>
              </a:ext>
            </a:extLst>
          </p:cNvPr>
          <p:cNvSpPr txBox="1"/>
          <p:nvPr/>
        </p:nvSpPr>
        <p:spPr>
          <a:xfrm>
            <a:off x="1020326" y="1121061"/>
            <a:ext cx="5356172" cy="5078313"/>
          </a:xfrm>
          <a:prstGeom prst="rect">
            <a:avLst/>
          </a:prstGeom>
          <a:noFill/>
        </p:spPr>
        <p:txBody>
          <a:bodyPr wrap="square" rtlCol="0">
            <a:spAutoFit/>
          </a:bodyPr>
          <a:lstStyle/>
          <a:p>
            <a:r>
              <a:rPr lang="es-ES" i="1" dirty="0">
                <a:solidFill>
                  <a:srgbClr val="00B0F0"/>
                </a:solidFill>
                <a:highlight>
                  <a:srgbClr val="000000"/>
                </a:highlight>
                <a:latin typeface="Verdana" panose="020B0604030504040204" pitchFamily="34" charset="0"/>
                <a:ea typeface="Verdana" panose="020B0604030504040204" pitchFamily="34" charset="0"/>
              </a:rPr>
              <a:t>Proceso</a:t>
            </a:r>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chemeClr val="bg1"/>
                </a:solidFill>
                <a:highlight>
                  <a:srgbClr val="000000"/>
                </a:highlight>
                <a:latin typeface="Verdana" panose="020B0604030504040204" pitchFamily="34" charset="0"/>
                <a:ea typeface="Verdana" panose="020B0604030504040204" pitchFamily="34" charset="0"/>
              </a:rPr>
              <a:t>sinTitulo</a:t>
            </a:r>
            <a:endParaRPr lang="es-ES" i="1" dirty="0">
              <a:solidFill>
                <a:schemeClr val="bg1"/>
              </a:solidFill>
              <a:highlight>
                <a:srgbClr val="000000"/>
              </a:highlight>
              <a:latin typeface="Verdana" panose="020B0604030504040204" pitchFamily="34" charset="0"/>
              <a:ea typeface="Verdana" panose="020B0604030504040204" pitchFamily="34" charset="0"/>
            </a:endParaRP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Definir</a:t>
            </a:r>
            <a:r>
              <a:rPr lang="es-ES" i="1" dirty="0">
                <a:solidFill>
                  <a:schemeClr val="bg1"/>
                </a:solidFill>
                <a:highlight>
                  <a:srgbClr val="000000"/>
                </a:highlight>
                <a:latin typeface="Verdana" panose="020B0604030504040204" pitchFamily="34" charset="0"/>
                <a:ea typeface="Verdana" panose="020B0604030504040204" pitchFamily="34" charset="0"/>
              </a:rPr>
              <a:t> numero </a:t>
            </a:r>
            <a:r>
              <a:rPr lang="es-ES" i="1" dirty="0">
                <a:solidFill>
                  <a:srgbClr val="00B0F0"/>
                </a:solidFill>
                <a:highlight>
                  <a:srgbClr val="000000"/>
                </a:highlight>
                <a:latin typeface="Verdana" panose="020B0604030504040204" pitchFamily="34" charset="0"/>
                <a:ea typeface="Verdana" panose="020B0604030504040204" pitchFamily="34" charset="0"/>
              </a:rPr>
              <a:t>Como Entero</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Escribir </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"Ingrese un número: "</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Leer</a:t>
            </a:r>
            <a:r>
              <a:rPr lang="es-ES" i="1" dirty="0">
                <a:solidFill>
                  <a:schemeClr val="bg1"/>
                </a:solidFill>
                <a:highlight>
                  <a:srgbClr val="000000"/>
                </a:highlight>
                <a:latin typeface="Verdana" panose="020B0604030504040204" pitchFamily="34" charset="0"/>
                <a:ea typeface="Verdana" panose="020B0604030504040204" pitchFamily="34" charset="0"/>
              </a:rPr>
              <a:t> numero</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Si</a:t>
            </a:r>
            <a:r>
              <a:rPr lang="es-ES" i="1" dirty="0">
                <a:solidFill>
                  <a:schemeClr val="bg1"/>
                </a:solidFill>
                <a:highlight>
                  <a:srgbClr val="000000"/>
                </a:highlight>
                <a:latin typeface="Verdana" panose="020B0604030504040204" pitchFamily="34" charset="0"/>
                <a:ea typeface="Verdana" panose="020B0604030504040204" pitchFamily="34" charset="0"/>
              </a:rPr>
              <a:t> numero &gt; 0 </a:t>
            </a:r>
            <a:r>
              <a:rPr lang="es-ES" i="1" dirty="0">
                <a:solidFill>
                  <a:srgbClr val="00B0F0"/>
                </a:solidFill>
                <a:highlight>
                  <a:srgbClr val="000000"/>
                </a:highlight>
                <a:latin typeface="Verdana" panose="020B0604030504040204" pitchFamily="34" charset="0"/>
                <a:ea typeface="Verdana" panose="020B0604030504040204" pitchFamily="34" charset="0"/>
              </a:rPr>
              <a:t>Entonces</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Si</a:t>
            </a:r>
            <a:r>
              <a:rPr lang="es-ES" i="1" dirty="0">
                <a:solidFill>
                  <a:schemeClr val="bg1"/>
                </a:solidFill>
                <a:highlight>
                  <a:srgbClr val="000000"/>
                </a:highlight>
                <a:latin typeface="Verdana" panose="020B0604030504040204" pitchFamily="34" charset="0"/>
                <a:ea typeface="Verdana" panose="020B0604030504040204" pitchFamily="34" charset="0"/>
              </a:rPr>
              <a:t> numero </a:t>
            </a:r>
            <a:r>
              <a:rPr lang="es-ES" i="1" dirty="0">
                <a:solidFill>
                  <a:srgbClr val="00B0F0"/>
                </a:solidFill>
                <a:highlight>
                  <a:srgbClr val="000000"/>
                </a:highlight>
                <a:latin typeface="Verdana" panose="020B0604030504040204" pitchFamily="34" charset="0"/>
                <a:ea typeface="Verdana" panose="020B0604030504040204" pitchFamily="34" charset="0"/>
              </a:rPr>
              <a:t>MOD</a:t>
            </a:r>
            <a:r>
              <a:rPr lang="es-ES" i="1" dirty="0">
                <a:solidFill>
                  <a:schemeClr val="bg1"/>
                </a:solidFill>
                <a:highlight>
                  <a:srgbClr val="000000"/>
                </a:highlight>
                <a:latin typeface="Verdana" panose="020B0604030504040204" pitchFamily="34" charset="0"/>
                <a:ea typeface="Verdana" panose="020B0604030504040204" pitchFamily="34" charset="0"/>
              </a:rPr>
              <a:t> 2 = 0 </a:t>
            </a:r>
            <a:r>
              <a:rPr lang="es-ES" i="1" dirty="0">
                <a:solidFill>
                  <a:srgbClr val="00B0F0"/>
                </a:solidFill>
                <a:highlight>
                  <a:srgbClr val="000000"/>
                </a:highlight>
                <a:latin typeface="Verdana" panose="020B0604030504040204" pitchFamily="34" charset="0"/>
                <a:ea typeface="Verdana" panose="020B0604030504040204" pitchFamily="34" charset="0"/>
              </a:rPr>
              <a:t>Entonces</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Escribir</a:t>
            </a:r>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positivo y par."</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SiNo</a:t>
            </a:r>
            <a:endParaRPr lang="es-ES" i="1" dirty="0">
              <a:solidFill>
                <a:srgbClr val="00B0F0"/>
              </a:solidFill>
              <a:highlight>
                <a:srgbClr val="000000"/>
              </a:highlight>
              <a:latin typeface="Verdana" panose="020B0604030504040204" pitchFamily="34" charset="0"/>
              <a:ea typeface="Verdana" panose="020B0604030504040204" pitchFamily="34" charset="0"/>
            </a:endParaRP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Escribir</a:t>
            </a:r>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positivo e impar."</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FinSi</a:t>
            </a:r>
            <a:endParaRPr lang="es-ES" i="1" dirty="0">
              <a:solidFill>
                <a:srgbClr val="00B0F0"/>
              </a:solidFill>
              <a:highlight>
                <a:srgbClr val="000000"/>
              </a:highlight>
              <a:latin typeface="Verdana" panose="020B0604030504040204" pitchFamily="34" charset="0"/>
              <a:ea typeface="Verdana" panose="020B0604030504040204" pitchFamily="34" charset="0"/>
            </a:endParaRP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SinoSi</a:t>
            </a:r>
            <a:r>
              <a:rPr lang="es-ES" i="1" dirty="0">
                <a:solidFill>
                  <a:schemeClr val="bg1"/>
                </a:solidFill>
                <a:highlight>
                  <a:srgbClr val="000000"/>
                </a:highlight>
                <a:latin typeface="Verdana" panose="020B0604030504040204" pitchFamily="34" charset="0"/>
                <a:ea typeface="Verdana" panose="020B0604030504040204" pitchFamily="34" charset="0"/>
              </a:rPr>
              <a:t> numero = 0 </a:t>
            </a:r>
            <a:r>
              <a:rPr lang="es-ES" i="1" dirty="0">
                <a:solidFill>
                  <a:srgbClr val="00B0F0"/>
                </a:solidFill>
                <a:highlight>
                  <a:srgbClr val="000000"/>
                </a:highlight>
                <a:latin typeface="Verdana" panose="020B0604030504040204" pitchFamily="34" charset="0"/>
                <a:ea typeface="Verdana" panose="020B0604030504040204" pitchFamily="34" charset="0"/>
              </a:rPr>
              <a:t>Entonces</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Escribir</a:t>
            </a:r>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cero."</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Sino</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Escribir</a:t>
            </a:r>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negativo."</a:t>
            </a:r>
          </a:p>
          <a:p>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FinSi</a:t>
            </a:r>
            <a:endParaRPr lang="es-ES" i="1" dirty="0">
              <a:solidFill>
                <a:srgbClr val="00B0F0"/>
              </a:solidFill>
              <a:highlight>
                <a:srgbClr val="000000"/>
              </a:highlight>
              <a:latin typeface="Verdana" panose="020B0604030504040204" pitchFamily="34" charset="0"/>
              <a:ea typeface="Verdana" panose="020B0604030504040204" pitchFamily="34" charset="0"/>
            </a:endParaRPr>
          </a:p>
          <a:p>
            <a:r>
              <a:rPr lang="es-ES" i="1" dirty="0" err="1">
                <a:solidFill>
                  <a:srgbClr val="00B0F0"/>
                </a:solidFill>
                <a:highlight>
                  <a:srgbClr val="000000"/>
                </a:highlight>
                <a:latin typeface="Verdana" panose="020B0604030504040204" pitchFamily="34" charset="0"/>
                <a:ea typeface="Verdana" panose="020B0604030504040204" pitchFamily="34" charset="0"/>
              </a:rPr>
              <a:t>FinProceso</a:t>
            </a:r>
            <a:endParaRPr lang="es-ES" i="1" dirty="0">
              <a:solidFill>
                <a:srgbClr val="00B0F0"/>
              </a:solidFill>
              <a:highlight>
                <a:srgbClr val="000000"/>
              </a:highlight>
              <a:latin typeface="Verdana" panose="020B0604030504040204" pitchFamily="34" charset="0"/>
              <a:ea typeface="Verdana" panose="020B0604030504040204" pitchFamily="34" charset="0"/>
            </a:endParaRPr>
          </a:p>
        </p:txBody>
      </p:sp>
      <p:sp>
        <p:nvSpPr>
          <p:cNvPr id="17" name="CuadroTexto 16">
            <a:extLst>
              <a:ext uri="{FF2B5EF4-FFF2-40B4-BE49-F238E27FC236}">
                <a16:creationId xmlns:a16="http://schemas.microsoft.com/office/drawing/2014/main" id="{00287E02-74A1-EBF3-E367-BCA242274564}"/>
              </a:ext>
            </a:extLst>
          </p:cNvPr>
          <p:cNvSpPr txBox="1"/>
          <p:nvPr/>
        </p:nvSpPr>
        <p:spPr>
          <a:xfrm>
            <a:off x="6428398" y="1365794"/>
            <a:ext cx="5356172" cy="3139321"/>
          </a:xfrm>
          <a:prstGeom prst="rect">
            <a:avLst/>
          </a:prstGeom>
          <a:noFill/>
        </p:spPr>
        <p:txBody>
          <a:bodyPr wrap="square" rtlCol="0">
            <a:spAutoFit/>
          </a:bodyPr>
          <a:lstStyle/>
          <a:p>
            <a:endParaRPr lang="es-ES" dirty="0">
              <a:latin typeface="Verdana" panose="020B0604030504040204" pitchFamily="34" charset="0"/>
              <a:ea typeface="Verdana" panose="020B0604030504040204" pitchFamily="34" charset="0"/>
            </a:endParaRPr>
          </a:p>
          <a:p>
            <a:r>
              <a:rPr lang="es-ES" i="1" dirty="0">
                <a:solidFill>
                  <a:schemeClr val="bg1"/>
                </a:solidFill>
                <a:highlight>
                  <a:srgbClr val="000000"/>
                </a:highlight>
                <a:latin typeface="Verdana" panose="020B0604030504040204" pitchFamily="34" charset="0"/>
                <a:ea typeface="Verdana" panose="020B0604030504040204" pitchFamily="34" charset="0"/>
              </a:rPr>
              <a:t>numero = </a:t>
            </a:r>
            <a:r>
              <a:rPr lang="es-ES" i="1" dirty="0" err="1">
                <a:solidFill>
                  <a:srgbClr val="00B0F0"/>
                </a:solidFill>
                <a:highlight>
                  <a:srgbClr val="000000"/>
                </a:highlight>
                <a:latin typeface="Verdana" panose="020B0604030504040204" pitchFamily="34" charset="0"/>
                <a:ea typeface="Verdana" panose="020B0604030504040204" pitchFamily="34" charset="0"/>
              </a:rPr>
              <a:t>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rgbClr val="00B0F0"/>
                </a:solidFill>
                <a:highlight>
                  <a:srgbClr val="000000"/>
                </a:highlight>
                <a:latin typeface="Verdana" panose="020B0604030504040204" pitchFamily="34" charset="0"/>
                <a:ea typeface="Verdana" panose="020B0604030504040204" pitchFamily="34" charset="0"/>
              </a:rPr>
              <a:t>input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"Ingrese un número: "</a:t>
            </a:r>
            <a:r>
              <a:rPr lang="es-ES" i="1" dirty="0">
                <a:solidFill>
                  <a:schemeClr val="bg1"/>
                </a:solidFill>
                <a:highlight>
                  <a:srgbClr val="000000"/>
                </a:highlight>
                <a:latin typeface="Verdana" panose="020B0604030504040204" pitchFamily="34" charset="0"/>
                <a:ea typeface="Verdana" panose="020B0604030504040204" pitchFamily="34" charset="0"/>
              </a:rPr>
              <a:t>))</a:t>
            </a:r>
          </a:p>
          <a:p>
            <a:r>
              <a:rPr lang="es-ES" i="1" dirty="0" err="1">
                <a:solidFill>
                  <a:srgbClr val="00B0F0"/>
                </a:solidFill>
                <a:highlight>
                  <a:srgbClr val="000000"/>
                </a:highlight>
                <a:latin typeface="Verdana" panose="020B0604030504040204" pitchFamily="34" charset="0"/>
                <a:ea typeface="Verdana" panose="020B0604030504040204" pitchFamily="34" charset="0"/>
              </a:rPr>
              <a:t>if</a:t>
            </a:r>
            <a:r>
              <a:rPr lang="es-ES" i="1" dirty="0">
                <a:solidFill>
                  <a:schemeClr val="bg1"/>
                </a:solidFill>
                <a:highlight>
                  <a:srgbClr val="000000"/>
                </a:highlight>
                <a:latin typeface="Verdana" panose="020B0604030504040204" pitchFamily="34" charset="0"/>
                <a:ea typeface="Verdana" panose="020B0604030504040204" pitchFamily="34" charset="0"/>
              </a:rPr>
              <a:t> numero &gt; 0:</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if</a:t>
            </a:r>
            <a:r>
              <a:rPr lang="es-ES" i="1" dirty="0">
                <a:solidFill>
                  <a:schemeClr val="bg1"/>
                </a:solidFill>
                <a:highlight>
                  <a:srgbClr val="000000"/>
                </a:highlight>
                <a:latin typeface="Verdana" panose="020B0604030504040204" pitchFamily="34" charset="0"/>
                <a:ea typeface="Verdana" panose="020B0604030504040204" pitchFamily="34" charset="0"/>
              </a:rPr>
              <a:t> numero % 2 == 0:</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positivo y par.")</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else</a:t>
            </a:r>
            <a:r>
              <a:rPr lang="es-ES" i="1" dirty="0">
                <a:solidFill>
                  <a:schemeClr val="bg1"/>
                </a:solidFill>
                <a:highlight>
                  <a:srgbClr val="000000"/>
                </a:highlight>
                <a:latin typeface="Verdana" panose="020B0604030504040204" pitchFamily="34" charset="0"/>
                <a:ea typeface="Verdana" panose="020B0604030504040204" pitchFamily="34" charset="0"/>
              </a:rPr>
              <a:t>:</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positivo e impar."</a:t>
            </a:r>
            <a:r>
              <a:rPr lang="es-ES" i="1" dirty="0">
                <a:solidFill>
                  <a:schemeClr val="bg1"/>
                </a:solidFill>
                <a:highlight>
                  <a:srgbClr val="000000"/>
                </a:highlight>
                <a:latin typeface="Verdana" panose="020B0604030504040204" pitchFamily="34" charset="0"/>
                <a:ea typeface="Verdana" panose="020B0604030504040204" pitchFamily="34" charset="0"/>
              </a:rPr>
              <a:t>)</a:t>
            </a:r>
          </a:p>
          <a:p>
            <a:r>
              <a:rPr lang="es-ES" i="1" dirty="0" err="1">
                <a:solidFill>
                  <a:srgbClr val="00B0F0"/>
                </a:solidFill>
                <a:highlight>
                  <a:srgbClr val="000000"/>
                </a:highlight>
                <a:latin typeface="Verdana" panose="020B0604030504040204" pitchFamily="34" charset="0"/>
                <a:ea typeface="Verdana" panose="020B0604030504040204" pitchFamily="34" charset="0"/>
              </a:rPr>
              <a:t>elif</a:t>
            </a:r>
            <a:r>
              <a:rPr lang="es-ES" i="1" dirty="0">
                <a:solidFill>
                  <a:schemeClr val="bg1"/>
                </a:solidFill>
                <a:highlight>
                  <a:srgbClr val="000000"/>
                </a:highlight>
                <a:latin typeface="Verdana" panose="020B0604030504040204" pitchFamily="34" charset="0"/>
                <a:ea typeface="Verdana" panose="020B0604030504040204" pitchFamily="34" charset="0"/>
              </a:rPr>
              <a:t> numero == 0:</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cero."</a:t>
            </a:r>
            <a:r>
              <a:rPr lang="es-ES" i="1" dirty="0">
                <a:solidFill>
                  <a:schemeClr val="bg1"/>
                </a:solidFill>
                <a:highlight>
                  <a:srgbClr val="000000"/>
                </a:highlight>
                <a:latin typeface="Verdana" panose="020B0604030504040204" pitchFamily="34" charset="0"/>
                <a:ea typeface="Verdana" panose="020B0604030504040204" pitchFamily="34" charset="0"/>
              </a:rPr>
              <a:t>)</a:t>
            </a:r>
          </a:p>
          <a:p>
            <a:r>
              <a:rPr lang="es-ES" i="1" dirty="0" err="1">
                <a:solidFill>
                  <a:srgbClr val="00B0F0"/>
                </a:solidFill>
                <a:highlight>
                  <a:srgbClr val="000000"/>
                </a:highlight>
                <a:latin typeface="Verdana" panose="020B0604030504040204" pitchFamily="34" charset="0"/>
                <a:ea typeface="Verdana" panose="020B0604030504040204" pitchFamily="34" charset="0"/>
              </a:rPr>
              <a:t>else</a:t>
            </a:r>
            <a:r>
              <a:rPr lang="es-ES" i="1" dirty="0">
                <a:solidFill>
                  <a:schemeClr val="bg1"/>
                </a:solidFill>
                <a:highlight>
                  <a:srgbClr val="000000"/>
                </a:highlight>
                <a:latin typeface="Verdana" panose="020B0604030504040204" pitchFamily="34" charset="0"/>
                <a:ea typeface="Verdana" panose="020B0604030504040204" pitchFamily="34" charset="0"/>
              </a:rPr>
              <a:t>:</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a:t>
            </a:r>
            <a:r>
              <a:rPr lang="es-ES" i="1" dirty="0">
                <a:solidFill>
                  <a:schemeClr val="accent6">
                    <a:lumMod val="75000"/>
                  </a:schemeClr>
                </a:solidFill>
                <a:highlight>
                  <a:srgbClr val="000000"/>
                </a:highlight>
                <a:latin typeface="Verdana" panose="020B0604030504040204" pitchFamily="34" charset="0"/>
                <a:ea typeface="Verdana" panose="020B0604030504040204" pitchFamily="34" charset="0"/>
              </a:rPr>
              <a:t>"El número es negativo."</a:t>
            </a:r>
            <a:r>
              <a:rPr lang="es-ES" i="1" dirty="0">
                <a:solidFill>
                  <a:schemeClr val="bg1"/>
                </a:solidFill>
                <a:highlight>
                  <a:srgbClr val="000000"/>
                </a:highlight>
                <a:latin typeface="Verdana" panose="020B0604030504040204" pitchFamily="34" charset="0"/>
                <a:ea typeface="Verdana" panose="020B0604030504040204" pitchFamily="34" charset="0"/>
              </a:rPr>
              <a:t>)</a:t>
            </a:r>
            <a:endParaRPr lang="es-NI" dirty="0">
              <a:solidFill>
                <a:schemeClr val="bg1"/>
              </a:solidFill>
              <a:latin typeface="Verdana" panose="020B0604030504040204" pitchFamily="34" charset="0"/>
              <a:ea typeface="Verdana" panose="020B0604030504040204" pitchFamily="34" charset="0"/>
            </a:endParaRPr>
          </a:p>
        </p:txBody>
      </p:sp>
      <p:pic>
        <p:nvPicPr>
          <p:cNvPr id="2" name="Gráfico 1" descr="Salir con relleno sólido">
            <a:hlinkClick r:id="" action="ppaction://hlinkshowjump?jump=endshow"/>
            <a:extLst>
              <a:ext uri="{FF2B5EF4-FFF2-40B4-BE49-F238E27FC236}">
                <a16:creationId xmlns:a16="http://schemas.microsoft.com/office/drawing/2014/main" id="{D2AB019C-EB20-EA07-D473-9573808E39D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379828" y="5943600"/>
            <a:ext cx="914400" cy="914400"/>
          </a:xfrm>
          <a:prstGeom prst="rect">
            <a:avLst/>
          </a:prstGeom>
        </p:spPr>
      </p:pic>
    </p:spTree>
    <p:extLst>
      <p:ext uri="{BB962C8B-B14F-4D97-AF65-F5344CB8AC3E}">
        <p14:creationId xmlns:p14="http://schemas.microsoft.com/office/powerpoint/2010/main" val="8893146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 t 7">
            <a:extLst>
              <a:ext uri="{FF2B5EF4-FFF2-40B4-BE49-F238E27FC236}">
                <a16:creationId xmlns:a16="http://schemas.microsoft.com/office/drawing/2014/main" id="{4B621F16-ACC8-E377-46A3-60A6413A87A0}"/>
              </a:ext>
            </a:extLst>
          </p:cNvPr>
          <p:cNvSpPr/>
          <p:nvPr/>
        </p:nvSpPr>
        <p:spPr>
          <a:xfrm>
            <a:off x="4237325" y="220570"/>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CuadroTexto 3">
            <a:extLst>
              <a:ext uri="{FF2B5EF4-FFF2-40B4-BE49-F238E27FC236}">
                <a16:creationId xmlns:a16="http://schemas.microsoft.com/office/drawing/2014/main" id="{C0755CF6-2F4E-5868-99DA-CD2642859F31}"/>
              </a:ext>
            </a:extLst>
          </p:cNvPr>
          <p:cNvSpPr txBox="1"/>
          <p:nvPr/>
        </p:nvSpPr>
        <p:spPr>
          <a:xfrm>
            <a:off x="4417325" y="211238"/>
            <a:ext cx="3357349" cy="369332"/>
          </a:xfrm>
          <a:prstGeom prst="rect">
            <a:avLst/>
          </a:prstGeom>
          <a:noFill/>
        </p:spPr>
        <p:txBody>
          <a:bodyPr wrap="square" rtlCol="0">
            <a:spAutoFit/>
          </a:bodyPr>
          <a:lstStyle/>
          <a:p>
            <a:pPr algn="ctr"/>
            <a:r>
              <a:rPr lang="es-NI" b="1" dirty="0">
                <a:latin typeface="Verdana" panose="020B0604030504040204" pitchFamily="34" charset="0"/>
                <a:ea typeface="Verdana" panose="020B0604030504040204" pitchFamily="34" charset="0"/>
              </a:rPr>
              <a:t>Mientras</a:t>
            </a:r>
          </a:p>
        </p:txBody>
      </p:sp>
      <p:sp>
        <p:nvSpPr>
          <p:cNvPr id="5" name="Rectángulo 2">
            <a:hlinkClick r:id="rId3" action="ppaction://hlinksldjump"/>
            <a:extLst>
              <a:ext uri="{FF2B5EF4-FFF2-40B4-BE49-F238E27FC236}">
                <a16:creationId xmlns:a16="http://schemas.microsoft.com/office/drawing/2014/main" id="{26684144-EA61-1534-F880-593595A5F604}"/>
              </a:ext>
            </a:extLst>
          </p:cNvPr>
          <p:cNvSpPr/>
          <p:nvPr/>
        </p:nvSpPr>
        <p:spPr>
          <a:xfrm>
            <a:off x="10424160" y="6330108"/>
            <a:ext cx="176783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CuadroTexto 5">
            <a:extLst>
              <a:ext uri="{FF2B5EF4-FFF2-40B4-BE49-F238E27FC236}">
                <a16:creationId xmlns:a16="http://schemas.microsoft.com/office/drawing/2014/main" id="{54266329-72A6-893C-F94C-149DB8F73F19}"/>
              </a:ext>
            </a:extLst>
          </p:cNvPr>
          <p:cNvSpPr txBox="1"/>
          <p:nvPr/>
        </p:nvSpPr>
        <p:spPr>
          <a:xfrm>
            <a:off x="11108926" y="6320776"/>
            <a:ext cx="1083073" cy="369332"/>
          </a:xfrm>
          <a:prstGeom prst="rect">
            <a:avLst/>
          </a:prstGeom>
          <a:noFill/>
        </p:spPr>
        <p:txBody>
          <a:bodyPr wrap="square" rtlCol="0">
            <a:spAutoFit/>
          </a:bodyPr>
          <a:lstStyle/>
          <a:p>
            <a:r>
              <a:rPr lang="es-NI" b="1" dirty="0">
                <a:solidFill>
                  <a:schemeClr val="bg1"/>
                </a:solidFill>
                <a:latin typeface="Verdana" panose="020B0604030504040204" pitchFamily="34" charset="0"/>
                <a:ea typeface="Verdana" panose="020B0604030504040204" pitchFamily="34" charset="0"/>
              </a:rPr>
              <a:t>Volver</a:t>
            </a:r>
          </a:p>
        </p:txBody>
      </p:sp>
      <p:cxnSp>
        <p:nvCxnSpPr>
          <p:cNvPr id="8" name="Conector recto de flecha 7">
            <a:extLst>
              <a:ext uri="{FF2B5EF4-FFF2-40B4-BE49-F238E27FC236}">
                <a16:creationId xmlns:a16="http://schemas.microsoft.com/office/drawing/2014/main" id="{995A880F-9323-29B0-B6B6-2E37C5989FDE}"/>
              </a:ext>
            </a:extLst>
          </p:cNvPr>
          <p:cNvCxnSpPr>
            <a:cxnSpLocks/>
          </p:cNvCxnSpPr>
          <p:nvPr/>
        </p:nvCxnSpPr>
        <p:spPr>
          <a:xfrm flipH="1">
            <a:off x="10556979" y="6505442"/>
            <a:ext cx="415821"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2457C43-23F0-A454-3978-B44112BB806D}"/>
              </a:ext>
            </a:extLst>
          </p:cNvPr>
          <p:cNvSpPr txBox="1"/>
          <p:nvPr/>
        </p:nvSpPr>
        <p:spPr>
          <a:xfrm>
            <a:off x="379828" y="844062"/>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Pseint</a:t>
            </a:r>
            <a:endParaRPr lang="es-NI" b="1" dirty="0">
              <a:latin typeface="Verdana" panose="020B0604030504040204" pitchFamily="34" charset="0"/>
              <a:ea typeface="Verdana" panose="020B0604030504040204" pitchFamily="34" charset="0"/>
            </a:endParaRPr>
          </a:p>
        </p:txBody>
      </p:sp>
      <p:sp>
        <p:nvSpPr>
          <p:cNvPr id="13" name="CuadroTexto 12">
            <a:extLst>
              <a:ext uri="{FF2B5EF4-FFF2-40B4-BE49-F238E27FC236}">
                <a16:creationId xmlns:a16="http://schemas.microsoft.com/office/drawing/2014/main" id="{DA084F89-988B-740D-EEDA-758CEB51CD08}"/>
              </a:ext>
            </a:extLst>
          </p:cNvPr>
          <p:cNvSpPr txBox="1"/>
          <p:nvPr/>
        </p:nvSpPr>
        <p:spPr>
          <a:xfrm>
            <a:off x="6096000" y="936395"/>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Phyton</a:t>
            </a:r>
            <a:endParaRPr lang="es-NI" b="1" dirty="0">
              <a:latin typeface="Verdana" panose="020B0604030504040204" pitchFamily="34" charset="0"/>
              <a:ea typeface="Verdana" panose="020B0604030504040204" pitchFamily="34" charset="0"/>
            </a:endParaRPr>
          </a:p>
        </p:txBody>
      </p:sp>
      <p:sp>
        <p:nvSpPr>
          <p:cNvPr id="14" name="Rectángulo 3">
            <a:extLst>
              <a:ext uri="{FF2B5EF4-FFF2-40B4-BE49-F238E27FC236}">
                <a16:creationId xmlns:a16="http://schemas.microsoft.com/office/drawing/2014/main" id="{91AA2963-D1FA-1CC3-4473-930440C035D8}"/>
              </a:ext>
            </a:extLst>
          </p:cNvPr>
          <p:cNvSpPr/>
          <p:nvPr/>
        </p:nvSpPr>
        <p:spPr>
          <a:xfrm>
            <a:off x="5992199" y="957226"/>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4">
            <a:extLst>
              <a:ext uri="{FF2B5EF4-FFF2-40B4-BE49-F238E27FC236}">
                <a16:creationId xmlns:a16="http://schemas.microsoft.com/office/drawing/2014/main" id="{D24A67D3-F37A-8A46-B36F-49938A3CF43B}"/>
              </a:ext>
            </a:extLst>
          </p:cNvPr>
          <p:cNvSpPr/>
          <p:nvPr/>
        </p:nvSpPr>
        <p:spPr>
          <a:xfrm>
            <a:off x="5992199" y="1296885"/>
            <a:ext cx="180000" cy="5413403"/>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CuadroTexto 15">
            <a:extLst>
              <a:ext uri="{FF2B5EF4-FFF2-40B4-BE49-F238E27FC236}">
                <a16:creationId xmlns:a16="http://schemas.microsoft.com/office/drawing/2014/main" id="{15FA2A8B-3846-8A3B-F21E-32396D3698EB}"/>
              </a:ext>
            </a:extLst>
          </p:cNvPr>
          <p:cNvSpPr txBox="1"/>
          <p:nvPr/>
        </p:nvSpPr>
        <p:spPr>
          <a:xfrm>
            <a:off x="379828" y="1213394"/>
            <a:ext cx="5356172" cy="3416320"/>
          </a:xfrm>
          <a:prstGeom prst="rect">
            <a:avLst/>
          </a:prstGeom>
          <a:noFill/>
        </p:spPr>
        <p:txBody>
          <a:bodyPr wrap="square" rtlCol="0">
            <a:spAutoFit/>
          </a:bodyPr>
          <a:lstStyle/>
          <a:p>
            <a:r>
              <a:rPr lang="es-NI" i="1" dirty="0">
                <a:solidFill>
                  <a:srgbClr val="00B0F0"/>
                </a:solidFill>
                <a:highlight>
                  <a:srgbClr val="000000"/>
                </a:highlight>
                <a:latin typeface="Verdana" panose="020B0604030504040204" pitchFamily="34" charset="0"/>
                <a:ea typeface="Verdana" panose="020B0604030504040204" pitchFamily="34" charset="0"/>
              </a:rPr>
              <a:t>Algoritmo</a:t>
            </a:r>
            <a:r>
              <a:rPr lang="es-NI" i="1" dirty="0">
                <a:solidFill>
                  <a:schemeClr val="bg1"/>
                </a:solidFill>
                <a:highlight>
                  <a:srgbClr val="000000"/>
                </a:highlight>
                <a:latin typeface="Verdana" panose="020B0604030504040204" pitchFamily="34" charset="0"/>
                <a:ea typeface="Verdana" panose="020B0604030504040204" pitchFamily="34" charset="0"/>
              </a:rPr>
              <a:t> </a:t>
            </a:r>
            <a:r>
              <a:rPr lang="es-NI" i="1" dirty="0" err="1">
                <a:solidFill>
                  <a:schemeClr val="bg1"/>
                </a:solidFill>
                <a:highlight>
                  <a:srgbClr val="000000"/>
                </a:highlight>
                <a:latin typeface="Verdana" panose="020B0604030504040204" pitchFamily="34" charset="0"/>
                <a:ea typeface="Verdana" panose="020B0604030504040204" pitchFamily="34" charset="0"/>
              </a:rPr>
              <a:t>MientrasEjemplo</a:t>
            </a:r>
            <a:endParaRPr lang="es-NI" i="1" dirty="0">
              <a:solidFill>
                <a:schemeClr val="bg1"/>
              </a:solidFill>
              <a:highlight>
                <a:srgbClr val="000000"/>
              </a:highlight>
              <a:latin typeface="Verdana" panose="020B0604030504040204" pitchFamily="34" charset="0"/>
              <a:ea typeface="Verdana" panose="020B0604030504040204" pitchFamily="34" charset="0"/>
            </a:endParaRPr>
          </a:p>
          <a:p>
            <a:endParaRPr lang="es-NI" i="1" dirty="0">
              <a:solidFill>
                <a:schemeClr val="bg1"/>
              </a:solidFill>
              <a:highlight>
                <a:srgbClr val="000000"/>
              </a:highlight>
              <a:latin typeface="Verdana" panose="020B0604030504040204" pitchFamily="34" charset="0"/>
              <a:ea typeface="Verdana" panose="020B0604030504040204" pitchFamily="34" charset="0"/>
            </a:endParaRPr>
          </a:p>
          <a:p>
            <a:r>
              <a:rPr lang="es-NI" i="1" dirty="0">
                <a:solidFill>
                  <a:schemeClr val="bg1"/>
                </a:solidFill>
                <a:highlight>
                  <a:srgbClr val="000000"/>
                </a:highlight>
                <a:latin typeface="Verdana" panose="020B0604030504040204" pitchFamily="34" charset="0"/>
                <a:ea typeface="Verdana" panose="020B0604030504040204" pitchFamily="34" charset="0"/>
              </a:rPr>
              <a:t>    </a:t>
            </a:r>
            <a:r>
              <a:rPr lang="es-NI" i="1" dirty="0">
                <a:solidFill>
                  <a:srgbClr val="00B0F0"/>
                </a:solidFill>
                <a:highlight>
                  <a:srgbClr val="000000"/>
                </a:highlight>
                <a:latin typeface="Verdana" panose="020B0604030504040204" pitchFamily="34" charset="0"/>
                <a:ea typeface="Verdana" panose="020B0604030504040204" pitchFamily="34" charset="0"/>
              </a:rPr>
              <a:t>Definir</a:t>
            </a:r>
            <a:r>
              <a:rPr lang="es-NI" i="1" dirty="0">
                <a:solidFill>
                  <a:schemeClr val="bg1"/>
                </a:solidFill>
                <a:highlight>
                  <a:srgbClr val="000000"/>
                </a:highlight>
                <a:latin typeface="Verdana" panose="020B0604030504040204" pitchFamily="34" charset="0"/>
                <a:ea typeface="Verdana" panose="020B0604030504040204" pitchFamily="34" charset="0"/>
              </a:rPr>
              <a:t> i como </a:t>
            </a:r>
            <a:r>
              <a:rPr lang="es-NI" i="1" dirty="0">
                <a:solidFill>
                  <a:srgbClr val="00B0F0"/>
                </a:solidFill>
                <a:highlight>
                  <a:srgbClr val="000000"/>
                </a:highlight>
                <a:latin typeface="Verdana" panose="020B0604030504040204" pitchFamily="34" charset="0"/>
                <a:ea typeface="Verdana" panose="020B0604030504040204" pitchFamily="34" charset="0"/>
              </a:rPr>
              <a:t>Entero</a:t>
            </a:r>
          </a:p>
          <a:p>
            <a:endParaRPr lang="es-NI" i="1" dirty="0">
              <a:solidFill>
                <a:schemeClr val="bg1"/>
              </a:solidFill>
              <a:highlight>
                <a:srgbClr val="000000"/>
              </a:highlight>
              <a:latin typeface="Verdana" panose="020B0604030504040204" pitchFamily="34" charset="0"/>
              <a:ea typeface="Verdana" panose="020B0604030504040204" pitchFamily="34" charset="0"/>
            </a:endParaRPr>
          </a:p>
          <a:p>
            <a:r>
              <a:rPr lang="es-NI" i="1" dirty="0">
                <a:solidFill>
                  <a:schemeClr val="bg1"/>
                </a:solidFill>
                <a:highlight>
                  <a:srgbClr val="000000"/>
                </a:highlight>
                <a:latin typeface="Verdana" panose="020B0604030504040204" pitchFamily="34" charset="0"/>
                <a:ea typeface="Verdana" panose="020B0604030504040204" pitchFamily="34" charset="0"/>
              </a:rPr>
              <a:t>    i &lt;- 1</a:t>
            </a:r>
          </a:p>
          <a:p>
            <a:endParaRPr lang="es-NI" i="1" dirty="0">
              <a:solidFill>
                <a:schemeClr val="bg1"/>
              </a:solidFill>
              <a:highlight>
                <a:srgbClr val="000000"/>
              </a:highlight>
              <a:latin typeface="Verdana" panose="020B0604030504040204" pitchFamily="34" charset="0"/>
              <a:ea typeface="Verdana" panose="020B0604030504040204" pitchFamily="34" charset="0"/>
            </a:endParaRPr>
          </a:p>
          <a:p>
            <a:r>
              <a:rPr lang="es-NI" i="1" dirty="0">
                <a:solidFill>
                  <a:schemeClr val="bg1"/>
                </a:solidFill>
                <a:highlight>
                  <a:srgbClr val="000000"/>
                </a:highlight>
                <a:latin typeface="Verdana" panose="020B0604030504040204" pitchFamily="34" charset="0"/>
                <a:ea typeface="Verdana" panose="020B0604030504040204" pitchFamily="34" charset="0"/>
              </a:rPr>
              <a:t>    </a:t>
            </a:r>
            <a:r>
              <a:rPr lang="es-NI" i="1" dirty="0">
                <a:solidFill>
                  <a:srgbClr val="00B0F0"/>
                </a:solidFill>
                <a:highlight>
                  <a:srgbClr val="000000"/>
                </a:highlight>
                <a:latin typeface="Verdana" panose="020B0604030504040204" pitchFamily="34" charset="0"/>
                <a:ea typeface="Verdana" panose="020B0604030504040204" pitchFamily="34" charset="0"/>
              </a:rPr>
              <a:t>Mientras</a:t>
            </a:r>
            <a:r>
              <a:rPr lang="es-NI" i="1" dirty="0">
                <a:solidFill>
                  <a:schemeClr val="bg1"/>
                </a:solidFill>
                <a:highlight>
                  <a:srgbClr val="000000"/>
                </a:highlight>
                <a:latin typeface="Verdana" panose="020B0604030504040204" pitchFamily="34" charset="0"/>
                <a:ea typeface="Verdana" panose="020B0604030504040204" pitchFamily="34" charset="0"/>
              </a:rPr>
              <a:t> i &lt;= 5 </a:t>
            </a:r>
            <a:r>
              <a:rPr lang="es-NI" i="1" dirty="0">
                <a:solidFill>
                  <a:srgbClr val="00B0F0"/>
                </a:solidFill>
                <a:highlight>
                  <a:srgbClr val="000000"/>
                </a:highlight>
                <a:latin typeface="Verdana" panose="020B0604030504040204" pitchFamily="34" charset="0"/>
                <a:ea typeface="Verdana" panose="020B0604030504040204" pitchFamily="34" charset="0"/>
              </a:rPr>
              <a:t>Hacer</a:t>
            </a:r>
          </a:p>
          <a:p>
            <a:r>
              <a:rPr lang="es-NI" i="1" dirty="0">
                <a:solidFill>
                  <a:schemeClr val="bg1"/>
                </a:solidFill>
                <a:highlight>
                  <a:srgbClr val="000000"/>
                </a:highlight>
                <a:latin typeface="Verdana" panose="020B0604030504040204" pitchFamily="34" charset="0"/>
                <a:ea typeface="Verdana" panose="020B0604030504040204" pitchFamily="34" charset="0"/>
              </a:rPr>
              <a:t>        </a:t>
            </a:r>
            <a:r>
              <a:rPr lang="es-NI" i="1" dirty="0">
                <a:solidFill>
                  <a:srgbClr val="00B0F0"/>
                </a:solidFill>
                <a:highlight>
                  <a:srgbClr val="000000"/>
                </a:highlight>
                <a:latin typeface="Verdana" panose="020B0604030504040204" pitchFamily="34" charset="0"/>
                <a:ea typeface="Verdana" panose="020B0604030504040204" pitchFamily="34" charset="0"/>
              </a:rPr>
              <a:t>Escribir</a:t>
            </a:r>
            <a:r>
              <a:rPr lang="es-NI" i="1" dirty="0">
                <a:solidFill>
                  <a:schemeClr val="bg1"/>
                </a:solidFill>
                <a:highlight>
                  <a:srgbClr val="000000"/>
                </a:highlight>
                <a:latin typeface="Verdana" panose="020B0604030504040204" pitchFamily="34" charset="0"/>
                <a:ea typeface="Verdana" panose="020B0604030504040204" pitchFamily="34" charset="0"/>
              </a:rPr>
              <a:t>(i)</a:t>
            </a:r>
          </a:p>
          <a:p>
            <a:r>
              <a:rPr lang="es-NI" i="1" dirty="0">
                <a:solidFill>
                  <a:schemeClr val="bg1"/>
                </a:solidFill>
                <a:highlight>
                  <a:srgbClr val="000000"/>
                </a:highlight>
                <a:latin typeface="Verdana" panose="020B0604030504040204" pitchFamily="34" charset="0"/>
                <a:ea typeface="Verdana" panose="020B0604030504040204" pitchFamily="34" charset="0"/>
              </a:rPr>
              <a:t>        i &lt;- i + 1</a:t>
            </a:r>
          </a:p>
          <a:p>
            <a:r>
              <a:rPr lang="es-NI" i="1" dirty="0">
                <a:solidFill>
                  <a:schemeClr val="bg1"/>
                </a:solidFill>
                <a:highlight>
                  <a:srgbClr val="000000"/>
                </a:highlight>
                <a:latin typeface="Verdana" panose="020B0604030504040204" pitchFamily="34" charset="0"/>
                <a:ea typeface="Verdana" panose="020B0604030504040204" pitchFamily="34" charset="0"/>
              </a:rPr>
              <a:t>    </a:t>
            </a:r>
            <a:r>
              <a:rPr lang="es-NI" i="1" dirty="0" err="1">
                <a:solidFill>
                  <a:srgbClr val="00B0F0"/>
                </a:solidFill>
                <a:highlight>
                  <a:srgbClr val="000000"/>
                </a:highlight>
                <a:latin typeface="Verdana" panose="020B0604030504040204" pitchFamily="34" charset="0"/>
                <a:ea typeface="Verdana" panose="020B0604030504040204" pitchFamily="34" charset="0"/>
              </a:rPr>
              <a:t>FinMientras</a:t>
            </a:r>
            <a:endParaRPr lang="es-NI" i="1" dirty="0">
              <a:solidFill>
                <a:srgbClr val="00B0F0"/>
              </a:solidFill>
              <a:highlight>
                <a:srgbClr val="000000"/>
              </a:highlight>
              <a:latin typeface="Verdana" panose="020B0604030504040204" pitchFamily="34" charset="0"/>
              <a:ea typeface="Verdana" panose="020B0604030504040204" pitchFamily="34" charset="0"/>
            </a:endParaRPr>
          </a:p>
          <a:p>
            <a:endParaRPr lang="es-NI" i="1" dirty="0">
              <a:solidFill>
                <a:srgbClr val="00B0F0"/>
              </a:solidFill>
              <a:highlight>
                <a:srgbClr val="000000"/>
              </a:highlight>
              <a:latin typeface="Verdana" panose="020B0604030504040204" pitchFamily="34" charset="0"/>
              <a:ea typeface="Verdana" panose="020B0604030504040204" pitchFamily="34" charset="0"/>
            </a:endParaRPr>
          </a:p>
          <a:p>
            <a:r>
              <a:rPr lang="es-NI" i="1" dirty="0" err="1">
                <a:solidFill>
                  <a:srgbClr val="00B0F0"/>
                </a:solidFill>
                <a:highlight>
                  <a:srgbClr val="000000"/>
                </a:highlight>
                <a:latin typeface="Verdana" panose="020B0604030504040204" pitchFamily="34" charset="0"/>
                <a:ea typeface="Verdana" panose="020B0604030504040204" pitchFamily="34" charset="0"/>
              </a:rPr>
              <a:t>FinAlgoritmo</a:t>
            </a:r>
            <a:endParaRPr lang="es-NI" i="1" dirty="0">
              <a:solidFill>
                <a:srgbClr val="00B0F0"/>
              </a:solidFill>
              <a:highlight>
                <a:srgbClr val="000000"/>
              </a:highlight>
              <a:latin typeface="Verdana" panose="020B0604030504040204" pitchFamily="34" charset="0"/>
              <a:ea typeface="Verdana" panose="020B0604030504040204" pitchFamily="34" charset="0"/>
            </a:endParaRPr>
          </a:p>
        </p:txBody>
      </p:sp>
      <p:sp>
        <p:nvSpPr>
          <p:cNvPr id="17" name="CuadroTexto 16">
            <a:extLst>
              <a:ext uri="{FF2B5EF4-FFF2-40B4-BE49-F238E27FC236}">
                <a16:creationId xmlns:a16="http://schemas.microsoft.com/office/drawing/2014/main" id="{00287E02-74A1-EBF3-E367-BCA242274564}"/>
              </a:ext>
            </a:extLst>
          </p:cNvPr>
          <p:cNvSpPr txBox="1"/>
          <p:nvPr/>
        </p:nvSpPr>
        <p:spPr>
          <a:xfrm>
            <a:off x="6428398" y="1365794"/>
            <a:ext cx="5356172" cy="2308324"/>
          </a:xfrm>
          <a:prstGeom prst="rect">
            <a:avLst/>
          </a:prstGeom>
          <a:noFill/>
        </p:spPr>
        <p:txBody>
          <a:bodyPr wrap="square" rtlCol="0">
            <a:spAutoFit/>
          </a:bodyPr>
          <a:lstStyle/>
          <a:p>
            <a:r>
              <a:rPr lang="es-NI" i="1" dirty="0">
                <a:solidFill>
                  <a:schemeClr val="bg1">
                    <a:lumMod val="75000"/>
                  </a:schemeClr>
                </a:solidFill>
                <a:highlight>
                  <a:srgbClr val="000000"/>
                </a:highlight>
                <a:latin typeface="Verdana" panose="020B0604030504040204" pitchFamily="34" charset="0"/>
                <a:ea typeface="Verdana" panose="020B0604030504040204" pitchFamily="34" charset="0"/>
              </a:rPr>
              <a:t># Programa que imprime los números del 1 al 5 usando un ciclo mientras</a:t>
            </a:r>
          </a:p>
          <a:p>
            <a:endParaRPr lang="es-NI" i="1" dirty="0">
              <a:solidFill>
                <a:schemeClr val="bg1"/>
              </a:solidFill>
              <a:highlight>
                <a:srgbClr val="000000"/>
              </a:highlight>
              <a:latin typeface="Verdana" panose="020B0604030504040204" pitchFamily="34" charset="0"/>
              <a:ea typeface="Verdana" panose="020B0604030504040204" pitchFamily="34" charset="0"/>
            </a:endParaRPr>
          </a:p>
          <a:p>
            <a:r>
              <a:rPr lang="es-NI" i="1" dirty="0">
                <a:solidFill>
                  <a:schemeClr val="bg1"/>
                </a:solidFill>
                <a:highlight>
                  <a:srgbClr val="000000"/>
                </a:highlight>
                <a:latin typeface="Verdana" panose="020B0604030504040204" pitchFamily="34" charset="0"/>
                <a:ea typeface="Verdana" panose="020B0604030504040204" pitchFamily="34" charset="0"/>
              </a:rPr>
              <a:t>i = 1</a:t>
            </a:r>
          </a:p>
          <a:p>
            <a:endParaRPr lang="es-NI" i="1" dirty="0">
              <a:solidFill>
                <a:schemeClr val="bg1"/>
              </a:solidFill>
              <a:highlight>
                <a:srgbClr val="000000"/>
              </a:highlight>
              <a:latin typeface="Verdana" panose="020B0604030504040204" pitchFamily="34" charset="0"/>
              <a:ea typeface="Verdana" panose="020B0604030504040204" pitchFamily="34" charset="0"/>
            </a:endParaRPr>
          </a:p>
          <a:p>
            <a:r>
              <a:rPr lang="es-NI" i="1" dirty="0" err="1">
                <a:solidFill>
                  <a:srgbClr val="00B0F0"/>
                </a:solidFill>
                <a:highlight>
                  <a:srgbClr val="000000"/>
                </a:highlight>
                <a:latin typeface="Verdana" panose="020B0604030504040204" pitchFamily="34" charset="0"/>
                <a:ea typeface="Verdana" panose="020B0604030504040204" pitchFamily="34" charset="0"/>
              </a:rPr>
              <a:t>while</a:t>
            </a:r>
            <a:r>
              <a:rPr lang="es-NI" i="1" dirty="0">
                <a:solidFill>
                  <a:schemeClr val="bg1"/>
                </a:solidFill>
                <a:highlight>
                  <a:srgbClr val="000000"/>
                </a:highlight>
                <a:latin typeface="Verdana" panose="020B0604030504040204" pitchFamily="34" charset="0"/>
                <a:ea typeface="Verdana" panose="020B0604030504040204" pitchFamily="34" charset="0"/>
              </a:rPr>
              <a:t> i &lt;= 5:</a:t>
            </a:r>
          </a:p>
          <a:p>
            <a:r>
              <a:rPr lang="es-NI" i="1" dirty="0">
                <a:solidFill>
                  <a:schemeClr val="bg1"/>
                </a:solidFill>
                <a:highlight>
                  <a:srgbClr val="000000"/>
                </a:highlight>
                <a:latin typeface="Verdana" panose="020B0604030504040204" pitchFamily="34" charset="0"/>
                <a:ea typeface="Verdana" panose="020B0604030504040204" pitchFamily="34" charset="0"/>
              </a:rPr>
              <a:t>    </a:t>
            </a:r>
            <a:r>
              <a:rPr lang="es-NI" i="1" dirty="0" err="1">
                <a:solidFill>
                  <a:srgbClr val="00B0F0"/>
                </a:solidFill>
                <a:highlight>
                  <a:srgbClr val="000000"/>
                </a:highlight>
                <a:latin typeface="Verdana" panose="020B0604030504040204" pitchFamily="34" charset="0"/>
                <a:ea typeface="Verdana" panose="020B0604030504040204" pitchFamily="34" charset="0"/>
              </a:rPr>
              <a:t>print</a:t>
            </a:r>
            <a:r>
              <a:rPr lang="es-NI" i="1" dirty="0">
                <a:solidFill>
                  <a:schemeClr val="bg1"/>
                </a:solidFill>
                <a:highlight>
                  <a:srgbClr val="000000"/>
                </a:highlight>
                <a:latin typeface="Verdana" panose="020B0604030504040204" pitchFamily="34" charset="0"/>
                <a:ea typeface="Verdana" panose="020B0604030504040204" pitchFamily="34" charset="0"/>
              </a:rPr>
              <a:t>(i)</a:t>
            </a:r>
          </a:p>
          <a:p>
            <a:r>
              <a:rPr lang="es-NI" i="1" dirty="0">
                <a:solidFill>
                  <a:schemeClr val="bg1"/>
                </a:solidFill>
                <a:highlight>
                  <a:srgbClr val="000000"/>
                </a:highlight>
                <a:latin typeface="Verdana" panose="020B0604030504040204" pitchFamily="34" charset="0"/>
                <a:ea typeface="Verdana" panose="020B0604030504040204" pitchFamily="34" charset="0"/>
              </a:rPr>
              <a:t>    i = i + 1</a:t>
            </a:r>
          </a:p>
        </p:txBody>
      </p:sp>
      <p:pic>
        <p:nvPicPr>
          <p:cNvPr id="2" name="Gráfico 1" descr="Salir con relleno sólido">
            <a:hlinkClick r:id="" action="ppaction://hlinkshowjump?jump=endshow"/>
            <a:extLst>
              <a:ext uri="{FF2B5EF4-FFF2-40B4-BE49-F238E27FC236}">
                <a16:creationId xmlns:a16="http://schemas.microsoft.com/office/drawing/2014/main" id="{17ED61C3-0847-7546-4EB4-610960D38D0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379828" y="5943600"/>
            <a:ext cx="914400" cy="914400"/>
          </a:xfrm>
          <a:prstGeom prst="rect">
            <a:avLst/>
          </a:prstGeom>
        </p:spPr>
      </p:pic>
    </p:spTree>
    <p:extLst>
      <p:ext uri="{BB962C8B-B14F-4D97-AF65-F5344CB8AC3E}">
        <p14:creationId xmlns:p14="http://schemas.microsoft.com/office/powerpoint/2010/main" val="103433794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 t 8">
            <a:extLst>
              <a:ext uri="{FF2B5EF4-FFF2-40B4-BE49-F238E27FC236}">
                <a16:creationId xmlns:a16="http://schemas.microsoft.com/office/drawing/2014/main" id="{4B621F16-ACC8-E377-46A3-60A6413A87A0}"/>
              </a:ext>
            </a:extLst>
          </p:cNvPr>
          <p:cNvSpPr/>
          <p:nvPr/>
        </p:nvSpPr>
        <p:spPr>
          <a:xfrm>
            <a:off x="4237325" y="220570"/>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CuadroTexto 3">
            <a:extLst>
              <a:ext uri="{FF2B5EF4-FFF2-40B4-BE49-F238E27FC236}">
                <a16:creationId xmlns:a16="http://schemas.microsoft.com/office/drawing/2014/main" id="{C0755CF6-2F4E-5868-99DA-CD2642859F31}"/>
              </a:ext>
            </a:extLst>
          </p:cNvPr>
          <p:cNvSpPr txBox="1"/>
          <p:nvPr/>
        </p:nvSpPr>
        <p:spPr>
          <a:xfrm>
            <a:off x="4417325" y="211238"/>
            <a:ext cx="3357349" cy="369332"/>
          </a:xfrm>
          <a:prstGeom prst="rect">
            <a:avLst/>
          </a:prstGeom>
          <a:noFill/>
        </p:spPr>
        <p:txBody>
          <a:bodyPr wrap="square" rtlCol="0">
            <a:spAutoFit/>
          </a:bodyPr>
          <a:lstStyle/>
          <a:p>
            <a:pPr algn="ctr"/>
            <a:r>
              <a:rPr lang="es-NI" b="1" dirty="0">
                <a:latin typeface="Verdana" panose="020B0604030504040204" pitchFamily="34" charset="0"/>
                <a:ea typeface="Verdana" panose="020B0604030504040204" pitchFamily="34" charset="0"/>
              </a:rPr>
              <a:t>Para</a:t>
            </a:r>
          </a:p>
        </p:txBody>
      </p:sp>
      <p:sp>
        <p:nvSpPr>
          <p:cNvPr id="5" name="Rectángulo 2">
            <a:hlinkClick r:id="rId3" action="ppaction://hlinksldjump"/>
            <a:extLst>
              <a:ext uri="{FF2B5EF4-FFF2-40B4-BE49-F238E27FC236}">
                <a16:creationId xmlns:a16="http://schemas.microsoft.com/office/drawing/2014/main" id="{26684144-EA61-1534-F880-593595A5F604}"/>
              </a:ext>
            </a:extLst>
          </p:cNvPr>
          <p:cNvSpPr/>
          <p:nvPr/>
        </p:nvSpPr>
        <p:spPr>
          <a:xfrm>
            <a:off x="10424160" y="6330108"/>
            <a:ext cx="176783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CuadroTexto 5">
            <a:extLst>
              <a:ext uri="{FF2B5EF4-FFF2-40B4-BE49-F238E27FC236}">
                <a16:creationId xmlns:a16="http://schemas.microsoft.com/office/drawing/2014/main" id="{54266329-72A6-893C-F94C-149DB8F73F19}"/>
              </a:ext>
            </a:extLst>
          </p:cNvPr>
          <p:cNvSpPr txBox="1"/>
          <p:nvPr/>
        </p:nvSpPr>
        <p:spPr>
          <a:xfrm>
            <a:off x="11108926" y="6320776"/>
            <a:ext cx="1083073" cy="369332"/>
          </a:xfrm>
          <a:prstGeom prst="rect">
            <a:avLst/>
          </a:prstGeom>
          <a:noFill/>
        </p:spPr>
        <p:txBody>
          <a:bodyPr wrap="square" rtlCol="0">
            <a:spAutoFit/>
          </a:bodyPr>
          <a:lstStyle/>
          <a:p>
            <a:r>
              <a:rPr lang="es-NI" b="1" dirty="0">
                <a:solidFill>
                  <a:schemeClr val="bg1"/>
                </a:solidFill>
                <a:latin typeface="Verdana" panose="020B0604030504040204" pitchFamily="34" charset="0"/>
                <a:ea typeface="Verdana" panose="020B0604030504040204" pitchFamily="34" charset="0"/>
              </a:rPr>
              <a:t>Volver</a:t>
            </a:r>
          </a:p>
        </p:txBody>
      </p:sp>
      <p:cxnSp>
        <p:nvCxnSpPr>
          <p:cNvPr id="8" name="Conector recto de flecha 7">
            <a:extLst>
              <a:ext uri="{FF2B5EF4-FFF2-40B4-BE49-F238E27FC236}">
                <a16:creationId xmlns:a16="http://schemas.microsoft.com/office/drawing/2014/main" id="{995A880F-9323-29B0-B6B6-2E37C5989FDE}"/>
              </a:ext>
            </a:extLst>
          </p:cNvPr>
          <p:cNvCxnSpPr>
            <a:cxnSpLocks/>
          </p:cNvCxnSpPr>
          <p:nvPr/>
        </p:nvCxnSpPr>
        <p:spPr>
          <a:xfrm flipH="1">
            <a:off x="10556979" y="6505442"/>
            <a:ext cx="415821"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2457C43-23F0-A454-3978-B44112BB806D}"/>
              </a:ext>
            </a:extLst>
          </p:cNvPr>
          <p:cNvSpPr txBox="1"/>
          <p:nvPr/>
        </p:nvSpPr>
        <p:spPr>
          <a:xfrm>
            <a:off x="379828" y="844062"/>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Pseint</a:t>
            </a:r>
            <a:endParaRPr lang="es-NI" b="1" dirty="0">
              <a:latin typeface="Verdana" panose="020B0604030504040204" pitchFamily="34" charset="0"/>
              <a:ea typeface="Verdana" panose="020B0604030504040204" pitchFamily="34" charset="0"/>
            </a:endParaRPr>
          </a:p>
        </p:txBody>
      </p:sp>
      <p:sp>
        <p:nvSpPr>
          <p:cNvPr id="13" name="CuadroTexto 12">
            <a:extLst>
              <a:ext uri="{FF2B5EF4-FFF2-40B4-BE49-F238E27FC236}">
                <a16:creationId xmlns:a16="http://schemas.microsoft.com/office/drawing/2014/main" id="{DA084F89-988B-740D-EEDA-758CEB51CD08}"/>
              </a:ext>
            </a:extLst>
          </p:cNvPr>
          <p:cNvSpPr txBox="1"/>
          <p:nvPr/>
        </p:nvSpPr>
        <p:spPr>
          <a:xfrm>
            <a:off x="6096000" y="936395"/>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Phyton</a:t>
            </a:r>
            <a:endParaRPr lang="es-NI" b="1" dirty="0">
              <a:latin typeface="Verdana" panose="020B0604030504040204" pitchFamily="34" charset="0"/>
              <a:ea typeface="Verdana" panose="020B0604030504040204" pitchFamily="34" charset="0"/>
            </a:endParaRPr>
          </a:p>
        </p:txBody>
      </p:sp>
      <p:sp>
        <p:nvSpPr>
          <p:cNvPr id="14" name="Rectángulo 3">
            <a:extLst>
              <a:ext uri="{FF2B5EF4-FFF2-40B4-BE49-F238E27FC236}">
                <a16:creationId xmlns:a16="http://schemas.microsoft.com/office/drawing/2014/main" id="{91AA2963-D1FA-1CC3-4473-930440C035D8}"/>
              </a:ext>
            </a:extLst>
          </p:cNvPr>
          <p:cNvSpPr/>
          <p:nvPr/>
        </p:nvSpPr>
        <p:spPr>
          <a:xfrm>
            <a:off x="5992199" y="957226"/>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4">
            <a:extLst>
              <a:ext uri="{FF2B5EF4-FFF2-40B4-BE49-F238E27FC236}">
                <a16:creationId xmlns:a16="http://schemas.microsoft.com/office/drawing/2014/main" id="{D24A67D3-F37A-8A46-B36F-49938A3CF43B}"/>
              </a:ext>
            </a:extLst>
          </p:cNvPr>
          <p:cNvSpPr/>
          <p:nvPr/>
        </p:nvSpPr>
        <p:spPr>
          <a:xfrm>
            <a:off x="5992199" y="1296885"/>
            <a:ext cx="180000" cy="5413403"/>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CuadroTexto 15">
            <a:extLst>
              <a:ext uri="{FF2B5EF4-FFF2-40B4-BE49-F238E27FC236}">
                <a16:creationId xmlns:a16="http://schemas.microsoft.com/office/drawing/2014/main" id="{15FA2A8B-3846-8A3B-F21E-32396D3698EB}"/>
              </a:ext>
            </a:extLst>
          </p:cNvPr>
          <p:cNvSpPr txBox="1"/>
          <p:nvPr/>
        </p:nvSpPr>
        <p:spPr>
          <a:xfrm>
            <a:off x="379828" y="1213394"/>
            <a:ext cx="5356172" cy="1754326"/>
          </a:xfrm>
          <a:prstGeom prst="rect">
            <a:avLst/>
          </a:prstGeom>
          <a:noFill/>
        </p:spPr>
        <p:txBody>
          <a:bodyPr wrap="square" rtlCol="0">
            <a:spAutoFit/>
          </a:bodyPr>
          <a:lstStyle/>
          <a:p>
            <a:r>
              <a:rPr lang="es-ES" i="1" dirty="0">
                <a:solidFill>
                  <a:srgbClr val="00B0F0"/>
                </a:solidFill>
                <a:highlight>
                  <a:srgbClr val="000000"/>
                </a:highlight>
                <a:latin typeface="Verdana" panose="020B0604030504040204" pitchFamily="34" charset="0"/>
                <a:ea typeface="Verdana" panose="020B0604030504040204" pitchFamily="34" charset="0"/>
              </a:rPr>
              <a:t>Algoritmo</a:t>
            </a:r>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chemeClr val="bg1"/>
                </a:solidFill>
                <a:highlight>
                  <a:srgbClr val="000000"/>
                </a:highlight>
                <a:latin typeface="Verdana" panose="020B0604030504040204" pitchFamily="34" charset="0"/>
                <a:ea typeface="Verdana" panose="020B0604030504040204" pitchFamily="34" charset="0"/>
              </a:rPr>
              <a:t>Ejemplo_Para</a:t>
            </a:r>
            <a:endParaRPr lang="es-ES" i="1" dirty="0">
              <a:solidFill>
                <a:schemeClr val="bg1"/>
              </a:solidFill>
              <a:highlight>
                <a:srgbClr val="000000"/>
              </a:highlight>
              <a:latin typeface="Verdana" panose="020B0604030504040204" pitchFamily="34" charset="0"/>
              <a:ea typeface="Verdana" panose="020B0604030504040204" pitchFamily="34" charset="0"/>
            </a:endParaRP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Definir</a:t>
            </a:r>
            <a:r>
              <a:rPr lang="es-ES" i="1" dirty="0">
                <a:solidFill>
                  <a:schemeClr val="bg1"/>
                </a:solidFill>
                <a:highlight>
                  <a:srgbClr val="000000"/>
                </a:highlight>
                <a:latin typeface="Verdana" panose="020B0604030504040204" pitchFamily="34" charset="0"/>
                <a:ea typeface="Verdana" panose="020B0604030504040204" pitchFamily="34" charset="0"/>
              </a:rPr>
              <a:t> i </a:t>
            </a:r>
            <a:r>
              <a:rPr lang="es-ES" i="1" dirty="0">
                <a:solidFill>
                  <a:srgbClr val="00B0F0"/>
                </a:solidFill>
                <a:highlight>
                  <a:srgbClr val="000000"/>
                </a:highlight>
                <a:latin typeface="Verdana" panose="020B0604030504040204" pitchFamily="34" charset="0"/>
                <a:ea typeface="Verdana" panose="020B0604030504040204" pitchFamily="34" charset="0"/>
              </a:rPr>
              <a:t>Como Entero</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Para</a:t>
            </a:r>
            <a:r>
              <a:rPr lang="es-ES" i="1" dirty="0">
                <a:solidFill>
                  <a:schemeClr val="bg1"/>
                </a:solidFill>
                <a:highlight>
                  <a:srgbClr val="000000"/>
                </a:highlight>
                <a:latin typeface="Verdana" panose="020B0604030504040204" pitchFamily="34" charset="0"/>
                <a:ea typeface="Verdana" panose="020B0604030504040204" pitchFamily="34" charset="0"/>
              </a:rPr>
              <a:t> i = 1 </a:t>
            </a:r>
            <a:r>
              <a:rPr lang="es-ES" i="1" dirty="0">
                <a:solidFill>
                  <a:srgbClr val="00B0F0"/>
                </a:solidFill>
                <a:highlight>
                  <a:srgbClr val="000000"/>
                </a:highlight>
                <a:latin typeface="Verdana" panose="020B0604030504040204" pitchFamily="34" charset="0"/>
                <a:ea typeface="Verdana" panose="020B0604030504040204" pitchFamily="34" charset="0"/>
              </a:rPr>
              <a:t>Hasta</a:t>
            </a:r>
            <a:r>
              <a:rPr lang="es-ES" i="1" dirty="0">
                <a:solidFill>
                  <a:schemeClr val="bg1"/>
                </a:solidFill>
                <a:highlight>
                  <a:srgbClr val="000000"/>
                </a:highlight>
                <a:latin typeface="Verdana" panose="020B0604030504040204" pitchFamily="34" charset="0"/>
                <a:ea typeface="Verdana" panose="020B0604030504040204" pitchFamily="34" charset="0"/>
              </a:rPr>
              <a:t> 5 </a:t>
            </a:r>
            <a:r>
              <a:rPr lang="es-ES" i="1" dirty="0">
                <a:solidFill>
                  <a:srgbClr val="00B0F0"/>
                </a:solidFill>
                <a:highlight>
                  <a:srgbClr val="000000"/>
                </a:highlight>
                <a:latin typeface="Verdana" panose="020B0604030504040204" pitchFamily="34" charset="0"/>
                <a:ea typeface="Verdana" panose="020B0604030504040204" pitchFamily="34" charset="0"/>
              </a:rPr>
              <a:t>Con Paso </a:t>
            </a:r>
            <a:r>
              <a:rPr lang="es-ES" i="1" dirty="0">
                <a:solidFill>
                  <a:schemeClr val="bg1"/>
                </a:solidFill>
                <a:highlight>
                  <a:srgbClr val="000000"/>
                </a:highlight>
                <a:latin typeface="Verdana" panose="020B0604030504040204" pitchFamily="34" charset="0"/>
                <a:ea typeface="Verdana" panose="020B0604030504040204" pitchFamily="34" charset="0"/>
              </a:rPr>
              <a:t>1 </a:t>
            </a:r>
            <a:r>
              <a:rPr lang="es-ES" i="1" dirty="0">
                <a:solidFill>
                  <a:srgbClr val="00B0F0"/>
                </a:solidFill>
                <a:highlight>
                  <a:srgbClr val="000000"/>
                </a:highlight>
                <a:latin typeface="Verdana" panose="020B0604030504040204" pitchFamily="34" charset="0"/>
                <a:ea typeface="Verdana" panose="020B0604030504040204" pitchFamily="34" charset="0"/>
              </a:rPr>
              <a:t>Hacer</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a:solidFill>
                  <a:srgbClr val="00B0F0"/>
                </a:solidFill>
                <a:highlight>
                  <a:srgbClr val="000000"/>
                </a:highlight>
                <a:latin typeface="Verdana" panose="020B0604030504040204" pitchFamily="34" charset="0"/>
                <a:ea typeface="Verdana" panose="020B0604030504040204" pitchFamily="34" charset="0"/>
              </a:rPr>
              <a:t>Escribir</a:t>
            </a:r>
            <a:r>
              <a:rPr lang="es-ES" i="1" dirty="0">
                <a:solidFill>
                  <a:schemeClr val="bg1"/>
                </a:solidFill>
                <a:highlight>
                  <a:srgbClr val="000000"/>
                </a:highlight>
                <a:latin typeface="Verdana" panose="020B0604030504040204" pitchFamily="34" charset="0"/>
                <a:ea typeface="Verdana" panose="020B0604030504040204" pitchFamily="34" charset="0"/>
              </a:rPr>
              <a:t> i</a:t>
            </a:r>
          </a:p>
          <a:p>
            <a:r>
              <a:rPr lang="es-ES" i="1" dirty="0">
                <a:solidFill>
                  <a:srgbClr val="00B0F0"/>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FinPara</a:t>
            </a:r>
            <a:endParaRPr lang="es-ES" i="1" dirty="0">
              <a:solidFill>
                <a:srgbClr val="00B0F0"/>
              </a:solidFill>
              <a:highlight>
                <a:srgbClr val="000000"/>
              </a:highlight>
              <a:latin typeface="Verdana" panose="020B0604030504040204" pitchFamily="34" charset="0"/>
              <a:ea typeface="Verdana" panose="020B0604030504040204" pitchFamily="34" charset="0"/>
            </a:endParaRPr>
          </a:p>
          <a:p>
            <a:r>
              <a:rPr lang="es-ES" i="1" dirty="0" err="1">
                <a:solidFill>
                  <a:srgbClr val="00B0F0"/>
                </a:solidFill>
                <a:highlight>
                  <a:srgbClr val="000000"/>
                </a:highlight>
                <a:latin typeface="Verdana" panose="020B0604030504040204" pitchFamily="34" charset="0"/>
                <a:ea typeface="Verdana" panose="020B0604030504040204" pitchFamily="34" charset="0"/>
              </a:rPr>
              <a:t>FinAlgoritmo</a:t>
            </a:r>
            <a:endParaRPr lang="es-ES" i="1" dirty="0">
              <a:solidFill>
                <a:srgbClr val="00B0F0"/>
              </a:solidFill>
              <a:highlight>
                <a:srgbClr val="000000"/>
              </a:highlight>
              <a:latin typeface="Verdana" panose="020B0604030504040204" pitchFamily="34" charset="0"/>
              <a:ea typeface="Verdana" panose="020B0604030504040204" pitchFamily="34" charset="0"/>
            </a:endParaRPr>
          </a:p>
        </p:txBody>
      </p:sp>
      <p:sp>
        <p:nvSpPr>
          <p:cNvPr id="17" name="CuadroTexto 16">
            <a:extLst>
              <a:ext uri="{FF2B5EF4-FFF2-40B4-BE49-F238E27FC236}">
                <a16:creationId xmlns:a16="http://schemas.microsoft.com/office/drawing/2014/main" id="{00287E02-74A1-EBF3-E367-BCA242274564}"/>
              </a:ext>
            </a:extLst>
          </p:cNvPr>
          <p:cNvSpPr txBox="1"/>
          <p:nvPr/>
        </p:nvSpPr>
        <p:spPr>
          <a:xfrm>
            <a:off x="6428398" y="1365794"/>
            <a:ext cx="5356172" cy="923330"/>
          </a:xfrm>
          <a:prstGeom prst="rect">
            <a:avLst/>
          </a:prstGeom>
          <a:noFill/>
        </p:spPr>
        <p:txBody>
          <a:bodyPr wrap="square" rtlCol="0">
            <a:spAutoFit/>
          </a:bodyPr>
          <a:lstStyle/>
          <a:p>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Ejemplo de estructura "Para" en Python</a:t>
            </a:r>
          </a:p>
          <a:p>
            <a:r>
              <a:rPr lang="es-ES" i="1" dirty="0" err="1">
                <a:solidFill>
                  <a:schemeClr val="bg1"/>
                </a:solidFill>
                <a:highlight>
                  <a:srgbClr val="000000"/>
                </a:highlight>
                <a:latin typeface="Verdana" panose="020B0604030504040204" pitchFamily="34" charset="0"/>
                <a:ea typeface="Verdana" panose="020B0604030504040204" pitchFamily="34" charset="0"/>
              </a:rPr>
              <a:t>f</a:t>
            </a:r>
            <a:r>
              <a:rPr lang="es-ES" i="1" dirty="0" err="1">
                <a:solidFill>
                  <a:srgbClr val="00B0F0"/>
                </a:solidFill>
                <a:highlight>
                  <a:srgbClr val="000000"/>
                </a:highlight>
                <a:latin typeface="Verdana" panose="020B0604030504040204" pitchFamily="34" charset="0"/>
                <a:ea typeface="Verdana" panose="020B0604030504040204" pitchFamily="34" charset="0"/>
              </a:rPr>
              <a:t>or</a:t>
            </a:r>
            <a:r>
              <a:rPr lang="es-ES" i="1" dirty="0">
                <a:solidFill>
                  <a:schemeClr val="bg1"/>
                </a:solidFill>
                <a:highlight>
                  <a:srgbClr val="000000"/>
                </a:highlight>
                <a:latin typeface="Verdana" panose="020B0604030504040204" pitchFamily="34" charset="0"/>
                <a:ea typeface="Verdana" panose="020B0604030504040204" pitchFamily="34" charset="0"/>
              </a:rPr>
              <a:t> i </a:t>
            </a:r>
            <a:r>
              <a:rPr lang="es-ES" i="1" dirty="0">
                <a:solidFill>
                  <a:srgbClr val="00B0F0"/>
                </a:solidFill>
                <a:highlight>
                  <a:srgbClr val="000000"/>
                </a:highlight>
                <a:latin typeface="Verdana" panose="020B0604030504040204" pitchFamily="34" charset="0"/>
                <a:ea typeface="Verdana" panose="020B0604030504040204" pitchFamily="34" charset="0"/>
              </a:rPr>
              <a:t>in </a:t>
            </a:r>
            <a:r>
              <a:rPr lang="es-ES" i="1" dirty="0" err="1">
                <a:solidFill>
                  <a:srgbClr val="00B0F0"/>
                </a:solidFill>
                <a:highlight>
                  <a:srgbClr val="000000"/>
                </a:highlight>
                <a:latin typeface="Verdana" panose="020B0604030504040204" pitchFamily="34" charset="0"/>
                <a:ea typeface="Verdana" panose="020B0604030504040204" pitchFamily="34" charset="0"/>
              </a:rPr>
              <a:t>range</a:t>
            </a:r>
            <a:r>
              <a:rPr lang="es-ES" i="1" dirty="0">
                <a:solidFill>
                  <a:schemeClr val="bg1"/>
                </a:solidFill>
                <a:highlight>
                  <a:srgbClr val="000000"/>
                </a:highlight>
                <a:latin typeface="Verdana" panose="020B0604030504040204" pitchFamily="34" charset="0"/>
                <a:ea typeface="Verdana" panose="020B0604030504040204" pitchFamily="34" charset="0"/>
              </a:rPr>
              <a:t>(1, 6):</a:t>
            </a:r>
          </a:p>
          <a:p>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rgbClr val="00B0F0"/>
                </a:solidFill>
                <a:highlight>
                  <a:srgbClr val="000000"/>
                </a:highlight>
                <a:latin typeface="Verdana" panose="020B0604030504040204" pitchFamily="34" charset="0"/>
                <a:ea typeface="Verdana" panose="020B0604030504040204" pitchFamily="34" charset="0"/>
              </a:rPr>
              <a:t>print</a:t>
            </a:r>
            <a:r>
              <a:rPr lang="es-ES" i="1" dirty="0">
                <a:solidFill>
                  <a:schemeClr val="bg1"/>
                </a:solidFill>
                <a:highlight>
                  <a:srgbClr val="000000"/>
                </a:highlight>
                <a:latin typeface="Verdana" panose="020B0604030504040204" pitchFamily="34" charset="0"/>
                <a:ea typeface="Verdana" panose="020B0604030504040204" pitchFamily="34" charset="0"/>
              </a:rPr>
              <a:t>(i)</a:t>
            </a:r>
          </a:p>
        </p:txBody>
      </p:sp>
      <p:pic>
        <p:nvPicPr>
          <p:cNvPr id="2" name="Gráfico 1" descr="Salir con relleno sólido">
            <a:hlinkClick r:id="" action="ppaction://hlinkshowjump?jump=endshow"/>
            <a:extLst>
              <a:ext uri="{FF2B5EF4-FFF2-40B4-BE49-F238E27FC236}">
                <a16:creationId xmlns:a16="http://schemas.microsoft.com/office/drawing/2014/main" id="{4CEF1564-1EA1-F917-D322-5DD93E55D6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379828" y="5943600"/>
            <a:ext cx="914400" cy="914400"/>
          </a:xfrm>
          <a:prstGeom prst="rect">
            <a:avLst/>
          </a:prstGeom>
        </p:spPr>
      </p:pic>
    </p:spTree>
    <p:extLst>
      <p:ext uri="{BB962C8B-B14F-4D97-AF65-F5344CB8AC3E}">
        <p14:creationId xmlns:p14="http://schemas.microsoft.com/office/powerpoint/2010/main" val="113696430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 t 9">
            <a:extLst>
              <a:ext uri="{FF2B5EF4-FFF2-40B4-BE49-F238E27FC236}">
                <a16:creationId xmlns:a16="http://schemas.microsoft.com/office/drawing/2014/main" id="{4B621F16-ACC8-E377-46A3-60A6413A87A0}"/>
              </a:ext>
            </a:extLst>
          </p:cNvPr>
          <p:cNvSpPr/>
          <p:nvPr/>
        </p:nvSpPr>
        <p:spPr>
          <a:xfrm>
            <a:off x="4237325" y="220570"/>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4" name="CuadroTexto 3">
            <a:extLst>
              <a:ext uri="{FF2B5EF4-FFF2-40B4-BE49-F238E27FC236}">
                <a16:creationId xmlns:a16="http://schemas.microsoft.com/office/drawing/2014/main" id="{C0755CF6-2F4E-5868-99DA-CD2642859F31}"/>
              </a:ext>
            </a:extLst>
          </p:cNvPr>
          <p:cNvSpPr txBox="1"/>
          <p:nvPr/>
        </p:nvSpPr>
        <p:spPr>
          <a:xfrm>
            <a:off x="4417325" y="211238"/>
            <a:ext cx="3357349" cy="369332"/>
          </a:xfrm>
          <a:prstGeom prst="rect">
            <a:avLst/>
          </a:prstGeom>
          <a:noFill/>
        </p:spPr>
        <p:txBody>
          <a:bodyPr wrap="square" rtlCol="0">
            <a:spAutoFit/>
          </a:bodyPr>
          <a:lstStyle/>
          <a:p>
            <a:pPr algn="ctr"/>
            <a:r>
              <a:rPr lang="es-NI" b="1" dirty="0">
                <a:latin typeface="Verdana" panose="020B0604030504040204" pitchFamily="34" charset="0"/>
                <a:ea typeface="Verdana" panose="020B0604030504040204" pitchFamily="34" charset="0"/>
              </a:rPr>
              <a:t>Arreglos</a:t>
            </a:r>
          </a:p>
        </p:txBody>
      </p:sp>
      <p:sp>
        <p:nvSpPr>
          <p:cNvPr id="5" name="Rectángulo 2">
            <a:hlinkClick r:id="rId2" action="ppaction://hlinksldjump"/>
            <a:extLst>
              <a:ext uri="{FF2B5EF4-FFF2-40B4-BE49-F238E27FC236}">
                <a16:creationId xmlns:a16="http://schemas.microsoft.com/office/drawing/2014/main" id="{26684144-EA61-1534-F880-593595A5F604}"/>
              </a:ext>
            </a:extLst>
          </p:cNvPr>
          <p:cNvSpPr/>
          <p:nvPr/>
        </p:nvSpPr>
        <p:spPr>
          <a:xfrm>
            <a:off x="10424160" y="6330108"/>
            <a:ext cx="1767839" cy="360000"/>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6" name="CuadroTexto 5">
            <a:extLst>
              <a:ext uri="{FF2B5EF4-FFF2-40B4-BE49-F238E27FC236}">
                <a16:creationId xmlns:a16="http://schemas.microsoft.com/office/drawing/2014/main" id="{54266329-72A6-893C-F94C-149DB8F73F19}"/>
              </a:ext>
            </a:extLst>
          </p:cNvPr>
          <p:cNvSpPr txBox="1"/>
          <p:nvPr/>
        </p:nvSpPr>
        <p:spPr>
          <a:xfrm>
            <a:off x="11108926" y="6320776"/>
            <a:ext cx="1083073" cy="369332"/>
          </a:xfrm>
          <a:prstGeom prst="rect">
            <a:avLst/>
          </a:prstGeom>
          <a:noFill/>
        </p:spPr>
        <p:txBody>
          <a:bodyPr wrap="square" rtlCol="0">
            <a:spAutoFit/>
          </a:bodyPr>
          <a:lstStyle/>
          <a:p>
            <a:r>
              <a:rPr lang="es-NI" b="1" dirty="0">
                <a:solidFill>
                  <a:schemeClr val="bg1"/>
                </a:solidFill>
                <a:latin typeface="Verdana" panose="020B0604030504040204" pitchFamily="34" charset="0"/>
                <a:ea typeface="Verdana" panose="020B0604030504040204" pitchFamily="34" charset="0"/>
              </a:rPr>
              <a:t>Volver</a:t>
            </a:r>
          </a:p>
        </p:txBody>
      </p:sp>
      <p:cxnSp>
        <p:nvCxnSpPr>
          <p:cNvPr id="8" name="Conector recto de flecha 7">
            <a:extLst>
              <a:ext uri="{FF2B5EF4-FFF2-40B4-BE49-F238E27FC236}">
                <a16:creationId xmlns:a16="http://schemas.microsoft.com/office/drawing/2014/main" id="{995A880F-9323-29B0-B6B6-2E37C5989FDE}"/>
              </a:ext>
            </a:extLst>
          </p:cNvPr>
          <p:cNvCxnSpPr>
            <a:cxnSpLocks/>
          </p:cNvCxnSpPr>
          <p:nvPr/>
        </p:nvCxnSpPr>
        <p:spPr>
          <a:xfrm flipH="1">
            <a:off x="10556979" y="6505442"/>
            <a:ext cx="415821" cy="0"/>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B2457C43-23F0-A454-3978-B44112BB806D}"/>
              </a:ext>
            </a:extLst>
          </p:cNvPr>
          <p:cNvSpPr txBox="1"/>
          <p:nvPr/>
        </p:nvSpPr>
        <p:spPr>
          <a:xfrm>
            <a:off x="379828" y="844062"/>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Pseint</a:t>
            </a:r>
            <a:endParaRPr lang="es-NI" b="1" dirty="0">
              <a:latin typeface="Verdana" panose="020B0604030504040204" pitchFamily="34" charset="0"/>
              <a:ea typeface="Verdana" panose="020B0604030504040204" pitchFamily="34" charset="0"/>
            </a:endParaRPr>
          </a:p>
        </p:txBody>
      </p:sp>
      <p:sp>
        <p:nvSpPr>
          <p:cNvPr id="13" name="CuadroTexto 12">
            <a:extLst>
              <a:ext uri="{FF2B5EF4-FFF2-40B4-BE49-F238E27FC236}">
                <a16:creationId xmlns:a16="http://schemas.microsoft.com/office/drawing/2014/main" id="{DA084F89-988B-740D-EEDA-758CEB51CD08}"/>
              </a:ext>
            </a:extLst>
          </p:cNvPr>
          <p:cNvSpPr txBox="1"/>
          <p:nvPr/>
        </p:nvSpPr>
        <p:spPr>
          <a:xfrm>
            <a:off x="6096000" y="936395"/>
            <a:ext cx="5716172" cy="369332"/>
          </a:xfrm>
          <a:prstGeom prst="rect">
            <a:avLst/>
          </a:prstGeom>
          <a:noFill/>
        </p:spPr>
        <p:txBody>
          <a:bodyPr wrap="square" rtlCol="0">
            <a:spAutoFit/>
          </a:bodyPr>
          <a:lstStyle/>
          <a:p>
            <a:pPr algn="ctr"/>
            <a:r>
              <a:rPr lang="es-NI" b="1" dirty="0" err="1">
                <a:latin typeface="Verdana" panose="020B0604030504040204" pitchFamily="34" charset="0"/>
                <a:ea typeface="Verdana" panose="020B0604030504040204" pitchFamily="34" charset="0"/>
              </a:rPr>
              <a:t>Phyton</a:t>
            </a:r>
            <a:endParaRPr lang="es-NI" b="1" dirty="0">
              <a:latin typeface="Verdana" panose="020B0604030504040204" pitchFamily="34" charset="0"/>
              <a:ea typeface="Verdana" panose="020B0604030504040204" pitchFamily="34" charset="0"/>
            </a:endParaRPr>
          </a:p>
        </p:txBody>
      </p:sp>
      <p:sp>
        <p:nvSpPr>
          <p:cNvPr id="14" name="Rectángulo 3">
            <a:extLst>
              <a:ext uri="{FF2B5EF4-FFF2-40B4-BE49-F238E27FC236}">
                <a16:creationId xmlns:a16="http://schemas.microsoft.com/office/drawing/2014/main" id="{91AA2963-D1FA-1CC3-4473-930440C035D8}"/>
              </a:ext>
            </a:extLst>
          </p:cNvPr>
          <p:cNvSpPr/>
          <p:nvPr/>
        </p:nvSpPr>
        <p:spPr>
          <a:xfrm>
            <a:off x="5992199" y="957226"/>
            <a:ext cx="180000" cy="360000"/>
          </a:xfrm>
          <a:prstGeom prst="rect">
            <a:avLst/>
          </a:prstGeom>
          <a:solidFill>
            <a:srgbClr val="C008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5" name="Rectángulo 4">
            <a:extLst>
              <a:ext uri="{FF2B5EF4-FFF2-40B4-BE49-F238E27FC236}">
                <a16:creationId xmlns:a16="http://schemas.microsoft.com/office/drawing/2014/main" id="{D24A67D3-F37A-8A46-B36F-49938A3CF43B}"/>
              </a:ext>
            </a:extLst>
          </p:cNvPr>
          <p:cNvSpPr/>
          <p:nvPr/>
        </p:nvSpPr>
        <p:spPr>
          <a:xfrm>
            <a:off x="5992199" y="1296885"/>
            <a:ext cx="180000" cy="5413403"/>
          </a:xfrm>
          <a:prstGeom prst="rect">
            <a:avLst/>
          </a:prstGeom>
          <a:solidFill>
            <a:srgbClr val="001C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
        <p:nvSpPr>
          <p:cNvPr id="16" name="CuadroTexto 15">
            <a:extLst>
              <a:ext uri="{FF2B5EF4-FFF2-40B4-BE49-F238E27FC236}">
                <a16:creationId xmlns:a16="http://schemas.microsoft.com/office/drawing/2014/main" id="{15FA2A8B-3846-8A3B-F21E-32396D3698EB}"/>
              </a:ext>
            </a:extLst>
          </p:cNvPr>
          <p:cNvSpPr txBox="1"/>
          <p:nvPr/>
        </p:nvSpPr>
        <p:spPr>
          <a:xfrm>
            <a:off x="379828" y="1213394"/>
            <a:ext cx="5356172" cy="2308324"/>
          </a:xfrm>
          <a:prstGeom prst="rect">
            <a:avLst/>
          </a:prstGeom>
          <a:noFill/>
        </p:spPr>
        <p:txBody>
          <a:bodyPr wrap="square" rtlCol="0">
            <a:spAutoFit/>
          </a:bodyPr>
          <a:lstStyle/>
          <a:p>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Crear un vector de números</a:t>
            </a:r>
          </a:p>
          <a:p>
            <a:r>
              <a:rPr lang="es-ES" i="1" dirty="0" err="1">
                <a:solidFill>
                  <a:srgbClr val="00B0F0"/>
                </a:solidFill>
                <a:highlight>
                  <a:srgbClr val="000000"/>
                </a:highlight>
                <a:latin typeface="Verdana" panose="020B0604030504040204" pitchFamily="34" charset="0"/>
                <a:ea typeface="Verdana" panose="020B0604030504040204" pitchFamily="34" charset="0"/>
              </a:rPr>
              <a:t>Dimension</a:t>
            </a:r>
            <a:r>
              <a:rPr lang="es-ES" i="1" dirty="0">
                <a:solidFill>
                  <a:schemeClr val="bg1"/>
                </a:solidFill>
                <a:highlight>
                  <a:srgbClr val="000000"/>
                </a:highlight>
                <a:latin typeface="Verdana" panose="020B0604030504040204" pitchFamily="34" charset="0"/>
                <a:ea typeface="Verdana" panose="020B0604030504040204" pitchFamily="34" charset="0"/>
              </a:rPr>
              <a:t> </a:t>
            </a:r>
            <a:r>
              <a:rPr lang="es-ES" i="1" dirty="0" err="1">
                <a:solidFill>
                  <a:schemeClr val="bg1"/>
                </a:solidFill>
                <a:highlight>
                  <a:srgbClr val="000000"/>
                </a:highlight>
                <a:latin typeface="Verdana" panose="020B0604030504040204" pitchFamily="34" charset="0"/>
                <a:ea typeface="Verdana" panose="020B0604030504040204" pitchFamily="34" charset="0"/>
              </a:rPr>
              <a:t>numeros</a:t>
            </a:r>
            <a:r>
              <a:rPr lang="es-ES" i="1" dirty="0">
                <a:solidFill>
                  <a:schemeClr val="bg1"/>
                </a:solidFill>
                <a:highlight>
                  <a:srgbClr val="000000"/>
                </a:highlight>
                <a:latin typeface="Verdana" panose="020B0604030504040204" pitchFamily="34" charset="0"/>
                <a:ea typeface="Verdana" panose="020B0604030504040204" pitchFamily="34" charset="0"/>
              </a:rPr>
              <a:t>[5]</a:t>
            </a:r>
          </a:p>
          <a:p>
            <a:endParaRPr lang="es-ES" i="1" dirty="0">
              <a:solidFill>
                <a:schemeClr val="bg1"/>
              </a:solidFill>
              <a:highlight>
                <a:srgbClr val="000000"/>
              </a:highlight>
              <a:latin typeface="Verdana" panose="020B0604030504040204" pitchFamily="34" charset="0"/>
              <a:ea typeface="Verdana" panose="020B0604030504040204" pitchFamily="34" charset="0"/>
            </a:endParaRPr>
          </a:p>
          <a:p>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Crear un vector de </a:t>
            </a:r>
            <a:r>
              <a:rPr lang="es-ES" i="1" dirty="0" err="1">
                <a:solidFill>
                  <a:schemeClr val="bg1">
                    <a:lumMod val="75000"/>
                  </a:schemeClr>
                </a:solidFill>
                <a:highlight>
                  <a:srgbClr val="000000"/>
                </a:highlight>
                <a:latin typeface="Verdana" panose="020B0604030504040204" pitchFamily="34" charset="0"/>
                <a:ea typeface="Verdana" panose="020B0604030504040204" pitchFamily="34" charset="0"/>
              </a:rPr>
              <a:t>strings</a:t>
            </a:r>
            <a:endParaRPr lang="es-ES" i="1" dirty="0">
              <a:solidFill>
                <a:schemeClr val="bg1">
                  <a:lumMod val="75000"/>
                </a:schemeClr>
              </a:solidFill>
              <a:highlight>
                <a:srgbClr val="000000"/>
              </a:highlight>
              <a:latin typeface="Verdana" panose="020B0604030504040204" pitchFamily="34" charset="0"/>
              <a:ea typeface="Verdana" panose="020B0604030504040204" pitchFamily="34" charset="0"/>
            </a:endParaRPr>
          </a:p>
          <a:p>
            <a:r>
              <a:rPr lang="es-ES" i="1" dirty="0" err="1">
                <a:solidFill>
                  <a:srgbClr val="00B0F0"/>
                </a:solidFill>
                <a:highlight>
                  <a:srgbClr val="000000"/>
                </a:highlight>
                <a:latin typeface="Verdana" panose="020B0604030504040204" pitchFamily="34" charset="0"/>
                <a:ea typeface="Verdana" panose="020B0604030504040204" pitchFamily="34" charset="0"/>
              </a:rPr>
              <a:t>Dimension</a:t>
            </a:r>
            <a:r>
              <a:rPr lang="es-ES" i="1" dirty="0">
                <a:solidFill>
                  <a:schemeClr val="bg1"/>
                </a:solidFill>
                <a:highlight>
                  <a:srgbClr val="000000"/>
                </a:highlight>
                <a:latin typeface="Verdana" panose="020B0604030504040204" pitchFamily="34" charset="0"/>
                <a:ea typeface="Verdana" panose="020B0604030504040204" pitchFamily="34" charset="0"/>
              </a:rPr>
              <a:t> nombres[3]</a:t>
            </a:r>
          </a:p>
          <a:p>
            <a:endParaRPr lang="es-ES" i="1" dirty="0">
              <a:solidFill>
                <a:schemeClr val="bg1"/>
              </a:solidFill>
              <a:highlight>
                <a:srgbClr val="000000"/>
              </a:highlight>
              <a:latin typeface="Verdana" panose="020B0604030504040204" pitchFamily="34" charset="0"/>
              <a:ea typeface="Verdana" panose="020B0604030504040204" pitchFamily="34" charset="0"/>
            </a:endParaRPr>
          </a:p>
          <a:p>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Crear un vector mixto</a:t>
            </a:r>
          </a:p>
          <a:p>
            <a:r>
              <a:rPr lang="es-ES" i="1" dirty="0" err="1">
                <a:solidFill>
                  <a:srgbClr val="00B0F0"/>
                </a:solidFill>
                <a:highlight>
                  <a:srgbClr val="000000"/>
                </a:highlight>
                <a:latin typeface="Verdana" panose="020B0604030504040204" pitchFamily="34" charset="0"/>
                <a:ea typeface="Verdana" panose="020B0604030504040204" pitchFamily="34" charset="0"/>
              </a:rPr>
              <a:t>Dimension</a:t>
            </a:r>
            <a:r>
              <a:rPr lang="es-ES" i="1" dirty="0">
                <a:solidFill>
                  <a:schemeClr val="bg1"/>
                </a:solidFill>
                <a:highlight>
                  <a:srgbClr val="000000"/>
                </a:highlight>
                <a:latin typeface="Verdana" panose="020B0604030504040204" pitchFamily="34" charset="0"/>
                <a:ea typeface="Verdana" panose="020B0604030504040204" pitchFamily="34" charset="0"/>
              </a:rPr>
              <a:t> mixta[4]</a:t>
            </a:r>
          </a:p>
        </p:txBody>
      </p:sp>
      <p:sp>
        <p:nvSpPr>
          <p:cNvPr id="17" name="CuadroTexto 16">
            <a:extLst>
              <a:ext uri="{FF2B5EF4-FFF2-40B4-BE49-F238E27FC236}">
                <a16:creationId xmlns:a16="http://schemas.microsoft.com/office/drawing/2014/main" id="{00287E02-74A1-EBF3-E367-BCA242274564}"/>
              </a:ext>
            </a:extLst>
          </p:cNvPr>
          <p:cNvSpPr txBox="1"/>
          <p:nvPr/>
        </p:nvSpPr>
        <p:spPr>
          <a:xfrm>
            <a:off x="6428398" y="1365794"/>
            <a:ext cx="5356172" cy="2308324"/>
          </a:xfrm>
          <a:prstGeom prst="rect">
            <a:avLst/>
          </a:prstGeom>
          <a:noFill/>
        </p:spPr>
        <p:txBody>
          <a:bodyPr wrap="square" rtlCol="0">
            <a:spAutoFit/>
          </a:bodyPr>
          <a:lstStyle/>
          <a:p>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Crear una lista de números</a:t>
            </a:r>
          </a:p>
          <a:p>
            <a:r>
              <a:rPr lang="es-ES" i="1" dirty="0" err="1">
                <a:solidFill>
                  <a:schemeClr val="bg1"/>
                </a:solidFill>
                <a:highlight>
                  <a:srgbClr val="000000"/>
                </a:highlight>
                <a:latin typeface="Verdana" panose="020B0604030504040204" pitchFamily="34" charset="0"/>
                <a:ea typeface="Verdana" panose="020B0604030504040204" pitchFamily="34" charset="0"/>
              </a:rPr>
              <a:t>numeros</a:t>
            </a:r>
            <a:r>
              <a:rPr lang="es-ES" i="1" dirty="0">
                <a:solidFill>
                  <a:schemeClr val="bg1"/>
                </a:solidFill>
                <a:highlight>
                  <a:srgbClr val="000000"/>
                </a:highlight>
                <a:latin typeface="Verdana" panose="020B0604030504040204" pitchFamily="34" charset="0"/>
                <a:ea typeface="Verdana" panose="020B0604030504040204" pitchFamily="34" charset="0"/>
              </a:rPr>
              <a:t> = [1, 2, 3, 4, 5]</a:t>
            </a:r>
          </a:p>
          <a:p>
            <a:endParaRPr lang="es-ES" i="1" dirty="0">
              <a:solidFill>
                <a:schemeClr val="bg1"/>
              </a:solidFill>
              <a:highlight>
                <a:srgbClr val="000000"/>
              </a:highlight>
              <a:latin typeface="Verdana" panose="020B0604030504040204" pitchFamily="34" charset="0"/>
              <a:ea typeface="Verdana" panose="020B0604030504040204" pitchFamily="34" charset="0"/>
            </a:endParaRPr>
          </a:p>
          <a:p>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Crear una lista de </a:t>
            </a:r>
            <a:r>
              <a:rPr lang="es-ES" i="1" dirty="0" err="1">
                <a:solidFill>
                  <a:schemeClr val="bg1">
                    <a:lumMod val="75000"/>
                  </a:schemeClr>
                </a:solidFill>
                <a:highlight>
                  <a:srgbClr val="000000"/>
                </a:highlight>
                <a:latin typeface="Verdana" panose="020B0604030504040204" pitchFamily="34" charset="0"/>
                <a:ea typeface="Verdana" panose="020B0604030504040204" pitchFamily="34" charset="0"/>
              </a:rPr>
              <a:t>strings</a:t>
            </a:r>
            <a:endParaRPr lang="es-ES" i="1" dirty="0">
              <a:solidFill>
                <a:schemeClr val="bg1">
                  <a:lumMod val="75000"/>
                </a:schemeClr>
              </a:solidFill>
              <a:highlight>
                <a:srgbClr val="000000"/>
              </a:highlight>
              <a:latin typeface="Verdana" panose="020B0604030504040204" pitchFamily="34" charset="0"/>
              <a:ea typeface="Verdana" panose="020B0604030504040204" pitchFamily="34" charset="0"/>
            </a:endParaRPr>
          </a:p>
          <a:p>
            <a:r>
              <a:rPr lang="es-ES" i="1" dirty="0">
                <a:solidFill>
                  <a:schemeClr val="bg1"/>
                </a:solidFill>
                <a:highlight>
                  <a:srgbClr val="000000"/>
                </a:highlight>
                <a:latin typeface="Verdana" panose="020B0604030504040204" pitchFamily="34" charset="0"/>
                <a:ea typeface="Verdana" panose="020B0604030504040204" pitchFamily="34" charset="0"/>
              </a:rPr>
              <a:t>nombres = ["Juan", "</a:t>
            </a:r>
            <a:r>
              <a:rPr lang="es-ES" i="1" dirty="0" err="1">
                <a:solidFill>
                  <a:schemeClr val="bg1"/>
                </a:solidFill>
                <a:highlight>
                  <a:srgbClr val="000000"/>
                </a:highlight>
                <a:latin typeface="Verdana" panose="020B0604030504040204" pitchFamily="34" charset="0"/>
                <a:ea typeface="Verdana" panose="020B0604030504040204" pitchFamily="34" charset="0"/>
              </a:rPr>
              <a:t>Maria</a:t>
            </a:r>
            <a:r>
              <a:rPr lang="es-ES" i="1" dirty="0">
                <a:solidFill>
                  <a:schemeClr val="bg1"/>
                </a:solidFill>
                <a:highlight>
                  <a:srgbClr val="000000"/>
                </a:highlight>
                <a:latin typeface="Verdana" panose="020B0604030504040204" pitchFamily="34" charset="0"/>
                <a:ea typeface="Verdana" panose="020B0604030504040204" pitchFamily="34" charset="0"/>
              </a:rPr>
              <a:t>", "Luisa"]</a:t>
            </a:r>
          </a:p>
          <a:p>
            <a:endParaRPr lang="es-ES" i="1" dirty="0">
              <a:solidFill>
                <a:schemeClr val="bg1"/>
              </a:solidFill>
              <a:highlight>
                <a:srgbClr val="000000"/>
              </a:highlight>
              <a:latin typeface="Verdana" panose="020B0604030504040204" pitchFamily="34" charset="0"/>
              <a:ea typeface="Verdana" panose="020B0604030504040204" pitchFamily="34" charset="0"/>
            </a:endParaRPr>
          </a:p>
          <a:p>
            <a:r>
              <a:rPr lang="es-ES" i="1" dirty="0">
                <a:solidFill>
                  <a:schemeClr val="bg1">
                    <a:lumMod val="75000"/>
                  </a:schemeClr>
                </a:solidFill>
                <a:highlight>
                  <a:srgbClr val="000000"/>
                </a:highlight>
                <a:latin typeface="Verdana" panose="020B0604030504040204" pitchFamily="34" charset="0"/>
                <a:ea typeface="Verdana" panose="020B0604030504040204" pitchFamily="34" charset="0"/>
              </a:rPr>
              <a:t># Crear una lista mixta</a:t>
            </a:r>
          </a:p>
          <a:p>
            <a:r>
              <a:rPr lang="es-ES" i="1" dirty="0">
                <a:solidFill>
                  <a:schemeClr val="bg1"/>
                </a:solidFill>
                <a:highlight>
                  <a:srgbClr val="000000"/>
                </a:highlight>
                <a:latin typeface="Verdana" panose="020B0604030504040204" pitchFamily="34" charset="0"/>
                <a:ea typeface="Verdana" panose="020B0604030504040204" pitchFamily="34" charset="0"/>
              </a:rPr>
              <a:t>mixta = [1, "Juan", 2, "</a:t>
            </a:r>
            <a:r>
              <a:rPr lang="es-ES" i="1" dirty="0" err="1">
                <a:solidFill>
                  <a:schemeClr val="bg1"/>
                </a:solidFill>
                <a:highlight>
                  <a:srgbClr val="000000"/>
                </a:highlight>
                <a:latin typeface="Verdana" panose="020B0604030504040204" pitchFamily="34" charset="0"/>
                <a:ea typeface="Verdana" panose="020B0604030504040204" pitchFamily="34" charset="0"/>
              </a:rPr>
              <a:t>Maria</a:t>
            </a:r>
            <a:r>
              <a:rPr lang="es-ES" i="1" dirty="0">
                <a:solidFill>
                  <a:schemeClr val="bg1"/>
                </a:solidFill>
                <a:highlight>
                  <a:srgbClr val="000000"/>
                </a:highlight>
                <a:latin typeface="Verdana" panose="020B0604030504040204" pitchFamily="34" charset="0"/>
                <a:ea typeface="Verdana" panose="020B0604030504040204" pitchFamily="34" charset="0"/>
              </a:rPr>
              <a:t>"]</a:t>
            </a:r>
          </a:p>
        </p:txBody>
      </p:sp>
      <p:pic>
        <p:nvPicPr>
          <p:cNvPr id="2" name="Gráfico 1" descr="Salir con relleno sólido">
            <a:hlinkClick r:id="" action="ppaction://hlinkshowjump?jump=endshow"/>
            <a:extLst>
              <a:ext uri="{FF2B5EF4-FFF2-40B4-BE49-F238E27FC236}">
                <a16:creationId xmlns:a16="http://schemas.microsoft.com/office/drawing/2014/main" id="{C8879799-8314-C59D-39CC-63AF43DC371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379828" y="5943600"/>
            <a:ext cx="914400" cy="914400"/>
          </a:xfrm>
          <a:prstGeom prst="rect">
            <a:avLst/>
          </a:prstGeom>
        </p:spPr>
      </p:pic>
    </p:spTree>
    <p:extLst>
      <p:ext uri="{BB962C8B-B14F-4D97-AF65-F5344CB8AC3E}">
        <p14:creationId xmlns:p14="http://schemas.microsoft.com/office/powerpoint/2010/main" val="103536021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490</TotalTime>
  <Words>1427</Words>
  <Application>Microsoft Office PowerPoint</Application>
  <PresentationFormat>Panorámica</PresentationFormat>
  <Paragraphs>198</Paragraphs>
  <Slides>11</Slides>
  <Notes>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Calibri Light</vt:lpstr>
      <vt:lpstr>Verdana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AntonioAguirre</dc:creator>
  <cp:lastModifiedBy>Guillermo AntonioAguirre</cp:lastModifiedBy>
  <cp:revision>8</cp:revision>
  <dcterms:created xsi:type="dcterms:W3CDTF">2023-02-17T01:27:08Z</dcterms:created>
  <dcterms:modified xsi:type="dcterms:W3CDTF">2023-02-17T20:51:42Z</dcterms:modified>
</cp:coreProperties>
</file>