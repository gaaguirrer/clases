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C3B"/>
    <a:srgbClr val="FFAC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edio 2 - Énfasis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8"/>
      </p:cViewPr>
      <p:guideLst>
        <p:guide orient="horz" pos="2160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7C8D0C-80C1-C879-C366-3EF65A161C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49874FD-535C-487B-4F46-7E62D9F76B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64A0F34-4E21-0A41-BED7-1E4154F298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39B25-81D6-4A11-ADD3-5638F540F6A2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CFEA613-3116-A62A-0DA2-4C0C59210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160722-EE7F-EAA1-69BC-3D28D39FE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FF1F-D65F-47F3-9EEC-C1309FE9C1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6151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E792CB-363C-4A5B-726A-386C490C9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11F29C-D209-C9F5-4F0D-FFBAFC093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7EEF3D-3212-5EA8-4789-C27460110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39B25-81D6-4A11-ADD3-5638F540F6A2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5C68C41-15BC-727B-0541-9A85F61E70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550693A-C710-D856-32B0-CA79C76DF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FF1F-D65F-47F3-9EEC-C1309FE9C1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70350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A3F523-3A67-BAAB-5890-B2BA7C3AF5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A2AC3C3-E413-7A76-8EC2-ACBBC700C5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6CE8047-A0A1-6661-AE69-5C4AB76CD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39B25-81D6-4A11-ADD3-5638F540F6A2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5AF5315-E8EB-2AF5-B722-49F4B46E5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076278-7EED-AADC-CEBC-E78EE6483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FF1F-D65F-47F3-9EEC-C1309FE9C1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32629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68A05E-8FAB-0798-6C43-73FD415B3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21AF442-A11C-425E-8019-024CF13BAD5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D664A46-F29E-A462-78DD-AD09AE6B9F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75EB10A-0A00-7442-006B-617A5114F8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39B25-81D6-4A11-ADD3-5638F540F6A2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8D53D6E-78B2-7C0F-8E47-5E33334284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12BB1BC-DFC6-CBF0-9E25-1C73C572D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FF1F-D65F-47F3-9EEC-C1309FE9C1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0632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02E629-CA11-7B69-A6D9-4EF08EAC6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5F2EBF-8A89-EC44-7FA2-4E76A70929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1DC7D77-74E2-3721-EE0A-E4C56AC093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C5A744A-CD13-5C29-0C8D-84694D0603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8048D32-ED7C-6D95-8940-4965AD9EE3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2A1DDD5-15E5-865C-AD4A-BAAA6748C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39B25-81D6-4A11-ADD3-5638F540F6A2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FC37370-A07A-AB62-95A9-9347120D9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A8F1218C-4A30-30A4-1322-FA64948F7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FF1F-D65F-47F3-9EEC-C1309FE9C1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96458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80E134-85F2-E8D2-280D-F2433D15D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1BF3EC5-E69E-ACC4-D3C4-542A906B8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39B25-81D6-4A11-ADD3-5638F540F6A2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2EFAD4F-3BEB-2B72-35DF-25B5E92EE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BAF2866-E6A4-1DC4-1F0A-A2F6B49C1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FF1F-D65F-47F3-9EEC-C1309FE9C1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6362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8B1781A-FB88-4EA7-BE9E-25C581EE0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39B25-81D6-4A11-ADD3-5638F540F6A2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8D4F187-7F59-A67B-63A0-1F9DC7BD4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9FBE386-730E-9AB4-B58A-A0F829C1B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FF1F-D65F-47F3-9EEC-C1309FE9C1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6987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D483A8-B16B-4A8A-338E-D76CAA21D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38B4249-6EBF-7F06-D8EA-7362682027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9388CB1-DCD6-3909-23A3-CF46D15B6D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64BF72D-656A-8B7C-5B70-EEF27DD00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39B25-81D6-4A11-ADD3-5638F540F6A2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5D8DDC9-E29B-0715-E3A1-B47BFCEED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38D2D5F-B242-4421-4337-C5CA6CFE3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FF1F-D65F-47F3-9EEC-C1309FE9C1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0706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01D753-DC54-7170-2B9F-6ECC67F3E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BB855C3-7C96-E027-588F-0195889553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E5CD10C-C0F5-1A9A-F4AC-3DA5E0BE3D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6364596-4F61-74EE-C80B-872D2AE48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39B25-81D6-4A11-ADD3-5638F540F6A2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A10F221-87CF-15EA-91B9-26BCC884E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DDB5686-9859-B907-6BAD-CAD67B619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FF1F-D65F-47F3-9EEC-C1309FE9C1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70075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6BE82A-649C-39DA-EB28-18244C443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6847D63-7037-F361-D772-8EC3EA5F88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42DBEF8-0114-85B1-4F5E-F361B9704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39B25-81D6-4A11-ADD3-5638F540F6A2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7161713-B23B-70C0-2EC4-C59617AC5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968C90-E199-FD9E-869C-65E3B4664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FF1F-D65F-47F3-9EEC-C1309FE9C1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0225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E47AFA9-30D1-85B5-C1EC-82933F6599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A3E1569-6652-D9B3-CF42-D235210467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3F2BAD-D5A5-B894-9B3B-428F91A92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539B25-81D6-4A11-ADD3-5638F540F6A2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4FD414F-9546-85B0-E137-089CF3769A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8CE59D1-8BD7-9170-4AC5-9716DF2DBE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3AFF1F-D65F-47F3-9EEC-C1309FE9C1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09059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A6BBD1F-3AF1-8632-7E5F-8F1D8A737C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7EAD661-F542-CAA2-1870-2EC62DDF80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406F5B8-EEC4-B525-046A-7710B70036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539B25-81D6-4A11-ADD3-5638F540F6A2}" type="datetimeFigureOut">
              <a:rPr lang="en-US" smtClean="0"/>
              <a:t>11/10/2024</a:t>
            </a:fld>
            <a:endParaRPr lang="en-U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529F3CA-7E69-91B4-0B51-12AA58BCBD1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76B201-4134-8B51-AD11-BC9BE3D0DA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3AFF1F-D65F-47F3-9EEC-C1309FE9C14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922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hyperlink" Target="https://itinerariosparaitinerantes.com/top-reservas/" TargetMode="External"/><Relationship Id="rId3" Type="http://schemas.openxmlformats.org/officeDocument/2006/relationships/slide" Target="slide2.xml"/><Relationship Id="rId7" Type="http://schemas.openxmlformats.org/officeDocument/2006/relationships/image" Target="../media/image2.svg"/><Relationship Id="rId12" Type="http://schemas.openxmlformats.org/officeDocument/2006/relationships/image" Target="../media/image7.png"/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1" Type="http://schemas.openxmlformats.org/officeDocument/2006/relationships/image" Target="../media/image6.svg"/><Relationship Id="rId5" Type="http://schemas.openxmlformats.org/officeDocument/2006/relationships/slide" Target="slide3.xml"/><Relationship Id="rId15" Type="http://schemas.openxmlformats.org/officeDocument/2006/relationships/hyperlink" Target="https://itinerariosparaitinerantes.com/viajeros-itinerantes/" TargetMode="External"/><Relationship Id="rId10" Type="http://schemas.openxmlformats.org/officeDocument/2006/relationships/image" Target="../media/image5.png"/><Relationship Id="rId4" Type="http://schemas.openxmlformats.org/officeDocument/2006/relationships/slide" Target="slide4.xml"/><Relationship Id="rId9" Type="http://schemas.openxmlformats.org/officeDocument/2006/relationships/image" Target="../media/image4.svg"/><Relationship Id="rId14" Type="http://schemas.openxmlformats.org/officeDocument/2006/relationships/hyperlink" Target="https://itinerariosparaitinerantes.com/consejos-viajeros/" TargetMode="Externa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8.jpeg"/><Relationship Id="rId3" Type="http://schemas.openxmlformats.org/officeDocument/2006/relationships/slide" Target="slide2.xml"/><Relationship Id="rId7" Type="http://schemas.openxmlformats.org/officeDocument/2006/relationships/image" Target="../media/image2.svg"/><Relationship Id="rId12" Type="http://schemas.openxmlformats.org/officeDocument/2006/relationships/image" Target="../media/image7.png"/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1" Type="http://schemas.openxmlformats.org/officeDocument/2006/relationships/image" Target="../media/image6.svg"/><Relationship Id="rId5" Type="http://schemas.openxmlformats.org/officeDocument/2006/relationships/slide" Target="slide3.xml"/><Relationship Id="rId10" Type="http://schemas.openxmlformats.org/officeDocument/2006/relationships/image" Target="../media/image5.png"/><Relationship Id="rId4" Type="http://schemas.openxmlformats.org/officeDocument/2006/relationships/slide" Target="slide4.xml"/><Relationship Id="rId9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13" Type="http://schemas.openxmlformats.org/officeDocument/2006/relationships/image" Target="../media/image7.png"/><Relationship Id="rId3" Type="http://schemas.openxmlformats.org/officeDocument/2006/relationships/slide" Target="slide1.xml"/><Relationship Id="rId7" Type="http://schemas.openxmlformats.org/officeDocument/2006/relationships/image" Target="../media/image1.png"/><Relationship Id="rId12" Type="http://schemas.openxmlformats.org/officeDocument/2006/relationships/image" Target="../media/image6.svg"/><Relationship Id="rId2" Type="http://schemas.openxmlformats.org/officeDocument/2006/relationships/slideLayout" Target="../slideLayouts/slideLayout1.xml"/><Relationship Id="rId1" Type="http://schemas.openxmlformats.org/officeDocument/2006/relationships/video" Target="https://www.youtube.com/embed/MdJHfS57BII?feature=oembed" TargetMode="External"/><Relationship Id="rId6" Type="http://schemas.openxmlformats.org/officeDocument/2006/relationships/slide" Target="slide3.xml"/><Relationship Id="rId11" Type="http://schemas.openxmlformats.org/officeDocument/2006/relationships/image" Target="../media/image5.png"/><Relationship Id="rId5" Type="http://schemas.openxmlformats.org/officeDocument/2006/relationships/slide" Target="slide4.xml"/><Relationship Id="rId10" Type="http://schemas.openxmlformats.org/officeDocument/2006/relationships/image" Target="../media/image4.svg"/><Relationship Id="rId4" Type="http://schemas.openxmlformats.org/officeDocument/2006/relationships/slide" Target="slide2.xml"/><Relationship Id="rId9" Type="http://schemas.openxmlformats.org/officeDocument/2006/relationships/image" Target="../media/image3.png"/><Relationship Id="rId14" Type="http://schemas.openxmlformats.org/officeDocument/2006/relationships/image" Target="../media/image9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" Target="slide2.xml"/><Relationship Id="rId7" Type="http://schemas.openxmlformats.org/officeDocument/2006/relationships/image" Target="../media/image2.svg"/><Relationship Id="rId12" Type="http://schemas.openxmlformats.org/officeDocument/2006/relationships/image" Target="../media/image7.png"/><Relationship Id="rId2" Type="http://schemas.openxmlformats.org/officeDocument/2006/relationships/slide" Target="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1" Type="http://schemas.openxmlformats.org/officeDocument/2006/relationships/image" Target="../media/image6.svg"/><Relationship Id="rId5" Type="http://schemas.openxmlformats.org/officeDocument/2006/relationships/slide" Target="slide3.xml"/><Relationship Id="rId10" Type="http://schemas.openxmlformats.org/officeDocument/2006/relationships/image" Target="../media/image5.png"/><Relationship Id="rId4" Type="http://schemas.openxmlformats.org/officeDocument/2006/relationships/slide" Target="slide4.xml"/><Relationship Id="rId9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hlinkClick r:id="rId2" action="ppaction://hlinksldjump"/>
            <a:extLst>
              <a:ext uri="{FF2B5EF4-FFF2-40B4-BE49-F238E27FC236}">
                <a16:creationId xmlns:a16="http://schemas.microsoft.com/office/drawing/2014/main" id="{657F5783-F6C8-55D0-AB29-2F035F1DA457}"/>
              </a:ext>
            </a:extLst>
          </p:cNvPr>
          <p:cNvSpPr/>
          <p:nvPr/>
        </p:nvSpPr>
        <p:spPr>
          <a:xfrm>
            <a:off x="14580" y="5612895"/>
            <a:ext cx="3049200" cy="1260000"/>
          </a:xfrm>
          <a:prstGeom prst="rect">
            <a:avLst/>
          </a:prstGeom>
          <a:solidFill>
            <a:srgbClr val="FF7C3B"/>
          </a:solidFill>
          <a:ln>
            <a:solidFill>
              <a:srgbClr val="FFAC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ángulo 9">
            <a:hlinkClick r:id="rId3" action="ppaction://hlinksldjump"/>
            <a:extLst>
              <a:ext uri="{FF2B5EF4-FFF2-40B4-BE49-F238E27FC236}">
                <a16:creationId xmlns:a16="http://schemas.microsoft.com/office/drawing/2014/main" id="{EFAF53DF-8890-D9E7-6F92-E6872D3D6DF1}"/>
              </a:ext>
            </a:extLst>
          </p:cNvPr>
          <p:cNvSpPr/>
          <p:nvPr/>
        </p:nvSpPr>
        <p:spPr>
          <a:xfrm>
            <a:off x="3063780" y="5972895"/>
            <a:ext cx="3049200" cy="900000"/>
          </a:xfrm>
          <a:prstGeom prst="rect">
            <a:avLst/>
          </a:prstGeom>
          <a:solidFill>
            <a:srgbClr val="FFAC81"/>
          </a:solidFill>
          <a:ln>
            <a:solidFill>
              <a:srgbClr val="FFAC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ángulo 10">
            <a:hlinkClick r:id="rId4" action="ppaction://hlinksldjump"/>
            <a:extLst>
              <a:ext uri="{FF2B5EF4-FFF2-40B4-BE49-F238E27FC236}">
                <a16:creationId xmlns:a16="http://schemas.microsoft.com/office/drawing/2014/main" id="{C5EE7F1E-28A8-8C85-2977-06432C0CB736}"/>
              </a:ext>
            </a:extLst>
          </p:cNvPr>
          <p:cNvSpPr/>
          <p:nvPr/>
        </p:nvSpPr>
        <p:spPr>
          <a:xfrm>
            <a:off x="9188971" y="5972895"/>
            <a:ext cx="3049200" cy="900000"/>
          </a:xfrm>
          <a:prstGeom prst="rect">
            <a:avLst/>
          </a:prstGeom>
          <a:solidFill>
            <a:srgbClr val="FFAC81"/>
          </a:solidFill>
          <a:ln>
            <a:solidFill>
              <a:srgbClr val="FFAC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ángulo 11">
            <a:hlinkClick r:id="rId5" action="ppaction://hlinksldjump"/>
            <a:extLst>
              <a:ext uri="{FF2B5EF4-FFF2-40B4-BE49-F238E27FC236}">
                <a16:creationId xmlns:a16="http://schemas.microsoft.com/office/drawing/2014/main" id="{FE93DCC2-757D-0E87-EEEB-FC161A953FBD}"/>
              </a:ext>
            </a:extLst>
          </p:cNvPr>
          <p:cNvSpPr/>
          <p:nvPr/>
        </p:nvSpPr>
        <p:spPr>
          <a:xfrm>
            <a:off x="6121937" y="5972895"/>
            <a:ext cx="3049200" cy="900000"/>
          </a:xfrm>
          <a:prstGeom prst="rect">
            <a:avLst/>
          </a:prstGeom>
          <a:solidFill>
            <a:srgbClr val="FFAC81"/>
          </a:solidFill>
          <a:ln>
            <a:solidFill>
              <a:srgbClr val="FFAC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8" name="Gráfico 17" descr="Crucero con relleno sólido">
            <a:hlinkClick r:id="rId3" action="ppaction://hlinksldjump"/>
            <a:extLst>
              <a:ext uri="{FF2B5EF4-FFF2-40B4-BE49-F238E27FC236}">
                <a16:creationId xmlns:a16="http://schemas.microsoft.com/office/drawing/2014/main" id="{F70A9BB0-A59B-34B7-AF7E-6EE8D62460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94205" y="6053832"/>
            <a:ext cx="540000" cy="540000"/>
          </a:xfrm>
          <a:prstGeom prst="rect">
            <a:avLst/>
          </a:prstGeom>
        </p:spPr>
      </p:pic>
      <p:pic>
        <p:nvPicPr>
          <p:cNvPr id="20" name="Gráfico 19" descr="Avión con relleno sólido">
            <a:hlinkClick r:id="rId5" action="ppaction://hlinksldjump"/>
            <a:extLst>
              <a:ext uri="{FF2B5EF4-FFF2-40B4-BE49-F238E27FC236}">
                <a16:creationId xmlns:a16="http://schemas.microsoft.com/office/drawing/2014/main" id="{EAF0153D-0DA1-6793-3D83-5635A562B9D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5400000">
            <a:off x="7394915" y="6005395"/>
            <a:ext cx="540000" cy="540000"/>
          </a:xfrm>
          <a:prstGeom prst="rect">
            <a:avLst/>
          </a:prstGeom>
        </p:spPr>
      </p:pic>
      <p:pic>
        <p:nvPicPr>
          <p:cNvPr id="22" name="Gráfico 21" descr="Casa con relleno sólido">
            <a:hlinkClick r:id="rId2" action="ppaction://hlinksldjump"/>
            <a:extLst>
              <a:ext uri="{FF2B5EF4-FFF2-40B4-BE49-F238E27FC236}">
                <a16:creationId xmlns:a16="http://schemas.microsoft.com/office/drawing/2014/main" id="{F3483B2D-F8E8-76E4-3E1A-372D5A1E4739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62200" y="5695695"/>
            <a:ext cx="720000" cy="720000"/>
          </a:xfrm>
          <a:prstGeom prst="rect">
            <a:avLst/>
          </a:prstGeom>
        </p:spPr>
      </p:pic>
      <p:pic>
        <p:nvPicPr>
          <p:cNvPr id="24" name="Imagen 23" descr="Forma&#10;&#10;Descripción generada automáticamente con confianza baja">
            <a:extLst>
              <a:ext uri="{FF2B5EF4-FFF2-40B4-BE49-F238E27FC236}">
                <a16:creationId xmlns:a16="http://schemas.microsoft.com/office/drawing/2014/main" id="{7F6BB547-8F3E-3578-9E35-88DCACC01CA4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bg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2604" y="6000463"/>
            <a:ext cx="54000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Rectángulo 24">
            <a:extLst>
              <a:ext uri="{FF2B5EF4-FFF2-40B4-BE49-F238E27FC236}">
                <a16:creationId xmlns:a16="http://schemas.microsoft.com/office/drawing/2014/main" id="{D9D67072-57B1-94D2-939A-EA743EF755E6}"/>
              </a:ext>
            </a:extLst>
          </p:cNvPr>
          <p:cNvSpPr/>
          <p:nvPr/>
        </p:nvSpPr>
        <p:spPr>
          <a:xfrm>
            <a:off x="834347" y="6355121"/>
            <a:ext cx="138050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8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Inicio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024555A2-C7BF-7694-90C9-69037F927B6A}"/>
              </a:ext>
            </a:extLst>
          </p:cNvPr>
          <p:cNvSpPr/>
          <p:nvPr/>
        </p:nvSpPr>
        <p:spPr>
          <a:xfrm>
            <a:off x="4048269" y="6472785"/>
            <a:ext cx="1039067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0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Barco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91D7A5BD-31E1-1674-BA15-538AEFA4720F}"/>
              </a:ext>
            </a:extLst>
          </p:cNvPr>
          <p:cNvSpPr/>
          <p:nvPr/>
        </p:nvSpPr>
        <p:spPr>
          <a:xfrm>
            <a:off x="7145694" y="6418507"/>
            <a:ext cx="1029449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0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Avión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2DE32D8B-A061-1B0E-D756-1C6EADA106D0}"/>
              </a:ext>
            </a:extLst>
          </p:cNvPr>
          <p:cNvSpPr/>
          <p:nvPr/>
        </p:nvSpPr>
        <p:spPr>
          <a:xfrm>
            <a:off x="10295356" y="6393777"/>
            <a:ext cx="73449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0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Bus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B032E811-76C6-21B7-C230-16746E9EBDDC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30000"/>
          </a:xfrm>
          <a:prstGeom prst="rect">
            <a:avLst/>
          </a:prstGeom>
          <a:solidFill>
            <a:srgbClr val="FF7C3B"/>
          </a:solidFill>
          <a:ln>
            <a:solidFill>
              <a:srgbClr val="FFAC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!!T1">
            <a:extLst>
              <a:ext uri="{FF2B5EF4-FFF2-40B4-BE49-F238E27FC236}">
                <a16:creationId xmlns:a16="http://schemas.microsoft.com/office/drawing/2014/main" id="{FC6D4F61-AE76-F20C-9705-8647DCE2AB1D}"/>
              </a:ext>
            </a:extLst>
          </p:cNvPr>
          <p:cNvSpPr>
            <a:spLocks/>
          </p:cNvSpPr>
          <p:nvPr/>
        </p:nvSpPr>
        <p:spPr>
          <a:xfrm>
            <a:off x="3511001" y="52075"/>
            <a:ext cx="5170006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8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Planifica tus vacaciones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6031DBF-86CB-BA03-63BA-C86D04E0D709}"/>
              </a:ext>
            </a:extLst>
          </p:cNvPr>
          <p:cNvSpPr txBox="1"/>
          <p:nvPr/>
        </p:nvSpPr>
        <p:spPr>
          <a:xfrm>
            <a:off x="870860" y="985985"/>
            <a:ext cx="10523306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b="0" i="0" dirty="0">
                <a:solidFill>
                  <a:srgbClr val="0A0A0A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«Encontrarás todo lo que necesitas saber para </a:t>
            </a:r>
            <a:r>
              <a:rPr lang="es-ES" b="1" i="0" dirty="0">
                <a:solidFill>
                  <a:srgbClr val="0A0A0A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planificar tu viaje ideal</a:t>
            </a:r>
            <a:r>
              <a:rPr lang="es-ES" b="0" i="0" dirty="0">
                <a:solidFill>
                  <a:srgbClr val="0A0A0A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 en itinerarios accesibles y profesionales que incluyen lo esencial y más espectacular para ver y hacer en cada enclave».</a:t>
            </a:r>
          </a:p>
          <a:p>
            <a:pPr algn="just"/>
            <a:r>
              <a:rPr lang="es-ES" b="0" i="0" dirty="0">
                <a:solidFill>
                  <a:srgbClr val="0A0A0A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Además, en las rutas te indico las agencias, empresas y particulares que he contratado durante mis recorridos, </a:t>
            </a:r>
            <a:r>
              <a:rPr lang="es-ES" b="1" i="0" dirty="0">
                <a:solidFill>
                  <a:srgbClr val="0A0A0A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facilitándote así reservar directamente</a:t>
            </a:r>
            <a:r>
              <a:rPr lang="es-ES" b="0" i="0" dirty="0">
                <a:solidFill>
                  <a:srgbClr val="0A0A0A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 tus excursiones, hoteles, vuelos, circuitos… del itinerario elegido tanto desde el propio artículo, como en el resto de páginas webs de confianza que te sugiero y que podrás descubrir en el apartado </a:t>
            </a:r>
            <a:r>
              <a:rPr lang="es-ES" b="1" i="0" u="none" strike="noStrike" dirty="0">
                <a:solidFill>
                  <a:srgbClr val="BFA37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hlinkClick r:id="rId13"/>
              </a:rPr>
              <a:t>Top Reservas</a:t>
            </a:r>
            <a:r>
              <a:rPr lang="es-ES" b="0" i="0" dirty="0">
                <a:solidFill>
                  <a:srgbClr val="0A0A0A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. ¡Totalmente recomendadas!</a:t>
            </a:r>
          </a:p>
          <a:p>
            <a:pPr algn="just"/>
            <a:r>
              <a:rPr lang="es-ES" b="0" i="0" dirty="0">
                <a:solidFill>
                  <a:srgbClr val="0A0A0A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Para completar tu preparación, no te pierdas mis </a:t>
            </a:r>
            <a:r>
              <a:rPr lang="es-ES" b="1" i="0" u="none" strike="noStrike" dirty="0">
                <a:solidFill>
                  <a:srgbClr val="BFA37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hlinkClick r:id="rId14"/>
              </a:rPr>
              <a:t>Consejos Viajeros</a:t>
            </a:r>
            <a:r>
              <a:rPr lang="es-ES" b="0" i="0" dirty="0">
                <a:solidFill>
                  <a:srgbClr val="0A0A0A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, que te ayudarán a que </a:t>
            </a:r>
            <a:r>
              <a:rPr lang="es-ES" b="1" i="0" dirty="0">
                <a:solidFill>
                  <a:srgbClr val="0A0A0A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aproveches al máximo tus días libres</a:t>
            </a:r>
            <a:r>
              <a:rPr lang="es-ES" b="0" i="0" dirty="0">
                <a:solidFill>
                  <a:srgbClr val="0A0A0A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, así como los diferentes itinerarios, recomendaciones y relatos de los </a:t>
            </a:r>
            <a:r>
              <a:rPr lang="es-ES" b="1" i="0" u="none" strike="noStrike" dirty="0">
                <a:solidFill>
                  <a:srgbClr val="BFA37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  <a:hlinkClick r:id="rId15"/>
              </a:rPr>
              <a:t>Viajeros Itinerantes</a:t>
            </a:r>
            <a:r>
              <a:rPr lang="es-ES" b="1" i="0" dirty="0">
                <a:solidFill>
                  <a:srgbClr val="BFA370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 </a:t>
            </a:r>
            <a:r>
              <a:rPr lang="es-ES" b="0" i="0" dirty="0">
                <a:solidFill>
                  <a:srgbClr val="0A0A0A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que se han unido a esta bonito proyecto donde todos creceremos y aprenderemos juntos.</a:t>
            </a:r>
          </a:p>
          <a:p>
            <a:pPr algn="just"/>
            <a:r>
              <a:rPr lang="es-ES" b="0" i="0" dirty="0">
                <a:solidFill>
                  <a:srgbClr val="0A0A0A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«Encontrarás todo lo que necesitas saber para </a:t>
            </a:r>
            <a:r>
              <a:rPr lang="es-ES" b="1" i="0" dirty="0">
                <a:solidFill>
                  <a:srgbClr val="0A0A0A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planificar tu viaje ideal</a:t>
            </a:r>
            <a:r>
              <a:rPr lang="es-ES" b="0" i="0" dirty="0">
                <a:solidFill>
                  <a:srgbClr val="0A0A0A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 en itinerarios accesibles y profesionales que incluyen lo esencial y más espectacular para ver y hacer en cada enclave».</a:t>
            </a:r>
          </a:p>
          <a:p>
            <a:pPr algn="just"/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808821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F818A-F82A-7AEF-A17D-C06147898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hlinkClick r:id="rId2" action="ppaction://hlinksldjump"/>
            <a:extLst>
              <a:ext uri="{FF2B5EF4-FFF2-40B4-BE49-F238E27FC236}">
                <a16:creationId xmlns:a16="http://schemas.microsoft.com/office/drawing/2014/main" id="{897D4D54-EF7A-8B72-7389-8876600D5906}"/>
              </a:ext>
            </a:extLst>
          </p:cNvPr>
          <p:cNvSpPr/>
          <p:nvPr/>
        </p:nvSpPr>
        <p:spPr>
          <a:xfrm>
            <a:off x="-16018" y="5958000"/>
            <a:ext cx="3049200" cy="900000"/>
          </a:xfrm>
          <a:prstGeom prst="rect">
            <a:avLst/>
          </a:prstGeom>
          <a:solidFill>
            <a:srgbClr val="FFAC81"/>
          </a:solidFill>
          <a:ln>
            <a:solidFill>
              <a:srgbClr val="FFAC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ángulo 9">
            <a:hlinkClick r:id="rId3" action="ppaction://hlinksldjump"/>
            <a:extLst>
              <a:ext uri="{FF2B5EF4-FFF2-40B4-BE49-F238E27FC236}">
                <a16:creationId xmlns:a16="http://schemas.microsoft.com/office/drawing/2014/main" id="{A6F4B420-69C0-988C-5872-72E2EBC2FB2E}"/>
              </a:ext>
            </a:extLst>
          </p:cNvPr>
          <p:cNvSpPr/>
          <p:nvPr/>
        </p:nvSpPr>
        <p:spPr>
          <a:xfrm>
            <a:off x="3046800" y="5618341"/>
            <a:ext cx="3049200" cy="1260000"/>
          </a:xfrm>
          <a:prstGeom prst="rect">
            <a:avLst/>
          </a:prstGeom>
          <a:solidFill>
            <a:srgbClr val="FF7C3B"/>
          </a:solidFill>
          <a:ln>
            <a:solidFill>
              <a:srgbClr val="FFAC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ángulo 10">
            <a:hlinkClick r:id="rId4" action="ppaction://hlinksldjump"/>
            <a:extLst>
              <a:ext uri="{FF2B5EF4-FFF2-40B4-BE49-F238E27FC236}">
                <a16:creationId xmlns:a16="http://schemas.microsoft.com/office/drawing/2014/main" id="{3E4BB220-621F-1A70-BD44-1ED93D7EAE96}"/>
              </a:ext>
            </a:extLst>
          </p:cNvPr>
          <p:cNvSpPr/>
          <p:nvPr/>
        </p:nvSpPr>
        <p:spPr>
          <a:xfrm>
            <a:off x="9138004" y="5949495"/>
            <a:ext cx="3049200" cy="900000"/>
          </a:xfrm>
          <a:prstGeom prst="rect">
            <a:avLst/>
          </a:prstGeom>
          <a:solidFill>
            <a:srgbClr val="FFAC81"/>
          </a:solidFill>
          <a:ln>
            <a:solidFill>
              <a:srgbClr val="FFAC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ángulo 11">
            <a:hlinkClick r:id="rId5" action="ppaction://hlinksldjump"/>
            <a:extLst>
              <a:ext uri="{FF2B5EF4-FFF2-40B4-BE49-F238E27FC236}">
                <a16:creationId xmlns:a16="http://schemas.microsoft.com/office/drawing/2014/main" id="{A91CFA46-42F7-2FCD-E9F8-D9E8C207673E}"/>
              </a:ext>
            </a:extLst>
          </p:cNvPr>
          <p:cNvSpPr/>
          <p:nvPr/>
        </p:nvSpPr>
        <p:spPr>
          <a:xfrm>
            <a:off x="6107220" y="5956570"/>
            <a:ext cx="3049200" cy="900000"/>
          </a:xfrm>
          <a:prstGeom prst="rect">
            <a:avLst/>
          </a:prstGeom>
          <a:solidFill>
            <a:srgbClr val="FFAC81"/>
          </a:solidFill>
          <a:ln>
            <a:solidFill>
              <a:srgbClr val="FFAC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ráfico 17" descr="Crucero con relleno sólido">
            <a:hlinkClick r:id="rId3" action="ppaction://hlinksldjump"/>
            <a:extLst>
              <a:ext uri="{FF2B5EF4-FFF2-40B4-BE49-F238E27FC236}">
                <a16:creationId xmlns:a16="http://schemas.microsoft.com/office/drawing/2014/main" id="{4AEC04C0-3F2D-1983-3EA0-55E8D205C987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11400" y="5688000"/>
            <a:ext cx="720000" cy="720000"/>
          </a:xfrm>
          <a:prstGeom prst="rect">
            <a:avLst/>
          </a:prstGeom>
        </p:spPr>
      </p:pic>
      <p:pic>
        <p:nvPicPr>
          <p:cNvPr id="20" name="Gráfico 19" descr="Avión con relleno sólido">
            <a:hlinkClick r:id="rId5" action="ppaction://hlinksldjump"/>
            <a:extLst>
              <a:ext uri="{FF2B5EF4-FFF2-40B4-BE49-F238E27FC236}">
                <a16:creationId xmlns:a16="http://schemas.microsoft.com/office/drawing/2014/main" id="{15AF16F1-37BF-4E68-01A8-D83DA967421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5400000">
            <a:off x="7361820" y="6015176"/>
            <a:ext cx="540000" cy="540000"/>
          </a:xfrm>
          <a:prstGeom prst="rect">
            <a:avLst/>
          </a:prstGeom>
        </p:spPr>
      </p:pic>
      <p:pic>
        <p:nvPicPr>
          <p:cNvPr id="22" name="Gráfico 21" descr="Casa con relleno sólido">
            <a:hlinkClick r:id="rId2" action="ppaction://hlinksldjump"/>
            <a:extLst>
              <a:ext uri="{FF2B5EF4-FFF2-40B4-BE49-F238E27FC236}">
                <a16:creationId xmlns:a16="http://schemas.microsoft.com/office/drawing/2014/main" id="{EBFDDC73-3E6B-C554-9C04-F9258D8153B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55799" y="5956570"/>
            <a:ext cx="540000" cy="540000"/>
          </a:xfrm>
          <a:prstGeom prst="rect">
            <a:avLst/>
          </a:prstGeom>
        </p:spPr>
      </p:pic>
      <p:pic>
        <p:nvPicPr>
          <p:cNvPr id="24" name="Imagen 23" descr="Forma&#10;&#10;Descripción generada automáticamente con confianza baja">
            <a:hlinkClick r:id="rId4" action="ppaction://hlinksldjump"/>
            <a:extLst>
              <a:ext uri="{FF2B5EF4-FFF2-40B4-BE49-F238E27FC236}">
                <a16:creationId xmlns:a16="http://schemas.microsoft.com/office/drawing/2014/main" id="{0C0926C1-1733-606C-3B62-6358D9C6AD3A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bg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2604" y="5956570"/>
            <a:ext cx="54000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Rectángulo 24">
            <a:extLst>
              <a:ext uri="{FF2B5EF4-FFF2-40B4-BE49-F238E27FC236}">
                <a16:creationId xmlns:a16="http://schemas.microsoft.com/office/drawing/2014/main" id="{A94403BC-40C2-E89E-CFFF-846A882EF6AF}"/>
              </a:ext>
            </a:extLst>
          </p:cNvPr>
          <p:cNvSpPr/>
          <p:nvPr/>
        </p:nvSpPr>
        <p:spPr>
          <a:xfrm>
            <a:off x="1004575" y="6457890"/>
            <a:ext cx="104868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0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Inicio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3B96774A-4492-FEF1-9E87-B9C56961A37A}"/>
              </a:ext>
            </a:extLst>
          </p:cNvPr>
          <p:cNvSpPr/>
          <p:nvPr/>
        </p:nvSpPr>
        <p:spPr>
          <a:xfrm>
            <a:off x="3887559" y="6324567"/>
            <a:ext cx="1367682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8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Barco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E7DC0684-813D-A98C-F44B-CCFEF1DE9039}"/>
              </a:ext>
            </a:extLst>
          </p:cNvPr>
          <p:cNvSpPr/>
          <p:nvPr/>
        </p:nvSpPr>
        <p:spPr>
          <a:xfrm>
            <a:off x="7117095" y="6447677"/>
            <a:ext cx="1029449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0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Avión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D9CA7FDB-F2F6-AC7D-41B2-523B499BCDBB}"/>
              </a:ext>
            </a:extLst>
          </p:cNvPr>
          <p:cNvSpPr/>
          <p:nvPr/>
        </p:nvSpPr>
        <p:spPr>
          <a:xfrm>
            <a:off x="10295356" y="6355121"/>
            <a:ext cx="73449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0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Bus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F067AB10-2DD8-EA84-934F-CF8CD40C50E4}"/>
              </a:ext>
            </a:extLst>
          </p:cNvPr>
          <p:cNvSpPr/>
          <p:nvPr/>
        </p:nvSpPr>
        <p:spPr>
          <a:xfrm>
            <a:off x="0" y="0"/>
            <a:ext cx="12192000" cy="630000"/>
          </a:xfrm>
          <a:prstGeom prst="rect">
            <a:avLst/>
          </a:prstGeom>
          <a:solidFill>
            <a:srgbClr val="FF7C3B"/>
          </a:solidFill>
          <a:ln>
            <a:solidFill>
              <a:srgbClr val="FFAC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!!T!">
            <a:extLst>
              <a:ext uri="{FF2B5EF4-FFF2-40B4-BE49-F238E27FC236}">
                <a16:creationId xmlns:a16="http://schemas.microsoft.com/office/drawing/2014/main" id="{C51DC744-57DC-25EE-F935-97064C9F8624}"/>
              </a:ext>
            </a:extLst>
          </p:cNvPr>
          <p:cNvSpPr/>
          <p:nvPr/>
        </p:nvSpPr>
        <p:spPr>
          <a:xfrm>
            <a:off x="3154334" y="52075"/>
            <a:ext cx="5883342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8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Viaje en crucero 5 estrellas</a:t>
            </a:r>
            <a:endParaRPr lang="es-ES" sz="28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034" name="Picture 10" descr="¡VACACIONES en el CRUCERO DISNEY WISH 2024! - La MEJOR EXPERIENCIA DISNEY">
            <a:extLst>
              <a:ext uri="{FF2B5EF4-FFF2-40B4-BE49-F238E27FC236}">
                <a16:creationId xmlns:a16="http://schemas.microsoft.com/office/drawing/2014/main" id="{132BD3F1-99D7-F977-C91C-33F1C6C0D5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2641001" y="1211863"/>
            <a:ext cx="6755339" cy="379987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166732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C256C-3E1C-9E2F-9182-2213EA56EF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hlinkClick r:id="rId3" action="ppaction://hlinksldjump"/>
            <a:extLst>
              <a:ext uri="{FF2B5EF4-FFF2-40B4-BE49-F238E27FC236}">
                <a16:creationId xmlns:a16="http://schemas.microsoft.com/office/drawing/2014/main" id="{C83BD10E-9B29-65D4-4DB0-801DB281CF3F}"/>
              </a:ext>
            </a:extLst>
          </p:cNvPr>
          <p:cNvSpPr/>
          <p:nvPr/>
        </p:nvSpPr>
        <p:spPr>
          <a:xfrm>
            <a:off x="7186" y="5956946"/>
            <a:ext cx="3049200" cy="900000"/>
          </a:xfrm>
          <a:prstGeom prst="rect">
            <a:avLst/>
          </a:prstGeom>
          <a:solidFill>
            <a:srgbClr val="FFAC81"/>
          </a:solidFill>
          <a:ln>
            <a:solidFill>
              <a:srgbClr val="FFAC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ángulo 9">
            <a:hlinkClick r:id="rId4" action="ppaction://hlinksldjump"/>
            <a:extLst>
              <a:ext uri="{FF2B5EF4-FFF2-40B4-BE49-F238E27FC236}">
                <a16:creationId xmlns:a16="http://schemas.microsoft.com/office/drawing/2014/main" id="{5CED8282-2EA1-07C5-5C92-7C25538F8611}"/>
              </a:ext>
            </a:extLst>
          </p:cNvPr>
          <p:cNvSpPr/>
          <p:nvPr/>
        </p:nvSpPr>
        <p:spPr>
          <a:xfrm>
            <a:off x="3072467" y="5958000"/>
            <a:ext cx="3049200" cy="900000"/>
          </a:xfrm>
          <a:prstGeom prst="rect">
            <a:avLst/>
          </a:prstGeom>
          <a:solidFill>
            <a:srgbClr val="FFAC81"/>
          </a:solidFill>
          <a:ln>
            <a:solidFill>
              <a:srgbClr val="FFAC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ángulo 10">
            <a:hlinkClick r:id="rId5" action="ppaction://hlinksldjump"/>
            <a:extLst>
              <a:ext uri="{FF2B5EF4-FFF2-40B4-BE49-F238E27FC236}">
                <a16:creationId xmlns:a16="http://schemas.microsoft.com/office/drawing/2014/main" id="{9D004050-A8B5-1028-5CC7-9010661626CB}"/>
              </a:ext>
            </a:extLst>
          </p:cNvPr>
          <p:cNvSpPr/>
          <p:nvPr/>
        </p:nvSpPr>
        <p:spPr>
          <a:xfrm>
            <a:off x="9124384" y="5965462"/>
            <a:ext cx="3049200" cy="900000"/>
          </a:xfrm>
          <a:prstGeom prst="rect">
            <a:avLst/>
          </a:prstGeom>
          <a:solidFill>
            <a:srgbClr val="FFAC81"/>
          </a:solidFill>
          <a:ln>
            <a:solidFill>
              <a:srgbClr val="FFAC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ángulo 11">
            <a:hlinkClick r:id="rId6" action="ppaction://hlinksldjump"/>
            <a:extLst>
              <a:ext uri="{FF2B5EF4-FFF2-40B4-BE49-F238E27FC236}">
                <a16:creationId xmlns:a16="http://schemas.microsoft.com/office/drawing/2014/main" id="{1917C966-2961-D765-184C-F7D635593ADF}"/>
              </a:ext>
            </a:extLst>
          </p:cNvPr>
          <p:cNvSpPr/>
          <p:nvPr/>
        </p:nvSpPr>
        <p:spPr>
          <a:xfrm>
            <a:off x="6087992" y="5605462"/>
            <a:ext cx="3049200" cy="1260000"/>
          </a:xfrm>
          <a:prstGeom prst="rect">
            <a:avLst/>
          </a:prstGeom>
          <a:solidFill>
            <a:srgbClr val="FF7C3B"/>
          </a:solidFill>
          <a:ln>
            <a:solidFill>
              <a:srgbClr val="FFAC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ráfico 17" descr="Crucero con relleno sólido">
            <a:hlinkClick r:id="rId4" action="ppaction://hlinksldjump"/>
            <a:extLst>
              <a:ext uri="{FF2B5EF4-FFF2-40B4-BE49-F238E27FC236}">
                <a16:creationId xmlns:a16="http://schemas.microsoft.com/office/drawing/2014/main" id="{107D1550-4AEC-6F07-5972-153D8B97FDE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52468" y="6093168"/>
            <a:ext cx="540000" cy="540000"/>
          </a:xfrm>
          <a:prstGeom prst="rect">
            <a:avLst/>
          </a:prstGeom>
        </p:spPr>
      </p:pic>
      <p:pic>
        <p:nvPicPr>
          <p:cNvPr id="20" name="Gráfico 19" descr="Avión con relleno sólido">
            <a:hlinkClick r:id="rId6" action="ppaction://hlinksldjump"/>
            <a:extLst>
              <a:ext uri="{FF2B5EF4-FFF2-40B4-BE49-F238E27FC236}">
                <a16:creationId xmlns:a16="http://schemas.microsoft.com/office/drawing/2014/main" id="{186671C8-0C40-FD2B-8D10-E2AD6D26ED0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 rot="5400000">
            <a:off x="7258202" y="5695695"/>
            <a:ext cx="720000" cy="720000"/>
          </a:xfrm>
          <a:prstGeom prst="rect">
            <a:avLst/>
          </a:prstGeom>
        </p:spPr>
      </p:pic>
      <p:pic>
        <p:nvPicPr>
          <p:cNvPr id="22" name="Gráfico 21" descr="Casa con relleno sólido">
            <a:hlinkClick r:id="rId3" action="ppaction://hlinksldjump"/>
            <a:extLst>
              <a:ext uri="{FF2B5EF4-FFF2-40B4-BE49-F238E27FC236}">
                <a16:creationId xmlns:a16="http://schemas.microsoft.com/office/drawing/2014/main" id="{EB4421B0-9824-6553-E58D-350A7D23D9E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254602" y="5998454"/>
            <a:ext cx="540000" cy="540000"/>
          </a:xfrm>
          <a:prstGeom prst="rect">
            <a:avLst/>
          </a:prstGeom>
        </p:spPr>
      </p:pic>
      <p:pic>
        <p:nvPicPr>
          <p:cNvPr id="24" name="Imagen 23" descr="Forma&#10;&#10;Descripción generada automáticamente con confianza baja">
            <a:hlinkClick r:id="rId5" action="ppaction://hlinksldjump"/>
            <a:extLst>
              <a:ext uri="{FF2B5EF4-FFF2-40B4-BE49-F238E27FC236}">
                <a16:creationId xmlns:a16="http://schemas.microsoft.com/office/drawing/2014/main" id="{4A9B0D9C-7431-F874-CD5F-97B02C50CCC2}"/>
              </a:ext>
            </a:extLst>
          </p:cNvPr>
          <p:cNvPicPr>
            <a:picLocks noChangeAspect="1"/>
          </p:cNvPicPr>
          <p:nvPr/>
        </p:nvPicPr>
        <p:blipFill>
          <a:blip r:embed="rId13">
            <a:duotone>
              <a:prstClr val="black"/>
              <a:schemeClr val="bg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1148" y="6041672"/>
            <a:ext cx="540000" cy="54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Rectángulo 24">
            <a:extLst>
              <a:ext uri="{FF2B5EF4-FFF2-40B4-BE49-F238E27FC236}">
                <a16:creationId xmlns:a16="http://schemas.microsoft.com/office/drawing/2014/main" id="{1316B25C-C75C-138B-0A00-35B963C5A22F}"/>
              </a:ext>
            </a:extLst>
          </p:cNvPr>
          <p:cNvSpPr/>
          <p:nvPr/>
        </p:nvSpPr>
        <p:spPr>
          <a:xfrm>
            <a:off x="1007444" y="6448455"/>
            <a:ext cx="1048684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0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Inicio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89FF0B26-4239-D9A5-05F4-C2D72E2B8ED7}"/>
              </a:ext>
            </a:extLst>
          </p:cNvPr>
          <p:cNvSpPr/>
          <p:nvPr/>
        </p:nvSpPr>
        <p:spPr>
          <a:xfrm>
            <a:off x="4002934" y="6498345"/>
            <a:ext cx="1039067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0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Barco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F8AF05B8-2536-693B-1DEF-79386C33C84E}"/>
              </a:ext>
            </a:extLst>
          </p:cNvPr>
          <p:cNvSpPr/>
          <p:nvPr/>
        </p:nvSpPr>
        <p:spPr>
          <a:xfrm>
            <a:off x="6934361" y="6355121"/>
            <a:ext cx="1356462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8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Avión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29672720-BA43-BB74-63CA-2806A348EF2D}"/>
              </a:ext>
            </a:extLst>
          </p:cNvPr>
          <p:cNvSpPr/>
          <p:nvPr/>
        </p:nvSpPr>
        <p:spPr>
          <a:xfrm>
            <a:off x="10302554" y="6432985"/>
            <a:ext cx="734495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0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Bus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4659EA13-9AC6-CAD0-6185-22D08438D89F}"/>
              </a:ext>
            </a:extLst>
          </p:cNvPr>
          <p:cNvSpPr/>
          <p:nvPr/>
        </p:nvSpPr>
        <p:spPr>
          <a:xfrm>
            <a:off x="0" y="0"/>
            <a:ext cx="12192000" cy="630000"/>
          </a:xfrm>
          <a:prstGeom prst="rect">
            <a:avLst/>
          </a:prstGeom>
          <a:solidFill>
            <a:srgbClr val="FF7C3B"/>
          </a:solidFill>
          <a:ln>
            <a:solidFill>
              <a:srgbClr val="FFAC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EFF5D06F-F81B-35DD-0F41-9932F8B439E1}"/>
              </a:ext>
            </a:extLst>
          </p:cNvPr>
          <p:cNvSpPr/>
          <p:nvPr/>
        </p:nvSpPr>
        <p:spPr>
          <a:xfrm>
            <a:off x="2634169" y="52075"/>
            <a:ext cx="6923690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8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Surca los cielos hasta tu destino</a:t>
            </a:r>
            <a:endParaRPr lang="es-ES" sz="28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5" name="Elementos multimedia en línea 4" title="¿Cómo tomar un vuelo? | Tutorial MUY básico para principiantes ✈️">
            <a:hlinkClick r:id="" action="ppaction://media"/>
            <a:extLst>
              <a:ext uri="{FF2B5EF4-FFF2-40B4-BE49-F238E27FC236}">
                <a16:creationId xmlns:a16="http://schemas.microsoft.com/office/drawing/2014/main" id="{98891197-A569-4BB6-49D1-E277FEAAD40A}"/>
              </a:ext>
            </a:extLst>
          </p:cNvPr>
          <p:cNvPicPr>
            <a:picLocks noRot="1" noChangeAspect="1"/>
          </p:cNvPicPr>
          <p:nvPr>
            <a:videoFile r:link="rId1"/>
          </p:nvPr>
        </p:nvPicPr>
        <p:blipFill>
          <a:blip r:embed="rId14"/>
          <a:stretch>
            <a:fillRect/>
          </a:stretch>
        </p:blipFill>
        <p:spPr>
          <a:xfrm>
            <a:off x="2394839" y="1115640"/>
            <a:ext cx="7155501" cy="4039697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2115221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C574F-435B-4A16-5233-FA4AD6552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 8">
            <a:hlinkClick r:id="rId2" action="ppaction://hlinksldjump"/>
            <a:extLst>
              <a:ext uri="{FF2B5EF4-FFF2-40B4-BE49-F238E27FC236}">
                <a16:creationId xmlns:a16="http://schemas.microsoft.com/office/drawing/2014/main" id="{2E609EFB-E49C-0C66-BB86-DED2AE1EA1B2}"/>
              </a:ext>
            </a:extLst>
          </p:cNvPr>
          <p:cNvSpPr/>
          <p:nvPr/>
        </p:nvSpPr>
        <p:spPr>
          <a:xfrm>
            <a:off x="15734" y="5945042"/>
            <a:ext cx="3049200" cy="900000"/>
          </a:xfrm>
          <a:prstGeom prst="rect">
            <a:avLst/>
          </a:prstGeom>
          <a:solidFill>
            <a:srgbClr val="FFAC81"/>
          </a:solidFill>
          <a:ln>
            <a:solidFill>
              <a:srgbClr val="FFAC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ángulo 9">
            <a:hlinkClick r:id="rId3" action="ppaction://hlinksldjump"/>
            <a:extLst>
              <a:ext uri="{FF2B5EF4-FFF2-40B4-BE49-F238E27FC236}">
                <a16:creationId xmlns:a16="http://schemas.microsoft.com/office/drawing/2014/main" id="{9EC95B8E-13AF-C6EB-E90A-A6F4E62675D6}"/>
              </a:ext>
            </a:extLst>
          </p:cNvPr>
          <p:cNvSpPr/>
          <p:nvPr/>
        </p:nvSpPr>
        <p:spPr>
          <a:xfrm>
            <a:off x="3030783" y="5948685"/>
            <a:ext cx="3049200" cy="900000"/>
          </a:xfrm>
          <a:prstGeom prst="rect">
            <a:avLst/>
          </a:prstGeom>
          <a:solidFill>
            <a:srgbClr val="FFAC81"/>
          </a:solidFill>
          <a:ln>
            <a:solidFill>
              <a:srgbClr val="FFAC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ángulo 10">
            <a:hlinkClick r:id="rId4" action="ppaction://hlinksldjump"/>
            <a:extLst>
              <a:ext uri="{FF2B5EF4-FFF2-40B4-BE49-F238E27FC236}">
                <a16:creationId xmlns:a16="http://schemas.microsoft.com/office/drawing/2014/main" id="{8A6DAF63-05AE-4079-C6BF-A3B2CD1DBF7F}"/>
              </a:ext>
            </a:extLst>
          </p:cNvPr>
          <p:cNvSpPr/>
          <p:nvPr/>
        </p:nvSpPr>
        <p:spPr>
          <a:xfrm>
            <a:off x="9145200" y="5590903"/>
            <a:ext cx="3049200" cy="1260000"/>
          </a:xfrm>
          <a:prstGeom prst="rect">
            <a:avLst/>
          </a:prstGeom>
          <a:solidFill>
            <a:srgbClr val="FF7C3B"/>
          </a:solidFill>
          <a:ln>
            <a:solidFill>
              <a:srgbClr val="FFAC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ángulo 11">
            <a:hlinkClick r:id="rId5" action="ppaction://hlinksldjump"/>
            <a:extLst>
              <a:ext uri="{FF2B5EF4-FFF2-40B4-BE49-F238E27FC236}">
                <a16:creationId xmlns:a16="http://schemas.microsoft.com/office/drawing/2014/main" id="{31364AC1-BD47-DD81-FB41-04FF2F6BD606}"/>
              </a:ext>
            </a:extLst>
          </p:cNvPr>
          <p:cNvSpPr/>
          <p:nvPr/>
        </p:nvSpPr>
        <p:spPr>
          <a:xfrm>
            <a:off x="6096000" y="5950903"/>
            <a:ext cx="3049200" cy="900000"/>
          </a:xfrm>
          <a:prstGeom prst="rect">
            <a:avLst/>
          </a:prstGeom>
          <a:solidFill>
            <a:srgbClr val="FFAC81"/>
          </a:solidFill>
          <a:ln>
            <a:solidFill>
              <a:srgbClr val="FFAC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ráfico 17" descr="Crucero con relleno sólido">
            <a:hlinkClick r:id="rId3" action="ppaction://hlinksldjump"/>
            <a:extLst>
              <a:ext uri="{FF2B5EF4-FFF2-40B4-BE49-F238E27FC236}">
                <a16:creationId xmlns:a16="http://schemas.microsoft.com/office/drawing/2014/main" id="{DD105EE0-99A6-B158-71F2-EFC029E0E21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281630" y="5950903"/>
            <a:ext cx="540000" cy="540000"/>
          </a:xfrm>
          <a:prstGeom prst="rect">
            <a:avLst/>
          </a:prstGeom>
        </p:spPr>
      </p:pic>
      <p:pic>
        <p:nvPicPr>
          <p:cNvPr id="20" name="Gráfico 19" descr="Avión con relleno sólido">
            <a:hlinkClick r:id="rId5" action="ppaction://hlinksldjump"/>
            <a:extLst>
              <a:ext uri="{FF2B5EF4-FFF2-40B4-BE49-F238E27FC236}">
                <a16:creationId xmlns:a16="http://schemas.microsoft.com/office/drawing/2014/main" id="{EFCCB66F-C5E4-30C4-F233-A04FB6A61DD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5400000">
            <a:off x="7355154" y="5993067"/>
            <a:ext cx="540000" cy="540000"/>
          </a:xfrm>
          <a:prstGeom prst="rect">
            <a:avLst/>
          </a:prstGeom>
        </p:spPr>
      </p:pic>
      <p:pic>
        <p:nvPicPr>
          <p:cNvPr id="22" name="Gráfico 21" descr="Casa con relleno sólido">
            <a:hlinkClick r:id="rId2" action="ppaction://hlinksldjump"/>
            <a:extLst>
              <a:ext uri="{FF2B5EF4-FFF2-40B4-BE49-F238E27FC236}">
                <a16:creationId xmlns:a16="http://schemas.microsoft.com/office/drawing/2014/main" id="{84D71A94-7553-CA03-47BA-5D69F897103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64600" y="5901231"/>
            <a:ext cx="540000" cy="540000"/>
          </a:xfrm>
          <a:prstGeom prst="rect">
            <a:avLst/>
          </a:prstGeom>
        </p:spPr>
      </p:pic>
      <p:pic>
        <p:nvPicPr>
          <p:cNvPr id="24" name="Imagen 23" descr="Forma&#10;&#10;Descripción generada automáticamente con confianza baja">
            <a:hlinkClick r:id="rId4" action="ppaction://hlinksldjump"/>
            <a:extLst>
              <a:ext uri="{FF2B5EF4-FFF2-40B4-BE49-F238E27FC236}">
                <a16:creationId xmlns:a16="http://schemas.microsoft.com/office/drawing/2014/main" id="{A4B6DC86-FC9A-A7A2-E17C-763E1E84DB5F}"/>
              </a:ext>
            </a:extLst>
          </p:cNvPr>
          <p:cNvPicPr>
            <a:picLocks noChangeAspect="1"/>
          </p:cNvPicPr>
          <p:nvPr/>
        </p:nvPicPr>
        <p:blipFill>
          <a:blip r:embed="rId12">
            <a:duotone>
              <a:prstClr val="black"/>
              <a:schemeClr val="bg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25534" y="5635121"/>
            <a:ext cx="720000" cy="72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Rectángulo 24">
            <a:extLst>
              <a:ext uri="{FF2B5EF4-FFF2-40B4-BE49-F238E27FC236}">
                <a16:creationId xmlns:a16="http://schemas.microsoft.com/office/drawing/2014/main" id="{BA593052-A6C6-CF98-7781-B41754E2A3B2}"/>
              </a:ext>
            </a:extLst>
          </p:cNvPr>
          <p:cNvSpPr/>
          <p:nvPr/>
        </p:nvSpPr>
        <p:spPr>
          <a:xfrm>
            <a:off x="910258" y="6360242"/>
            <a:ext cx="1048684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0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Inicio</a:t>
            </a: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D51AF753-2AB7-7F4D-3034-31C5D967AB2A}"/>
              </a:ext>
            </a:extLst>
          </p:cNvPr>
          <p:cNvSpPr/>
          <p:nvPr/>
        </p:nvSpPr>
        <p:spPr>
          <a:xfrm>
            <a:off x="3969075" y="6395042"/>
            <a:ext cx="1039067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0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Barco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11D8E404-AFF0-64B8-B618-CF81E0AA8042}"/>
              </a:ext>
            </a:extLst>
          </p:cNvPr>
          <p:cNvSpPr/>
          <p:nvPr/>
        </p:nvSpPr>
        <p:spPr>
          <a:xfrm>
            <a:off x="7105876" y="6437885"/>
            <a:ext cx="1029449" cy="40011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0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Avión</a:t>
            </a:r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7AB31E83-A185-4B64-9D6E-297FE2EF117D}"/>
              </a:ext>
            </a:extLst>
          </p:cNvPr>
          <p:cNvSpPr/>
          <p:nvPr/>
        </p:nvSpPr>
        <p:spPr>
          <a:xfrm>
            <a:off x="10211686" y="6220903"/>
            <a:ext cx="947695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800" b="1" cap="none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Bus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C7B47761-5AC2-0235-DE1F-D2AEB3019A18}"/>
              </a:ext>
            </a:extLst>
          </p:cNvPr>
          <p:cNvSpPr/>
          <p:nvPr/>
        </p:nvSpPr>
        <p:spPr>
          <a:xfrm>
            <a:off x="0" y="0"/>
            <a:ext cx="12192000" cy="630000"/>
          </a:xfrm>
          <a:prstGeom prst="rect">
            <a:avLst/>
          </a:prstGeom>
          <a:solidFill>
            <a:srgbClr val="FF7C3B"/>
          </a:solidFill>
          <a:ln>
            <a:solidFill>
              <a:srgbClr val="FFAC8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5530D385-16AF-B8EB-FBF3-2F3F45FF6F56}"/>
              </a:ext>
            </a:extLst>
          </p:cNvPr>
          <p:cNvSpPr/>
          <p:nvPr/>
        </p:nvSpPr>
        <p:spPr>
          <a:xfrm>
            <a:off x="3303428" y="52075"/>
            <a:ext cx="5585183" cy="5232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28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  <a:latin typeface="Verdana" panose="020B0604030504040204" pitchFamily="34" charset="0"/>
                <a:ea typeface="Verdana" panose="020B0604030504040204" pitchFamily="34" charset="0"/>
              </a:rPr>
              <a:t>En ruta hasta tu descanso</a:t>
            </a:r>
            <a:endParaRPr lang="es-ES" sz="2800" b="1" cap="none" spc="50" dirty="0">
              <a:ln w="0"/>
              <a:solidFill>
                <a:schemeClr val="bg2"/>
              </a:solidFill>
              <a:effectLst>
                <a:innerShdw blurRad="63500" dist="50800" dir="13500000">
                  <a:srgbClr val="000000">
                    <a:alpha val="50000"/>
                  </a:srgbClr>
                </a:innerShdw>
              </a:effectLst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2E752983-B431-88CB-95DC-03EF305F0B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4253925"/>
              </p:ext>
            </p:extLst>
          </p:nvPr>
        </p:nvGraphicFramePr>
        <p:xfrm>
          <a:off x="2083687" y="1735666"/>
          <a:ext cx="8127999" cy="11125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3676030570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75881351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20741308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Bus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Salida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NI" dirty="0"/>
                        <a:t>Llegada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17847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63153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653916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84691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5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FFF1004-D44F-419A-8B49-6BEBDB06E688}">
  <we:reference id="wa200005566" version="3.0.0.2" store="es-ES" storeType="OMEX"/>
  <we:alternateReferences>
    <we:reference id="WA200005566" version="3.0.0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335</TotalTime>
  <Words>222</Words>
  <Application>Microsoft Office PowerPoint</Application>
  <PresentationFormat>Panorámica</PresentationFormat>
  <Paragraphs>27</Paragraphs>
  <Slides>4</Slides>
  <Notes>0</Notes>
  <HiddenSlides>0</HiddenSlides>
  <MMClips>1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Verdana</vt:lpstr>
      <vt:lpstr>Tema de Office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Guillermo AntonioAguirre</dc:creator>
  <cp:lastModifiedBy>Guillermo AntonioAguirre</cp:lastModifiedBy>
  <cp:revision>2</cp:revision>
  <dcterms:created xsi:type="dcterms:W3CDTF">2024-11-03T14:19:38Z</dcterms:created>
  <dcterms:modified xsi:type="dcterms:W3CDTF">2024-11-10T16:39:51Z</dcterms:modified>
</cp:coreProperties>
</file>