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753EF-F5B7-4EEC-A2F8-9DEB199D1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59A6D0-FD39-4615-893D-8649BB8C5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91BF54-013B-4495-A1E7-BC5A85E45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C95FB-478B-4112-BD07-A16891F2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FFA0A8-41C3-47D4-AA39-71492BF0D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4140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9A21E-E732-4125-89AF-B4E06F90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EF731-3B12-4305-A590-2BE78C6F2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6185FE-08B1-4C25-B8F8-D5971145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31B3D1-0204-4396-B4D2-E5FF5F1D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B541A3-0969-462D-888D-BC55D576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1090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9626C-4FC2-4B78-8123-8B677074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4EBB52-CA78-4008-88ED-C9F10EF08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43C0E6-164C-414B-B6ED-293B4926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ADC6A2-8A3B-4730-AC09-5FEE1DA4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A1E02E-E4F4-4DC5-8B52-8CF9EA8F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2425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BB71C-1E0D-4210-AA52-0C69350B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65C986-21D4-428D-9EF8-EEF4706A9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5A853B-6730-4F31-B5AA-BD2362203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ABFA7F-95D8-42D1-9171-DA8A2C97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CF46BB-2786-4620-9FB7-979036F6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DAEA4E-8FF9-44BB-866B-4FBDF909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8195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E245D-6386-4461-9880-3472F630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CD1B2-1126-4B33-9868-9956AAEED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780CC7-5E34-4B8F-83C3-EF3890066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D2EA40-C1F4-4739-8938-08B6BA2BE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179633-F44C-4F88-A63A-670F8A5FB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05023B-31B6-4876-AB0B-D8EB2FFF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198AA5-A227-4C6F-9391-3B26F059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5D4845-3B16-451A-89B8-986A9B4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21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FD91C-9D09-4B56-81D2-8F841D58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4FF37CF-53EB-4FB4-A125-FA839B83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CC8899-93B2-4E2F-BE81-99052512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75DB885-2AC0-4D72-8556-67F554CD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9104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B4633B-FA5B-4F44-8B7E-9167F32E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5CE8BA-19A2-4212-8298-E4D1B502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1563C4-333E-4D6F-93CE-FE664175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6810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15357-BDA5-4DE8-B307-80632786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5A080D-1B26-4BC2-ABCF-0466FF5A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7A0500-C154-46A5-8FEA-C5386D7B7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C45678-244B-4CFD-B4CB-1F9623505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E65829-27AA-42EA-A795-327B9CFB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0172DE-B790-4F7B-89B8-3F8CC9CE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4838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E6ADD-76C5-48FC-8ADF-7BFDE9E7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6972A12-BC79-43F4-955D-652F188C4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360E4A-E93D-4564-B885-FF6EF5410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EF7EC1-3EC0-4320-80E4-8E2BE04B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198CC3-0C8D-4275-B6F1-DDC2667F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396CDE-3E43-40EA-A882-B72F1DEF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4639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6A16C-88B8-44D9-BB7A-825B332F5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B25482-5175-4C89-8E17-C2D116F83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90F819-60E8-4A45-85B5-D3207A94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230EB-304D-4851-988A-364DAE9C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82F3B-0F66-4F5F-831B-FAFA6203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8369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95BE83-283B-49CC-AD1E-A3036A341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1ABCB9-E519-4924-9070-3F2F631F7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EA7AB-4E1E-4574-A007-72254E80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C65EED-897B-4CC1-9C4D-1803A132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336858-474A-42F8-9E70-FA92CB3E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8722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38DD0B-235B-4442-A4E7-7EA03F98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AAFA77-A153-4371-B15C-72C156C6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EDD5E8-26A7-4D89-8DA8-BCFBD6BF7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ACA50-9371-4670-BBD1-1079331987AA}" type="datetimeFigureOut">
              <a:rPr lang="es-NI" smtClean="0"/>
              <a:t>6/9/2021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A4291A-1D3F-4E4D-9C76-CD65E1D2E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E005A-C0AB-453C-B7F4-23ED0C3C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1BBE1-2D01-4581-8652-891D1E9E73B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8620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B7AD75-928C-4F9B-8353-24CFFDF71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87" y="1061883"/>
            <a:ext cx="9365225" cy="535970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234913" y="130211"/>
            <a:ext cx="1162247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diferencia de cuadrados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76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B7AD75-928C-4F9B-8353-24CFFDF71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6926" y="1061883"/>
            <a:ext cx="8898147" cy="535970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234913" y="130211"/>
            <a:ext cx="1162247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diferencia de cuadrados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588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1437906" y="130211"/>
            <a:ext cx="92164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Factor común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C5A075-B6C1-4085-B985-F82CE3AC7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060" y="899652"/>
            <a:ext cx="3471863" cy="50162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65A27DA-D943-415D-B6BD-2E1D9FC7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422" y="996610"/>
            <a:ext cx="4140995" cy="486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5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1437906" y="130211"/>
            <a:ext cx="92164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Factor común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9EB5BC-B2E4-450D-A538-90F535580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17" r="23049"/>
          <a:stretch/>
        </p:blipFill>
        <p:spPr>
          <a:xfrm>
            <a:off x="3773569" y="899652"/>
            <a:ext cx="4868986" cy="579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9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609575" y="130211"/>
            <a:ext cx="108731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trinomio de la forma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68B9DD-355F-4E7E-B93A-D797F6A6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26" y="1508329"/>
            <a:ext cx="5602054" cy="44500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88E112-FD5A-4941-95AD-D52302787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190" y="1329812"/>
            <a:ext cx="5011533" cy="517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6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609575" y="130211"/>
            <a:ext cx="108731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trinomio de la forma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CB70AC-3662-4123-A11E-6B93339D3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945" y="1072945"/>
            <a:ext cx="4712110" cy="52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1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609575" y="130211"/>
            <a:ext cx="108731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trinomio de la forma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854D2A-3BBD-44D7-8AAC-845805822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0765" y="1156672"/>
            <a:ext cx="7743695" cy="49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3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609575" y="130211"/>
            <a:ext cx="108731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trinomio de la forma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854D2A-3BBD-44D7-8AAC-845805822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8404" y="1498828"/>
            <a:ext cx="7743695" cy="43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9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988C876-DFED-4935-81F1-3C33F2D277B1}"/>
              </a:ext>
            </a:extLst>
          </p:cNvPr>
          <p:cNvSpPr/>
          <p:nvPr/>
        </p:nvSpPr>
        <p:spPr>
          <a:xfrm>
            <a:off x="609575" y="130211"/>
            <a:ext cx="108731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Limites factorización por trinomio de la forma</a:t>
            </a:r>
            <a:endParaRPr lang="es-E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854D2A-3BBD-44D7-8AAC-845805822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0974" y="1498828"/>
            <a:ext cx="7558555" cy="43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38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57</Words>
  <Application>Microsoft Office PowerPoint</Application>
  <PresentationFormat>Panorámica</PresentationFormat>
  <Paragraphs>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2021-09-06T11:48:58Z</dcterms:created>
  <dcterms:modified xsi:type="dcterms:W3CDTF">2021-09-06T12:52:25Z</dcterms:modified>
</cp:coreProperties>
</file>