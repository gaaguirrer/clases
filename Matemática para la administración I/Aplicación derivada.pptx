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1" r:id="rId6"/>
    <p:sldId id="260" r:id="rId7"/>
    <p:sldId id="262" r:id="rId8"/>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p:scale>
          <a:sx n="184" d="100"/>
          <a:sy n="184" d="100"/>
        </p:scale>
        <p:origin x="-1734" y="-4980"/>
      </p:cViewPr>
      <p:guideLst>
        <p:guide orient="horz" pos="2160"/>
        <p:guide pos="3817"/>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30T19:47:19.522"/>
    </inkml:context>
    <inkml:brush xml:id="br0">
      <inkml:brushProperty name="width" value="0.05292" units="cm"/>
      <inkml:brushProperty name="height" value="0.05292" units="cm"/>
      <inkml:brushProperty name="color" value="#FF0000"/>
    </inkml:brush>
  </inkml:definitions>
  <inkml:trace contextRef="#ctx0" brushRef="#br0">4564 14808 0,'0'149'172,"0"-99"-172,-25 49 31,0-49-15,25-26-1,0 26 16,0 24 16,0-49-47,0 0 32,25 0-17,0-25-15,25 0 31,148 0-15,-123-25 31</inkml:trace>
  <inkml:trace contextRef="#ctx0" brushRef="#br0" timeOffset="919.52">4961 14858 0,'0'-25'16,"0"75"15,0-25-15,0-1-16,0 1 15,0 0 1,0 0-16,0 0 16,0-1-1,0 51 16,0-26-31,0 1 32,0-25-32,0 74 31,0-49-31,0-25 16,0 24-1,0-24 1,0 0 15,0 0-15,0-1 62</inkml:trace>
  <inkml:trace contextRef="#ctx0" brushRef="#br0" timeOffset="1766.77">4415 15726 0,'0'0'0,"25"0"16,49 0 0,-24 0-16,-25 0 15,49 0 17,-49 0-32,25 0 0,-26 0 31,26 0-31,-25 0 31,0 0-31,0 0 0,49 0 31,75 0 1,-75 0 14,-49 0 126,0 0-172</inkml:trace>
  <inkml:trace contextRef="#ctx0" brushRef="#br0" timeOffset="3174.76">4663 16073 0,'0'-24'16,"0"-1"15,25 0-16,25 25 1,-1-25 0,51 25 46,-76 0-46,-24 25-1,25 49 48,-25-49-63,0 0 16,0 0-16,-25 0 15,1-1 32,24 1 31,24-25-62,26 0-1,24 0-15,-24 0 0,74 50 32,-99-25-32,-25-1 15,49 1 1,-24 75 15,-25 48 16,-25-123-47,1 0 16,-26-25-16,-49 25 31,74 0-31,0-25 31,0 0-31,1 0 16,-1 0-1,-25 0 1,25 0 0,1 0-1,-1 0 1</inkml:trace>
  <inkml:trace contextRef="#ctx0" brushRef="#br0" timeOffset="13079.68">5655 14858 0,'0'0'0,"25"0"31,0 0-15,25 25 15,-1 0-31,-49 24 16,25-24 0,99 248 30,-99-248-46,-25-1 16,50 51 0,-26-50-1,1 24 1,0-49 0,-25 25-1,25-25 32</inkml:trace>
  <inkml:trace contextRef="#ctx0" brushRef="#br0" timeOffset="13671.54">5879 15478 0,'0'0'16,"49"-25"-16,1-24 15,-25 24-15,0-25 16,-25 25-16,49-198 47,-49 174-32,0-1-15,0 0 16,0 26 15,0-1-15,0 0-1</inkml:trace>
  <inkml:trace contextRef="#ctx0" brushRef="#br0" timeOffset="15063.92">6152 14461 0,'24'0'125,"1"0"-125,0 0 16,25 0 0,-26 0-16,26 25 0,-25-25 15,24 25 17,-49 0 14,0 24-30,-24-24 0,24 0-16,-25 0 15,0-25 1,0 0 0,25 24 155,25 1-155,49-25 0,-74 25-1,25 0 17,0 0-1,-25-1-16,0 1 48,0 0-63,-25 0 47,-24-25-16,24 0-15,0 0-1,-25 0 32</inkml:trace>
  <inkml:trace contextRef="#ctx0" brushRef="#br0" timeOffset="17824.09">6350 14387 0,'0'-25'188,"0"0"-173,0 0 16,0-24-15,-25 49 0,25-50 15,-25 25-31,1 0 16,-1 25-1,0-24 1,-25-26 15,26 25-15,-1 25-1,-74-49 32,74 49-31,-25 0-16,25-25 15,-24 25 17,-1-25-32,-74 25 47,99 0-47,-24 0 15,24 0-15,-25 0 16,-24 0-1,49 0-15,0 0 0,-49 0 32,49 0-32,0 0 0,0 0 15,-49 0 17,49 0-1,0 0-16,1 0-15,-26 25 16,-49-25 15,74 0-31,-25 0 16,-24 0 0,24 0-16,-123 0 31,123 0-31,0 0 15,-74 0 1,75 0-16,24 0 16,-25 0-1,26 25 32,-1-1-16,-25-24-31,25 25 16,1-25 0,-1 25-1,0-25-15,0 25 32,-24-25-17,24 25 1,0-25-16,0 24 0,-24 1 31,24 25-15,0-50 15,-25 74 16,50-49-32,0 0 1</inkml:trace>
  <inkml:trace contextRef="#ctx0" brushRef="#br0" timeOffset="18983.57">3522 14238 0,'25'0'78,"0"0"-78,0 0 15,-25 25-15,0-1 16,74 76 15,-49-51-15,-25-24 0,0 0-1,0 0-15,25 24 16,0-24 15,-1 0-31,-24 0 16,75-25 15,98 0 16,-148 0-32,0-25 1,0 25 0,-25-25-1,0-24 1,0-1 46</inkml:trace>
  <inkml:trace contextRef="#ctx0" brushRef="#br0" timeOffset="24567.22">5556 15379 0,'-25'0'141,"25"50"-126,0-1 1,0 1-16,25-25 0,-25 49 31,0-49-15,0 0 0,0-1-1,25 1 1,-25 0 62,25-25-62,0 25 15,-1-25 16,-24 25-16,174-25 16,-149 0-47,0 0 15,223 0 32,-223 0-47,-1 0 16,125 0 15,-124 0-31,49 0 16,-49 0-1,0 0 1,0 0 15,0 0 126,-25-25-142,0 0-15,0-49 31,0 24-31,0 0 0,0-24 32,0 24-32,0 26 0</inkml:trace>
  <inkml:trace contextRef="#ctx0" brushRef="#br0" timeOffset="27447.7">7565 14089 0,'0'25'63,"0"0"-47,0 49-16,0-24 31,25-1-31,-25 100 31,0-124-15,0 99-1,0-74-15,0-1 16,0 100 0,0-25-16,0-74 15,-49 123 1,49-98-16,-25 49 15,-25 99 1,25-149 0,25 1-16,-24 74 31,24 322 16,0-397-47,0-24 15,0 0-15,0 74 32,0-75-32,0 1 0,0 99 31,0-100-31,0 1 16,0 24-1,0-49-15,0 25 16,-25-1-1,25-24 1,0 0 31</inkml:trace>
  <inkml:trace contextRef="#ctx0" brushRef="#br0" timeOffset="28583.81">8037 14511 0,'0'49'78,"0"-24"-78,0 0 15,0 49 1,0-49 0,0 0-16,25 74 31,-25-74-31,49 124 47,-24-124-47,-25-1 15,25-24 63,0 0-62,-1 25-16,26-25 16,-25 0-1,24 0-15,-24 0 16,25 0-16,74 0 47</inkml:trace>
  <inkml:trace contextRef="#ctx0" brushRef="#br0" timeOffset="29271.51">8458 14635 0,'0'49'63,"0"1"-48,0-25-15,0 49 32,0-24-32,0-1 0,0 100 31,0-99-31,0-1 16,0 1-1,0 124 16,25-125-31,-25-24 47</inkml:trace>
  <inkml:trace contextRef="#ctx0" brushRef="#br0" timeOffset="30111.36">7888 15478 0,'25'25'16,"24"-25"-1,1 0 1,0 0-16,49 0 15,-74 0 1,49 0-16,0 0 16,-24 0-1,124 0 17,-125 0-32,26 0 31,-1 0 0,0 0 16,-49 0-31,0 0 15,25 0-31,-26 0 0,76 0 15,-75 0 1,49 0 0,-49 0-1,-25 25 95</inkml:trace>
  <inkml:trace contextRef="#ctx0" brushRef="#br0" timeOffset="31406.25">8210 16024 0,'50'-25'0,"24"25"31,-49-25-31,74 25 31,-74 0-15,0 0-16,0 0 16,49 0 15,1 25 16,-51 0-32,-24 0-15,-24 74 32,-1-74-17,0-1 1,0 1 0,0 0-16,1-25 31,-1 25-31,25 0 78,49-1-62,-24-24-1,25 25-15,-1 0 16,-24 0-1,0-25-15,25 50 32,-50-26-32,0 26 31,0-25-15,0 0 30,-25-25-46,0 0 16,0 24 0,0-24-1,-24 25 1,24-25 0,0 0 15,0 0-16,1 0 1,-51 0 15,26 0-15,-1-25 0</inkml:trace>
  <inkml:trace contextRef="#ctx0" brushRef="#br0" timeOffset="34255.29">9723 14412 0,'25'0'63,"-25"24"-48,-25 51 1,1-1-16,-1-24 16,25-1-16,-50 26 31,50-50-31,0-1 0,0 150 47,0-100-47,0-49 15,0 0 1,0 49 0,0-49-16,0 0 15,0 124 1,-25-75-1,1-24 1,24 148 15,0-148-31,0 0 16,0-1-16,0 75 16,24-99-1,-24 0-15,25 24 31,-25-24-31,25-25 0,0 50 32,0 24-17,24 1 48,1-51-63,-50 26 31,25-50-31,-25 25 16,24 0-1,1-25-15,149 124 63,-149-99-48,0-25-15,24 0 32,-24 0 30,25 24-46,-1-24 31,-49 25-32</inkml:trace>
  <inkml:trace contextRef="#ctx0" brushRef="#br0" timeOffset="37222.78">6251 14461 0,'0'-25'93,"0"1"-77,0-1 15,0 0-15,-25 0-1,0-49-15,25 49 16,-25 0 0,1 0 15,-1 0-31,0 1 16,25-1-1,-25 25-15,-99-25 63,99 25-63,1 0 15,-1 0 1,0 0 0,0 0-16,0 0 15,25 50 1,-25-26-1,25 1 1,0 0-16,-24 25 16,24-1-1,-25-49 1,25 25 0,0 0-1,-25-25 1,25 25-16,-25 0 15,0 24 17,1-24-32,24 0 31,-25 0-15,0 49 30,25-49-30,0 0-16,0-1 47,0 1 15</inkml:trace>
  <inkml:trace contextRef="#ctx0" brushRef="#br0" timeOffset="38088.35">5407 14387 0,'0'25'15,"25"49"1,-25-49 0,50 24-16,24 75 31,-74-99-31,50 74 31,-50-74-31,25-25 0,-25 25 16,24-25-1,26 74 32,-25-49-31,0-25 15,-1 0-31,76 0 16,-75-25-1,24 1 1,-24 24 47,-25-50-48,0 25 1,0 0-16,0 1 15,0-1 1,0 0-16,0 0 109</inkml:trace>
  <inkml:trace contextRef="#ctx0" brushRef="#br0" timeOffset="40631.94">9971 15081 0,'50'0'110,"0"0"-95,-25 0-15,-1 0 16,26 0 0,-25 0-16,0 0 62,-1 25-15,1 0-31,-25 0-1,25-1-15,-25 26 32,0-25-32,0 0 15,-50 99 32,26-99-47,-1-25 16,-25 24-16,25 1 47,-24-25-47,49 25 15,-25-25 1,0 0 15,0 0 32,25 25-17,50 0-30,0-25 0,-26 0-16,1 0 15,50 24 32,-51 1-47,76 25 63,-51-25-48,-49-1 17,0 1 14,0 25-30,0-25 0,-25-1-16,1-24 31,-1 0-15,-50 25-1,-24-25 48,74 0-32</inkml:trace>
  <inkml:trace contextRef="#ctx0" brushRef="#br0" timeOffset="42046.43">10815 15478 0</inkml:trace>
  <inkml:trace contextRef="#ctx0" brushRef="#br0" timeOffset="43600.45">11063 14585 0,'0'50'157,"0"-1"-142,0-24-15,-25 25 32,0-1-32,25-24 15,-25 25 1,1 74 15,-1-75-31,25 1 31,0-25-31,0 0 16,0 49 0,0-49-16,0 0 15,0-1 1,0 26-16,25 149 62,-25-175-46,0 1-16,0 25 16,0-25-1,24 24-15,1 1 31,-25-25-31,0-1 0,25 51 32,0-75-32,-25 25 15,25 24 1,24 1 15,75 74 16,-74-99-31,-25-1 46,0 1 1,-1 0-48,1-25 1,0 25 31</inkml:trace>
  <inkml:trace contextRef="#ctx0" brushRef="#br0" timeOffset="45855.34">11485 15106 0,'24'0'63,"26"0"-63,-50 25 15,50 24 1,-26-49-16,1 25 16,25 25-1,-25-25 1,24-1-1,-49 1-15,50-25 16,-25 25 15,-25 0-31,24 0 16,1-25 15,25 49 0,-50-24-15,25-25-16,-25 25 16,24 0-1,-24 0-15,25-1 32,0 1 14,-25 0 95,-25-25-125</inkml:trace>
  <inkml:trace contextRef="#ctx0" brushRef="#br0" timeOffset="46567.09">11509 15701 0,'0'0'0,"25"-24"0,0-1 16,-25 0-1,25 0 1,-25 0-16,49-123 47,-49 98-47,50-25 16,0-24 15,-26 50-31,51-51 31,-50 100-31,-1-49 16,-24 24-1,0 0 1</inkml:trace>
  <inkml:trace contextRef="#ctx0" brushRef="#br0" timeOffset="50719.71">11881 14660 0,'25'0'16,"0"-25"-16,0 25 31,0 0-15,-1 0 15,1 0-15,50 0 31,-51 0-32,26 0 17,-50 25-1,0 24-16,-74 26 32,24-51-31,25 1 0,50-25 140,0 0-141,0 0 1,-1 0 0,1 0-16,0 0 31,0 0 16,49 25-32,-49-25 1,-25 25 0,25-25 46,-25 49-31,-25-24 1,0-25-32,1 25 31,-1 0-31,0-25 78,0 0-47,0 0 47</inkml:trace>
  <inkml:trace contextRef="#ctx0" brushRef="#br0" timeOffset="51631.54">12452 14784 0,'25'0'125,"24"0"-109,-24 0-1,50 0 17,-51 0 186,1 0-202</inkml:trace>
  <inkml:trace contextRef="#ctx0" brushRef="#br0" timeOffset="52478.8">12849 14560 0,'25'0'94,"-25"25"-79,24 0 17,-24 0-32,0 0 0,0-1 31,0 1-31,0 25 31,0-25-31,0-1 16,0 1-1,0 0 1,50 25 31,-50-26-16</inkml:trace>
  <inkml:trace contextRef="#ctx0" brushRef="#br0" timeOffset="53720.16">13097 14486 0,'0'50'125,"25"-26"-125,-1 26 16,1 0-16,75 74 46,-100-75-46,49-24 0,-49 0 16,50 99 15,-25-124-31,-25 25 0,0 24 32,0 50-17,0-74 1,0 99 31,0 25-16,0-124-15,-75 49-1,75-49-15,-49 74 31,-76 25 16,101-99-31,24 0-16,-50 25 31,25-50-31,25 24 0,-25 1 31,-49 25 1,24-50 15,26 0-16</inkml:trace>
  <inkml:trace contextRef="#ctx0" brushRef="#br0" timeOffset="55183.35">13419 14139 0,'0'24'94,"50"51"-79,-50-50-15,74 74 16,-24-49 0,-25-1-16,24 1 15,75 198 17,-99-199-32,-25 26 15,50 74 16,-50-100-31,0-24 16,0 49 0,0-49-1,0 0-15,0 49 16,0-49 0,0 0-16,0 25 15,0 99 16,0-100-31,0-24 16,0 0-16,0 148 47,0-123-47,0-25 16,0 0-16,0 24 15,-25 150 16,25-175-15,-25 26-16,0-25 16,-24 74-1,24-49-15,0-25 16,0 24 0,1-24-16,-1 25 15,0-26 16,25 1 16,-25 0-31,-49 0 0,-125 24 46,150-49-46,24 25-1,0-25 1,0 0 125,0 0-110</inkml:trace>
  <inkml:trace contextRef="#ctx0" brushRef="#br0" timeOffset="71263.36">10418 14486 0,'0'25'94,"0"0"-94,0-1 15,0 1-15,-25 149 47,0-149-31,25-1-16,0 26 16,-49 49-1,24-74-15,-25 25 16,-24 74-1,49-75-15,-74 125 32,49-75-32,25-49 15,1 24 1,24-24 0</inkml:trace>
  <inkml:trace contextRef="#ctx0" brushRef="#br0" timeOffset="72334.96">9178 15801 0,'0'-25'62,"-50"50"-46,25-25 0,1 24-16,-26 26 15,-49 24 1,-1 100 15,76-124-31,-1-1 0,0 1 16,0 24-1,0-24-15,1-25 16,24 0 15,0-1-31,-25 1 32,0-25-32,25 25 15,-25-25 1,0 50 15,25-26 0,0 1 1,-24-25-17,-1 25 126,0-25-110</inkml:trace>
  <inkml:trace contextRef="#ctx0" brushRef="#br0" timeOffset="86216.34">1587 12898 0,'0'50'109,"0"0"-109,0 24 16,0-24-16,0-26 15,0 76 1,0-75-16,0 24 15,0 1 1,0-1 0,25 1-1,-25 24 48,0-49-48,50 50 32,-50-26-47,0-24 16,0 25 0,0-26 15,0 26 31,25-50-62,-25 25 0,0 0 63,25 24-48,-25-24 17,24 25-17,1-26 1,-25 1 31,50 0-16,-25-25 125,24 0-156,1 0 16,74 0 15,-50 0-31,-24 0 0,173 0 31,-173 0-15,-26 0-16,51 0 16,24 0 15,-74 0-31,273 0 31,74 74 32,-323-74-63,1 0 15,24 0 1,75 0 15,50 0 0,-75 0-15,-100 0-16,150 0 47,-100 0-31,100 0 15,0 0-16,123 50 17,199-25 15,-421-25-32,-26 0-15,26 0 16,-50 0-1,49 0 1,75-25 31,-124 25-47,0 0 16,148 0-1,-123 0 1,24 0-16,348 0 47,-323 0-32,0 0-15,1 0 16,73 0 0,26-50 46,123 50-46,-198 0-1,645 0 32,-719 0-31,-1 0-16,26-24 15,123-51 32,-148 50-47,-26 25 16,1 0 0,-25-24 15,50 24-16,0-25 1,-26 0 0,1 25-16,25-25 31,-25 25-31,24-25 16,1 1-1,24-1 16,-49 0 32,-25 0-32,0 0-31,0-24 16,0 24-16,0-25 15,0-198 32,0 199-47,0-1 0,-25 25 16,25 1-16,0-51 31,0 50-31,0-24 16,0-1-1,0 25-15,0-24 16,0 24 0,0 0 15,-25-49 0,25 49 0,0 0 1,0 0-17,0 0 1,0 1 15,-24-1 63,-26 0-78,25 25-1,0-25-15,1 25 16,-26 0-1,-24-25-15,-1 25 16,25 0 15,-24 0-31,24 0 0,-24 0 16,49 0 0,-24 0-16,-1 0 31,0 0-31,1 0 0,-373-49 47,298 24-47,-124-25 31,124 26-31,-322 24 62,346 0-46,26 0 0,24 0-16,-123 0 31,73 0-31,-148 0 31,174 0-31,-447 0 47,422 0-31,24 0-16,-371 0 47,396 0-32,1 0-15,-1 24 16,1-24-1,-1 0-15,25 0 16,-198 75 31,198-75-47,-99 0 16,74 0-1,-346 0 32,172 0-16,-73 74 1,98-49-1,-24 25 16,173-26-47,26 1 15,-100-25 1,99 0 0,-99 0 15,74 0-31,1 0 0,-51 50 31,51-25-31,24-25 0,-25 0 31,25 0-31,1 24 0,-1-24 47,0 0-31,0 25-16,-24 0 31,24-25-15,-25 0-16,-49 0 15,49 0 1,1 0-16,-50 0 31,74 0-31,-25 0 31,25 0-31,1 0 0,-26 0 32,25 0-17,0 0 1,1 0 15,-1 0-15,0 0-1,-25 0 17,25 0-32,1 0 15,-1 0 32</inkml:trace>
  <inkml:trace contextRef="#ctx0" brushRef="#br0" timeOffset="148238.49">14163 7317 0,'50'0'109,"0"0"-93,-1 0-16,51 25 31,-26-25-31,-49 0 0,272 75 47,-247-75-32,0 0 1,-26 0-16,100 0 16,-99 0-1,0 0-15,49 0 16,-49 0 0,0 0-16,49 0 15,-49 0 1,0 0-1,25 0 1,-25 0-16,24 0 0,199-25 47,-198 25-31,-1 0-16,1 0 15,0 0 1,-1 0-16,1 0 0,99 0 31,-75 0-31,-24 0 16,24 0-1,-24 0 1,49 0 0,-74 0-1,0 0-15,-1 0 16,76 0 15,-26 0-31,-49 0 16,49 0-16,100 0 31,-75 0-31,-25 0 0,150 0 31,-150 0-31,174 0 31,-173 0-31,-1 0 16,100-50 0,24 25 15,75-49 16,-223 74-32,24 0 17,0 0-32,1 0 15,371 0 17,-74 0-1,-272 0-31,197 0 31,-173 0 16,-99 0-31,0-25-1,0 25-15,123 0 47,-98 0-47,-25 0 16,24 0-16,51 0 31,-51 0-31,199 0 31,-148 0-31,-26 0 0,50 0 31,-74 0-31,-1 0 16,50 0 0,-74 0-1,25 0 1,-25 0 0,-1 0-16,1 0 15,0 0 1,25 0-1,-1 0-15,199 0 32,248 0 30,-446 0-62,124 0 31,-125 0-31,1 0 16,24 0 0,-49 0-1,25 0-15,-1 0 32,-24 0-32,149 0 62,-149 0-62,24 0 0,100 0 31,322 0 16,-421 0-31,-25 0-16,24 0 15,26 0 1,-50 0-16,24 0 16,125 0-1,-125 0 1,1 0-16,0 0 16,-1 0-16,174 0 31,274 75 16,-423-51-32,-24-24-15,198 25 32,-199-25-17,50 0 1,-49 0-16,-25 0 15,49 0 1,199 0 31,0 0-16,-149 0 0,0 0-15,-50 0-16,1 0 0,74 0 31,-75 0-31,-49 0 0,49 0 47,-49 0-31,25 0-1,-25 0 1,-1 0 0,1 0-16,25 0 15,-25 0 1,24 0-16,125 0 31,-125 0-31,26 0 16,-50 0-16,24 0 15,26 0 17</inkml:trace>
  <inkml:trace contextRef="#ctx0" brushRef="#br0" timeOffset="186999.57">21109 10914 0,'0'-25'157</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30T20:22:03.814"/>
    </inkml:context>
    <inkml:brush xml:id="br0">
      <inkml:brushProperty name="width" value="0.05292" units="cm"/>
      <inkml:brushProperty name="height" value="0.05292" units="cm"/>
      <inkml:brushProperty name="color" value="#FF0000"/>
    </inkml:brush>
  </inkml:definitions>
  <inkml:trace contextRef="#ctx0" brushRef="#br0">14188 11559 0,'25'-25'141,"0"0"-125,0 1-16,24-26 15,26-49 1,-50 49-16,24-24 16,50-50 15,-74 49-31,0 50 0,25-24 15,-1-50 1,-24 49 0,0 0-16,74-222 47,-99 222-47,0-74 15,25 50-15,24-1 16,1-247 15,-25 247-15,0 1-16,49-323 31,-49 273-31,0 25 16,-1-100-1,1 150-15,0-75 31,-25 74-31,0 25 16,0-24 0,25 24-16,-25 0 15,0-74 32,0 49-31,0 25-16,0-99 62,0 100-62,0-1 16,0 0 0,0 0-1,0 0 1,0 1-1,0-26 1,0-99 47,0 124-63,0 0 15,0 1-15,0-26 31,0 25-31,0-24 16,0 24 0,0 0-16,0-25 31,0-24 0,0-50 32,25 99-63,-1 0 31,-24 1-31,25-125 47,-25 124-16,0 0-31,25-24 31,-25 24 1,25 25-17,-25-25-15,25 0 16,-25 0-1,0-24 1,49 24 0,-49-25-1,25 25 17,0 1-32,0-1 31,0 0-31,-1 0 78,1 25-47,0 0-31,0-25 16,0 25-1,-1-24 1,1 24 15,25-25-31,-25 25 32,-1-25-17,1 25 16,0 0 1,-25-25-1,25 25-15,0 0-1,-1 0 1,26-25-16,-50 1 15,74 24 17,1-50 30,-50 50-31,-1 0-31,26 0 32,0 0-17,-1-25 1,-24 25-16,25 0 62,-25-25-46,-1 25 15,1 0-15,0 0 15,0 0 79,0 0-110</inkml:trace>
  <inkml:trace contextRef="#ctx0" brushRef="#br0" timeOffset="1454.9">16421 6226 0,'25'0'188,"24"0"-188,1 0 16,-25 0-16,-1 0 15,76 25 16,-76-25 1,1 25-32,25-1 47,-1-24-47,-49 25 31,50-25-16,-50 25 48,25 0-32,-25 0 32,0-1-16,0 1-47,-25 0 31,0 0 0,0-25 63,-24 25-63,49-1-15,-25-24-1</inkml:trace>
  <inkml:trace contextRef="#ctx0" brushRef="#br0" timeOffset="4335.17">17115 6028 0,'0'24'93,"0"26"-77,0 24-16,0 50 16,0-74-1,0 0-15,0 49 32,0-50-32,0 26 0,0-26 15,0 1 1,0 372 46,0-373-62,0 26 0,0-26 16,-49 274 31,49-274-47,0 26 15,0-1-15,0 199 47,0-198-31,0-26-16,0 1 0,0 99 31,0-100-31,0 1 16,0-25-1,0-1-15,0 26 0,0 124 32,0-125-32,0 1 15,0 49 1,0 199 15,0 272 32,0-495-63,0 148 31,0-173-31,0 49 31,0-50-31,-25 100 31,-25 50 1,50 49-1,-74 273 31,74-447-62,0 174 32,0 273 15,0-422-32,0-49-15,0 24 16,0 224 31,0-249-47,0 26 0,0-26 15,0 75 1,25 50 15,-25-149-15,0 25-16,0-1 0,24 224 47,1-199-47,0-24 15,-25 0-15,0 49 32,0-50-32,0 1 0,0 124 31,0-100-31,0-24 15,0 24 1,0-24-16,0-1 16,0 150 31,0-150-47,0 75 31,0-74-31,0 248 62,0-249-62,0 150 32,0-150-32,0 125 31,0 24 0,0-74 0,0 149 16,0-223-31,0 148 15,0-24 0,0-124-31,0 173 32,0-25 14,0-173-30,0 25-16,0-26 16,0 175 31,0-149-47,25 24 15,0 50 16,-1 124 16,-24-223-31,0 0 0,0-1-1,0-48 173,0-26-173</inkml:trace>
  <inkml:trace contextRef="#ctx0" brushRef="#br0" timeOffset="18470.28">10542 12402 0,'0'-24'110,"0"-1"-110,0 0 15,0 0 1,0 0-1,0 1-15,0-1 16,0-25 0,0 25-1,0-24 17,0 24-32,0 0 125</inkml:trace>
  <inkml:trace contextRef="#ctx0" brushRef="#br0" timeOffset="19926.63">10418 12129 0,'25'0'16,"0"-24"15,-25-1-15,0 0 0,24 25-16,26-74 46,-50 49-46,25 25 16,0-25 0,-25 0-1,0 0 17,24 1-1,1 24 219,-25 49-219,25-49-15,-25 25-1,25 0-15,-25 0 47,0 24 0,25-24 47</inkml:trace>
  <inkml:trace contextRef="#ctx0" brushRef="#br0" timeOffset="32975.51">17909 6350 0,'0'-25'78,"0"0"-62,0 1-16,0-1 16,0-50 30,0 26-46,0 24 32,-25 0-1,0 0-15,-24 25 15,49-24-31,-25 24 31,0 0-15,-24 0-1,-1 0 17,0 0-32,26 0 15,-101 124 32,125-100-47,-24 1 16,24 25-1,-25-25-15,25-1 16,0 26 15,0-25-31,0 0 0,0-1 31,25 100 1,272 25 15,-272-124-32,0-25-15,0 0 16,74 0-16,75 25 47,-150-25-47,1 0 15,0 0-15</inkml:trace>
  <inkml:trace contextRef="#ctx0" brushRef="#br0" timeOffset="33669.54">18281 6524 0,'25'0'32,"-25"24"-17,0 1 1,0 0-16,0 0 16,0 0-16,0 99 31,0-75-31,0 26 31,0 49 0,0-75-31,0 175 47,0-175-16,0-98 79,0-1-95,0-24-15,0-1 16</inkml:trace>
  <inkml:trace contextRef="#ctx0" brushRef="#br0" timeOffset="34581.68">18231 6375 0,'0'-25'46,"25"25"-14,0 0-32,25 0 15,24 0 17,100 0 30,-174 25-46,49 74 31,-49-74-32,0 0 1,0 24 15,0-24-15,-24-25 15,-26 25-15,50 0-1,-75-25 16,1 49 16</inkml:trace>
  <inkml:trace contextRef="#ctx0" brushRef="#br0" timeOffset="35581.55">18901 6325 0,'0'-25'31,"-25"50"32,25 0-48,0 0 1,0 0-16,-24 24 16,24 1 15,0-25-31,0-1 0,0 51 15,0 74 17,24-25 30,1-124-62,-25 25 16,25-25 15,0 0 32,0 0-63,-25 24 78,24-24-63</inkml:trace>
  <inkml:trace contextRef="#ctx0" brushRef="#br0" timeOffset="36301.82">19050 6400 0,'25'0'47,"0"24"-31,-1 26-1,1-25 1,-25 0-1,25-1-15,-25 26 16,50 0 15,-50-26-31,49 51 32,-24-50-32,25 49 62,-50-49-62,24-25 0</inkml:trace>
  <inkml:trace contextRef="#ctx0" brushRef="#br0" timeOffset="37006.69">19224 6921 0,'0'-50'47,"24"25"-47,-24 0 16,0-24-16,0-1 15,0-24 1,0 49 0,0-99-1,0 99 1,0 0-16,25-74 47,-25 49-32,25 50-15</inkml:trace>
  <inkml:trace contextRef="#ctx0" brushRef="#br0" timeOffset="37989.8">19348 6176 0,'24'0'125,"1"25"-110,0 25-15,0-1 16,0-24-1,-1 0-15,-24 25 16,25-26 0,0 1-16,-25 25 15,0-25 1,0-1 0,0 150 15,0-124-16,0-1 1,0 100 47,0-124-63,0 0 15,0 0 1,0 49-1</inkml:trace>
  <inkml:trace contextRef="#ctx0" brushRef="#br0" timeOffset="44229.89">20017 6400 0,'25'0'62,"25"0"-46,-25 0-16,-1 0 16,125-25 15,-124 25-16,25 0 1,-26 0 0,1 0-16,0 0 78,0 0-78</inkml:trace>
  <inkml:trace contextRef="#ctx0" brushRef="#br0" timeOffset="45037.75">20067 6796 0,'25'0'31,"99"0"0,-99 0-31,24 0 16,1 0 0,-25 0-1,-1 0 1,51 0 15,-50 0-15,-1 0-1,51 0 17,-50 0-32,-1 0 46,1-24 1</inkml:trace>
  <inkml:trace contextRef="#ctx0" brushRef="#br0" timeOffset="46405.65">21332 6102 0,'0'-25'47,"25"25"-32,0 0-15,24 0 16,-24 0 15,25 0-31,-50 25 0,24-25 47,1 0-31,0 0 15,0 25-31,-25 0 16,25-1-1,-25 26 1,0-25-16,0 24 16,-25 75 15,-124-24 31,75-51-30,49-24-32,-25 25 31,25-50-31,25 24 94,0 26-79,50-25 1,0 0-1,-26-25-15,100 0 32,-74 0-32,0 0 31,-1 0-31,26 0 31,-50 0 16,-25-25 47,0 0-79</inkml:trace>
  <inkml:trace contextRef="#ctx0" brushRef="#br0" timeOffset="47671.2">22027 6152 0,'0'24'94,"0"1"-94,0 0 16,-25 0-16,25 0 15,0 99 17,0-75-17,0 1 17,0-25-32,0-1 15,0 26 1,0-25-16,0 0 31,25-1-31,-25 1 31,0 0-15,24-25 62,1 0-31,0 0-47,0 0 16,49 0-1,-49-25 1,0 0-1,0 1 1,-1 24 0,26-149 31,-50 124-32,0-25-15,0-24 31,0 49-31,0-74 32,0 74-32,-74-49 47,24 49-32,25 25 1,0 0-1,1 0 1,-51 0 0,1 25 15,74 0-15,0-1 30</inkml:trace>
  <inkml:trace contextRef="#ctx0" brushRef="#br0" timeOffset="49191.6">22572 6152 0,'0'24'141,"0"1"-141,0 0 15,0 0 1,0 0-1,0-1-15,0 1 16,0 0 0,25 49 15,-25-49-31,0 0 0,25 0 16,-25 0 30,25-1 1,-1-24 16,1 25-48,0 0-15,0-25 32,0 0 15,24 0-16,-24 0-16,-25-25 17,0 0-32,25 1 15,-25-1 17,0 0-17,0 0 1,25-24-1,-25 24 1,0 0-16,0-25 16,0 26-1,0-1 1,0 0 0,0 0-16,-25 0 15,0 1 1,25-1 15,-99-25 16,74 50-31,-25 0-1,26 0 48,-1 0-48,0 25 1,0 0 0,25 0-1,-25-1 1</inkml:trace>
  <inkml:trace contextRef="#ctx0" brushRef="#br0" timeOffset="50181.28">23192 5978 0,'25'0'110,"0"0"-95,-25 25-15,0 0 16,50 74 15,-26-74-31,-24-1 16,0 1-16,25 25 15,74 49 17,-74-49-17,-25-1 1,25-24 0,0 0-16,0-25 15,-25 25 32</inkml:trace>
  <inkml:trace contextRef="#ctx0" brushRef="#br0" timeOffset="50935.47">23143 6499 0,'0'0'0,"49"-25"16,-24 0-1,0 25 1,0-49 0,24-26-1,26-123 32,-75 173-31,0 0 46,25 25-46,-25-25 31,0 1-32,24 24 1</inkml:trace>
  <inkml:trace contextRef="#ctx0" brushRef="#br0" timeOffset="65014.99">23292 5680 0,'24'0'187,"1"0"-187,0 0 31,0 0 79,0 0-79,-1 0 16,1 0-32,0 0 17,0 0-1,0-25-15</inkml:trace>
  <inkml:trace contextRef="#ctx0" brushRef="#br0" timeOffset="66311.3">23688 5333 0,'0'25'141,"0"0"-126,0-1-15,0 1 16,0 0 15,0 0 1,0 0-32,0-1 31,0 1-16,0 0 17,0 0-17,0 0 17,0-1-1,0 1 0,0 0-15,0 0-1,0 0 1,0-1 31,0 1-32,0 0 32,0 0-15,0 0 30</inkml:trace>
  <inkml:trace contextRef="#ctx0" brushRef="#br0" timeOffset="69109.08">24333 5978 0,'0'50'94,"0"-1"-79,0 1-15,0 24 16,0 25 0,0-74-16,0 0 15,0 0 1,0 49 15,0-49-31,0 0 31,0 0-15,0-1 15,0 1 0,0 0-31,0 0 32</inkml:trace>
  <inkml:trace contextRef="#ctx0" brushRef="#br0" timeOffset="69877.86">24135 6300 0,'25'0'78,"0"0"-78,24 0 15,-24 0-15,25 0 16,98 0 15,-123 0-15,0 0-16,0 0 31,0 0-31,-1 0 16,1 0-1,50 0 48</inkml:trace>
  <inkml:trace contextRef="#ctx0" brushRef="#br0" timeOffset="71110.25">24954 6077 0,'49'0'93,"-24"0"-77,25 0-16,-26 0 16,26 0-1,0 25 1,-1-25-1,-24 0 1,0 74 31,-25-49-47,0 0 0,0 74 31,0-74-31,-174 173 47,125-198-31,49 25 124,24 0-124,1-25-16,25 0 16,49 0-1,-74 0-15,24 0 16,1 0-1,0 0-15,-26 0 16,1 0 0,0 0 156,0 0-172</inkml:trace>
  <inkml:trace contextRef="#ctx0" brushRef="#br0" timeOffset="72207.06">25896 6052 0,'-25'0'47,"25"25"-31,-25 25-16,1-25 15,24 24-15,-50 50 31,50-74-15,0 25-16,0-25 16,0 74 15,0-74-15,0-1-1,25 51 32,0-75-47,74 49 31,-74-24-31,0-25 16,24 0 0,-24 0-1,0 0-15,24 0 16,1 0-1,49-25 17,-74 25-32,25-74 31,-26 74-31,26-74 31,-50-50 0,-99-50 16,99 149-47,-50 25 16,25-25 15,1 25-31,-26-24 16,25 24-1,-24 0 32,24 0-31,0 0 0,0 0-16,0 0 46</inkml:trace>
  <inkml:trace contextRef="#ctx0" brushRef="#br0" timeOffset="73990.5">26863 6102 0,'25'0'78,"0"0"-47,-25 50-15,25-1-16,0 125 31,-25-149-31,0-1 16,0 76-1,0 73 32,24-148-47,-24 0 16,0 0 15,0-1-31,0 1 16,0 0-1,0 0 1,0 0 47,0-50 62,-24 0-125</inkml:trace>
  <inkml:trace contextRef="#ctx0" brushRef="#br0" timeOffset="74669.81">26690 6499 0,'25'0'0,"-1"0"15,1 0 1,25 0-16,99 0 31,-125 0-31,51-25 31,-50 25-15,0 0 0,49-25 46,-49 25-62,0 0 16,-1 0-16,26-25 15</inkml:trace>
  <inkml:trace contextRef="#ctx0" brushRef="#br0" timeOffset="76047.35">27831 6052 0,'0'-24'94,"-25"24"-79,0 24 1,25 1-16,-25 0 16,1 0-16,-1 24 15,25 26 1,-25-50-16,25 49 31,0-49-31,0 24 31,0 26-31,0-50 0,25 24 32,0-24-32,-25 0 0,49 24 62,-24-49-62,25 25 16,49-25 31,-74 0-47,-1 0 15,1 0-15,25 0 32,0 0-32,-26 0 15,51 0 1,-50-25-1,24 25 1,-24-24-16,49-76 63,-74 76-63,0-1 15,0-124 1,0 75-1,0 24 1,-74-99 15,24 50 32,26 74-63,-51 25 62,50 0-62,1 0 16,-150 25 31,124 0-47,25 0 15,1-25 17,24 24-32,-25-24 15,0 50 1,0 24 0,0-49-16,25 25 31</inkml:trace>
  <inkml:trace contextRef="#ctx0" brushRef="#br0" timeOffset="76622.16">28798 6648 0,'0'-25'109</inkml:trace>
  <inkml:trace contextRef="#ctx0" brushRef="#br0" timeOffset="78103.06">29319 5928 0,'0'-24'63,"0"-1"-48,-25 25-15,-49-25 32,49 0-32,-24 25 15,24 0 1,-25 0 15,25 0 47,0 0-62,25 50 0,0 99 30,0-125-30,0 26 15,0 0-31,0-26 32,25 26-1,149-25 16,0-25-16,-150 0-31,1 25 16,50-25 30,-75 24-30,24-24 15,1 25-31,-25 0 32,25 0-17,-25 0 1,0-1 15,-74 76 32,24-100-63,25 0 15,0 0 1,-49 0 15,49 0-15,0 0-16,-24 0 31,24 0-31,-49 0 31</inkml:trace>
  <inkml:trace contextRef="#ctx0" brushRef="#br0" timeOffset="78869.34">30138 5779 0,'24'-24'47,"1"48"0,0 1-31,-25 0-16,25 25 15,25 74 1,-26-99 0,1 24-1,0 1-15,0-1 31,24 51 32,-24-100-63</inkml:trace>
  <inkml:trace contextRef="#ctx0" brushRef="#br0" timeOffset="79526.39">30014 6474 0,'0'-25'16,"0"-24"0,24 24-1,-24 0-15,0-25 16,25 26 0,0-1-16,-25 0 0,50-74 31,-26 49-31,1 25 15,25-74 1,74-149 47</inkml:trace>
  <inkml:trace contextRef="#ctx0" brushRef="#br0" timeOffset="124663.54">17983 8855 0,'0'25'204,"0"0"-173,0 0 0,0-1 32,0 1-63,0 0 46,0 0-30,0 0 0,0-50 156,0-25-172,0 25 15,0 1 1,0-1-1,0 0 1,-24-25 15,24 26-31,-25-26 16,-50-74 46,75 99-46,-49 0 0,-26 1 31,26 24-1,24 0 1,0 0-47,0 0 16,-24 198 46,49-173-62,0 0 16,0-1 0,0 100 31,0 1-16,0-101-16,0 1-15,25 99 47,-1-74-31,1-25 0,-25-1-16,25 1 15,0 0-15,74 74 47,-74-99-31,49 25-16,-49 0 15,0-25 1,49 0-16,-24 0 16,49 0 30,-74 0-30,0 0 62,-1 0-78,1 0 16,0 0-1,0 0 1,0 0 15,-1 0 1</inkml:trace>
  <inkml:trace contextRef="#ctx0" brushRef="#br0" timeOffset="125432.01">18554 9178 0,'0'25'47,"0"-1"-47,0 26 31,0-25-15,0 0-1,0 74 17,0 223 30,0-297-62,0 173 31,0 51 16,0-225-31,0-48 78,0-51-94,-25 26 15,25-51 1,0 51-1,0-1-15,0 0 16</inkml:trace>
  <inkml:trace contextRef="#ctx0" brushRef="#br0" timeOffset="126406.95">18554 9128 0,'0'-25'94,"25"25"-78,0 0-1,24 0-15,-24 0 16,0 0-16,24 0 15,-24 0-15,0 0 16,25 0 0,49 100 15,-99-51-15,25-24-1,-1 0 1,-24 24-16,0-24 15,-24 99 17,24-99-32,-25-25 15,0 25 1,0-25 0,0 0-1,-24 25 1,-1-1-1,25-24-15,-24 25 32,24-25 15,25 25 31,-25-25-63</inkml:trace>
  <inkml:trace contextRef="#ctx0" brushRef="#br0" timeOffset="142807.6">19025 9277 0,'25'0'79,"0"0"-64,24 25 1,-24 0-1,-25-1 1,0 1 0,0 0-1,25 25 1,0-50-16,-25 49 47,0-24-47,0 0 15,0 0 1,0-1 0,0 1 15,0 0 63,0 0-47,0 0-16,0-1 813,0 1-813,0 0-16,0 0 32,25-25-15,-25 25 14,0-50 111,0-25-157,0 25 15,0 1-15,0-76 32,0 76-32,0-1 15,0 0 16,0 0-15,0 0 31,0 1-31,24 24-16,-24-25 46,0 0-30,0 0 0,25 25 46,0 0 1,0 0-32,0 0 0,24 0-15,-24 0-1,0 0 1,24 0 0,26 50 31,-50-25-32,0-1 1,-1 1-1,-24 0 17,0 0-32,0 0 15,0-1 1,25 1-16,-25 0 16,0 0-1,0 0 16,0-75 188,0 0-219,0 26 16,0-26-16,0-24 47,0-26-16,0 76-15,0-1 30,25 0-14,-25 0-17,25 25 17,24 0 77,-24 0-93,0 0-16,0 0 15,0 0 1,-1 25-1,1-25 1,0 0-16,25 74 63,-26-74-63,1 25 15,0 0 1,-25 0 15,0 0-15,25-1-1,0 1 1,-25 0 15,0 0-31,0 49 47,0 1-16,0-51 1,0 1 14</inkml:trace>
  <inkml:trace contextRef="#ctx0" brushRef="#br0" timeOffset="143669.97">20489 9252 0,'49'0'156,"1"25"-156,24 0 16,-24-25-1,124 25 17,-150-25-32,26 24 15,-25-24 1,24 0 0</inkml:trace>
  <inkml:trace contextRef="#ctx0" brushRef="#br0" timeOffset="144382.88">20712 9823 0,'0'24'93,"50"-24"-77,49 0 0,-50 0-1,26 0-15,49 0 16,-75 0-1,51 0 17,-76 0-17</inkml:trace>
  <inkml:trace contextRef="#ctx0" brushRef="#br0" timeOffset="153518.85">21679 9500 0,'25'0'172,"0"0"-172,0 0 15,24 0 1,-24 0-16,0 0 15,0 0 1,24 0 31,-24 0-31,0 0 15,0 0-31</inkml:trace>
  <inkml:trace contextRef="#ctx0" brushRef="#br0" timeOffset="154798.26">22200 9079 0,'0'24'141,"0"26"-141,0-25 16,0 0-1,0-1 1,0 26-1,0-25 1,25 0 0,-25 74 15,0 0 31,0-49-30,0-26-32,0 1 31,0 0-31,0 0 16,25 0 77,0-1-30,-1 1-63</inkml:trace>
  <inkml:trace contextRef="#ctx0" brushRef="#br0" timeOffset="156070.29">22622 8880 0,'0'50'94,"-25"-26"-94,0 1 16,25 0-16,-25 50 31,25-51-31,-24 26 15,24 74 17,0-99-17,0 0-15,0-1 16,0 26 0,0-25-16,0 24 31,0-24-31,0 0 15,0 0 1,49 24 15,1 75 16,-25-124-31,-1 50 15,1-25-31,0 0 31,0-1-31,0 1 16,0-25 15,-1 0 172</inkml:trace>
  <inkml:trace contextRef="#ctx0" brushRef="#br0" timeOffset="157206.42">22845 9103 0,'25'0'109,"0"0"-93,0 0-1,-1 0 32,1 0-47,25 25 16,-50 74 31,0-49-47,0 0 0,0-26 15,0 1-15,0 0 16,0 25 0,0-26-16,-25 1 31,25 0-31,-25 25 15,75-50 157,24 0-172,-24 0 16,-1 0-16,1 0 16,0 0-1,-26 0 1,1 0-1,0 0 142,0 0-142</inkml:trace>
  <inkml:trace contextRef="#ctx0" brushRef="#br0" timeOffset="158367">23540 8880 0,'0'25'63,"0"0"-48,0-1-15,0 1 16,0 50 0,0-26-1,0 26 1,0-26-1,24 1 1,-24 0 15,75 98 32,-50-123-32,24 0-15,-49 0-1,25-25 1,0 0 0,49 0 15,-49 0-31,0 0 31,0 0-31,0-25 16,-25-74 31,0 49-47,0 25 15,0 1-15,0-26 31,0 0-31,-50-74 32,25 100-17,0-26 1,-24 0 15,-75-24 16,99 49 0,0 25 0,0 0-32,0 0 1,1 0 0,24 25-16,-50 24 31</inkml:trace>
  <inkml:trace contextRef="#ctx0" brushRef="#br0" timeOffset="159796.73">24160 8756 0,'0'50'79,"-25"-26"-79,0 1 15,25 0-15,0 25 16,-49 99 15,49-125-15,0 1-16,0 25 0,0-1 31,0-24-31,0 0 16,0 49-1,0 26 16,24-1 16,1-74-31,25-1 15,-50 1-15,25-25-1,24 0-15,26 0 32,73 0 15,-123 0-32,25-25 1,49-173 46,-99 148-62,0-98 32,-99-101 14,74 225-30,-74-51 47,74 75-63,0 0 15,0 0 1,1 0-16,-1 0 15,-25 0 17,25 0-32,1 0 0,-26 0 31,0 0-15,1 25 15</inkml:trace>
  <inkml:trace contextRef="#ctx0" brushRef="#br0" timeOffset="162309.38">24929 8880 0,'0'-25'63,"25"25"-63,-1 25 15,26 0-15,49 49 16,-49-49-1,-1 0-15,26 25 32,-50-26-32,-1 1 0,125 124 62,-124-124-62,0 0 16,-25-1-1,25-24-15,-1 50 32,1-25-1,-25 0 0,25-25 16</inkml:trace>
  <inkml:trace contextRef="#ctx0" brushRef="#br0" timeOffset="163031.43">25251 9550 0,'0'-50'0,"25"25"15,-25 1-15,25-1 32,0-25-32,-25 25 0,24-24 15,51-125 17,-50 125-17,-25-1-15,24 0 16,1 1-16,25-75 47,-50 99-32,25 0-15,-25 0 110</inkml:trace>
  <inkml:trace contextRef="#ctx0" brushRef="#br0" timeOffset="165022.39">25350 8210 0,'0'25'62,"25"-25"-46,25 0 15,-25 0-31,-1 0 0,51 0 31,-50 0-15</inkml:trace>
  <inkml:trace contextRef="#ctx0" brushRef="#br0" timeOffset="166101.6">25623 7689 0,'0'25'94,"25"25"-78,-25-25-1,25-1 1,-25 1 0,0 25-1,0-1 16,0 1-15,49 74 31,-49-99-47,0 0 16,0 24 15,0-24-31,0 0 109,0 0-15</inkml:trace>
  <inkml:trace contextRef="#ctx0" brushRef="#br0" timeOffset="168166.73">25772 8037 0,'0'25'62,"0"-1"-30,0 1-17,0 0 32,0 0-31,0 0-1,0-1 1,0 1 0,0 0-1,0 0 16,0 0-15,0-1-16,0 26 47,0-25-31,0 0-1,0 24 1,0-24-1,0 0 32,0 0-15,0-1-1</inkml:trace>
  <inkml:trace contextRef="#ctx0" brushRef="#br0" timeOffset="169287.31">25995 8186 0,'50'0'234,"-25"0"-218,0 0 0,24 0 30,-24 0-30,0 0 15,0 0 1</inkml:trace>
  <inkml:trace contextRef="#ctx0" brushRef="#br0" timeOffset="170407.51">26467 7714 0,'0'25'94,"0"0"-79,0 0-15,0 123 32,0-98-32,0-25 15,0 0 1,0 0-16,0 99 62,0-75-62,0-24 16,24 49 31,1-49-47,-25 0 31,0 0 94,0 0-15</inkml:trace>
  <inkml:trace contextRef="#ctx0" brushRef="#br0" timeOffset="172055.33">26963 8161 0,'0'49'78,"0"-24"-63,24 25-15,1 49 32,-25-49-32,0-1 0,25 150 62,-25-150-62,0-24 0,0 49 31,0-49-15,0 0-16,0 198 47,-25-148-31,25-26-1,0 1 1,-25 0-16,1-1 15,24 1 1,-25-1-16,0 150 47,25-174-31,0-1-16,-25 1 15,-24 50 32,24-51-47,25 1 0,-25 0 16,-99 49 31,99-49-32,0-25 1,-24 50 15,24-50-15,0 25-16</inkml:trace>
  <inkml:trace contextRef="#ctx0" brushRef="#br0" timeOffset="173414.56">27533 8359 0,'25'-25'15,"0"25"32,-25 50-31,0 24-16,0-24 15,0 272 32,0-247-47,0-26 16,0 26-16,0 297 47,0-322-32,0 98 17,0-123-32,0 25 15,0 24 1,0-49 0,0 25 30,0-26-30,0 1 31,0 0-31,0 74 30,0-74-30,0-50 93,0-24-93</inkml:trace>
  <inkml:trace contextRef="#ctx0" brushRef="#br0" timeOffset="174062.63">27310 9426 0,'25'-25'47,"24"0"-31,1 25-1,24-25-15,100 25 31,-100 0-31,199-24 63,-248 24-63,0 0 16,49 0-1,-49 0 48,-25-25 62</inkml:trace>
  <inkml:trace contextRef="#ctx0" brushRef="#br0" timeOffset="176790.89">24805 6152 0,'0'-25'94,"0"0"-63,0-25-15,0 26-16,-25-26 15,0 0 1,-25-148 31,26 148-32,-1 1-15,25 24 16,-25-25 0,0 25-16,25 1 15,75 24 188,-1 24-187,0 1-16,1-25 16,74 25-16,-50-25 15,174 25 1,-224-25-1,1 0-15,24 0 32,-49 0-32,25 0 15,-25 0 1,248 0 31,-249 0-32,1 0-15,0 0 32,0 0-32,0 0 15,-1 0-15,51 0 16,-50 0 0,24 0-1,-24 0 1,0 0-1,0 0-15,-1 25 16,-24-1 0,25-24-1,0 0 17,49 0-17,-24 0 16,-25 0 94,-25 25-93,0 50-17,-25-26 1,25-24 0,-25 25-16,-24 24 31,24 1 16,25-51-16</inkml:trace>
  <inkml:trace contextRef="#ctx0" brushRef="#br0" timeOffset="183774.23">28501 8582 0,'0'25'93,"0"0"-77,0 0-16,0 49 16,0-49-1,0 0-15,-25 148 47,25-148-31,0 0-16,-25 25 31,25-25-31,0-1 0,0 26 16,0 0 15,0-26-31,0 1 31,0 0-31,25 74 63,0-49-48,24-1 17,1 26 30,-50-50-62,25-1 31,49 1 1,-49-25-32,0 0 15,24 0 16,1 0-15,-25 0 0,-1 0-16,1 0 31,25 0-31,-50-74 31,25-149 32,-25 173-63,0 25 15,0 0 1,0 1-16,0-1 16,0-25-1,-25 1 1,-25-51-1,25 51 1,-99-150 31,100 199-31,24-25-16,0 1 31,-25-1-16,0 25-15,25-25 16,-25 0 15,0 25 16,1 0 16,-1 0-32,0 0 16,0 0 0,25 25 0</inkml:trace>
  <inkml:trace contextRef="#ctx0" brushRef="#br0" timeOffset="185286.17">29617 8607 0,'0'0'0,"0"25"94,0 0-79,0 0-15,25 24 16,-25 1 0,0-1-16,24 1 0,1 124 62,-25-149-62,25 24 0,-25 1 16,0-25-1,0 24-15,25-24 16,0 74 0,-1-74-1,-24 0 1,0 0-16,0 24 31,0 1 32,-24-75 108</inkml:trace>
  <inkml:trace contextRef="#ctx0" brushRef="#br0" timeOffset="185927.03">29319 9178 0,'0'0'0,"25"0"31,25-25-15,-1 0-16,26 0 15,-1 25 1,0-24-16,150-51 31,-175 75-31,-24 0 16,25-25-1,-26 25 17,76-25 30</inkml:trace>
  <inkml:trace contextRef="#ctx0" brushRef="#br0" timeOffset="188718.83">30609 8384 0,'0'25'94,"-25"24"-94,25-24 16,0 25-16,0-1 15,0-24-15,0 25 16,-25 24-16,25-49 16,0 0-1,-24 24-15,-1 26 0,25-26 31,0 1-31,0-25 0,0 74 32,0-74-17,0 0 1,0 49 15,49 1 16,-24-75-31,0 0-1,0 0-15,148 0 63,-123 0-63,-50-50 15,25 50-15,-25-174 47,0 1-15,0 148-32,0-50 31,0 26-31,0-100 31,0 124-15,-25 0-1,-25-24 17,50 24-17,-24 0 16,-1 25 16,0 0-15,0 0 14</inkml:trace>
  <inkml:trace contextRef="#ctx0" brushRef="#br0" timeOffset="189350.28">31229 9376 0,'-25'0'94,"25"-25"-47</inkml:trace>
  <inkml:trace contextRef="#ctx0" brushRef="#br0" timeOffset="191070.77">31576 8285 0,'-24'-25'63,"-1"25"-48,-124 0 1,124 0 0,-49 0 31,74 25 46,0 0-93,0-1 16,0 26-16,0-25 16,0 24-1,25 26 1,-1-26-1,1 1 1,-25-25 0,50 124-1,-25 148 48,-25-272-63,0 0 31,24 0 0,1-25-15,-25-25 0,25 25-16,0-25 15,74-74 32,-99 74-47,50 25 16,-1-25-1,-24 25 1,25 0 15,-26 0-31,26 0 47,-25 0-31,0 0-1,-1 25 1,1 0 0,-25 0-1,0 0 1,0 24-1,-25 75 32,1-99-31,-1 25-16,0-26 31,25 1-31,-25-25 16,0 25-1,1 25 1,-51-26 47,50 1-48,1 0 1,-1-25 31,0 0-47,0 0 15,0 0 63,25-25-31</inkml:trace>
  <inkml:trace contextRef="#ctx0" brushRef="#br0" timeOffset="192518.04">32321 8186 0,'0'49'79,"0"-24"-64,-50 74 1,50-74-1,0 0-15,0 49 32,0-49-32,-25 74 31,0-49-15,25 74 15,0 74 31,0-173-62,0 0 16,50 223 31,-25-198-47,-25-1 15,25-24 1,-1 0 0,-24 24-1,0-24 1,25 0 0,-25 0 46,0 0-46,25-25-1,-25 24 1,50 1 0,-50-50 140,0 1-156</inkml:trace>
  <inkml:trace contextRef="#ctx0" brushRef="#br0" timeOffset="196175.25">32618 8483 0,'0'25'125,"0"0"-125,0 0 16,25 49-1,-25-49 1,0 74 0,0-74-1,25 24-15,24 125 47,-49-149-47,0 25 16,25-1-16,-25 1 31,25-25-31,-25-1 16,0 1-1</inkml:trace>
  <inkml:trace contextRef="#ctx0" brushRef="#br0" timeOffset="196998.34">32717 7987 0,'0'25'78,"0"0"-62,50 49 0,-25-49-16,-25 0 15,49 124 16,-24-75-31,25 75 32,-50-100-32,25 1 0,24 99 31,1 149 0,-25 297 16,-25-397-16,0-173-15,-50 25 125,0-26-141,-24 51 15</inkml:trace>
  <inkml:trace contextRef="#ctx0" brushRef="#br0" timeOffset="199686.59">18107 11956 0,'0'-25'110,"0"0"-110,0 0 15,0-49 1,0 49-16,0-74 31,-24 74-31,24 0 16,-50 1 0,25-1-1,-49 0 1,49 25-16,-25 0 15,-198 50 1,149-26 0,-99 51-1,173-26 1,-25 199 46,75-198-62,49 74 32,-49-74-17,25-1 1,99-24 15,248-25 16,-298 0-16</inkml:trace>
  <inkml:trace contextRef="#ctx0" brushRef="#br0" timeOffset="200335.18">18479 12080 0,'0'49'78,"0"1"-78,0-25 16,0 99-1,0-74 1,0-1-16,0 249 47,0-273-32,0-1-15,0 1 16,0 0 0,0-50 93,0-24-109,0-1 16,0-49-16,0 74 15</inkml:trace>
  <inkml:trace contextRef="#ctx0" brushRef="#br0" timeOffset="201079.38">18430 12005 0,'0'0'0,"0"-24"16,49-26-16,26 25 15,-50 0 1,0 25-16,99 0 47,-50 0-16,25 0 0,-49 0 1,-50 25-17,0 25 1,0 99 15,-25-100-31,-25-24 16,50 0-16,-124 25 47,100-26-47,-1-24 15,0 25 1,-25 0 31</inkml:trace>
  <inkml:trace contextRef="#ctx0" brushRef="#br0" timeOffset="203511.15">19124 12030 0,'25'50'78,"-25"-25"-78,0 24 15,0-24-15,0 50 16,0-51 0,0 1-1,0 0 1,25 0 125,0-25-126,74-124 1,-74 99-1,99-174 32,-124 175-31,0-1 15,25 0 16,-1 25 16,-24 25-48,25 0 1,-25-1-16,25 225 62,-25-200-46,0-24 0,0 0-16,25-25 125,-25-25-110,25 0-15,-25 0 16,25-24-16,-1-51 31,1 76-31,-25-1 16,50-25-1,-25 50-15,-1-25 47,1 25-16,0 0-15,0 0-16,0 0 16,49 50-1,-49-25 1,24 49 31,-49-24-47,25-50 15,-25 99 17,25-24-32,-25-51 15,0 1 1</inkml:trace>
  <inkml:trace contextRef="#ctx0" brushRef="#br0" timeOffset="204295.38">20588 12005 0,'0'-24'63,"25"24"-48,372 0 32,-323 0-31,0 0-16,26 0 31</inkml:trace>
  <inkml:trace contextRef="#ctx0" brushRef="#br0" timeOffset="204906.69">20786 12328 0,'25'0'46,"25"0"-30,-1 0 0,1 0-16,0 0 15,49 0-15,-25 0 47,-49 0-47,0 0 110,0 0-95,24 0-15,-24 0 16,0 50-16</inkml:trace>
  <inkml:trace contextRef="#ctx0" brushRef="#br0" timeOffset="206575.15">21828 12129 0,'0'0'0,"0"-24"15,25 24 16,0-25-31,0 25 0,-1 0 16,76 0 15,-51 0-31,1 0 16,-1 0-16,26 0 31,-50 0-31,24 0 16,26 0 31</inkml:trace>
  <inkml:trace contextRef="#ctx0" brushRef="#br0" timeOffset="207575.66">22523 11609 0,'0'-25'62,"49"25"-46,1 25-16,-1-25 16,125 49-1,-149-24 1,0-25 0,0 25-1,-1 49 16,1-24-31,-25-1 0,0 75 32,-149 75-1,75-125 31,74-49 1,0 0-47,0 0 15,25 0 0,49-25 0,75 0 1,-99 0 30,-26 0-46,26 24-1,-25-24 17,0 0-17</inkml:trace>
  <inkml:trace contextRef="#ctx0" brushRef="#br0" timeOffset="208633.47">23316 11757 0,'-24'0'63,"24"25"-48,0 0 1,0 25 0,0 123 31,0 51-16,0-200-16,0 1-15,0 25 16,24-25 0,1-25 62,25 0-63,-25 0-15,-1 0 16,76-75 15,-76 50-15,1 1-16,0-125 31,0 99-15,-25 0-1,0 1-15,-50-150 32,25 175-32,-74-100 62,74 124-31,-74 0 16,99 24-31,0 1 0,-25 25-16,1-50 15</inkml:trace>
  <inkml:trace contextRef="#ctx0" brushRef="#br0" timeOffset="209854.35">23862 11708 0,'-25'25'47,"0"-1"-31,25 1-16,-49 248 47,49-199-32,0-49-15,0 0 16,0 50 0,0-26-16,25-24 15,-25 74 1,24-49-1,1-25 17,0-1-1,0 1 0,25-25-31,98 0 47,-123-25-47,0-24 31,49-150 32,-74 175-63,0-26 0,0 25 15,0 0-15,0-24 16,0-1 0,0 25-16,0 0 31,0-24-31,-148-50 47,98 99-32,25-25-15,-24 0 16,24 25 0,-25-25-1,25 25 1</inkml:trace>
  <inkml:trace contextRef="#ctx0" brushRef="#br0" timeOffset="214070.77">24383 11534 0,'25'-25'31,"24"50"0,-24-25-31,0 25 16,0-25-16,24 74 31,-24-24-31,0 0 31,49 148 0,-24-148-15,-25-1-16,49 75 47,-74-99-47,0 0 16,25 0-16,0 24 46,0-49-30,-25 25-16</inkml:trace>
  <inkml:trace contextRef="#ctx0" brushRef="#br0" timeOffset="214722.32">24581 12353 0,'0'0'0,"0"-50"15,50-24 16,-50 49-31,25-198 63,-25 173-63,0 0 0,25-24 16,-1 0-16,26-75 46,-50 99-46,25 1 16,0 24 0,-25 0 31</inkml:trace>
  <inkml:trace contextRef="#ctx0" brushRef="#br0" timeOffset="-213897.24">24755 11063 0,'50'0'141,"-26"0"-125,1 0-16,0 0 15,0 0 157,0 0-156</inkml:trace>
  <inkml:trace contextRef="#ctx0" brushRef="#br0" timeOffset="-212601.67">25003 10864 0,'0'-24'62,"25"24"-31,0 0-15,24 24-16,1 1 31,24 99 32,-74-99-48,0 25 1,0 49 46,0-74-62,-24 0 79,24-1-17,0 1-46,0 0-1,0 0 17,24-25-17,1 25 1,0-1-1,25-24-15,-26 0 47,1 0-31,0 0 0,25 0 30,-1 25 1</inkml:trace>
  <inkml:trace contextRef="#ctx0" brushRef="#br0" timeOffset="-211306.31">26343 11435 0,'-25'0'47,"25"50"-31,25-50 0,-25 24-1,0 26 1,0-25 15,0 0-31,0 24 63</inkml:trace>
  <inkml:trace contextRef="#ctx0" brushRef="#br0" timeOffset="-209210.24">26367 11311 0,'0'25'109,"0"0"-93,0 24 15,0-24-31,0 0 0,0 124 31,0-100-31,0 100 31,0-99-31,0 74 32,0-75-32,0 224 47,0-198-47,0 24 15,0-50-15,0-24 16,0 50 15,0-51-31,0-48 234,-24-1-234</inkml:trace>
  <inkml:trace contextRef="#ctx0" brushRef="#br0" timeOffset="-208510.06">26020 12204 0,'0'-25'32,"50"25"-17,-1 0 1,75 0-1,-99 0-15,0 0 16,74-25 0,-49 25-1,74-25 32,-99 25-47,-1-24 16,26-1-16,0 25 31,-26 0-15,1 0-1,0 0-15,0 0 32,0 0-17,-1 0 1,1 0 31,0 0-16</inkml:trace>
  <inkml:trace contextRef="#ctx0" brushRef="#br0" timeOffset="-205153.86">27186 11658 0,'0'50'78,"-25"-25"-78,0-1 16,25 1-16,0 0 16,0 124 15,0-124-16,0 24-15,0 1 32,0-25-1,0-1-31,0 1 31,75 50 32,-26-50-63,1-1 31,24-24 0,50 0 16,-74 0-16,-25 0-31,0-24 16,-1-1 0,-24-25 15,-24-223 31,-26 224-62,50 24 0,-25 0 16,0-25-16,1 26 31,-1 24-31,-25-50 31,25 50 16,1-25-31,-1 25 15,0 0-15,0 0-1,0 0 1,-49 0 15,49 25 16,0 0 0,25 0 0</inkml:trace>
  <inkml:trace contextRef="#ctx0" brushRef="#br0" timeOffset="-204552.95">28004 12378 0,'0'-25'78,"0"0"-47,0 0-15</inkml:trace>
  <inkml:trace contextRef="#ctx0" brushRef="#br0" timeOffset="-203354.82">28451 11485 0,'-50'-25'16,"26"25"0,-1 0-1,0 0-15,-74 0 47,74 0-16,-25 74 16,50-49-47,0 25 0,0-1 16,25-24 15,0 0-31,-25 0 0,25-25 16,124 49 31,-125-49-47,26 25 0,-25-25 15,0 25-15,24 0 32,-49-1-32,25-24 15,0 50 1,0-25-16,-25 0 15,49 49 32,-49-49-31,0 0 15,-25-25-15,25 24-1,-49 1-15,-50 0 47,74-25-47,0 25 16,25 0-16,-25-25 31,0 0-31,-74-25 31,50 0-31,24 0 16,0 25 0,25-49 62</inkml:trace>
  <inkml:trace contextRef="#ctx0" brushRef="#br0" timeOffset="-202601.14">28352 11485 0,'25'0'31,"-1"0"-31,1 0 16,25 0-16,-1 0 15,51 0 16,-51 0-31,1 0 16,-25 0 0,-1 0 15,1 0-31,25-25 31</inkml:trace>
  <inkml:trace contextRef="#ctx0" brushRef="#br0" timeOffset="-178442.66">17934 14585 0,'0'-49'110,"0"24"-95,0-50 1,0 26-1,-75-26 32,51 75-15,-51 0-17,26 149 16,-1-99-31,25-25 0,25 24 32,0-24-32,0 124 31,0-100-15,75 26-1,-51-50 1,26 74-1,24-50 32,-49-24-47,248 50 63,-223-75-63,74 0 31,0 0 16</inkml:trace>
  <inkml:trace contextRef="#ctx0" brushRef="#br0" timeOffset="-177828.13">18554 14932 0,'25'-24'47,"0"98"-31,-1-24-1,-24-1-15,50 1 16,-25 223 31,0-199-47,-1-24 0,1-1 16,0 150 30,-25-274 48,-25-24-78,25 25-16,-49-50 15,-1 24-15</inkml:trace>
  <inkml:trace contextRef="#ctx0" brushRef="#br0" timeOffset="-177104.67">18455 14511 0,'24'0'0,"1"0"15,0 0-15,74 0 47,-74 0-47,0 0 0,0 25 16,0-1-16,-1 1 15,1 0 1,0 0-16,49 124 47,-74-100-31,0-24-1,0 0-15,0 0 16,0 24-16,0-24 15,0 49 1,0-24-16,-24-50 16,-26 99 31,25-99-47,0 0 15,1 0 1,-1 0 31</inkml:trace>
  <inkml:trace contextRef="#ctx0" brushRef="#br0" timeOffset="-175505.69">19075 14709 0,'0'25'47,"25"0"-32,-1 24-15,-24 1 16,50 49 15,-50-49-31,0-1 16,0-24 0,25 0 62,0-25-63,-25-50 1,24-24 0,-24 24-1,25-24-15,-25 0 31,0 24-31,50-49 32,-50 49-32,0 1 31,25 49-31,-1-25 31,1 0-15,0 25 31,0 0-47,0 0 15,-1 25-15,1 0 16,25 24 0,0 50-1,-26-49-15,1-25 16,-25 74 15,0-74-31,0 0 0,0-1 31,0-48 79,25-51-95,-25 1-15,0 49 16,25-74-16,24-50 31,-24 25 32,0 124-1,0 0-46,24 0-16,1 0 15,49 50 1,-49-1-16,-25 1 31,-25-25-31,24 24 16,26 224 31,-25-223-47,0 24 15,-25 0 17,0-49-32,0 0 31,0-50 94,0 0-109</inkml:trace>
  <inkml:trace contextRef="#ctx0" brushRef="#br0" timeOffset="-174705.69">20513 14536 0,'25'0'31,"0"0"1,0 0-1,0 0-16,-1-25-15,26 0 16,-25 25 0,0 0 15,0 0 0,-1 0-15,1 0-16,50 0 47,-51 0-32,1 0 1,99 0 15,-99 0-31</inkml:trace>
  <inkml:trace contextRef="#ctx0" brushRef="#br0" timeOffset="-173761.57">20737 14833 0,'25'0'109,"-1"0"-93,1 0-16,25 0 15,-1 0 16,-24 0-31,0 0 16,0 0 15,0 0-31,-1-25 16,1 25 0,0 0-1,0 0 1,0 0-1,-1 0 1,1 0 15,0 0-31</inkml:trace>
  <inkml:trace contextRef="#ctx0" brushRef="#br0" timeOffset="-172274.15">21828 14461 0,'25'0'218,"0"0"-202,24 0 0,-24 0-1,0 0 1,25 0-16,-26 0 15,1 0 1,0 0-16,25 0 31,-26 0-31,51 0 16,24-25 15,0 1 32,-74 24-63,0 0 31,-25-25 31</inkml:trace>
  <inkml:trace contextRef="#ctx0" brushRef="#br0" timeOffset="-171122.87">22820 14015 0,'25'0'63,"0"0"-63,25 0 15,-1 0 1,-24 0 15,0 0 1,0 49-17,-1 1-15,1 24 31,-25-49-31,0 99 32,0-74-32,0-1 15,-25 1 17,1-25 46,24 24 0,49-24-63,1-25 1,99 0 15,-125 0-31,1 0 16,0 0-16,0 0 141,-25-25-126</inkml:trace>
  <inkml:trace contextRef="#ctx0" brushRef="#br0" timeOffset="-170247.69">23515 14064 0,'49'0'47,"-49"25"-31,0 49-1,25 1 1,0-1-1,-25-49-15,0 25 16,25 24 0,0-74-16,-25 25 15,24 25 32,1-50-31,0 24-1,0-24 1,0 0 0,24 0-1,1-49 17,0-150 14,-50 150-46,0-1 16,0 0-16,0-98 31,0 98-15,-50 25 0,0 25 15,1-25-16,-125 25 48,149 0-63</inkml:trace>
  <inkml:trace contextRef="#ctx0" brushRef="#br0" timeOffset="-169086.87">24234 13990 0,'0'25'110,"0"-1"-95,0 1-15,0 25 16,0-25-1,25 24-15,-25-24 16,25 0-16,0 24 16,49 26 46,-49-75-31,0 0-15,-1 0 0,1 0-1,25 0-15,-1-149 63,-49 124-63,25 0 15,-25 1 1,25-1-16,-25-74 47,0 24 0,-50-24-32,-74 49 48,50 50-32,49 0-31,0 0 0,-24 0 31,-1 0-31,50 25 32,-25-25-1,25 25-15,0 0-1,0 0 1,0 24-16,0 1 15</inkml:trace>
  <inkml:trace contextRef="#ctx0" brushRef="#br0" timeOffset="-167713.08">21927 14957 0,'50'0'125,"0"0"-109,-26 0-16,125 0 31,-74 0-31,-1 0 15,50 0 1,-50 0-16,-24 0 16,49 0-1,-49 0-15,0 0 16,222 0 15,-172 0-31,123 0 16,174 0 15,223 0 32,-521 0-63,422 0 62,-496 0-62</inkml:trace>
  <inkml:trace contextRef="#ctx0" brushRef="#br0" timeOffset="-166713.59">23143 15776 0,'0'-25'78,"49"25"-62,51 50 0,-51-1-16,26-24 15,123 149 32,-148-150-47,74 100 63,-100-124-63,1 50 31,0-25-31,-25 0 15,25-25 1,0 24-16,-25 1 16,25-25 31,-25 25 15</inkml:trace>
  <inkml:trace contextRef="#ctx0" brushRef="#br0" timeOffset="-166007.02">23391 16446 0,'0'-25'0,"0"0"15,0-25 1,25 50-16,-25-49 31,0 24-31,24-25 0,-24-74 32,25 75-32,-25 24 15,25-50 1,25-24 15,-26 50 32,1 24-32,0 0 0,0 25 16,-25-25-31,0 0-16</inkml:trace>
  <inkml:trace contextRef="#ctx0" brushRef="#br0" timeOffset="-164906.4">23738 15230 0,'25'25'79,"0"-25"-64,-1 25 1,1-25-1,-25 24 1,25 1 0,25 75 31,-50-76-47,0 1 15,0 25-15,-25-1 31,25 1-31,25-25 141,0-25-125,-1 25-16,26-25 15,-25 0-15,0 0 16,24 0-16,1 0 16,-25 0-16,-1 0 15,26 0 1,0 0-1,-26 0-15</inkml:trace>
  <inkml:trace contextRef="#ctx0" brushRef="#br0" timeOffset="-163840.95">25648 13965 0,'0'25'46,"0"0"-30,0-1-16,0 1 16,25 50-1,-25-26-15,49 75 32,-49-99-32,25 50 0,-25-51 15,25 51-15,-25 24 31,25-49-31,-25-26 16,25 51 31,-25-50-47</inkml:trace>
  <inkml:trace contextRef="#ctx0" brushRef="#br0" timeOffset="-163330.74">25524 14436 0,'25'0'15,"24"0"17,1-24-32,99-1 31,-124 25-31,49-25 16,-24 25-1,-25 0-15,-1 0 16,1 0 31,0 0-32,0 0 1,0 0 15</inkml:trace>
  <inkml:trace contextRef="#ctx0" brushRef="#br0" timeOffset="-162225.47">26491 14064 0,'0'25'78,"0"0"-62,0 24-16,0-24 15,0 74 1,0-49-16,0 25 16,0 24 15,0-74-31,25 198 47,0-198-47,25 24 15,-1-49 17,26 0-17,-1 0 16,-49-74 1,0-1-1,-100-446 16,50 472-47,1-1 15,24 1 1,-25 24 15,0 0 1,0 25-1,-24 0-16,-1 74 17,25-74 15</inkml:trace>
  <inkml:trace contextRef="#ctx0" brushRef="#br0" timeOffset="-161676.15">27062 14808 0,'25'0'109,"0"-49"-93,-1 24 0</inkml:trace>
  <inkml:trace contextRef="#ctx0" brushRef="#br0" timeOffset="-160497.97">27434 13990 0,'0'-25'47,"-25"25"-32,0 0 1,1 0 15,-1 0-31,0 0 16,0 0 15,0 0-31,1 25 31,24 0-31,0 24 0,0 1 31,0 173 1,49-148 15,-24-51-47,-25 1 0,25-25 15,24 0 16,1 0-31,0 0 0,-1 0 16,-24 0 0,0 0 15,0 0-15,123 50 30,-123-25-46,0-1 32,0-24-32,-25 124 62,0-74-62,-25-25 16,-25 0-1,-49 24 17,74-49-17,-24 0 1,24 0 0,0 0 15,0 0-31,1 0 31,-1 0-31,0 0 31,0 0-15,0-25 0,25 1-1</inkml:trace>
  <inkml:trace contextRef="#ctx0" brushRef="#br0" timeOffset="-159738.84">27360 13965 0,'0'-25'32,"49"25"-1,-24 0-16,0 0-15,74 0 32,-74 0-32,148 0 62,-148 0-62</inkml:trace>
  <inkml:trace contextRef="#ctx0" brushRef="#br0" timeOffset="-137409.84">17289 13717 0,'0'25'78,"0"0"-63,0 24-15,0 50 32,0-74-17,0 99 1,0-99-1,0 74 1,0-49-16,0 24 16,25 100-1,-25 49 1,74 248 15,-74-371-31,25 73 0,49 75 16,150 397 46,-200-595-62,26 124 32,74 272 30,-99-396-62,0-1 0,24 75 31,-24-74-31,-25-25 16,50 49 0,-50-49-1,24-25 1,1 25 46,25-25-46,24 0 0,125 0-1,-75 0-15,49 0 16,224 0-1,-223 0-15,-50 0 16,25 0-16,396 24 47,51-24-16,272 0 0,-744 0-15,25 0-16,198 0 31,99 0 16,-371 0-47,-1 0 16,-24 0-16,0 0 15,24 0-15,0 0 16,1 0-16,-1 0 16,25 0-1,-49 0-15,0 0 16,123 0 0,-74 0-1,348 0 1,-273 0-1,-26 0-15,200 0 32,-224 0-32,-25 0 0,99 0 31,-49 0 0,124-49 16,-75 49-31,720 0 46,-819 0-62,75 0 16,-75 0-16,397-50 31,125-74 0,-522 99-15,-25 1-16,125-1 31,-125 0-31,-24 25 16,371-74 31,-371 49-47,-25 25 15,24 0-15,75 0 47,-124-25 63,25-25-1,0-24-93,-25 0-16,25-100 15,0 75 1,-1 0-16,-24-150 31,0 175-15,0 24-16,0-24 15,0-25 1,0 24-16,0 51 16,0-76-1,-24 26-15,-1-75 31,0 75-31,0 24 16,0-124 15,-24-24-15,49 148 0,-25-49-1,0 25 1,0-75 15,-24 99-31,24-123 31,25 98 1,-25 26-32,-24-26 31,49 26-31,-25-26 15,-99-222 32,99 247-31,25 25-16,-25 25 31,25-25-31,0-24 16,-25 49-1,25-25-15,-25-25 47,1 26-15,-1-1-17,0-25 16,0 50-15,25-25 31,-25 25-16,25-24 32,0-1-63,-24 25 31,-1 0-15,-50-25 30,51 0-46,-1 25 16,0 0-16,0-25 16,-24 25-1,24 0-15,-248-74 47,223 74-31,1 0-16,-150 0 31,174 0-31,-148 0 31,123 0-31,25 0 16,-74 0 0,50 0-16,-26 0 15,-347 0 32,75 0-31,273 0-1,-224 0 17,199 0-32,-422 0 46,471 0-30,-24 0-16,0 0 16,-1 0-1,-24 0-15,25 0 0,-199 0 32,25 0-1,-124 50 0,-199-50 16,422 0-47,25 0 16,25 0-16,-521 0 46,521 0-30,-50 0-16,-322 0 31,322 0-31,-298 0 32,323 0-32,25 0 15,-422 0 32,75 0-31,346 0-1,-346 24 17,322 1-32,-595 99 62,694-124-62,-50 25 0,51-25 16,-51 0 15,1 25 0,49 0-15,-74-1 15,-50 1 0,124-25-31,-99 50 32,25-50-17,-50 25 48,124-25-48,-99 24 32,99-24-31,1 25 31,-1-25-16,0 0-15,0 0-1,-24 0 16,24 0-15,0 0 0,0 0-1,0 0 48,0 0 124,1 0-171,-1 0 15,0 0 0,0 0 1,0 0 15,1 0-16,-1 0-16,0 0 17</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EC955-7089-4590-9E86-1E6E22F7B3B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E1E669DD-D884-46EF-BFC7-156D2058CF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ABF7E937-EF40-47C5-980B-6562FA546D6C}"/>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5" name="Marcador de pie de página 4">
            <a:extLst>
              <a:ext uri="{FF2B5EF4-FFF2-40B4-BE49-F238E27FC236}">
                <a16:creationId xmlns:a16="http://schemas.microsoft.com/office/drawing/2014/main" id="{FEA65EA8-22CC-43C1-A82D-77ADFF1BFE7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52EDBE54-6C02-4931-BA7E-49A31B5C319A}"/>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2856653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AD808F-9C2B-4CBF-84C8-2B5E9CEC28BC}"/>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8EF070ED-0DB0-4BAA-B634-702130107B7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F931D743-29BF-4478-B603-4ABCC45E5688}"/>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5" name="Marcador de pie de página 4">
            <a:extLst>
              <a:ext uri="{FF2B5EF4-FFF2-40B4-BE49-F238E27FC236}">
                <a16:creationId xmlns:a16="http://schemas.microsoft.com/office/drawing/2014/main" id="{620FEB1B-6370-4A2E-8397-6F1709F7480F}"/>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3781549-71B2-43B0-B522-3F81D457F04C}"/>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2926685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C28E71-1757-425E-A133-68011BED4D3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F42E4C7-1782-4440-9A6C-D49D142277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63B73B1-2EC0-4388-BDD7-10F80EE1D55E}"/>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5" name="Marcador de pie de página 4">
            <a:extLst>
              <a:ext uri="{FF2B5EF4-FFF2-40B4-BE49-F238E27FC236}">
                <a16:creationId xmlns:a16="http://schemas.microsoft.com/office/drawing/2014/main" id="{394C4D9F-FB27-4336-81A0-D0059E3177E5}"/>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EDA73491-2753-4BDD-9289-0B0753C93BB8}"/>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3578871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6F468D-815F-48A8-8CD8-0EF1C4477EED}"/>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96992833-BC15-414B-B395-A60242D8DCC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F7ACD380-EAB6-470F-A6C3-505DD6EC5EB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552B95F1-2C12-43FB-AAF3-1A60A0C1F32F}"/>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6" name="Marcador de pie de página 5">
            <a:extLst>
              <a:ext uri="{FF2B5EF4-FFF2-40B4-BE49-F238E27FC236}">
                <a16:creationId xmlns:a16="http://schemas.microsoft.com/office/drawing/2014/main" id="{345D2F58-00B5-4EA8-B7E2-5C17D5A1F994}"/>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4C6F9BCB-5810-46FD-A366-5C4335FAFE18}"/>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1388589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67E225-9037-4086-956E-86998BE1992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8E28D41-B7A7-48DA-8B07-E7107EE026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AEFB5BD-1E29-4801-ABA0-21998FBC932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E67A59C7-608E-4501-A339-D3748F81C4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55F1AB2-A1F2-4077-82AA-BDFFBA43779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4326EF2D-F49F-4631-A903-0CBE7747E8DA}"/>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8" name="Marcador de pie de página 7">
            <a:extLst>
              <a:ext uri="{FF2B5EF4-FFF2-40B4-BE49-F238E27FC236}">
                <a16:creationId xmlns:a16="http://schemas.microsoft.com/office/drawing/2014/main" id="{0A7F2891-E5C8-433F-8553-EA8F5AC8C381}"/>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BACEDD08-816C-498F-BE12-41F3C38ECC9C}"/>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232354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6F2A9-05A6-401C-8DCB-2FF58F2A0F44}"/>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6AA69293-EE21-4848-81F1-44BE4FB63F13}"/>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4" name="Marcador de pie de página 3">
            <a:extLst>
              <a:ext uri="{FF2B5EF4-FFF2-40B4-BE49-F238E27FC236}">
                <a16:creationId xmlns:a16="http://schemas.microsoft.com/office/drawing/2014/main" id="{4D50F3C7-1DF6-4424-BD07-422949442973}"/>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6A9B9B24-2E8B-454D-B5F9-BE190441B4A9}"/>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3699200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B515938-478E-4EAE-BFA4-E6C01D1F1E81}"/>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3" name="Marcador de pie de página 2">
            <a:extLst>
              <a:ext uri="{FF2B5EF4-FFF2-40B4-BE49-F238E27FC236}">
                <a16:creationId xmlns:a16="http://schemas.microsoft.com/office/drawing/2014/main" id="{352FB6D5-056B-4D97-9D8B-3159B39CF5AA}"/>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D6C085F9-D472-40C9-8B11-F150D27C15EF}"/>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3795184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077A55-2671-450A-82E0-EB781A82BC4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68889DBF-A712-492A-AF86-C3ED8C5A44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B44D3165-3891-45E6-8679-F919D65295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2B2A09A-DF8F-4825-96FB-06A62FDED7FA}"/>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6" name="Marcador de pie de página 5">
            <a:extLst>
              <a:ext uri="{FF2B5EF4-FFF2-40B4-BE49-F238E27FC236}">
                <a16:creationId xmlns:a16="http://schemas.microsoft.com/office/drawing/2014/main" id="{71DC6BB3-70E1-4542-9941-2584B2CF9C2C}"/>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76EDE871-660A-4F95-A439-5A942F7F5CCA}"/>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2036292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7060DD-7488-4FEF-938A-271C0FD264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1B3855B3-2F8A-46CA-B12C-FA44FEF4D9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B5802CF1-4A55-4E9D-9288-6E44436D7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616B47-286B-4166-BB83-1AAC696842A6}"/>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6" name="Marcador de pie de página 5">
            <a:extLst>
              <a:ext uri="{FF2B5EF4-FFF2-40B4-BE49-F238E27FC236}">
                <a16:creationId xmlns:a16="http://schemas.microsoft.com/office/drawing/2014/main" id="{AE94A14A-BB9B-441A-84EF-D21B11AD3778}"/>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B90147D2-F9DD-4F7B-A0A1-96FC4E0BA385}"/>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3881191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9026B7-874D-409C-9D3B-EE0DB1D76CD8}"/>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C96E7801-0499-413F-98ED-4A93457F988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70EA158B-F1B9-4A58-AFEC-F2BB51EA83E5}"/>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5" name="Marcador de pie de página 4">
            <a:extLst>
              <a:ext uri="{FF2B5EF4-FFF2-40B4-BE49-F238E27FC236}">
                <a16:creationId xmlns:a16="http://schemas.microsoft.com/office/drawing/2014/main" id="{CEC92F0C-3ACB-4AFC-9D86-29CD81FBD24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65A8E8D2-1F7B-48E1-9FCF-376A1FF98420}"/>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1418561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65ED4FD-9BF4-4F24-B6FE-6FEE99E5935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B1433675-6367-4982-A5C9-6F07BE267DD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E38A9B7-C86B-4FC7-A1F5-6ECEC363301D}"/>
              </a:ext>
            </a:extLst>
          </p:cNvPr>
          <p:cNvSpPr>
            <a:spLocks noGrp="1"/>
          </p:cNvSpPr>
          <p:nvPr>
            <p:ph type="dt" sz="half" idx="10"/>
          </p:nvPr>
        </p:nvSpPr>
        <p:spPr/>
        <p:txBody>
          <a:bodyPr/>
          <a:lstStyle/>
          <a:p>
            <a:fld id="{EF080DFB-2A02-4B74-9DDF-3B265FF346F0}" type="datetimeFigureOut">
              <a:rPr lang="es-NI" smtClean="0"/>
              <a:t>30/9/2021</a:t>
            </a:fld>
            <a:endParaRPr lang="es-NI"/>
          </a:p>
        </p:txBody>
      </p:sp>
      <p:sp>
        <p:nvSpPr>
          <p:cNvPr id="5" name="Marcador de pie de página 4">
            <a:extLst>
              <a:ext uri="{FF2B5EF4-FFF2-40B4-BE49-F238E27FC236}">
                <a16:creationId xmlns:a16="http://schemas.microsoft.com/office/drawing/2014/main" id="{2CF17D31-5606-4355-A869-2EB4FD7E24C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D8D592C-0F5C-4790-A5F6-A059A1DD6F78}"/>
              </a:ext>
            </a:extLst>
          </p:cNvPr>
          <p:cNvSpPr>
            <a:spLocks noGrp="1"/>
          </p:cNvSpPr>
          <p:nvPr>
            <p:ph type="sldNum" sz="quarter" idx="12"/>
          </p:nvPr>
        </p:nvSpPr>
        <p:spPr/>
        <p:txBody>
          <a:bodyPr/>
          <a:lstStyle/>
          <a:p>
            <a:fld id="{9410BB23-9A23-44FF-AAC8-11DDBF5A1F37}" type="slidenum">
              <a:rPr lang="es-NI" smtClean="0"/>
              <a:t>‹Nº›</a:t>
            </a:fld>
            <a:endParaRPr lang="es-NI"/>
          </a:p>
        </p:txBody>
      </p:sp>
    </p:spTree>
    <p:extLst>
      <p:ext uri="{BB962C8B-B14F-4D97-AF65-F5344CB8AC3E}">
        <p14:creationId xmlns:p14="http://schemas.microsoft.com/office/powerpoint/2010/main" val="3754886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946E067-7102-4438-A1C5-27AF017D6F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B4659C24-3A0C-410F-9C6C-EE5BA00E98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7B900AA1-6311-4B33-A8EE-27C99EE24C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80DFB-2A02-4B74-9DDF-3B265FF346F0}" type="datetimeFigureOut">
              <a:rPr lang="es-NI" smtClean="0"/>
              <a:t>30/9/2021</a:t>
            </a:fld>
            <a:endParaRPr lang="es-NI"/>
          </a:p>
        </p:txBody>
      </p:sp>
      <p:sp>
        <p:nvSpPr>
          <p:cNvPr id="5" name="Marcador de pie de página 4">
            <a:extLst>
              <a:ext uri="{FF2B5EF4-FFF2-40B4-BE49-F238E27FC236}">
                <a16:creationId xmlns:a16="http://schemas.microsoft.com/office/drawing/2014/main" id="{B50E679A-B749-48A5-BCAD-5C230E6920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878C78D7-783A-4585-A144-09AB3552CC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0BB23-9A23-44FF-AAC8-11DDBF5A1F37}" type="slidenum">
              <a:rPr lang="es-NI" smtClean="0"/>
              <a:t>‹Nº›</a:t>
            </a:fld>
            <a:endParaRPr lang="es-NI"/>
          </a:p>
        </p:txBody>
      </p:sp>
    </p:spTree>
    <p:extLst>
      <p:ext uri="{BB962C8B-B14F-4D97-AF65-F5344CB8AC3E}">
        <p14:creationId xmlns:p14="http://schemas.microsoft.com/office/powerpoint/2010/main" val="1994358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customXml" Target="../ink/ink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E94BF35-5818-49BB-A7EF-853BEB8AFEF1}"/>
              </a:ext>
            </a:extLst>
          </p:cNvPr>
          <p:cNvSpPr/>
          <p:nvPr/>
        </p:nvSpPr>
        <p:spPr>
          <a:xfrm>
            <a:off x="2120873" y="145308"/>
            <a:ext cx="7950253" cy="923330"/>
          </a:xfrm>
          <a:prstGeom prst="rect">
            <a:avLst/>
          </a:prstGeom>
          <a:noFill/>
        </p:spPr>
        <p:txBody>
          <a:bodyPr wrap="none" lIns="91440" tIns="45720" rIns="91440" bIns="45720">
            <a:spAutoFit/>
          </a:bodyPr>
          <a:lstStyle/>
          <a:p>
            <a:pPr algn="ctr"/>
            <a:r>
              <a:rPr lang="es-E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Fórmula del coste marginal</a:t>
            </a:r>
          </a:p>
        </p:txBody>
      </p:sp>
      <p:sp>
        <p:nvSpPr>
          <p:cNvPr id="5" name="CuadroTexto 4">
            <a:extLst>
              <a:ext uri="{FF2B5EF4-FFF2-40B4-BE49-F238E27FC236}">
                <a16:creationId xmlns:a16="http://schemas.microsoft.com/office/drawing/2014/main" id="{DB5F54F7-5F55-4EC8-8E39-DE880500F614}"/>
              </a:ext>
            </a:extLst>
          </p:cNvPr>
          <p:cNvSpPr txBox="1"/>
          <p:nvPr/>
        </p:nvSpPr>
        <p:spPr>
          <a:xfrm>
            <a:off x="299545" y="1147468"/>
            <a:ext cx="11634952" cy="4247317"/>
          </a:xfrm>
          <a:prstGeom prst="rect">
            <a:avLst/>
          </a:prstGeom>
          <a:noFill/>
        </p:spPr>
        <p:txBody>
          <a:bodyPr wrap="square" rtlCol="0">
            <a:spAutoFit/>
          </a:bodyPr>
          <a:lstStyle/>
          <a:p>
            <a:r>
              <a:rPr lang="es-ES" dirty="0">
                <a:latin typeface="Verdana" panose="020B0604030504040204" pitchFamily="34" charset="0"/>
                <a:ea typeface="Verdana" panose="020B0604030504040204" pitchFamily="34" charset="0"/>
              </a:rPr>
              <a:t>En términos matemáticos, el coste marginal (CM) se calcula como la derivada de la función del coste total (CT) con respecto a la cantidad (Q):</a:t>
            </a:r>
          </a:p>
          <a:p>
            <a:endParaRPr lang="es-ES" dirty="0">
              <a:latin typeface="Verdana" panose="020B0604030504040204" pitchFamily="34" charset="0"/>
              <a:ea typeface="Verdana" panose="020B0604030504040204" pitchFamily="34" charset="0"/>
            </a:endParaRPr>
          </a:p>
          <a:p>
            <a:pPr algn="ctr"/>
            <a:r>
              <a:rPr lang="es-NI" b="1" dirty="0">
                <a:latin typeface="Verdana" panose="020B0604030504040204" pitchFamily="34" charset="0"/>
                <a:ea typeface="Verdana" panose="020B0604030504040204" pitchFamily="34" charset="0"/>
              </a:rPr>
              <a:t>CM = </a:t>
            </a:r>
            <a:r>
              <a:rPr lang="es-NI" b="1" dirty="0" err="1">
                <a:latin typeface="Verdana" panose="020B0604030504040204" pitchFamily="34" charset="0"/>
                <a:ea typeface="Verdana" panose="020B0604030504040204" pitchFamily="34" charset="0"/>
              </a:rPr>
              <a:t>dCT</a:t>
            </a:r>
            <a:r>
              <a:rPr lang="es-NI" b="1" dirty="0">
                <a:latin typeface="Verdana" panose="020B0604030504040204" pitchFamily="34" charset="0"/>
                <a:ea typeface="Verdana" panose="020B0604030504040204" pitchFamily="34" charset="0"/>
              </a:rPr>
              <a:t>/</a:t>
            </a:r>
            <a:r>
              <a:rPr lang="es-NI" b="1" dirty="0" err="1">
                <a:latin typeface="Verdana" panose="020B0604030504040204" pitchFamily="34" charset="0"/>
                <a:ea typeface="Verdana" panose="020B0604030504040204" pitchFamily="34" charset="0"/>
              </a:rPr>
              <a:t>dQ</a:t>
            </a:r>
            <a:endParaRPr lang="es-NI" b="1"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De esta explicación dada por la fórmula se explica que el coste marginal es igual al cambio en el coste sobre el cambio en la producción. Por otro lado, los costes marginales habitualmente se presentan reflejados en la llamada curva de coste marginal, que muestra los costes marginales de cada nivel de producción.</a:t>
            </a: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Esta curva tiene generalmente la forma de una parábola cóncava, como consecuencia de la Ley de rendimientos decrecientes, y muestra en su punto mínimo el número de bienes que sería necesario crear para alcanzar un nivel de costes mínimo. También puede estudiarse en su punto de corte con la curva de costes medios el nivel óptimo, donde se obtendría mayor producción y, por lo tanto, mayor beneficio.</a:t>
            </a:r>
            <a:endParaRPr lang="es-NI"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921181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a:extLst>
              <a:ext uri="{FF2B5EF4-FFF2-40B4-BE49-F238E27FC236}">
                <a16:creationId xmlns:a16="http://schemas.microsoft.com/office/drawing/2014/main" id="{FE94BF35-5818-49BB-A7EF-853BEB8AFEF1}"/>
              </a:ext>
            </a:extLst>
          </p:cNvPr>
          <p:cNvSpPr/>
          <p:nvPr/>
        </p:nvSpPr>
        <p:spPr>
          <a:xfrm>
            <a:off x="1028700" y="1967266"/>
            <a:ext cx="2628900" cy="2547257"/>
          </a:xfrm>
          <a:noFill/>
        </p:spPr>
        <p:txBody>
          <a:bodyPr vert="horz" lIns="91440" tIns="45720" rIns="91440" bIns="45720" rtlCol="0" anchor="ctr">
            <a:normAutofit/>
          </a:bodyPr>
          <a:lstStyle/>
          <a:p>
            <a:pPr algn="ctr">
              <a:lnSpc>
                <a:spcPct val="90000"/>
              </a:lnSpc>
              <a:spcBef>
                <a:spcPct val="0"/>
              </a:spcBef>
              <a:spcAft>
                <a:spcPts val="600"/>
              </a:spcAft>
            </a:pPr>
            <a:r>
              <a:rPr lang="en-US" sz="3600" b="1" kern="1200" cap="none" spc="0">
                <a:ln w="9525">
                  <a:solidFill>
                    <a:schemeClr val="bg1"/>
                  </a:solidFill>
                  <a:prstDash val="solid"/>
                </a:ln>
                <a:solidFill>
                  <a:srgbClr val="FFFFFF"/>
                </a:solidFill>
                <a:effectLst>
                  <a:outerShdw blurRad="12700" dist="38100" dir="2700000" algn="tl" rotWithShape="0">
                    <a:schemeClr val="bg1">
                      <a:lumMod val="50000"/>
                    </a:schemeClr>
                  </a:outerShdw>
                </a:effectLst>
                <a:latin typeface="+mj-lt"/>
                <a:ea typeface="+mj-ea"/>
                <a:cs typeface="+mj-cs"/>
              </a:rPr>
              <a:t>Fórmula del coste marginal</a:t>
            </a:r>
          </a:p>
        </p:txBody>
      </p:sp>
      <p:pic>
        <p:nvPicPr>
          <p:cNvPr id="3" name="Imagen 2" descr="Diagrama&#10;&#10;Descripción generada automáticamente">
            <a:extLst>
              <a:ext uri="{FF2B5EF4-FFF2-40B4-BE49-F238E27FC236}">
                <a16:creationId xmlns:a16="http://schemas.microsoft.com/office/drawing/2014/main" id="{E6508BA8-A5E5-477A-959F-C0495D506254}"/>
              </a:ext>
            </a:extLst>
          </p:cNvPr>
          <p:cNvPicPr>
            <a:picLocks noChangeAspect="1"/>
          </p:cNvPicPr>
          <p:nvPr/>
        </p:nvPicPr>
        <p:blipFill>
          <a:blip r:embed="rId2"/>
          <a:stretch>
            <a:fillRect/>
          </a:stretch>
        </p:blipFill>
        <p:spPr>
          <a:xfrm>
            <a:off x="4777316" y="1058579"/>
            <a:ext cx="6780700" cy="4738512"/>
          </a:xfrm>
          <a:prstGeom prst="rect">
            <a:avLst/>
          </a:prstGeom>
        </p:spPr>
      </p:pic>
    </p:spTree>
    <p:extLst>
      <p:ext uri="{BB962C8B-B14F-4D97-AF65-F5344CB8AC3E}">
        <p14:creationId xmlns:p14="http://schemas.microsoft.com/office/powerpoint/2010/main" val="2935584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E94BF35-5818-49BB-A7EF-853BEB8AFEF1}"/>
              </a:ext>
            </a:extLst>
          </p:cNvPr>
          <p:cNvSpPr/>
          <p:nvPr/>
        </p:nvSpPr>
        <p:spPr>
          <a:xfrm>
            <a:off x="2120873" y="145308"/>
            <a:ext cx="7950253" cy="923330"/>
          </a:xfrm>
          <a:prstGeom prst="rect">
            <a:avLst/>
          </a:prstGeom>
          <a:noFill/>
        </p:spPr>
        <p:txBody>
          <a:bodyPr wrap="none" lIns="91440" tIns="45720" rIns="91440" bIns="45720">
            <a:spAutoFit/>
          </a:bodyPr>
          <a:lstStyle/>
          <a:p>
            <a:pPr algn="ctr"/>
            <a:r>
              <a:rPr lang="es-E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Fórmula del coste marginal</a:t>
            </a:r>
          </a:p>
        </p:txBody>
      </p:sp>
      <p:sp>
        <p:nvSpPr>
          <p:cNvPr id="5" name="CuadroTexto 4">
            <a:extLst>
              <a:ext uri="{FF2B5EF4-FFF2-40B4-BE49-F238E27FC236}">
                <a16:creationId xmlns:a16="http://schemas.microsoft.com/office/drawing/2014/main" id="{DB5F54F7-5F55-4EC8-8E39-DE880500F614}"/>
              </a:ext>
            </a:extLst>
          </p:cNvPr>
          <p:cNvSpPr txBox="1"/>
          <p:nvPr/>
        </p:nvSpPr>
        <p:spPr>
          <a:xfrm>
            <a:off x="299545" y="1147468"/>
            <a:ext cx="11634952" cy="2308324"/>
          </a:xfrm>
          <a:prstGeom prst="rect">
            <a:avLst/>
          </a:prstGeom>
          <a:noFill/>
        </p:spPr>
        <p:txBody>
          <a:bodyPr wrap="square" rtlCol="0">
            <a:spAutoFit/>
          </a:bodyPr>
          <a:lstStyle/>
          <a:p>
            <a:r>
              <a:rPr lang="es-ES" dirty="0">
                <a:latin typeface="Verdana" panose="020B0604030504040204" pitchFamily="34" charset="0"/>
                <a:ea typeface="Verdana" panose="020B0604030504040204" pitchFamily="34" charset="0"/>
              </a:rPr>
              <a:t>Se trata de un concepto muy importante en el estudio económico ya que sirve entre otras cosas para el cálculo de la cantidad de producción de las compañías y el precio dado a los productos elaborados. Por este mismo motivo estaríamos hablando de uno de los pilares de la teoría microeconómica.</a:t>
            </a:r>
          </a:p>
          <a:p>
            <a:endParaRPr lang="es-ES" dirty="0">
              <a:latin typeface="Verdana" panose="020B0604030504040204" pitchFamily="34" charset="0"/>
              <a:ea typeface="Verdana" panose="020B0604030504040204" pitchFamily="34" charset="0"/>
            </a:endParaRPr>
          </a:p>
          <a:p>
            <a:r>
              <a:rPr lang="es-ES" dirty="0">
                <a:latin typeface="Verdana" panose="020B0604030504040204" pitchFamily="34" charset="0"/>
                <a:ea typeface="Verdana" panose="020B0604030504040204" pitchFamily="34" charset="0"/>
              </a:rPr>
              <a:t>Generalmente, el coste marginal lleva implícitos los costes extra que se tienen en cuenta en la producción de la siguiente unidad. Es decir, gastos requeridos y con los que es importante contar a la hora de continuar con la producción.</a:t>
            </a:r>
            <a:endParaRPr lang="es-NI"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78558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E94BF35-5818-49BB-A7EF-853BEB8AFEF1}"/>
              </a:ext>
            </a:extLst>
          </p:cNvPr>
          <p:cNvSpPr/>
          <p:nvPr/>
        </p:nvSpPr>
        <p:spPr>
          <a:xfrm>
            <a:off x="2523806" y="145308"/>
            <a:ext cx="7144392" cy="923330"/>
          </a:xfrm>
          <a:prstGeom prst="rect">
            <a:avLst/>
          </a:prstGeom>
          <a:noFill/>
        </p:spPr>
        <p:txBody>
          <a:bodyPr wrap="none" lIns="91440" tIns="45720" rIns="91440" bIns="45720">
            <a:spAutoFit/>
          </a:bodyPr>
          <a:lstStyle/>
          <a:p>
            <a:pPr algn="ctr"/>
            <a:r>
              <a:rPr lang="es-E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Ejemplos coste marginal</a:t>
            </a:r>
          </a:p>
        </p:txBody>
      </p:sp>
      <p:sp>
        <p:nvSpPr>
          <p:cNvPr id="6" name="CuadroTexto 5">
            <a:extLst>
              <a:ext uri="{FF2B5EF4-FFF2-40B4-BE49-F238E27FC236}">
                <a16:creationId xmlns:a16="http://schemas.microsoft.com/office/drawing/2014/main" id="{6D27BAA0-67DF-4C47-8BAF-E1EB51C1B439}"/>
              </a:ext>
            </a:extLst>
          </p:cNvPr>
          <p:cNvSpPr txBox="1"/>
          <p:nvPr/>
        </p:nvSpPr>
        <p:spPr>
          <a:xfrm>
            <a:off x="242012" y="1210530"/>
            <a:ext cx="11634952" cy="1477328"/>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rPr>
              <a:t>Ejemplo 1. </a:t>
            </a:r>
            <a:r>
              <a:rPr lang="es-ES" dirty="0">
                <a:latin typeface="Verdana" panose="020B0604030504040204" pitchFamily="34" charset="0"/>
                <a:ea typeface="Verdana" panose="020B0604030504040204" pitchFamily="34" charset="0"/>
              </a:rPr>
              <a:t>Una empresa produce mensualmente “x” toneladas de un metal precioso con un costo total “c” dado por </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Calcular el nivel de producción de “x” en donde el costo marginal alcanza el mínimo</a:t>
            </a:r>
            <a:endParaRPr lang="es-NI" dirty="0">
              <a:latin typeface="Verdana" panose="020B0604030504040204" pitchFamily="34" charset="0"/>
              <a:ea typeface="Verdana" panose="020B0604030504040204" pitchFamily="34" charset="0"/>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DA5439F-6BF1-4C72-940C-10BDC30BE9D0}"/>
                  </a:ext>
                </a:extLst>
              </p:cNvPr>
              <p:cNvSpPr txBox="1"/>
              <p:nvPr/>
            </p:nvSpPr>
            <p:spPr>
              <a:xfrm>
                <a:off x="4448406" y="1689507"/>
                <a:ext cx="3222164" cy="519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i="1" smtClean="0">
                              <a:solidFill>
                                <a:srgbClr val="836967"/>
                              </a:solidFill>
                              <a:latin typeface="Cambria Math" panose="02040503050406030204" pitchFamily="18" charset="0"/>
                            </a:rPr>
                          </m:ctrlPr>
                        </m:sSub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Sub>
                      <m:r>
                        <a:rPr lang="es-NI" i="0">
                          <a:latin typeface="Cambria Math" panose="02040503050406030204" pitchFamily="18" charset="0"/>
                        </a:rPr>
                        <m:t>=40+300</m:t>
                      </m:r>
                      <m:r>
                        <a:rPr lang="es-NI" i="1">
                          <a:latin typeface="Cambria Math" panose="02040503050406030204" pitchFamily="18" charset="0"/>
                        </a:rPr>
                        <m:t>𝑥</m:t>
                      </m:r>
                      <m:r>
                        <a:rPr lang="es-NI" i="0">
                          <a:latin typeface="Cambria Math" panose="02040503050406030204" pitchFamily="18" charset="0"/>
                        </a:rPr>
                        <m:t>−20</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r>
                        <a:rPr lang="es-NI" i="0">
                          <a:latin typeface="Cambria Math" panose="02040503050406030204" pitchFamily="18" charset="0"/>
                        </a:rPr>
                        <m:t>+</m:t>
                      </m:r>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4</m:t>
                          </m:r>
                        </m:num>
                        <m:den>
                          <m:r>
                            <a:rPr lang="es-NI" i="0">
                              <a:latin typeface="Cambria Math" panose="02040503050406030204" pitchFamily="18" charset="0"/>
                            </a:rPr>
                            <m:t>3</m:t>
                          </m:r>
                        </m:den>
                      </m:f>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3</m:t>
                          </m:r>
                        </m:sup>
                      </m:sSup>
                    </m:oMath>
                  </m:oMathPara>
                </a14:m>
                <a:endParaRPr lang="es-NI" dirty="0"/>
              </a:p>
            </p:txBody>
          </p:sp>
        </mc:Choice>
        <mc:Fallback xmlns="">
          <p:sp>
            <p:nvSpPr>
              <p:cNvPr id="7" name="CuadroTexto 6">
                <a:extLst>
                  <a:ext uri="{FF2B5EF4-FFF2-40B4-BE49-F238E27FC236}">
                    <a16:creationId xmlns:a16="http://schemas.microsoft.com/office/drawing/2014/main" id="{CDA5439F-6BF1-4C72-940C-10BDC30BE9D0}"/>
                  </a:ext>
                </a:extLst>
              </p:cNvPr>
              <p:cNvSpPr txBox="1">
                <a:spLocks noRot="1" noChangeAspect="1" noMove="1" noResize="1" noEditPoints="1" noAdjustHandles="1" noChangeArrowheads="1" noChangeShapeType="1" noTextEdit="1"/>
              </p:cNvSpPr>
              <p:nvPr/>
            </p:nvSpPr>
            <p:spPr>
              <a:xfrm>
                <a:off x="4448406" y="1689507"/>
                <a:ext cx="3222164" cy="519373"/>
              </a:xfrm>
              <a:prstGeom prst="rect">
                <a:avLst/>
              </a:prstGeom>
              <a:blipFill>
                <a:blip r:embed="rId2"/>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F5DFECA-AEE6-409C-ABD4-FFF8DF4958C5}"/>
                  </a:ext>
                </a:extLst>
              </p:cNvPr>
              <p:cNvSpPr txBox="1"/>
              <p:nvPr/>
            </p:nvSpPr>
            <p:spPr>
              <a:xfrm>
                <a:off x="530376" y="3122109"/>
                <a:ext cx="3222164" cy="519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i="1" smtClean="0">
                              <a:solidFill>
                                <a:srgbClr val="836967"/>
                              </a:solidFill>
                              <a:latin typeface="Cambria Math" panose="02040503050406030204" pitchFamily="18" charset="0"/>
                            </a:rPr>
                          </m:ctrlPr>
                        </m:sSub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Sub>
                      <m:r>
                        <a:rPr lang="es-NI" i="0">
                          <a:latin typeface="Cambria Math" panose="02040503050406030204" pitchFamily="18" charset="0"/>
                        </a:rPr>
                        <m:t>=40+300</m:t>
                      </m:r>
                      <m:r>
                        <a:rPr lang="es-NI" i="1">
                          <a:latin typeface="Cambria Math" panose="02040503050406030204" pitchFamily="18" charset="0"/>
                        </a:rPr>
                        <m:t>𝑥</m:t>
                      </m:r>
                      <m:r>
                        <a:rPr lang="es-NI" i="0">
                          <a:latin typeface="Cambria Math" panose="02040503050406030204" pitchFamily="18" charset="0"/>
                        </a:rPr>
                        <m:t>−20</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r>
                        <a:rPr lang="es-NI" i="0">
                          <a:latin typeface="Cambria Math" panose="02040503050406030204" pitchFamily="18" charset="0"/>
                        </a:rPr>
                        <m:t>+</m:t>
                      </m:r>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4</m:t>
                          </m:r>
                        </m:num>
                        <m:den>
                          <m:r>
                            <a:rPr lang="es-NI" i="0">
                              <a:latin typeface="Cambria Math" panose="02040503050406030204" pitchFamily="18" charset="0"/>
                            </a:rPr>
                            <m:t>3</m:t>
                          </m:r>
                        </m:den>
                      </m:f>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3</m:t>
                          </m:r>
                        </m:sup>
                      </m:sSup>
                    </m:oMath>
                  </m:oMathPara>
                </a14:m>
                <a:endParaRPr lang="es-NI" dirty="0"/>
              </a:p>
            </p:txBody>
          </p:sp>
        </mc:Choice>
        <mc:Fallback xmlns="">
          <p:sp>
            <p:nvSpPr>
              <p:cNvPr id="8" name="CuadroTexto 7">
                <a:extLst>
                  <a:ext uri="{FF2B5EF4-FFF2-40B4-BE49-F238E27FC236}">
                    <a16:creationId xmlns:a16="http://schemas.microsoft.com/office/drawing/2014/main" id="{0F5DFECA-AEE6-409C-ABD4-FFF8DF4958C5}"/>
                  </a:ext>
                </a:extLst>
              </p:cNvPr>
              <p:cNvSpPr txBox="1">
                <a:spLocks noRot="1" noChangeAspect="1" noMove="1" noResize="1" noEditPoints="1" noAdjustHandles="1" noChangeArrowheads="1" noChangeShapeType="1" noTextEdit="1"/>
              </p:cNvSpPr>
              <p:nvPr/>
            </p:nvSpPr>
            <p:spPr>
              <a:xfrm>
                <a:off x="530376" y="3122109"/>
                <a:ext cx="3222164" cy="519373"/>
              </a:xfrm>
              <a:prstGeom prst="rect">
                <a:avLst/>
              </a:prstGeom>
              <a:blipFill>
                <a:blip r:embed="rId3"/>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573B2BB-EB73-446D-9203-68CC02A2EFDB}"/>
                  </a:ext>
                </a:extLst>
              </p:cNvPr>
              <p:cNvSpPr txBox="1"/>
              <p:nvPr/>
            </p:nvSpPr>
            <p:spPr>
              <a:xfrm>
                <a:off x="631375" y="4061803"/>
                <a:ext cx="2806409" cy="3161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NI" i="1" smtClean="0">
                              <a:solidFill>
                                <a:srgbClr val="836967"/>
                              </a:solidFill>
                              <a:latin typeface="Cambria Math" panose="02040503050406030204" pitchFamily="18" charset="0"/>
                            </a:rPr>
                          </m:ctrlPr>
                        </m:sSubSup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=0+300−40</m:t>
                      </m:r>
                      <m:r>
                        <a:rPr lang="es-NI" i="1">
                          <a:latin typeface="Cambria Math" panose="02040503050406030204" pitchFamily="18" charset="0"/>
                        </a:rPr>
                        <m:t>𝑥</m:t>
                      </m:r>
                      <m:r>
                        <a:rPr lang="es-NI" i="0">
                          <a:latin typeface="Cambria Math" panose="02040503050406030204" pitchFamily="18" charset="0"/>
                        </a:rPr>
                        <m:t>+4</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b="0" i="0" smtClean="0">
                              <a:latin typeface="Cambria Math" panose="02040503050406030204" pitchFamily="18" charset="0"/>
                            </a:rPr>
                            <m:t>2</m:t>
                          </m:r>
                        </m:sup>
                      </m:sSup>
                    </m:oMath>
                  </m:oMathPara>
                </a14:m>
                <a:endParaRPr lang="es-NI" dirty="0"/>
              </a:p>
            </p:txBody>
          </p:sp>
        </mc:Choice>
        <mc:Fallback xmlns="">
          <p:sp>
            <p:nvSpPr>
              <p:cNvPr id="2" name="CuadroTexto 1">
                <a:extLst>
                  <a:ext uri="{FF2B5EF4-FFF2-40B4-BE49-F238E27FC236}">
                    <a16:creationId xmlns:a16="http://schemas.microsoft.com/office/drawing/2014/main" id="{5573B2BB-EB73-446D-9203-68CC02A2EFDB}"/>
                  </a:ext>
                </a:extLst>
              </p:cNvPr>
              <p:cNvSpPr txBox="1">
                <a:spLocks noRot="1" noChangeAspect="1" noMove="1" noResize="1" noEditPoints="1" noAdjustHandles="1" noChangeArrowheads="1" noChangeShapeType="1" noTextEdit="1"/>
              </p:cNvSpPr>
              <p:nvPr/>
            </p:nvSpPr>
            <p:spPr>
              <a:xfrm>
                <a:off x="631375" y="4061803"/>
                <a:ext cx="2806409" cy="316177"/>
              </a:xfrm>
              <a:prstGeom prst="rect">
                <a:avLst/>
              </a:prstGeom>
              <a:blipFill>
                <a:blip r:embed="rId4"/>
                <a:stretch>
                  <a:fillRect l="-870" r="-217" b="-5769"/>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DF9B243-A5D9-4754-AF88-E2E652E1FA9B}"/>
                  </a:ext>
                </a:extLst>
              </p:cNvPr>
              <p:cNvSpPr txBox="1"/>
              <p:nvPr/>
            </p:nvSpPr>
            <p:spPr>
              <a:xfrm>
                <a:off x="631375" y="4659801"/>
                <a:ext cx="27067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NI" b="0" i="1" smtClean="0">
                          <a:solidFill>
                            <a:srgbClr val="836967"/>
                          </a:solidFill>
                          <a:latin typeface="Cambria Math" panose="02040503050406030204" pitchFamily="18" charset="0"/>
                        </a:rPr>
                        <m:t>𝐶𝑚</m:t>
                      </m:r>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r>
                        <a:rPr lang="es-NI" i="0">
                          <a:latin typeface="Cambria Math" panose="02040503050406030204" pitchFamily="18" charset="0"/>
                        </a:rPr>
                        <m:t>=4</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b="0" i="0" smtClean="0">
                              <a:latin typeface="Cambria Math" panose="02040503050406030204" pitchFamily="18" charset="0"/>
                            </a:rPr>
                            <m:t>2</m:t>
                          </m:r>
                        </m:sup>
                      </m:sSup>
                      <m:r>
                        <a:rPr lang="es-NI" i="0">
                          <a:latin typeface="Cambria Math" panose="02040503050406030204" pitchFamily="18" charset="0"/>
                        </a:rPr>
                        <m:t>−40</m:t>
                      </m:r>
                      <m:r>
                        <a:rPr lang="es-NI" i="1">
                          <a:latin typeface="Cambria Math" panose="02040503050406030204" pitchFamily="18" charset="0"/>
                        </a:rPr>
                        <m:t>𝑥</m:t>
                      </m:r>
                      <m:r>
                        <a:rPr lang="es-NI" i="0">
                          <a:latin typeface="Cambria Math" panose="02040503050406030204" pitchFamily="18" charset="0"/>
                        </a:rPr>
                        <m:t>+300</m:t>
                      </m:r>
                    </m:oMath>
                  </m:oMathPara>
                </a14:m>
                <a:endParaRPr lang="es-NI" dirty="0"/>
              </a:p>
            </p:txBody>
          </p:sp>
        </mc:Choice>
        <mc:Fallback xmlns="">
          <p:sp>
            <p:nvSpPr>
              <p:cNvPr id="3" name="CuadroTexto 2">
                <a:extLst>
                  <a:ext uri="{FF2B5EF4-FFF2-40B4-BE49-F238E27FC236}">
                    <a16:creationId xmlns:a16="http://schemas.microsoft.com/office/drawing/2014/main" id="{5DF9B243-A5D9-4754-AF88-E2E652E1FA9B}"/>
                  </a:ext>
                </a:extLst>
              </p:cNvPr>
              <p:cNvSpPr txBox="1">
                <a:spLocks noRot="1" noChangeAspect="1" noMove="1" noResize="1" noEditPoints="1" noAdjustHandles="1" noChangeArrowheads="1" noChangeShapeType="1" noTextEdit="1"/>
              </p:cNvSpPr>
              <p:nvPr/>
            </p:nvSpPr>
            <p:spPr>
              <a:xfrm>
                <a:off x="631375" y="4659801"/>
                <a:ext cx="2706767" cy="276999"/>
              </a:xfrm>
              <a:prstGeom prst="rect">
                <a:avLst/>
              </a:prstGeom>
              <a:blipFill>
                <a:blip r:embed="rId5"/>
                <a:stretch>
                  <a:fillRect l="-1802" t="-4348" r="-1577" b="-6522"/>
                </a:stretch>
              </a:blipFill>
            </p:spPr>
            <p:txBody>
              <a:bodyPr/>
              <a:lstStyle/>
              <a:p>
                <a:r>
                  <a:rPr lang="es-NI">
                    <a:noFill/>
                  </a:rPr>
                  <a:t> </a:t>
                </a:r>
              </a:p>
            </p:txBody>
          </p:sp>
        </mc:Fallback>
      </mc:AlternateContent>
      <p:sp>
        <p:nvSpPr>
          <p:cNvPr id="10" name="CuadroTexto 9">
            <a:extLst>
              <a:ext uri="{FF2B5EF4-FFF2-40B4-BE49-F238E27FC236}">
                <a16:creationId xmlns:a16="http://schemas.microsoft.com/office/drawing/2014/main" id="{3582BED0-6186-43F6-95CC-9DBCC728C6E1}"/>
              </a:ext>
            </a:extLst>
          </p:cNvPr>
          <p:cNvSpPr txBox="1"/>
          <p:nvPr/>
        </p:nvSpPr>
        <p:spPr>
          <a:xfrm>
            <a:off x="6095999" y="3058629"/>
            <a:ext cx="5933364" cy="646331"/>
          </a:xfrm>
          <a:prstGeom prst="rect">
            <a:avLst/>
          </a:prstGeom>
          <a:noFill/>
        </p:spPr>
        <p:txBody>
          <a:bodyPr wrap="square" rtlCol="0">
            <a:spAutoFit/>
          </a:bodyPr>
          <a:lstStyle/>
          <a:p>
            <a:r>
              <a:rPr lang="es-NI" dirty="0"/>
              <a:t>Para encontrar el coste mínimo debemos derivar el costo marginal y encontrar el valor de “x”</a:t>
            </a: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CAA1BA80-84EE-432B-917F-6DDBC6384A38}"/>
                  </a:ext>
                </a:extLst>
              </p:cNvPr>
              <p:cNvSpPr txBox="1"/>
              <p:nvPr/>
            </p:nvSpPr>
            <p:spPr>
              <a:xfrm>
                <a:off x="6317186" y="3893144"/>
                <a:ext cx="27067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NI" b="0" i="1" smtClean="0">
                          <a:solidFill>
                            <a:srgbClr val="836967"/>
                          </a:solidFill>
                          <a:latin typeface="Cambria Math" panose="02040503050406030204" pitchFamily="18" charset="0"/>
                        </a:rPr>
                        <m:t>𝐶𝑚</m:t>
                      </m:r>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r>
                        <a:rPr lang="es-NI" i="0">
                          <a:latin typeface="Cambria Math" panose="02040503050406030204" pitchFamily="18" charset="0"/>
                        </a:rPr>
                        <m:t>=4</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b="0" i="0" smtClean="0">
                              <a:latin typeface="Cambria Math" panose="02040503050406030204" pitchFamily="18" charset="0"/>
                            </a:rPr>
                            <m:t>2</m:t>
                          </m:r>
                        </m:sup>
                      </m:sSup>
                      <m:r>
                        <a:rPr lang="es-NI" i="0">
                          <a:latin typeface="Cambria Math" panose="02040503050406030204" pitchFamily="18" charset="0"/>
                        </a:rPr>
                        <m:t>−40</m:t>
                      </m:r>
                      <m:r>
                        <a:rPr lang="es-NI" i="1">
                          <a:latin typeface="Cambria Math" panose="02040503050406030204" pitchFamily="18" charset="0"/>
                        </a:rPr>
                        <m:t>𝑥</m:t>
                      </m:r>
                      <m:r>
                        <a:rPr lang="es-NI" i="0">
                          <a:latin typeface="Cambria Math" panose="02040503050406030204" pitchFamily="18" charset="0"/>
                        </a:rPr>
                        <m:t>+300</m:t>
                      </m:r>
                    </m:oMath>
                  </m:oMathPara>
                </a14:m>
                <a:endParaRPr lang="es-NI" dirty="0"/>
              </a:p>
            </p:txBody>
          </p:sp>
        </mc:Choice>
        <mc:Fallback>
          <p:sp>
            <p:nvSpPr>
              <p:cNvPr id="11" name="CuadroTexto 10">
                <a:extLst>
                  <a:ext uri="{FF2B5EF4-FFF2-40B4-BE49-F238E27FC236}">
                    <a16:creationId xmlns:a16="http://schemas.microsoft.com/office/drawing/2014/main" id="{CAA1BA80-84EE-432B-917F-6DDBC6384A38}"/>
                  </a:ext>
                </a:extLst>
              </p:cNvPr>
              <p:cNvSpPr txBox="1">
                <a:spLocks noRot="1" noChangeAspect="1" noMove="1" noResize="1" noEditPoints="1" noAdjustHandles="1" noChangeArrowheads="1" noChangeShapeType="1" noTextEdit="1"/>
              </p:cNvSpPr>
              <p:nvPr/>
            </p:nvSpPr>
            <p:spPr>
              <a:xfrm>
                <a:off x="6317186" y="3893144"/>
                <a:ext cx="2706767" cy="276999"/>
              </a:xfrm>
              <a:prstGeom prst="rect">
                <a:avLst/>
              </a:prstGeom>
              <a:blipFill>
                <a:blip r:embed="rId6"/>
                <a:stretch>
                  <a:fillRect l="-1577" t="-4444" r="-1802" b="-6667"/>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BA8D966-3DCF-4F8B-8A68-BD26F40B5C47}"/>
                  </a:ext>
                </a:extLst>
              </p:cNvPr>
              <p:cNvSpPr txBox="1"/>
              <p:nvPr/>
            </p:nvSpPr>
            <p:spPr>
              <a:xfrm>
                <a:off x="6317186" y="4377980"/>
                <a:ext cx="1670457"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s-NI" i="1" smtClean="0">
                              <a:solidFill>
                                <a:srgbClr val="836967"/>
                              </a:solidFill>
                              <a:latin typeface="Cambria Math" panose="02040503050406030204" pitchFamily="18" charset="0"/>
                            </a:rPr>
                          </m:ctrlPr>
                        </m:sSubSupPr>
                        <m:e>
                          <m:r>
                            <a:rPr lang="es-NI" i="1">
                              <a:latin typeface="Cambria Math" panose="02040503050406030204" pitchFamily="18" charset="0"/>
                            </a:rPr>
                            <m:t>𝐶</m:t>
                          </m:r>
                        </m:e>
                        <m:sub>
                          <m:sSub>
                            <m:sSubPr>
                              <m:ctrlPr>
                                <a:rPr lang="es-NI" i="1">
                                  <a:solidFill>
                                    <a:srgbClr val="836967"/>
                                  </a:solidFill>
                                  <a:latin typeface="Cambria Math" panose="02040503050406030204" pitchFamily="18" charset="0"/>
                                </a:rPr>
                              </m:ctrlPr>
                            </m:sSubPr>
                            <m:e>
                              <m:r>
                                <a:rPr lang="es-NI" i="1">
                                  <a:latin typeface="Cambria Math" panose="02040503050406030204" pitchFamily="18" charset="0"/>
                                </a:rPr>
                                <m:t>𝑚</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Sub>
                        </m:sub>
                        <m:sup>
                          <m:r>
                            <a:rPr lang="es-NI" i="0">
                              <a:latin typeface="Cambria Math" panose="02040503050406030204" pitchFamily="18" charset="0"/>
                            </a:rPr>
                            <m:t>′</m:t>
                          </m:r>
                        </m:sup>
                      </m:sSubSup>
                      <m:r>
                        <a:rPr lang="es-NI" i="0">
                          <a:latin typeface="Cambria Math" panose="02040503050406030204" pitchFamily="18" charset="0"/>
                        </a:rPr>
                        <m:t>=8</m:t>
                      </m:r>
                      <m:r>
                        <a:rPr lang="es-NI" i="1">
                          <a:latin typeface="Cambria Math" panose="02040503050406030204" pitchFamily="18" charset="0"/>
                        </a:rPr>
                        <m:t>𝑋</m:t>
                      </m:r>
                      <m:r>
                        <a:rPr lang="es-NI" i="0">
                          <a:latin typeface="Cambria Math" panose="02040503050406030204" pitchFamily="18" charset="0"/>
                        </a:rPr>
                        <m:t>−40</m:t>
                      </m:r>
                    </m:oMath>
                  </m:oMathPara>
                </a14:m>
                <a:endParaRPr lang="es-NI" dirty="0"/>
              </a:p>
            </p:txBody>
          </p:sp>
        </mc:Choice>
        <mc:Fallback xmlns="">
          <p:sp>
            <p:nvSpPr>
              <p:cNvPr id="12" name="CuadroTexto 11">
                <a:extLst>
                  <a:ext uri="{FF2B5EF4-FFF2-40B4-BE49-F238E27FC236}">
                    <a16:creationId xmlns:a16="http://schemas.microsoft.com/office/drawing/2014/main" id="{2BA8D966-3DCF-4F8B-8A68-BD26F40B5C47}"/>
                  </a:ext>
                </a:extLst>
              </p:cNvPr>
              <p:cNvSpPr txBox="1">
                <a:spLocks noRot="1" noChangeAspect="1" noMove="1" noResize="1" noEditPoints="1" noAdjustHandles="1" noChangeArrowheads="1" noChangeShapeType="1" noTextEdit="1"/>
              </p:cNvSpPr>
              <p:nvPr/>
            </p:nvSpPr>
            <p:spPr>
              <a:xfrm>
                <a:off x="6317186" y="4377980"/>
                <a:ext cx="1670457" cy="332463"/>
              </a:xfrm>
              <a:prstGeom prst="rect">
                <a:avLst/>
              </a:prstGeom>
              <a:blipFill>
                <a:blip r:embed="rId7"/>
                <a:stretch>
                  <a:fillRect l="-2555" r="-3285" b="-5455"/>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AFB5387-D0C4-4606-A5B0-24785994C05B}"/>
                  </a:ext>
                </a:extLst>
              </p:cNvPr>
              <p:cNvSpPr txBox="1"/>
              <p:nvPr/>
            </p:nvSpPr>
            <p:spPr>
              <a:xfrm>
                <a:off x="6397207" y="5018034"/>
                <a:ext cx="1273362" cy="12588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NI" i="1" smtClean="0">
                              <a:solidFill>
                                <a:srgbClr val="836967"/>
                              </a:solidFill>
                              <a:latin typeface="Cambria Math" panose="02040503050406030204" pitchFamily="18" charset="0"/>
                            </a:rPr>
                          </m:ctrlPr>
                        </m:mPr>
                        <m:mr>
                          <m:e>
                            <m:r>
                              <a:rPr lang="es-NI">
                                <a:latin typeface="Cambria Math" panose="02040503050406030204" pitchFamily="18" charset="0"/>
                              </a:rPr>
                              <m:t>8</m:t>
                            </m:r>
                            <m:r>
                              <a:rPr lang="es-NI" i="1">
                                <a:latin typeface="Cambria Math" panose="02040503050406030204" pitchFamily="18" charset="0"/>
                              </a:rPr>
                              <m:t>𝑥</m:t>
                            </m:r>
                            <m:r>
                              <a:rPr lang="es-NI" i="0">
                                <a:latin typeface="Cambria Math" panose="02040503050406030204" pitchFamily="18" charset="0"/>
                              </a:rPr>
                              <m:t>−40=0</m:t>
                            </m:r>
                          </m:e>
                        </m:mr>
                        <m:mr>
                          <m:e>
                            <m:r>
                              <a:rPr lang="es-NI" i="0">
                                <a:latin typeface="Cambria Math" panose="02040503050406030204" pitchFamily="18" charset="0"/>
                              </a:rPr>
                              <m:t>8</m:t>
                            </m:r>
                            <m:r>
                              <a:rPr lang="es-NI" i="1">
                                <a:latin typeface="Cambria Math" panose="02040503050406030204" pitchFamily="18" charset="0"/>
                              </a:rPr>
                              <m:t>𝑥</m:t>
                            </m:r>
                            <m:r>
                              <a:rPr lang="es-NI" i="0">
                                <a:latin typeface="Cambria Math" panose="02040503050406030204" pitchFamily="18" charset="0"/>
                              </a:rPr>
                              <m:t>=40</m:t>
                            </m:r>
                          </m:e>
                        </m:mr>
                        <m:mr>
                          <m:e>
                            <m:r>
                              <a:rPr lang="es-NI" i="1">
                                <a:latin typeface="Cambria Math" panose="02040503050406030204" pitchFamily="18" charset="0"/>
                              </a:rPr>
                              <m:t>𝑥</m:t>
                            </m:r>
                            <m:r>
                              <a:rPr lang="es-NI" i="0">
                                <a:latin typeface="Cambria Math" panose="02040503050406030204" pitchFamily="18" charset="0"/>
                              </a:rPr>
                              <m:t>=</m:t>
                            </m:r>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40</m:t>
                                </m:r>
                              </m:num>
                              <m:den>
                                <m:r>
                                  <a:rPr lang="es-NI" i="0">
                                    <a:latin typeface="Cambria Math" panose="02040503050406030204" pitchFamily="18" charset="0"/>
                                  </a:rPr>
                                  <m:t>8</m:t>
                                </m:r>
                              </m:den>
                            </m:f>
                          </m:e>
                        </m:mr>
                        <m:mr>
                          <m:e>
                            <m:r>
                              <a:rPr lang="es-NI" i="1">
                                <a:latin typeface="Cambria Math" panose="02040503050406030204" pitchFamily="18" charset="0"/>
                              </a:rPr>
                              <m:t>𝑥</m:t>
                            </m:r>
                            <m:r>
                              <a:rPr lang="es-NI" i="0">
                                <a:latin typeface="Cambria Math" panose="02040503050406030204" pitchFamily="18" charset="0"/>
                              </a:rPr>
                              <m:t>=5</m:t>
                            </m:r>
                          </m:e>
                        </m:mr>
                      </m:m>
                    </m:oMath>
                  </m:oMathPara>
                </a14:m>
                <a:endParaRPr lang="es-NI" dirty="0"/>
              </a:p>
            </p:txBody>
          </p:sp>
        </mc:Choice>
        <mc:Fallback xmlns="">
          <p:sp>
            <p:nvSpPr>
              <p:cNvPr id="13" name="CuadroTexto 12">
                <a:extLst>
                  <a:ext uri="{FF2B5EF4-FFF2-40B4-BE49-F238E27FC236}">
                    <a16:creationId xmlns:a16="http://schemas.microsoft.com/office/drawing/2014/main" id="{9AFB5387-D0C4-4606-A5B0-24785994C05B}"/>
                  </a:ext>
                </a:extLst>
              </p:cNvPr>
              <p:cNvSpPr txBox="1">
                <a:spLocks noRot="1" noChangeAspect="1" noMove="1" noResize="1" noEditPoints="1" noAdjustHandles="1" noChangeArrowheads="1" noChangeShapeType="1" noTextEdit="1"/>
              </p:cNvSpPr>
              <p:nvPr/>
            </p:nvSpPr>
            <p:spPr>
              <a:xfrm>
                <a:off x="6397207" y="5018034"/>
                <a:ext cx="1273362" cy="1258871"/>
              </a:xfrm>
              <a:prstGeom prst="rect">
                <a:avLst/>
              </a:prstGeom>
              <a:blipFill>
                <a:blip r:embed="rId8"/>
                <a:stretch>
                  <a:fillRect/>
                </a:stretch>
              </a:blipFill>
            </p:spPr>
            <p:txBody>
              <a:bodyPr/>
              <a:lstStyle/>
              <a:p>
                <a:r>
                  <a:rPr lang="es-NI">
                    <a:noFill/>
                  </a:rPr>
                  <a:t> </a:t>
                </a:r>
              </a:p>
            </p:txBody>
          </p:sp>
        </mc:Fallback>
      </mc:AlternateContent>
      <p:sp>
        <p:nvSpPr>
          <p:cNvPr id="14" name="CuadroTexto 13">
            <a:extLst>
              <a:ext uri="{FF2B5EF4-FFF2-40B4-BE49-F238E27FC236}">
                <a16:creationId xmlns:a16="http://schemas.microsoft.com/office/drawing/2014/main" id="{1BE91D97-5BA4-48BD-A98D-242B808F64F5}"/>
              </a:ext>
            </a:extLst>
          </p:cNvPr>
          <p:cNvSpPr txBox="1"/>
          <p:nvPr/>
        </p:nvSpPr>
        <p:spPr>
          <a:xfrm>
            <a:off x="8120418" y="5647469"/>
            <a:ext cx="3647364" cy="646331"/>
          </a:xfrm>
          <a:prstGeom prst="rect">
            <a:avLst/>
          </a:prstGeom>
          <a:noFill/>
        </p:spPr>
        <p:txBody>
          <a:bodyPr wrap="square" rtlCol="0">
            <a:spAutoFit/>
          </a:bodyPr>
          <a:lstStyle/>
          <a:p>
            <a:r>
              <a:rPr lang="es-NI" dirty="0"/>
              <a:t>El costo marginal alcanza su mínimo en 5 toneladas</a:t>
            </a:r>
          </a:p>
        </p:txBody>
      </p:sp>
      <mc:AlternateContent xmlns:mc="http://schemas.openxmlformats.org/markup-compatibility/2006">
        <mc:Choice xmlns:p14="http://schemas.microsoft.com/office/powerpoint/2010/main" Requires="p14">
          <p:contentPart p14:bwMode="auto" r:id="rId9">
            <p14:nvContentPartPr>
              <p14:cNvPr id="5" name="Entrada de lápiz 4">
                <a:extLst>
                  <a:ext uri="{FF2B5EF4-FFF2-40B4-BE49-F238E27FC236}">
                    <a16:creationId xmlns:a16="http://schemas.microsoft.com/office/drawing/2014/main" id="{97B5A3E0-DDE6-42F8-BFC7-2B6F87CA4FCB}"/>
                  </a:ext>
                </a:extLst>
              </p14:cNvPr>
              <p14:cNvContentPartPr/>
              <p14:nvPr/>
            </p14:nvContentPartPr>
            <p14:xfrm>
              <a:off x="631375" y="2650985"/>
              <a:ext cx="9474840" cy="3625920"/>
            </p14:xfrm>
          </p:contentPart>
        </mc:Choice>
        <mc:Fallback>
          <p:pic>
            <p:nvPicPr>
              <p:cNvPr id="5" name="Entrada de lápiz 4">
                <a:extLst>
                  <a:ext uri="{FF2B5EF4-FFF2-40B4-BE49-F238E27FC236}">
                    <a16:creationId xmlns:a16="http://schemas.microsoft.com/office/drawing/2014/main" id="{97B5A3E0-DDE6-42F8-BFC7-2B6F87CA4FCB}"/>
                  </a:ext>
                </a:extLst>
              </p:cNvPr>
              <p:cNvPicPr/>
              <p:nvPr/>
            </p:nvPicPr>
            <p:blipFill>
              <a:blip r:embed="rId10"/>
              <a:stretch>
                <a:fillRect/>
              </a:stretch>
            </p:blipFill>
            <p:spPr>
              <a:xfrm>
                <a:off x="622015" y="2641625"/>
                <a:ext cx="9493560" cy="3644640"/>
              </a:xfrm>
              <a:prstGeom prst="rect">
                <a:avLst/>
              </a:prstGeom>
            </p:spPr>
          </p:pic>
        </mc:Fallback>
      </mc:AlternateContent>
    </p:spTree>
    <p:extLst>
      <p:ext uri="{BB962C8B-B14F-4D97-AF65-F5344CB8AC3E}">
        <p14:creationId xmlns:p14="http://schemas.microsoft.com/office/powerpoint/2010/main" val="2297641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E94BF35-5818-49BB-A7EF-853BEB8AFEF1}"/>
              </a:ext>
            </a:extLst>
          </p:cNvPr>
          <p:cNvSpPr/>
          <p:nvPr/>
        </p:nvSpPr>
        <p:spPr>
          <a:xfrm>
            <a:off x="2661662" y="145308"/>
            <a:ext cx="6868676" cy="923330"/>
          </a:xfrm>
          <a:prstGeom prst="rect">
            <a:avLst/>
          </a:prstGeom>
          <a:noFill/>
        </p:spPr>
        <p:txBody>
          <a:bodyPr wrap="none" lIns="91440" tIns="45720" rIns="91440" bIns="45720">
            <a:spAutoFit/>
          </a:bodyPr>
          <a:lstStyle/>
          <a:p>
            <a:pPr algn="ctr"/>
            <a:r>
              <a:rPr lang="es-E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Ejemplo coste marginal</a:t>
            </a:r>
          </a:p>
        </p:txBody>
      </p:sp>
      <p:sp>
        <p:nvSpPr>
          <p:cNvPr id="15" name="CuadroTexto 14">
            <a:extLst>
              <a:ext uri="{FF2B5EF4-FFF2-40B4-BE49-F238E27FC236}">
                <a16:creationId xmlns:a16="http://schemas.microsoft.com/office/drawing/2014/main" id="{58DA604A-8165-4672-B781-20E41BB66EA5}"/>
              </a:ext>
            </a:extLst>
          </p:cNvPr>
          <p:cNvSpPr txBox="1"/>
          <p:nvPr/>
        </p:nvSpPr>
        <p:spPr>
          <a:xfrm>
            <a:off x="242012" y="1068638"/>
            <a:ext cx="11634952" cy="4524315"/>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rPr>
              <a:t>Ejemplo 2: </a:t>
            </a:r>
            <a:r>
              <a:rPr lang="es-ES" dirty="0">
                <a:latin typeface="Verdana" panose="020B0604030504040204" pitchFamily="34" charset="0"/>
                <a:ea typeface="Verdana" panose="020B0604030504040204" pitchFamily="34" charset="0"/>
              </a:rPr>
              <a:t>La compañía de celulares JK, determinó que el costo total diario de producción de sus celulares (en dólares) está dado por</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Donde “x” representa los celulares producidos</a:t>
            </a: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a. Hallar la función de costo marginal</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b. ¿Cuál es el costo marginal cuando x=200?</a:t>
            </a:r>
          </a:p>
          <a:p>
            <a:pPr algn="just"/>
            <a:endParaRPr lang="es-ES" dirty="0">
              <a:latin typeface="Verdana" panose="020B0604030504040204" pitchFamily="34" charset="0"/>
              <a:ea typeface="Verdana" panose="020B0604030504040204" pitchFamily="34" charset="0"/>
            </a:endParaRPr>
          </a:p>
          <a:p>
            <a:pPr algn="just"/>
            <a:endParaRPr lang="es-NI" dirty="0">
              <a:latin typeface="Verdana" panose="020B0604030504040204" pitchFamily="34" charset="0"/>
              <a:ea typeface="Verdana" panose="020B0604030504040204" pitchFamily="34" charset="0"/>
            </a:endParaRPr>
          </a:p>
          <a:p>
            <a:pPr algn="just"/>
            <a:endParaRPr lang="es-NI" dirty="0">
              <a:latin typeface="Verdana" panose="020B0604030504040204" pitchFamily="34" charset="0"/>
              <a:ea typeface="Verdana" panose="020B0604030504040204" pitchFamily="34" charset="0"/>
            </a:endParaRPr>
          </a:p>
          <a:p>
            <a:pPr algn="just"/>
            <a:endParaRPr lang="es-NI" dirty="0">
              <a:latin typeface="Verdana" panose="020B0604030504040204" pitchFamily="34" charset="0"/>
              <a:ea typeface="Verdana" panose="020B0604030504040204" pitchFamily="34" charset="0"/>
            </a:endParaRPr>
          </a:p>
          <a:p>
            <a:pPr algn="just"/>
            <a:r>
              <a:rPr lang="es-NI" dirty="0">
                <a:latin typeface="Verdana" panose="020B0604030504040204" pitchFamily="34" charset="0"/>
                <a:ea typeface="Verdana" panose="020B0604030504040204" pitchFamily="34" charset="0"/>
              </a:rPr>
              <a:t>c. ¿Cuál es el costo marginal cuando x=300?</a:t>
            </a:r>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D948FAE7-48AC-4538-9C49-4E7951816654}"/>
                  </a:ext>
                </a:extLst>
              </p:cNvPr>
              <p:cNvSpPr txBox="1"/>
              <p:nvPr/>
            </p:nvSpPr>
            <p:spPr>
              <a:xfrm>
                <a:off x="1710558" y="3330795"/>
                <a:ext cx="3011594" cy="3161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mtClean="0">
                              <a:solidFill>
                                <a:srgbClr val="836967"/>
                              </a:solidFill>
                              <a:latin typeface="Cambria Math" panose="02040503050406030204" pitchFamily="18" charset="0"/>
                            </a:rPr>
                          </m:ctrlPr>
                        </m:sSubSup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=0.0006</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r>
                        <a:rPr lang="es-NI" i="0">
                          <a:latin typeface="Cambria Math" panose="02040503050406030204" pitchFamily="18" charset="0"/>
                        </a:rPr>
                        <m:t>−0.16</m:t>
                      </m:r>
                      <m:r>
                        <a:rPr lang="es-NI" i="1">
                          <a:latin typeface="Cambria Math" panose="02040503050406030204" pitchFamily="18" charset="0"/>
                        </a:rPr>
                        <m:t>𝑥</m:t>
                      </m:r>
                      <m:r>
                        <a:rPr lang="es-NI" i="0">
                          <a:latin typeface="Cambria Math" panose="02040503050406030204" pitchFamily="18" charset="0"/>
                        </a:rPr>
                        <m:t>+50</m:t>
                      </m:r>
                    </m:oMath>
                  </m:oMathPara>
                </a14:m>
                <a:endParaRPr lang="es-NI" dirty="0"/>
              </a:p>
            </p:txBody>
          </p:sp>
        </mc:Choice>
        <mc:Fallback>
          <p:sp>
            <p:nvSpPr>
              <p:cNvPr id="16" name="CuadroTexto 15">
                <a:extLst>
                  <a:ext uri="{FF2B5EF4-FFF2-40B4-BE49-F238E27FC236}">
                    <a16:creationId xmlns:a16="http://schemas.microsoft.com/office/drawing/2014/main" id="{D948FAE7-48AC-4538-9C49-4E7951816654}"/>
                  </a:ext>
                </a:extLst>
              </p:cNvPr>
              <p:cNvSpPr txBox="1">
                <a:spLocks noRot="1" noChangeAspect="1" noMove="1" noResize="1" noEditPoints="1" noAdjustHandles="1" noChangeArrowheads="1" noChangeShapeType="1" noTextEdit="1"/>
              </p:cNvSpPr>
              <p:nvPr/>
            </p:nvSpPr>
            <p:spPr>
              <a:xfrm>
                <a:off x="1710558" y="3330795"/>
                <a:ext cx="3011594" cy="316177"/>
              </a:xfrm>
              <a:prstGeom prst="rect">
                <a:avLst/>
              </a:prstGeom>
              <a:blipFill>
                <a:blip r:embed="rId2"/>
                <a:stretch>
                  <a:fillRect l="-607" r="-1619" b="-5769"/>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FFE8E7ED-0E20-48EF-9E20-EBC9C3E2579D}"/>
                  </a:ext>
                </a:extLst>
              </p:cNvPr>
              <p:cNvSpPr txBox="1"/>
              <p:nvPr/>
            </p:nvSpPr>
            <p:spPr>
              <a:xfrm>
                <a:off x="4012324" y="1764629"/>
                <a:ext cx="3821624" cy="276999"/>
              </a:xfrm>
              <a:prstGeom prst="rect">
                <a:avLst/>
              </a:prstGeom>
              <a:noFill/>
            </p:spPr>
            <p:txBody>
              <a:bodyPr wrap="none" lIns="0" tIns="0" rIns="0" bIns="0" rtlCol="0">
                <a:spAutoFit/>
              </a:bodyPr>
              <a:lstStyle/>
              <a:p>
                <a:r>
                  <a:rPr lang="es-NI" dirty="0">
                    <a:solidFill>
                      <a:srgbClr val="836967"/>
                    </a:solidFill>
                  </a:rPr>
                  <a:t>C</a:t>
                </a:r>
                <a:r>
                  <a:rPr lang="es-NI" baseline="-25000" dirty="0">
                    <a:solidFill>
                      <a:srgbClr val="836967"/>
                    </a:solidFill>
                  </a:rPr>
                  <a:t>(x)</a:t>
                </a:r>
                <a:r>
                  <a:rPr lang="es-NI" dirty="0">
                    <a:solidFill>
                      <a:srgbClr val="836967"/>
                    </a:solidFill>
                  </a:rPr>
                  <a:t>=0.0002 </a:t>
                </a:r>
                <a14:m>
                  <m:oMath xmlns:m="http://schemas.openxmlformats.org/officeDocument/2006/math">
                    <m:sSup>
                      <m:sSupPr>
                        <m:ctrlPr>
                          <a:rPr lang="es-NI" i="1" smtClean="0">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3</m:t>
                        </m:r>
                      </m:sup>
                    </m:sSup>
                    <m:r>
                      <a:rPr lang="es-NI" i="0">
                        <a:latin typeface="Cambria Math" panose="02040503050406030204" pitchFamily="18" charset="0"/>
                      </a:rPr>
                      <m:t>−0.08</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r>
                      <a:rPr lang="es-NI" i="0">
                        <a:latin typeface="Cambria Math" panose="02040503050406030204" pitchFamily="18" charset="0"/>
                      </a:rPr>
                      <m:t>+50</m:t>
                    </m:r>
                    <m:r>
                      <a:rPr lang="es-NI" i="1">
                        <a:latin typeface="Cambria Math" panose="02040503050406030204" pitchFamily="18" charset="0"/>
                      </a:rPr>
                      <m:t>𝑥</m:t>
                    </m:r>
                    <m:r>
                      <a:rPr lang="es-NI" i="0">
                        <a:latin typeface="Cambria Math" panose="02040503050406030204" pitchFamily="18" charset="0"/>
                      </a:rPr>
                      <m:t>+3000</m:t>
                    </m:r>
                  </m:oMath>
                </a14:m>
                <a:endParaRPr lang="es-NI" dirty="0"/>
              </a:p>
            </p:txBody>
          </p:sp>
        </mc:Choice>
        <mc:Fallback>
          <p:sp>
            <p:nvSpPr>
              <p:cNvPr id="18" name="CuadroTexto 17">
                <a:extLst>
                  <a:ext uri="{FF2B5EF4-FFF2-40B4-BE49-F238E27FC236}">
                    <a16:creationId xmlns:a16="http://schemas.microsoft.com/office/drawing/2014/main" id="{FFE8E7ED-0E20-48EF-9E20-EBC9C3E2579D}"/>
                  </a:ext>
                </a:extLst>
              </p:cNvPr>
              <p:cNvSpPr txBox="1">
                <a:spLocks noRot="1" noChangeAspect="1" noMove="1" noResize="1" noEditPoints="1" noAdjustHandles="1" noChangeArrowheads="1" noChangeShapeType="1" noTextEdit="1"/>
              </p:cNvSpPr>
              <p:nvPr/>
            </p:nvSpPr>
            <p:spPr>
              <a:xfrm>
                <a:off x="4012324" y="1764629"/>
                <a:ext cx="3821624" cy="276999"/>
              </a:xfrm>
              <a:prstGeom prst="rect">
                <a:avLst/>
              </a:prstGeom>
              <a:blipFill>
                <a:blip r:embed="rId3"/>
                <a:stretch>
                  <a:fillRect l="-3668" t="-28261" b="-50000"/>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790928E5-A517-4BEA-AB71-1E010B73B581}"/>
                  </a:ext>
                </a:extLst>
              </p:cNvPr>
              <p:cNvSpPr txBox="1"/>
              <p:nvPr/>
            </p:nvSpPr>
            <p:spPr>
              <a:xfrm>
                <a:off x="1710558" y="4254125"/>
                <a:ext cx="3796680" cy="3161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mtClean="0">
                              <a:solidFill>
                                <a:srgbClr val="836967"/>
                              </a:solidFill>
                              <a:latin typeface="Cambria Math" panose="02040503050406030204" pitchFamily="18" charset="0"/>
                            </a:rPr>
                          </m:ctrlPr>
                        </m:sSubSup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=0.0006</m:t>
                      </m:r>
                      <m:sSup>
                        <m:sSupPr>
                          <m:ctrlPr>
                            <a:rPr lang="es-NI" i="1">
                              <a:solidFill>
                                <a:srgbClr val="836967"/>
                              </a:solidFill>
                              <a:latin typeface="Cambria Math" panose="02040503050406030204" pitchFamily="18" charset="0"/>
                            </a:rPr>
                          </m:ctrlPr>
                        </m:sSupPr>
                        <m:e>
                          <m:r>
                            <a:rPr lang="es-NI" b="0" i="1" smtClean="0">
                              <a:solidFill>
                                <a:srgbClr val="836967"/>
                              </a:solidFill>
                              <a:latin typeface="Cambria Math" panose="02040503050406030204" pitchFamily="18" charset="0"/>
                            </a:rPr>
                            <m:t>(200)</m:t>
                          </m:r>
                        </m:e>
                        <m:sup>
                          <m:r>
                            <a:rPr lang="es-NI" i="0">
                              <a:latin typeface="Cambria Math" panose="02040503050406030204" pitchFamily="18" charset="0"/>
                            </a:rPr>
                            <m:t>2</m:t>
                          </m:r>
                        </m:sup>
                      </m:sSup>
                      <m:r>
                        <a:rPr lang="es-NI" i="0">
                          <a:latin typeface="Cambria Math" panose="02040503050406030204" pitchFamily="18" charset="0"/>
                        </a:rPr>
                        <m:t>−0.16</m:t>
                      </m:r>
                      <m:r>
                        <a:rPr lang="es-NI" b="0" i="0" smtClean="0">
                          <a:latin typeface="Cambria Math" panose="02040503050406030204" pitchFamily="18" charset="0"/>
                        </a:rPr>
                        <m:t>(200)</m:t>
                      </m:r>
                      <m:r>
                        <a:rPr lang="es-NI" i="0">
                          <a:latin typeface="Cambria Math" panose="02040503050406030204" pitchFamily="18" charset="0"/>
                        </a:rPr>
                        <m:t>+50</m:t>
                      </m:r>
                    </m:oMath>
                  </m:oMathPara>
                </a14:m>
                <a:endParaRPr lang="es-NI" dirty="0"/>
              </a:p>
            </p:txBody>
          </p:sp>
        </mc:Choice>
        <mc:Fallback>
          <p:sp>
            <p:nvSpPr>
              <p:cNvPr id="19" name="CuadroTexto 18">
                <a:extLst>
                  <a:ext uri="{FF2B5EF4-FFF2-40B4-BE49-F238E27FC236}">
                    <a16:creationId xmlns:a16="http://schemas.microsoft.com/office/drawing/2014/main" id="{790928E5-A517-4BEA-AB71-1E010B73B581}"/>
                  </a:ext>
                </a:extLst>
              </p:cNvPr>
              <p:cNvSpPr txBox="1">
                <a:spLocks noRot="1" noChangeAspect="1" noMove="1" noResize="1" noEditPoints="1" noAdjustHandles="1" noChangeArrowheads="1" noChangeShapeType="1" noTextEdit="1"/>
              </p:cNvSpPr>
              <p:nvPr/>
            </p:nvSpPr>
            <p:spPr>
              <a:xfrm>
                <a:off x="1710558" y="4254125"/>
                <a:ext cx="3796680" cy="316177"/>
              </a:xfrm>
              <a:prstGeom prst="rect">
                <a:avLst/>
              </a:prstGeom>
              <a:blipFill>
                <a:blip r:embed="rId4"/>
                <a:stretch>
                  <a:fillRect l="-482" r="-1286" b="-21154"/>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FBC433CB-C48F-44C8-B89D-7C8169120050}"/>
                  </a:ext>
                </a:extLst>
              </p:cNvPr>
              <p:cNvSpPr txBox="1"/>
              <p:nvPr/>
            </p:nvSpPr>
            <p:spPr>
              <a:xfrm>
                <a:off x="1797268" y="4644463"/>
                <a:ext cx="964238" cy="31085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mtClean="0">
                              <a:solidFill>
                                <a:srgbClr val="836967"/>
                              </a:solidFill>
                              <a:latin typeface="Cambria Math" panose="02040503050406030204" pitchFamily="18" charset="0"/>
                            </a:rPr>
                          </m:ctrlPr>
                        </m:sSubSup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m:t>
                      </m:r>
                      <m:r>
                        <a:rPr lang="es-NI" b="0" i="0" smtClean="0">
                          <a:latin typeface="Cambria Math" panose="02040503050406030204" pitchFamily="18" charset="0"/>
                        </a:rPr>
                        <m:t>42</m:t>
                      </m:r>
                    </m:oMath>
                  </m:oMathPara>
                </a14:m>
                <a:endParaRPr lang="es-NI" dirty="0"/>
              </a:p>
            </p:txBody>
          </p:sp>
        </mc:Choice>
        <mc:Fallback>
          <p:sp>
            <p:nvSpPr>
              <p:cNvPr id="20" name="CuadroTexto 19">
                <a:extLst>
                  <a:ext uri="{FF2B5EF4-FFF2-40B4-BE49-F238E27FC236}">
                    <a16:creationId xmlns:a16="http://schemas.microsoft.com/office/drawing/2014/main" id="{FBC433CB-C48F-44C8-B89D-7C8169120050}"/>
                  </a:ext>
                </a:extLst>
              </p:cNvPr>
              <p:cNvSpPr txBox="1">
                <a:spLocks noRot="1" noChangeAspect="1" noMove="1" noResize="1" noEditPoints="1" noAdjustHandles="1" noChangeArrowheads="1" noChangeShapeType="1" noTextEdit="1"/>
              </p:cNvSpPr>
              <p:nvPr/>
            </p:nvSpPr>
            <p:spPr>
              <a:xfrm>
                <a:off x="1797268" y="4644463"/>
                <a:ext cx="964238" cy="310854"/>
              </a:xfrm>
              <a:prstGeom prst="rect">
                <a:avLst/>
              </a:prstGeom>
              <a:blipFill>
                <a:blip r:embed="rId5"/>
                <a:stretch>
                  <a:fillRect l="-3165" r="-5063" b="-3922"/>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498B13D1-8E91-42FC-8F04-A7C14140A56D}"/>
                  </a:ext>
                </a:extLst>
              </p:cNvPr>
              <p:cNvSpPr txBox="1"/>
              <p:nvPr/>
            </p:nvSpPr>
            <p:spPr>
              <a:xfrm>
                <a:off x="1710558" y="5724051"/>
                <a:ext cx="3796680" cy="31617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mtClean="0">
                              <a:solidFill>
                                <a:srgbClr val="836967"/>
                              </a:solidFill>
                              <a:latin typeface="Cambria Math" panose="02040503050406030204" pitchFamily="18" charset="0"/>
                            </a:rPr>
                          </m:ctrlPr>
                        </m:sSubSup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=0.0006</m:t>
                      </m:r>
                      <m:sSup>
                        <m:sSupPr>
                          <m:ctrlPr>
                            <a:rPr lang="es-NI" i="1">
                              <a:solidFill>
                                <a:srgbClr val="836967"/>
                              </a:solidFill>
                              <a:latin typeface="Cambria Math" panose="02040503050406030204" pitchFamily="18" charset="0"/>
                            </a:rPr>
                          </m:ctrlPr>
                        </m:sSupPr>
                        <m:e>
                          <m:r>
                            <a:rPr lang="es-NI" b="0" i="1" smtClean="0">
                              <a:solidFill>
                                <a:srgbClr val="836967"/>
                              </a:solidFill>
                              <a:latin typeface="Cambria Math" panose="02040503050406030204" pitchFamily="18" charset="0"/>
                            </a:rPr>
                            <m:t>(300)</m:t>
                          </m:r>
                        </m:e>
                        <m:sup>
                          <m:r>
                            <a:rPr lang="es-NI" i="0">
                              <a:latin typeface="Cambria Math" panose="02040503050406030204" pitchFamily="18" charset="0"/>
                            </a:rPr>
                            <m:t>2</m:t>
                          </m:r>
                        </m:sup>
                      </m:sSup>
                      <m:r>
                        <a:rPr lang="es-NI" i="0">
                          <a:latin typeface="Cambria Math" panose="02040503050406030204" pitchFamily="18" charset="0"/>
                        </a:rPr>
                        <m:t>−0.16</m:t>
                      </m:r>
                      <m:r>
                        <a:rPr lang="es-NI" b="0" i="0" smtClean="0">
                          <a:latin typeface="Cambria Math" panose="02040503050406030204" pitchFamily="18" charset="0"/>
                        </a:rPr>
                        <m:t>(300)</m:t>
                      </m:r>
                      <m:r>
                        <a:rPr lang="es-NI" i="0">
                          <a:latin typeface="Cambria Math" panose="02040503050406030204" pitchFamily="18" charset="0"/>
                        </a:rPr>
                        <m:t>+50</m:t>
                      </m:r>
                    </m:oMath>
                  </m:oMathPara>
                </a14:m>
                <a:endParaRPr lang="es-NI" dirty="0"/>
              </a:p>
            </p:txBody>
          </p:sp>
        </mc:Choice>
        <mc:Fallback>
          <p:sp>
            <p:nvSpPr>
              <p:cNvPr id="21" name="CuadroTexto 20">
                <a:extLst>
                  <a:ext uri="{FF2B5EF4-FFF2-40B4-BE49-F238E27FC236}">
                    <a16:creationId xmlns:a16="http://schemas.microsoft.com/office/drawing/2014/main" id="{498B13D1-8E91-42FC-8F04-A7C14140A56D}"/>
                  </a:ext>
                </a:extLst>
              </p:cNvPr>
              <p:cNvSpPr txBox="1">
                <a:spLocks noRot="1" noChangeAspect="1" noMove="1" noResize="1" noEditPoints="1" noAdjustHandles="1" noChangeArrowheads="1" noChangeShapeType="1" noTextEdit="1"/>
              </p:cNvSpPr>
              <p:nvPr/>
            </p:nvSpPr>
            <p:spPr>
              <a:xfrm>
                <a:off x="1710558" y="5724051"/>
                <a:ext cx="3796680" cy="316177"/>
              </a:xfrm>
              <a:prstGeom prst="rect">
                <a:avLst/>
              </a:prstGeom>
              <a:blipFill>
                <a:blip r:embed="rId6"/>
                <a:stretch>
                  <a:fillRect l="-482" r="-1286" b="-21154"/>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23F0D10D-4640-45C1-98AC-569A3B7FC246}"/>
                  </a:ext>
                </a:extLst>
              </p:cNvPr>
              <p:cNvSpPr txBox="1"/>
              <p:nvPr/>
            </p:nvSpPr>
            <p:spPr>
              <a:xfrm>
                <a:off x="1797268" y="6205429"/>
                <a:ext cx="964238" cy="31085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mtClean="0">
                              <a:solidFill>
                                <a:srgbClr val="836967"/>
                              </a:solidFill>
                              <a:latin typeface="Cambria Math" panose="02040503050406030204" pitchFamily="18" charset="0"/>
                            </a:rPr>
                          </m:ctrlPr>
                        </m:sSubSup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m:t>
                      </m:r>
                      <m:r>
                        <a:rPr lang="es-NI" b="0" i="0" smtClean="0">
                          <a:latin typeface="Cambria Math" panose="02040503050406030204" pitchFamily="18" charset="0"/>
                        </a:rPr>
                        <m:t>56</m:t>
                      </m:r>
                    </m:oMath>
                  </m:oMathPara>
                </a14:m>
                <a:endParaRPr lang="es-NI" dirty="0"/>
              </a:p>
            </p:txBody>
          </p:sp>
        </mc:Choice>
        <mc:Fallback>
          <p:sp>
            <p:nvSpPr>
              <p:cNvPr id="22" name="CuadroTexto 21">
                <a:extLst>
                  <a:ext uri="{FF2B5EF4-FFF2-40B4-BE49-F238E27FC236}">
                    <a16:creationId xmlns:a16="http://schemas.microsoft.com/office/drawing/2014/main" id="{23F0D10D-4640-45C1-98AC-569A3B7FC246}"/>
                  </a:ext>
                </a:extLst>
              </p:cNvPr>
              <p:cNvSpPr txBox="1">
                <a:spLocks noRot="1" noChangeAspect="1" noMove="1" noResize="1" noEditPoints="1" noAdjustHandles="1" noChangeArrowheads="1" noChangeShapeType="1" noTextEdit="1"/>
              </p:cNvSpPr>
              <p:nvPr/>
            </p:nvSpPr>
            <p:spPr>
              <a:xfrm>
                <a:off x="1797268" y="6205429"/>
                <a:ext cx="964238" cy="310854"/>
              </a:xfrm>
              <a:prstGeom prst="rect">
                <a:avLst/>
              </a:prstGeom>
              <a:blipFill>
                <a:blip r:embed="rId7"/>
                <a:stretch>
                  <a:fillRect l="-3165" r="-5696" b="-3922"/>
                </a:stretch>
              </a:blipFill>
            </p:spPr>
            <p:txBody>
              <a:bodyPr/>
              <a:lstStyle/>
              <a:p>
                <a:r>
                  <a:rPr lang="es-NI">
                    <a:noFill/>
                  </a:rPr>
                  <a:t> </a:t>
                </a:r>
              </a:p>
            </p:txBody>
          </p:sp>
        </mc:Fallback>
      </mc:AlternateContent>
    </p:spTree>
    <p:extLst>
      <p:ext uri="{BB962C8B-B14F-4D97-AF65-F5344CB8AC3E}">
        <p14:creationId xmlns:p14="http://schemas.microsoft.com/office/powerpoint/2010/main" val="714381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E94BF35-5818-49BB-A7EF-853BEB8AFEF1}"/>
              </a:ext>
            </a:extLst>
          </p:cNvPr>
          <p:cNvSpPr/>
          <p:nvPr/>
        </p:nvSpPr>
        <p:spPr>
          <a:xfrm>
            <a:off x="2523806" y="145308"/>
            <a:ext cx="7144392" cy="923330"/>
          </a:xfrm>
          <a:prstGeom prst="rect">
            <a:avLst/>
          </a:prstGeom>
          <a:noFill/>
        </p:spPr>
        <p:txBody>
          <a:bodyPr wrap="none" lIns="91440" tIns="45720" rIns="91440" bIns="45720">
            <a:spAutoFit/>
          </a:bodyPr>
          <a:lstStyle/>
          <a:p>
            <a:pPr algn="ctr"/>
            <a:r>
              <a:rPr lang="es-ES" sz="5400" b="1" dirty="0">
                <a:ln w="9525">
                  <a:solidFill>
                    <a:schemeClr val="bg1"/>
                  </a:solidFill>
                  <a:prstDash val="solid"/>
                </a:ln>
                <a:effectLst>
                  <a:outerShdw blurRad="12700" dist="38100" dir="2700000" algn="tl" rotWithShape="0">
                    <a:schemeClr val="bg1">
                      <a:lumMod val="50000"/>
                    </a:schemeClr>
                  </a:outerShdw>
                </a:effectLst>
              </a:rPr>
              <a:t>Ejemplos </a:t>
            </a:r>
            <a:r>
              <a:rPr lang="es-E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coste marginal</a:t>
            </a:r>
          </a:p>
        </p:txBody>
      </p:sp>
      <p:sp>
        <p:nvSpPr>
          <p:cNvPr id="15" name="CuadroTexto 14">
            <a:extLst>
              <a:ext uri="{FF2B5EF4-FFF2-40B4-BE49-F238E27FC236}">
                <a16:creationId xmlns:a16="http://schemas.microsoft.com/office/drawing/2014/main" id="{8EA84C88-700B-47A7-AB65-BDAE1EB67F17}"/>
              </a:ext>
            </a:extLst>
          </p:cNvPr>
          <p:cNvSpPr txBox="1"/>
          <p:nvPr/>
        </p:nvSpPr>
        <p:spPr>
          <a:xfrm>
            <a:off x="242012" y="1220218"/>
            <a:ext cx="11634952" cy="3693319"/>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rPr>
              <a:t>Ejemplo 3. </a:t>
            </a:r>
            <a:r>
              <a:rPr lang="es-ES" dirty="0">
                <a:latin typeface="Verdana" panose="020B0604030504040204" pitchFamily="34" charset="0"/>
                <a:ea typeface="Verdana" panose="020B0604030504040204" pitchFamily="34" charset="0"/>
              </a:rPr>
              <a:t>El costo total de producir “x” envases esféricos para refrescos, en una compañía embotelladora está dada por: </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a. Calcula la función costo promedio</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b. Calcular la función costo promedio marginal</a:t>
            </a:r>
            <a:endParaRPr lang="es-NI" dirty="0">
              <a:latin typeface="Verdana" panose="020B0604030504040204" pitchFamily="34" charset="0"/>
              <a:ea typeface="Verdana" panose="020B0604030504040204" pitchFamily="34" charset="0"/>
            </a:endParaRPr>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B5398929-4FD1-4768-80B7-8DEBFE10042C}"/>
                  </a:ext>
                </a:extLst>
              </p:cNvPr>
              <p:cNvSpPr txBox="1"/>
              <p:nvPr/>
            </p:nvSpPr>
            <p:spPr>
              <a:xfrm>
                <a:off x="4448406" y="1689507"/>
                <a:ext cx="2566215" cy="3020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i="1" smtClean="0">
                              <a:solidFill>
                                <a:srgbClr val="836967"/>
                              </a:solidFill>
                              <a:latin typeface="Cambria Math" panose="02040503050406030204" pitchFamily="18" charset="0"/>
                            </a:rPr>
                          </m:ctrlPr>
                        </m:sSubPr>
                        <m:e>
                          <m:r>
                            <a:rPr lang="es-NI" i="1">
                              <a:latin typeface="Cambria Math" panose="02040503050406030204" pitchFamily="18" charset="0"/>
                            </a:rPr>
                            <m:t>𝑐</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Sub>
                      <m:r>
                        <a:rPr lang="es-NI" i="0">
                          <a:latin typeface="Cambria Math" panose="02040503050406030204" pitchFamily="18" charset="0"/>
                        </a:rPr>
                        <m:t>=</m:t>
                      </m:r>
                      <m:r>
                        <a:rPr lang="es-NI" b="0" i="0" smtClean="0">
                          <a:latin typeface="Cambria Math" panose="02040503050406030204" pitchFamily="18" charset="0"/>
                        </a:rPr>
                        <m:t>200+20</m:t>
                      </m:r>
                      <m:r>
                        <m:rPr>
                          <m:sty m:val="p"/>
                        </m:rPr>
                        <a:rPr lang="es-NI" b="0" i="0" smtClean="0">
                          <a:latin typeface="Cambria Math" panose="02040503050406030204" pitchFamily="18" charset="0"/>
                        </a:rPr>
                        <m:t>x</m:t>
                      </m:r>
                      <m:r>
                        <a:rPr lang="es-NI" b="0" i="0" smtClean="0">
                          <a:latin typeface="Cambria Math" panose="02040503050406030204" pitchFamily="18" charset="0"/>
                        </a:rPr>
                        <m:t>+0.5</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oMath>
                  </m:oMathPara>
                </a14:m>
                <a:endParaRPr lang="es-NI" dirty="0"/>
              </a:p>
            </p:txBody>
          </p:sp>
        </mc:Choice>
        <mc:Fallback>
          <p:sp>
            <p:nvSpPr>
              <p:cNvPr id="16" name="CuadroTexto 15">
                <a:extLst>
                  <a:ext uri="{FF2B5EF4-FFF2-40B4-BE49-F238E27FC236}">
                    <a16:creationId xmlns:a16="http://schemas.microsoft.com/office/drawing/2014/main" id="{B5398929-4FD1-4768-80B7-8DEBFE10042C}"/>
                  </a:ext>
                </a:extLst>
              </p:cNvPr>
              <p:cNvSpPr txBox="1">
                <a:spLocks noRot="1" noChangeAspect="1" noMove="1" noResize="1" noEditPoints="1" noAdjustHandles="1" noChangeArrowheads="1" noChangeShapeType="1" noTextEdit="1"/>
              </p:cNvSpPr>
              <p:nvPr/>
            </p:nvSpPr>
            <p:spPr>
              <a:xfrm>
                <a:off x="4448406" y="1689507"/>
                <a:ext cx="2566215" cy="302070"/>
              </a:xfrm>
              <a:prstGeom prst="rect">
                <a:avLst/>
              </a:prstGeom>
              <a:blipFill>
                <a:blip r:embed="rId2"/>
                <a:stretch>
                  <a:fillRect l="-950" r="-475" b="-6000"/>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A2C2D2B2-4C0B-4AFE-A5E8-47561D14BD7D}"/>
                  </a:ext>
                </a:extLst>
              </p:cNvPr>
              <p:cNvSpPr txBox="1"/>
              <p:nvPr/>
            </p:nvSpPr>
            <p:spPr>
              <a:xfrm>
                <a:off x="2523806" y="3066877"/>
                <a:ext cx="2601161" cy="136915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NI" smtClean="0">
                              <a:solidFill>
                                <a:srgbClr val="836967"/>
                              </a:solidFill>
                              <a:latin typeface="Cambria Math" panose="02040503050406030204" pitchFamily="18" charset="0"/>
                            </a:rPr>
                          </m:ctrlPr>
                        </m:mPr>
                        <m:mr>
                          <m:e>
                            <m:sSub>
                              <m:sSubPr>
                                <m:ctrlPr>
                                  <a:rPr lang="es-NI">
                                    <a:solidFill>
                                      <a:srgbClr val="836967"/>
                                    </a:solidFill>
                                    <a:latin typeface="Cambria Math" panose="02040503050406030204" pitchFamily="18" charset="0"/>
                                  </a:rPr>
                                </m:ctrlPr>
                              </m:sSubPr>
                              <m:e>
                                <m:r>
                                  <a:rPr lang="es-NI" i="1">
                                    <a:latin typeface="Cambria Math" panose="02040503050406030204" pitchFamily="18" charset="0"/>
                                  </a:rPr>
                                  <m:t>𝐶</m:t>
                                </m:r>
                              </m:e>
                              <m:sub>
                                <m:r>
                                  <a:rPr lang="es-NI" i="1">
                                    <a:latin typeface="Cambria Math" panose="02040503050406030204" pitchFamily="18" charset="0"/>
                                  </a:rPr>
                                  <m:t>𝑃</m:t>
                                </m:r>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Sub>
                            <m:r>
                              <a:rPr lang="es-NI" i="0">
                                <a:latin typeface="Cambria Math" panose="02040503050406030204" pitchFamily="18" charset="0"/>
                              </a:rPr>
                              <m:t>=</m:t>
                            </m:r>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200</m:t>
                                </m:r>
                              </m:num>
                              <m:den>
                                <m:r>
                                  <a:rPr lang="es-NI" i="1">
                                    <a:latin typeface="Cambria Math" panose="02040503050406030204" pitchFamily="18" charset="0"/>
                                  </a:rPr>
                                  <m:t>𝑥</m:t>
                                </m:r>
                              </m:den>
                            </m:f>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+20</m:t>
                                </m:r>
                                <m:r>
                                  <a:rPr lang="es-NI" i="1">
                                    <a:latin typeface="Cambria Math" panose="02040503050406030204" pitchFamily="18" charset="0"/>
                                  </a:rPr>
                                  <m:t>𝑥</m:t>
                                </m:r>
                              </m:num>
                              <m:den>
                                <m:r>
                                  <a:rPr lang="es-NI" i="1">
                                    <a:latin typeface="Cambria Math" panose="02040503050406030204" pitchFamily="18" charset="0"/>
                                  </a:rPr>
                                  <m:t>𝑥</m:t>
                                </m:r>
                              </m:den>
                            </m:f>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+0.5</m:t>
                                </m:r>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num>
                              <m:den>
                                <m:r>
                                  <a:rPr lang="es-NI" i="1">
                                    <a:latin typeface="Cambria Math" panose="02040503050406030204" pitchFamily="18" charset="0"/>
                                  </a:rPr>
                                  <m:t>𝑥</m:t>
                                </m:r>
                              </m:den>
                            </m:f>
                          </m:e>
                        </m:mr>
                        <m:mr>
                          <m:e>
                            <m:eqArr>
                              <m:eqArrPr>
                                <m:ctrlPr>
                                  <a:rPr lang="es-NI" i="1">
                                    <a:latin typeface="Cambria Math" panose="02040503050406030204" pitchFamily="18" charset="0"/>
                                  </a:rPr>
                                </m:ctrlPr>
                              </m:eqArrPr>
                              <m:e/>
                              <m:e>
                                <m:r>
                                  <a:rPr lang="es-NI" i="1">
                                    <a:latin typeface="Cambria Math" panose="02040503050406030204" pitchFamily="18" charset="0"/>
                                  </a:rPr>
                                  <m:t>𝐶</m:t>
                                </m:r>
                                <m:sSub>
                                  <m:sSubPr>
                                    <m:ctrlPr>
                                      <a:rPr lang="es-NI" i="1">
                                        <a:solidFill>
                                          <a:srgbClr val="836967"/>
                                        </a:solidFill>
                                        <a:latin typeface="Cambria Math" panose="02040503050406030204" pitchFamily="18" charset="0"/>
                                      </a:rPr>
                                    </m:ctrlPr>
                                  </m:sSubPr>
                                  <m:e>
                                    <m:r>
                                      <a:rPr lang="es-NI" i="1">
                                        <a:latin typeface="Cambria Math" panose="02040503050406030204" pitchFamily="18" charset="0"/>
                                      </a:rPr>
                                      <m:t>𝑝</m:t>
                                    </m:r>
                                  </m:e>
                                  <m:sub>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Sub>
                                <m:r>
                                  <a:rPr lang="es-NI" i="0">
                                    <a:latin typeface="Cambria Math" panose="02040503050406030204" pitchFamily="18" charset="0"/>
                                  </a:rPr>
                                  <m:t>=</m:t>
                                </m:r>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200</m:t>
                                    </m:r>
                                  </m:num>
                                  <m:den>
                                    <m:r>
                                      <a:rPr lang="es-NI" i="1">
                                        <a:latin typeface="Cambria Math" panose="02040503050406030204" pitchFamily="18" charset="0"/>
                                      </a:rPr>
                                      <m:t>𝑥</m:t>
                                    </m:r>
                                  </m:den>
                                </m:f>
                                <m:r>
                                  <a:rPr lang="es-NI" i="0">
                                    <a:latin typeface="Cambria Math" panose="02040503050406030204" pitchFamily="18" charset="0"/>
                                  </a:rPr>
                                  <m:t>+20+0.5</m:t>
                                </m:r>
                                <m:r>
                                  <a:rPr lang="es-NI" i="1">
                                    <a:latin typeface="Cambria Math" panose="02040503050406030204" pitchFamily="18" charset="0"/>
                                  </a:rPr>
                                  <m:t>𝑥</m:t>
                                </m:r>
                              </m:e>
                            </m:eqArr>
                          </m:e>
                        </m:mr>
                      </m:m>
                    </m:oMath>
                  </m:oMathPara>
                </a14:m>
                <a:endParaRPr lang="es-NI" dirty="0"/>
              </a:p>
            </p:txBody>
          </p:sp>
        </mc:Choice>
        <mc:Fallback>
          <p:sp>
            <p:nvSpPr>
              <p:cNvPr id="17" name="CuadroTexto 16">
                <a:extLst>
                  <a:ext uri="{FF2B5EF4-FFF2-40B4-BE49-F238E27FC236}">
                    <a16:creationId xmlns:a16="http://schemas.microsoft.com/office/drawing/2014/main" id="{A2C2D2B2-4C0B-4AFE-A5E8-47561D14BD7D}"/>
                  </a:ext>
                </a:extLst>
              </p:cNvPr>
              <p:cNvSpPr txBox="1">
                <a:spLocks noRot="1" noChangeAspect="1" noMove="1" noResize="1" noEditPoints="1" noAdjustHandles="1" noChangeArrowheads="1" noChangeShapeType="1" noTextEdit="1"/>
              </p:cNvSpPr>
              <p:nvPr/>
            </p:nvSpPr>
            <p:spPr>
              <a:xfrm>
                <a:off x="2523806" y="3066877"/>
                <a:ext cx="2601161" cy="1369157"/>
              </a:xfrm>
              <a:prstGeom prst="rect">
                <a:avLst/>
              </a:prstGeom>
              <a:blipFill>
                <a:blip r:embed="rId3"/>
                <a:stretch>
                  <a:fillRect/>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6D98C3AF-0DEE-4693-B02E-86BE24D16AAA}"/>
                  </a:ext>
                </a:extLst>
              </p:cNvPr>
              <p:cNvSpPr txBox="1"/>
              <p:nvPr/>
            </p:nvSpPr>
            <p:spPr>
              <a:xfrm>
                <a:off x="2523806" y="5343412"/>
                <a:ext cx="2139047" cy="5203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s-NI" smtClean="0">
                              <a:solidFill>
                                <a:srgbClr val="836967"/>
                              </a:solidFill>
                              <a:latin typeface="Cambria Math" panose="02040503050406030204" pitchFamily="18" charset="0"/>
                            </a:rPr>
                          </m:ctrlPr>
                        </m:sSubSupPr>
                        <m:e>
                          <m:r>
                            <a:rPr lang="es-NI" i="1">
                              <a:latin typeface="Cambria Math" panose="02040503050406030204" pitchFamily="18" charset="0"/>
                            </a:rPr>
                            <m:t>𝐶</m:t>
                          </m:r>
                        </m:e>
                        <m:sub>
                          <m:r>
                            <a:rPr lang="es-NI" i="1">
                              <a:latin typeface="Cambria Math" panose="02040503050406030204" pitchFamily="18" charset="0"/>
                            </a:rPr>
                            <m:t>𝑃𝑚</m:t>
                          </m:r>
                          <m:d>
                            <m:dPr>
                              <m:ctrlPr>
                                <a:rPr lang="es-NI" i="1">
                                  <a:solidFill>
                                    <a:srgbClr val="836967"/>
                                  </a:solidFill>
                                  <a:latin typeface="Cambria Math" panose="02040503050406030204" pitchFamily="18" charset="0"/>
                                </a:rPr>
                              </m:ctrlPr>
                            </m:dPr>
                            <m:e>
                              <m:r>
                                <a:rPr lang="es-NI" i="1">
                                  <a:latin typeface="Cambria Math" panose="02040503050406030204" pitchFamily="18" charset="0"/>
                                </a:rPr>
                                <m:t>𝑥</m:t>
                              </m:r>
                            </m:e>
                          </m:d>
                        </m:sub>
                        <m:sup>
                          <m:r>
                            <a:rPr lang="es-NI" i="0">
                              <a:latin typeface="Cambria Math" panose="02040503050406030204" pitchFamily="18" charset="0"/>
                            </a:rPr>
                            <m:t>′</m:t>
                          </m:r>
                        </m:sup>
                      </m:sSubSup>
                      <m:r>
                        <a:rPr lang="es-NI" i="0">
                          <a:latin typeface="Cambria Math" panose="02040503050406030204" pitchFamily="18" charset="0"/>
                        </a:rPr>
                        <m:t>=</m:t>
                      </m:r>
                      <m:f>
                        <m:fPr>
                          <m:ctrlPr>
                            <a:rPr lang="es-NI" i="1">
                              <a:solidFill>
                                <a:srgbClr val="836967"/>
                              </a:solidFill>
                              <a:latin typeface="Cambria Math" panose="02040503050406030204" pitchFamily="18" charset="0"/>
                            </a:rPr>
                          </m:ctrlPr>
                        </m:fPr>
                        <m:num>
                          <m:r>
                            <a:rPr lang="es-NI" i="0">
                              <a:latin typeface="Cambria Math" panose="02040503050406030204" pitchFamily="18" charset="0"/>
                            </a:rPr>
                            <m:t>−200</m:t>
                          </m:r>
                        </m:num>
                        <m:den>
                          <m:sSup>
                            <m:sSupPr>
                              <m:ctrlPr>
                                <a:rPr lang="es-NI" i="1">
                                  <a:solidFill>
                                    <a:srgbClr val="836967"/>
                                  </a:solidFill>
                                  <a:latin typeface="Cambria Math" panose="02040503050406030204" pitchFamily="18" charset="0"/>
                                </a:rPr>
                              </m:ctrlPr>
                            </m:sSupPr>
                            <m:e>
                              <m:r>
                                <a:rPr lang="es-NI" i="1">
                                  <a:latin typeface="Cambria Math" panose="02040503050406030204" pitchFamily="18" charset="0"/>
                                </a:rPr>
                                <m:t>𝑥</m:t>
                              </m:r>
                            </m:e>
                            <m:sup>
                              <m:r>
                                <a:rPr lang="es-NI" i="0">
                                  <a:latin typeface="Cambria Math" panose="02040503050406030204" pitchFamily="18" charset="0"/>
                                </a:rPr>
                                <m:t>2</m:t>
                              </m:r>
                            </m:sup>
                          </m:sSup>
                        </m:den>
                      </m:f>
                      <m:r>
                        <a:rPr lang="es-NI" i="0">
                          <a:latin typeface="Cambria Math" panose="02040503050406030204" pitchFamily="18" charset="0"/>
                        </a:rPr>
                        <m:t>+0.5</m:t>
                      </m:r>
                    </m:oMath>
                  </m:oMathPara>
                </a14:m>
                <a:endParaRPr lang="es-NI" dirty="0"/>
              </a:p>
            </p:txBody>
          </p:sp>
        </mc:Choice>
        <mc:Fallback>
          <p:sp>
            <p:nvSpPr>
              <p:cNvPr id="5" name="CuadroTexto 4">
                <a:extLst>
                  <a:ext uri="{FF2B5EF4-FFF2-40B4-BE49-F238E27FC236}">
                    <a16:creationId xmlns:a16="http://schemas.microsoft.com/office/drawing/2014/main" id="{6D98C3AF-0DEE-4693-B02E-86BE24D16AAA}"/>
                  </a:ext>
                </a:extLst>
              </p:cNvPr>
              <p:cNvSpPr txBox="1">
                <a:spLocks noRot="1" noChangeAspect="1" noMove="1" noResize="1" noEditPoints="1" noAdjustHandles="1" noChangeArrowheads="1" noChangeShapeType="1" noTextEdit="1"/>
              </p:cNvSpPr>
              <p:nvPr/>
            </p:nvSpPr>
            <p:spPr>
              <a:xfrm>
                <a:off x="2523806" y="5343412"/>
                <a:ext cx="2139047" cy="520399"/>
              </a:xfrm>
              <a:prstGeom prst="rect">
                <a:avLst/>
              </a:prstGeom>
              <a:blipFill>
                <a:blip r:embed="rId4"/>
                <a:stretch>
                  <a:fillRect/>
                </a:stretch>
              </a:blipFill>
            </p:spPr>
            <p:txBody>
              <a:bodyPr/>
              <a:lstStyle/>
              <a:p>
                <a:r>
                  <a:rPr lang="es-NI">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9" name="Entrada de lápiz 8">
                <a:extLst>
                  <a:ext uri="{FF2B5EF4-FFF2-40B4-BE49-F238E27FC236}">
                    <a16:creationId xmlns:a16="http://schemas.microsoft.com/office/drawing/2014/main" id="{EB5F2F7F-11CE-44D3-9CC9-CD68E55ECB11}"/>
                  </a:ext>
                </a:extLst>
              </p14:cNvPr>
              <p14:cNvContentPartPr/>
              <p14:nvPr/>
            </p14:nvContentPartPr>
            <p14:xfrm>
              <a:off x="3750480" y="1919880"/>
              <a:ext cx="8153280" cy="4599000"/>
            </p14:xfrm>
          </p:contentPart>
        </mc:Choice>
        <mc:Fallback>
          <p:pic>
            <p:nvPicPr>
              <p:cNvPr id="9" name="Entrada de lápiz 8">
                <a:extLst>
                  <a:ext uri="{FF2B5EF4-FFF2-40B4-BE49-F238E27FC236}">
                    <a16:creationId xmlns:a16="http://schemas.microsoft.com/office/drawing/2014/main" id="{EB5F2F7F-11CE-44D3-9CC9-CD68E55ECB11}"/>
                  </a:ext>
                </a:extLst>
              </p:cNvPr>
              <p:cNvPicPr/>
              <p:nvPr/>
            </p:nvPicPr>
            <p:blipFill>
              <a:blip r:embed="rId6"/>
              <a:stretch>
                <a:fillRect/>
              </a:stretch>
            </p:blipFill>
            <p:spPr>
              <a:xfrm>
                <a:off x="3741120" y="1910520"/>
                <a:ext cx="8172000" cy="4617720"/>
              </a:xfrm>
              <a:prstGeom prst="rect">
                <a:avLst/>
              </a:prstGeom>
            </p:spPr>
          </p:pic>
        </mc:Fallback>
      </mc:AlternateContent>
    </p:spTree>
    <p:extLst>
      <p:ext uri="{BB962C8B-B14F-4D97-AF65-F5344CB8AC3E}">
        <p14:creationId xmlns:p14="http://schemas.microsoft.com/office/powerpoint/2010/main" val="418948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0101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TotalTime>
  <Words>575</Words>
  <Application>Microsoft Office PowerPoint</Application>
  <PresentationFormat>Panorámica</PresentationFormat>
  <Paragraphs>65</Paragraphs>
  <Slides>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Arial</vt:lpstr>
      <vt:lpstr>Calibri</vt:lpstr>
      <vt:lpstr>Calibri Light</vt:lpstr>
      <vt:lpstr>Cambria Math</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3</cp:revision>
  <dcterms:created xsi:type="dcterms:W3CDTF">2021-09-30T02:55:21Z</dcterms:created>
  <dcterms:modified xsi:type="dcterms:W3CDTF">2021-09-30T20:29:22Z</dcterms:modified>
</cp:coreProperties>
</file>