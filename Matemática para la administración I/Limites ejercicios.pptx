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3D86A-042F-43DD-B2C2-BC875CEC1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7B8B9E-CDA8-400E-854E-80FE24268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B94221-81CD-4B0A-955A-8CDC167DA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5DB30-1E6C-4948-886F-22C15E2F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4FCF34-355A-4651-BADA-ACE1960BE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3419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A16D0C-9DF8-4FE1-9020-CB680C6F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FEDC4A-B1AA-4034-88E8-4B026A5A7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5459CA-EC33-4564-A213-D831CFD7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A5E766-7FA7-42C3-938E-0203B6AE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414DF-8D3B-4249-8951-B887EF1D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02462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19CFA-3CA7-4FB2-AC08-03D34C002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B4E97-6F53-472F-93D8-CBA9BA802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13BD44-2C17-4582-9F69-8A6C515E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253FC8-4DB3-4B08-9534-A4C563C7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237A78-0461-44F7-A1F4-6F572F28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29704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858FF-542A-4648-AAA6-BD4E26C5D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11A293-E8A9-4932-AA3B-22D5F0324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24A664-3788-46C0-83DD-2D6E5A5DA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5FA6DA-A86D-4309-B44F-8709BC92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35734F-E6F7-4CFC-8F9B-9669923E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25004B-3CA3-4CD9-B925-7415AE2E9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53286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40E6-FDF0-46E8-AFB7-DDBB4D96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50B0A5-8E9C-48F5-B21A-2CDBF781F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C419E7-3420-464B-AD6A-90D144FB7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B136894-4D59-4654-B78B-F039B0C8E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C679AAC-3576-4F86-AECF-D1BFDFE83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045709C-26DE-4FEE-B33C-2657377E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76F39E-2EE7-40E8-8F0A-5D84C9B2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1AF1723-7B2E-48D2-BCAC-1EA4D16A5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48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291A1-0200-4D04-88E8-CF352FC7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CB2575-F49D-41F7-AED8-0EC1C633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E88B84-AEF7-4767-B61D-0196A18D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9E86C3-D415-4DFD-B914-3AE38C97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5254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F1A93B4-EDA2-4DCD-B67B-E79C3DCA5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4D90B2-2BD7-425D-B8F9-26E789D78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014F92-3F85-441A-BDC8-AA340656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548107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4D507-00D3-410D-A229-2ECBA978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C7D16D-BE05-4175-BAF8-5216124BD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8BBC73-C68A-4D36-B4FB-7D6E6A5F3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10B3CC-C7AF-4AD7-8CF0-97D871F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E315CC-080D-4EC0-8C58-86B48B601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6F77571-24BF-4272-ACCB-C9924A89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0237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4BAEC-246E-44BB-A844-E7D349C4B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D8F5148-AC00-4BAE-87DE-65FDC255BF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8B19C8-1FA4-4F66-82FB-F812472D4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D671E6-87A8-4704-A794-00F86A5F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AABCD8-13BE-4F04-AF71-C45FB3AE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0EE48F-E7BF-40F7-A244-EA7099B05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3923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FF44C-FCC0-483A-8136-27B928A1B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386FDE-322B-4F8C-8A6D-0B1987E50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DBE618-0913-4F10-95BA-35785217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858B90-B480-47A5-9FAD-5FDA56FE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2CFD3-9A46-499A-90EF-2EC6FF13F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9611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818F66-3C99-4B83-94EB-6A0DD37FB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C5A368-D7F0-43F6-8500-30D0F0B4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328613-68B5-40C0-8769-0BFF4A16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E38625-610E-4F41-B478-8C501E564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72F367-6368-48B1-ACA6-B99BD260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17860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6C0673-D35A-4F26-A7DD-60FEFD2F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AEEAFC-EDA4-41FE-8722-28E42F18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56BEA-C747-410E-9C77-093169519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062FE-0DD2-42C2-A867-9DC07433D5CE}" type="datetimeFigureOut">
              <a:rPr lang="es-NI" smtClean="0"/>
              <a:t>7/9/2021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1DAB13-D95B-4DAA-9317-537C56170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93DC4-5B0B-4B6C-BF30-7130CD303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6279B-D5C2-4F7E-BF70-6A35BDD93DD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321508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8290B73-F5D4-4BD3-91B9-3B0481E23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93" y="587938"/>
            <a:ext cx="5091881" cy="461127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F9A162-EC61-472B-A8DF-8625E8E9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407" y="610462"/>
            <a:ext cx="4886100" cy="533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14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08A6633-E87A-4695-B7B2-FF7B4F283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1" y="691331"/>
            <a:ext cx="6015499" cy="487743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470E4AA-575C-4462-9113-6DEC9F8AB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356" y="2180457"/>
            <a:ext cx="7321609" cy="43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8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n en Matematicas">
            <a:extLst>
              <a:ext uri="{FF2B5EF4-FFF2-40B4-BE49-F238E27FC236}">
                <a16:creationId xmlns:a16="http://schemas.microsoft.com/office/drawing/2014/main" id="{034B4016-660A-40E8-8BF1-C929A8B54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418" y="463958"/>
            <a:ext cx="5502379" cy="275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6C51443-A8F8-461B-BC46-360A481F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387" y="339442"/>
            <a:ext cx="4896195" cy="27355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6DF64C9-190E-42C5-951F-2DF219D12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15148"/>
            <a:ext cx="8059165" cy="15063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C2C1879-A954-4AFF-9337-4B8DD9F05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1111" y="5064538"/>
            <a:ext cx="6618843" cy="126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736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66F9992-0D97-49C3-B3FE-EA7013135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38" y="323082"/>
            <a:ext cx="9012706" cy="100427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B8CCB25-3A62-489B-8D21-77DDDFAB7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9" y="1327354"/>
            <a:ext cx="7117369" cy="132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52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FC8117-4BC6-4C2C-A09E-6CD9F8C61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4" y="428164"/>
            <a:ext cx="5847586" cy="103192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2E936DB-C51D-45C4-BAB6-84F66238F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57" y="1669794"/>
            <a:ext cx="4157619" cy="10319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C79F1B5-FD62-4F7D-84A7-5687F1CFA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93" y="3119437"/>
            <a:ext cx="6512278" cy="137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53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7574DE-91DA-4A0D-9AF6-72FCA0686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86" y="496990"/>
            <a:ext cx="4764559" cy="26001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7E6099-1F46-41D4-B0F3-E0EDBABDA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291" y="839583"/>
            <a:ext cx="6034501" cy="153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44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0</Words>
  <Application>Microsoft Office PowerPoint</Application>
  <PresentationFormat>Panorámica</PresentationFormat>
  <Paragraphs>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</cp:revision>
  <dcterms:created xsi:type="dcterms:W3CDTF">2021-09-07T19:29:42Z</dcterms:created>
  <dcterms:modified xsi:type="dcterms:W3CDTF">2021-09-07T19:51:39Z</dcterms:modified>
</cp:coreProperties>
</file>