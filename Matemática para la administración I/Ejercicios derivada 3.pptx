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4BAECA-643E-48A3-A6E8-DCE98789E60A}" v="12" dt="2022-07-27T19:43:33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8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534BAECA-643E-48A3-A6E8-DCE98789E60A}"/>
    <pc:docChg chg="custSel addSld modSld">
      <pc:chgData name="Guillermo AntonioAguirre" userId="42908199-65f4-4d4a-8e05-6e659ccb82ce" providerId="ADAL" clId="{534BAECA-643E-48A3-A6E8-DCE98789E60A}" dt="2022-07-27T19:43:35.705" v="8" actId="1076"/>
      <pc:docMkLst>
        <pc:docMk/>
      </pc:docMkLst>
      <pc:sldChg chg="delSp modSp add mod">
        <pc:chgData name="Guillermo AntonioAguirre" userId="42908199-65f4-4d4a-8e05-6e659ccb82ce" providerId="ADAL" clId="{534BAECA-643E-48A3-A6E8-DCE98789E60A}" dt="2022-07-27T19:43:35.705" v="8" actId="1076"/>
        <pc:sldMkLst>
          <pc:docMk/>
          <pc:sldMk cId="146312270" sldId="257"/>
        </pc:sldMkLst>
        <pc:spChg chg="mod">
          <ac:chgData name="Guillermo AntonioAguirre" userId="42908199-65f4-4d4a-8e05-6e659ccb82ce" providerId="ADAL" clId="{534BAECA-643E-48A3-A6E8-DCE98789E60A}" dt="2022-07-27T19:40:26.421" v="3" actId="20582"/>
          <ac:spMkLst>
            <pc:docMk/>
            <pc:sldMk cId="146312270" sldId="257"/>
            <ac:spMk id="2" creationId="{26D06498-498E-5E16-E049-075E16DB75CF}"/>
          </ac:spMkLst>
        </pc:spChg>
        <pc:spChg chg="mod">
          <ac:chgData name="Guillermo AntonioAguirre" userId="42908199-65f4-4d4a-8e05-6e659ccb82ce" providerId="ADAL" clId="{534BAECA-643E-48A3-A6E8-DCE98789E60A}" dt="2022-07-27T19:40:57.641" v="4" actId="1076"/>
          <ac:spMkLst>
            <pc:docMk/>
            <pc:sldMk cId="146312270" sldId="257"/>
            <ac:spMk id="3" creationId="{7B308787-B231-EA16-F5FF-43891BB9737F}"/>
          </ac:spMkLst>
        </pc:spChg>
        <pc:spChg chg="del mod">
          <ac:chgData name="Guillermo AntonioAguirre" userId="42908199-65f4-4d4a-8e05-6e659ccb82ce" providerId="ADAL" clId="{534BAECA-643E-48A3-A6E8-DCE98789E60A}" dt="2022-07-27T19:42:12.300" v="6" actId="478"/>
          <ac:spMkLst>
            <pc:docMk/>
            <pc:sldMk cId="146312270" sldId="257"/>
            <ac:spMk id="4" creationId="{BEC6FADA-3DB0-E862-BBA6-262323667C3D}"/>
          </ac:spMkLst>
        </pc:spChg>
        <pc:spChg chg="del">
          <ac:chgData name="Guillermo AntonioAguirre" userId="42908199-65f4-4d4a-8e05-6e659ccb82ce" providerId="ADAL" clId="{534BAECA-643E-48A3-A6E8-DCE98789E60A}" dt="2022-07-27T19:38:38.013" v="1" actId="478"/>
          <ac:spMkLst>
            <pc:docMk/>
            <pc:sldMk cId="146312270" sldId="257"/>
            <ac:spMk id="6" creationId="{EBD0472E-E159-3CDA-08FB-17A8A539271F}"/>
          </ac:spMkLst>
        </pc:spChg>
        <pc:spChg chg="del">
          <ac:chgData name="Guillermo AntonioAguirre" userId="42908199-65f4-4d4a-8e05-6e659ccb82ce" providerId="ADAL" clId="{534BAECA-643E-48A3-A6E8-DCE98789E60A}" dt="2022-07-27T19:38:38.013" v="1" actId="478"/>
          <ac:spMkLst>
            <pc:docMk/>
            <pc:sldMk cId="146312270" sldId="257"/>
            <ac:spMk id="7" creationId="{2B134B08-19DC-F2B7-02F8-5EDA0F79ED12}"/>
          </ac:spMkLst>
        </pc:spChg>
        <pc:spChg chg="del">
          <ac:chgData name="Guillermo AntonioAguirre" userId="42908199-65f4-4d4a-8e05-6e659ccb82ce" providerId="ADAL" clId="{534BAECA-643E-48A3-A6E8-DCE98789E60A}" dt="2022-07-27T19:38:38.013" v="1" actId="478"/>
          <ac:spMkLst>
            <pc:docMk/>
            <pc:sldMk cId="146312270" sldId="257"/>
            <ac:spMk id="8" creationId="{DAED2464-C9C5-9953-6D9B-8D2FE13274C3}"/>
          </ac:spMkLst>
        </pc:spChg>
        <pc:spChg chg="del">
          <ac:chgData name="Guillermo AntonioAguirre" userId="42908199-65f4-4d4a-8e05-6e659ccb82ce" providerId="ADAL" clId="{534BAECA-643E-48A3-A6E8-DCE98789E60A}" dt="2022-07-27T19:38:38.013" v="1" actId="478"/>
          <ac:spMkLst>
            <pc:docMk/>
            <pc:sldMk cId="146312270" sldId="257"/>
            <ac:spMk id="9" creationId="{8F4A0BD4-331A-3142-DFEA-FB3852D099CB}"/>
          </ac:spMkLst>
        </pc:spChg>
        <pc:spChg chg="del">
          <ac:chgData name="Guillermo AntonioAguirre" userId="42908199-65f4-4d4a-8e05-6e659ccb82ce" providerId="ADAL" clId="{534BAECA-643E-48A3-A6E8-DCE98789E60A}" dt="2022-07-27T19:38:38.013" v="1" actId="478"/>
          <ac:spMkLst>
            <pc:docMk/>
            <pc:sldMk cId="146312270" sldId="257"/>
            <ac:spMk id="10" creationId="{F020E351-B48E-0AAE-81AD-D515696AF144}"/>
          </ac:spMkLst>
        </pc:spChg>
        <pc:spChg chg="del">
          <ac:chgData name="Guillermo AntonioAguirre" userId="42908199-65f4-4d4a-8e05-6e659ccb82ce" providerId="ADAL" clId="{534BAECA-643E-48A3-A6E8-DCE98789E60A}" dt="2022-07-27T19:38:38.013" v="1" actId="478"/>
          <ac:spMkLst>
            <pc:docMk/>
            <pc:sldMk cId="146312270" sldId="257"/>
            <ac:spMk id="11" creationId="{A55CB071-31A6-468B-FFC7-6F16DC384517}"/>
          </ac:spMkLst>
        </pc:spChg>
        <pc:spChg chg="mod">
          <ac:chgData name="Guillermo AntonioAguirre" userId="42908199-65f4-4d4a-8e05-6e659ccb82ce" providerId="ADAL" clId="{534BAECA-643E-48A3-A6E8-DCE98789E60A}" dt="2022-07-27T19:43:07.080" v="7" actId="1076"/>
          <ac:spMkLst>
            <pc:docMk/>
            <pc:sldMk cId="146312270" sldId="257"/>
            <ac:spMk id="12" creationId="{B2B95508-F726-0B1A-4975-770ECAB42CEA}"/>
          </ac:spMkLst>
        </pc:spChg>
        <pc:spChg chg="mod">
          <ac:chgData name="Guillermo AntonioAguirre" userId="42908199-65f4-4d4a-8e05-6e659ccb82ce" providerId="ADAL" clId="{534BAECA-643E-48A3-A6E8-DCE98789E60A}" dt="2022-07-27T19:43:35.705" v="8" actId="1076"/>
          <ac:spMkLst>
            <pc:docMk/>
            <pc:sldMk cId="146312270" sldId="257"/>
            <ac:spMk id="13" creationId="{97F6DC9A-5378-93F2-C553-35626C74C966}"/>
          </ac:spMkLst>
        </pc:spChg>
        <pc:picChg chg="del">
          <ac:chgData name="Guillermo AntonioAguirre" userId="42908199-65f4-4d4a-8e05-6e659ccb82ce" providerId="ADAL" clId="{534BAECA-643E-48A3-A6E8-DCE98789E60A}" dt="2022-07-27T19:38:38.013" v="1" actId="478"/>
          <ac:picMkLst>
            <pc:docMk/>
            <pc:sldMk cId="146312270" sldId="257"/>
            <ac:picMk id="5" creationId="{3BDA2E72-6BCB-4E8E-10FC-02D94C55FD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BBF2F-8EE7-68C8-FBCD-FB16D3EA3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9B944D-BEE0-6B88-D343-882E835DE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6EC4CD-F403-01F7-A0AA-62B2D375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BDD301-2BFC-2936-5D64-78F4ADAE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F8E0A0-DFC1-87F3-ED27-D7D7863A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5959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A1C69-CAA6-BC9D-54C4-A68A49243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D4371-52F3-272F-045B-C1C72CE6B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D432C8-03BE-FFDF-1CED-A1944F12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503ED6-D793-4689-E347-02DD7157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80BEFA-168A-BA21-268C-51DB1D38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9269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1EEEE-AAC3-B9D5-93BF-138DE42CD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C544C-67E7-5396-0193-6B6699967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51152A-EEFA-AF02-7C44-32943257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66423E-EF9E-E1A8-5AE1-F112710C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02AA83-BE75-1E03-BCCB-A8FCD401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7506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DA9D9-C88E-7D7A-CCB8-1DDF1FB2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5111DD-49EF-1DF1-3297-B4BF0304D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B43F93-8827-EC8F-2B70-097B1BD47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AA24A3-AEB5-B9CB-8B0E-A0BB0682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C65F71-7272-85B4-314D-FC50DB1F1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C146AE-0890-E937-BA65-C2F6EB6E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1851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4FBFA-54AD-304B-63CD-BBFC9328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14BC99-675D-F8E5-7D90-F933C2D63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871D96-8559-3B59-42B2-2060E9D95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6C37A4-C5C2-2B48-0A55-2C7B325F9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CAF10D-5BAA-EDB0-CA60-946D8FB80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4131632-F656-9E79-9A7F-F0A3EEB7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8EA42E3-4C50-B182-8BF0-4265429F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19C840-36CA-6BEF-A682-00CEE76B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7222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D99D8-CD4A-6770-F73C-F6124358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AA3E10-6B2C-548A-4E4A-F296F36E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77019C-D763-4C7E-CC05-4FC0967F9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3FF06D-01CD-C00E-7E55-24FC3B0D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5068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5BD89D-83CF-FA08-0740-B9641D44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DC4268-D250-EF36-6B44-E00C2247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076203-A4BE-90EE-67FE-301926F3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8542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42BF7-3090-7F22-2BE7-AC2AF36A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0281-8EA0-8E65-9795-DF00FBA6A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A7EE7E-3416-C478-A6D1-DC3F86D64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88AD8A-AC6F-1A2B-D364-77060545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B6091C-2616-9888-F542-41E40EBB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33BFA7-B50C-7272-4B8A-179D5980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9079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E9FDB-BBAF-5EEC-C4C5-CD874B1D5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2052D21-E029-4C3F-CF98-09F8A06F9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618498-A317-CA46-D21A-748FD3026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27D7A6-34CF-0FDF-21DD-C252ABA3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82C03-7FC6-FE3A-ADC8-1048B4C6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732B37-5229-4708-FED7-166A120D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34511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8DA7D-75B0-9997-644B-32570BA5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487E9D5-1323-216A-F1A6-B56FB739B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9197EA-C1A8-FC4F-58F4-1025617B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90E386-F422-B018-2BBF-C8805C0E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E9FF1-8AF5-52F7-E5CA-A4B0B94D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58578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898F31-5CBB-DBA9-9200-5E9B289EA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3D6CDB-A749-4D87-9567-C6B54E115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EDCD77-AEFA-12E1-42F0-4B22582B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09CDB9-D026-3CF0-8353-76B25A05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0049F6-CF0A-EB3A-4286-612DDCD5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7810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07082B-3785-7B10-9F9D-ED75E9225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FBDBB2-185F-4EEC-F600-C3314531D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A196C3-1B34-71F6-93DD-504E00AED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3D868-3D95-4AF2-B169-D318B37CC91D}" type="datetimeFigureOut">
              <a:rPr lang="es-NI" smtClean="0"/>
              <a:t>27/7/2022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377294-BB13-31F5-C3A6-69F7081B2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0EF9A5-ECFE-86E5-B88F-7416DDF44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66815-C56C-4C0E-9B32-AE7605D74C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9999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DA2E72-6BCB-4E8E-10FC-02D94C55F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92" y="1135608"/>
            <a:ext cx="4496582" cy="340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BD0472E-E159-3CDA-08FB-17A8A539271F}"/>
                  </a:ext>
                </a:extLst>
              </p:cNvPr>
              <p:cNvSpPr txBox="1"/>
              <p:nvPr/>
            </p:nvSpPr>
            <p:spPr>
              <a:xfrm>
                <a:off x="6196082" y="1310185"/>
                <a:ext cx="3734036" cy="461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BD0472E-E159-3CDA-08FB-17A8A5392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082" y="1310185"/>
                <a:ext cx="3734036" cy="46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B134B08-19DC-F2B7-02F8-5EDA0F79ED12}"/>
                  </a:ext>
                </a:extLst>
              </p:cNvPr>
              <p:cNvSpPr txBox="1"/>
              <p:nvPr/>
            </p:nvSpPr>
            <p:spPr>
              <a:xfrm>
                <a:off x="6096000" y="2101755"/>
                <a:ext cx="4085927" cy="469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+25</m:t>
                          </m:r>
                        </m:e>
                      </m:d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−25</m:t>
                          </m:r>
                        </m:e>
                      </m:d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2B134B08-19DC-F2B7-02F8-5EDA0F79E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01755"/>
                <a:ext cx="4085927" cy="469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AED2464-C9C5-9953-6D9B-8D2FE13274C3}"/>
                  </a:ext>
                </a:extLst>
              </p:cNvPr>
              <p:cNvSpPr txBox="1"/>
              <p:nvPr/>
            </p:nvSpPr>
            <p:spPr>
              <a:xfrm>
                <a:off x="6096000" y="2901980"/>
                <a:ext cx="3694153" cy="469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AED2464-C9C5-9953-6D9B-8D2FE1327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01980"/>
                <a:ext cx="3694153" cy="4698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F4A0BD4-331A-3142-DFEA-FB3852D099CB}"/>
                  </a:ext>
                </a:extLst>
              </p:cNvPr>
              <p:cNvSpPr txBox="1"/>
              <p:nvPr/>
            </p:nvSpPr>
            <p:spPr>
              <a:xfrm>
                <a:off x="6096000" y="3702205"/>
                <a:ext cx="5095306" cy="469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+3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F4A0BD4-331A-3142-DFEA-FB3852D09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02205"/>
                <a:ext cx="5095306" cy="469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020E351-B48E-0AAE-81AD-D515696AF144}"/>
                  </a:ext>
                </a:extLst>
              </p:cNvPr>
              <p:cNvSpPr txBox="1"/>
              <p:nvPr/>
            </p:nvSpPr>
            <p:spPr>
              <a:xfrm>
                <a:off x="1433014" y="4640239"/>
                <a:ext cx="2489143" cy="871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𝑠𝑥</m:t>
                          </m:r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+3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020E351-B48E-0AAE-81AD-D515696AF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014" y="4640239"/>
                <a:ext cx="2489143" cy="871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55CB071-31A6-468B-FFC7-6F16DC384517}"/>
                  </a:ext>
                </a:extLst>
              </p:cNvPr>
              <p:cNvSpPr txBox="1"/>
              <p:nvPr/>
            </p:nvSpPr>
            <p:spPr>
              <a:xfrm>
                <a:off x="6806418" y="4676038"/>
                <a:ext cx="2665089" cy="871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+3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NI" sz="2800" i="0">
                              <a:latin typeface="Cambria Math" panose="02040503050406030204" pitchFamily="18" charset="0"/>
                            </a:rPr>
                            <m:t>+4</m:t>
                          </m:r>
                          <m:sSup>
                            <m:sSupPr>
                              <m:ctrlPr>
                                <a:rPr lang="es-NI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NI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NI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NI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55CB071-31A6-468B-FFC7-6F16DC384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418" y="4676038"/>
                <a:ext cx="2665089" cy="871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98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6D06498-498E-5E16-E049-075E16DB75CF}"/>
                  </a:ext>
                </a:extLst>
              </p:cNvPr>
              <p:cNvSpPr txBox="1"/>
              <p:nvPr/>
            </p:nvSpPr>
            <p:spPr>
              <a:xfrm>
                <a:off x="1632031" y="1435260"/>
                <a:ext cx="1903150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NI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s-NI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i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sSup>
                                <m:sSupPr>
                                  <m:ctrlPr>
                                    <a:rPr lang="es-NI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NI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NI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6D06498-498E-5E16-E049-075E16DB7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031" y="1435260"/>
                <a:ext cx="1903150" cy="302070"/>
              </a:xfrm>
              <a:prstGeom prst="rect">
                <a:avLst/>
              </a:prstGeom>
              <a:blipFill>
                <a:blip r:embed="rId2"/>
                <a:stretch>
                  <a:fillRect l="-3846" r="-962" b="-26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B308787-B231-EA16-F5FF-43891BB9737F}"/>
                  </a:ext>
                </a:extLst>
              </p:cNvPr>
              <p:cNvSpPr txBox="1"/>
              <p:nvPr/>
            </p:nvSpPr>
            <p:spPr>
              <a:xfrm>
                <a:off x="1632031" y="2164466"/>
                <a:ext cx="1531510" cy="305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NI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NI" i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B308787-B231-EA16-F5FF-43891BB97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031" y="2164466"/>
                <a:ext cx="1531510" cy="305981"/>
              </a:xfrm>
              <a:prstGeom prst="rect">
                <a:avLst/>
              </a:prstGeom>
              <a:blipFill>
                <a:blip r:embed="rId3"/>
                <a:stretch>
                  <a:fillRect l="-5179" t="-2000" r="-1594" b="-26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2B95508-F726-0B1A-4975-770ECAB42CEA}"/>
                  </a:ext>
                </a:extLst>
              </p:cNvPr>
              <p:cNvSpPr txBox="1"/>
              <p:nvPr/>
            </p:nvSpPr>
            <p:spPr>
              <a:xfrm>
                <a:off x="1736203" y="2897583"/>
                <a:ext cx="9410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𝑙𝑥</m:t>
                          </m:r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NI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s-NI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2B95508-F726-0B1A-4975-770ECAB42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203" y="2897583"/>
                <a:ext cx="941027" cy="276999"/>
              </a:xfrm>
              <a:prstGeom prst="rect">
                <a:avLst/>
              </a:prstGeom>
              <a:blipFill>
                <a:blip r:embed="rId4"/>
                <a:stretch>
                  <a:fillRect l="-8442" t="-4348" r="-649" b="-32609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7F6DC9A-5378-93F2-C553-35626C74C966}"/>
                  </a:ext>
                </a:extLst>
              </p:cNvPr>
              <p:cNvSpPr txBox="1"/>
              <p:nvPr/>
            </p:nvSpPr>
            <p:spPr>
              <a:xfrm>
                <a:off x="1416499" y="3683419"/>
                <a:ext cx="1580433" cy="302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NI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NI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d>
                            <m:dPr>
                              <m:ctrlPr>
                                <a:rPr lang="es-NI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s-NI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NI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NI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s-NI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NI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sSup>
                                <m:sSupPr>
                                  <m:ctrlPr>
                                    <a:rPr lang="es-NI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NI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NI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s-NI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97F6DC9A-5378-93F2-C553-35626C74C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499" y="3683419"/>
                <a:ext cx="1580433" cy="302070"/>
              </a:xfrm>
              <a:prstGeom prst="rect">
                <a:avLst/>
              </a:prstGeom>
              <a:blipFill>
                <a:blip r:embed="rId5"/>
                <a:stretch>
                  <a:fillRect l="-5000" b="-2600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122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34</Words>
  <Application>Microsoft Office PowerPoint</Application>
  <PresentationFormat>Panorámica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2022-07-12T19:53:10Z</dcterms:created>
  <dcterms:modified xsi:type="dcterms:W3CDTF">2022-07-27T19:43:45Z</dcterms:modified>
</cp:coreProperties>
</file>