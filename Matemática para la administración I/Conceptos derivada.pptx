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56" y="-1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18:33:52.037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2803 16917 0,'0'-50'125,"25"50"-110,49-25-15,-24 1 16,-1-1-16,1 25 15,24 0 1,1 0-16,-26-25 16,1 0-16,-25 25 15,74-25-15,-49 25 16,24-49-16,25 24 16,-24 0-16,49 25 15,0-25-15,0 1 16,-25-1-16,50 0 15,-50 0-15,0 0 16,25 1-16,-49 24 16,24-25-16,-25 0 15,50-25-15,-24 1 16,48-1-16,1 0 16,0 1-16,-25-26 15,99-24-15,-24 25 16,49-25-16,-50 24 15,-24 26-15,-25-26 16,0 26-16,-25-26 16,-25 26-16,25-1 15,-50 50-15,1-50 16,-1 25 0,25 1-16,0-26 15,50 25-15,25 0 16,0-24-16,-1 24 15,1-25-15,24 26 16,-24-26-16,24 0 16,1-24-16,49-25 15,0 0-15,25-1 16,-25-24-16,-50 50 16,50-1-16,-49 1 15,-1 0-15,1-1 16,-26 26-16,-49-1 15,0 25-15,-25 0 16,1 1-16,24-1 16,-50 25-16,25 0 15,1 0-15,-1 0 16,-25 0-16,50-25 16,-49 25-16,49-25 15,-25 0-15,50 1 16,-25-1-16,25-25 15,-1 25-15,-24 1 16,-24-1-16,24 0 16,-50 25-1,0-25-15,1 0 16,-26 1-16,26-1 16,-1 0-16,-24 0 15,24 0-15,1 1 16,24-1-16,50-25 15,0 1-15,-1 24 16,-24 0-16,25 0 16,0 0-16,-25-24 15,25 24-15,25 0 16,-1 0-16,-49 0 16,25-24-16,0 24 15,-25-25-15,0 26 16,-50-1-16,1 25 15,24 0-15,-49-25 16,-26 25-16,51-25 16,-50 25-16,24 0 15,26-25-15,-1 25 16,-24-24-16,-1 24 16,51-25-16,-26 0 15,0 25-15,-24 0 16,49-25-1,-24 0-15,49 1 16,-50-1-16,0 25 16,-24-25-16,0 25 15,99-50-15,-1 1 16,1-1-16,-50 1 16,25 24-16,-49 0 15,-26-25-15,26 26 16,-1 24-16,-24-25 15,-25 25 1,24-25 0,1 0-1,-25 0 1,0 0 0,-1 25-16,1-24 15,0 24-15,25-25 16,-26 0-16,26 0 15,-50 0 1,25 25-16,0 0 16,-1-24-16,1 24 15,0-50-15,49 25 16,1-24-16,-26 24 16,-24-25-1,25 50-15,-25-25 16,-1 25-16,1-24 62,-25-1 95,0 0-142,0 0 1,0 0-1,0 1-15,0-1 16,0 0-16,0 0 16,0 0-1,0-24-15,-25-1 16,25 25 0,0 1-16,0-1 15,0 0 1,0 0 15,0 0-31,0 1 16,0-1 62,0 0-47,0 0-15,0 0 15,0 0-15,0 1-1,25 24 1,-25-25-1,25 25-15,0-25 16,24 0 0,1 25-16,0-25 15,-1 25-15,26-24 16,-1-1-16,1 25 16,-51 0-16,51-25 15,-1 0-15,1 0 16,49 1-16,-25-1 15,25 25-15,-75 0 16,51-25-16,-26 0 16,0 0-16,-49 25 15,25-24-15,0 24 16,-1 0 0,1-25-1,-25 25-15,-1 0 16,1 0-16,25-25 15,-1 25-15,-24 0 16,50-25 0,-51 25-1,1 0-15,0 0 16,0 0-16,0-25 16,24 25-1,-24 0 1,25-24-1,-26-1 64,1 25-48,0-25 16,0 25 62,0 0-93,-1-25-1,1 0 1,0 25 15,0 0-15,0-24-1</inkml:trace>
  <inkml:trace contextRef="#ctx0" brushRef="#br1" timeOffset="37920.4">2704 16942 0,'25'0'46,"24"0"-30,1 0-16,-1 0 16,1 0-16,24 0 15,1-25-15,-50 25 16,49-25-16,-24 0 16,-1 25-16,26 0 15,24-25 1,0 1-16,-25 24 15,51 0-15,-26 0 16,0 0-16,0 0 16,75-25-16,-100 25 15,50-25-15,0 0 16,-25 0-16,25 1 16,-24-1-16,-1 0 15,25 0-15,0 0 16,0 1-16,0-1 15,25-25-15,0 1 16,0-1-16,-25 0 16,24 1-16,1-1 15,-50 25-15,25 0 16,0 1-16,25-1 16,-25 0-16,50-25 15,-25 26-15,0-26 16,-25 25-16,49-24 15,-24 24-15,25 0 16,-1 25-16,-49-25 16,25-24-16,0 24 15,25-25 1,-50 25-16,25 1 16,24-1-16,1 0 15,24-25-15,-24 26 16,-25-26-16,-25 25 15,25-24-15,-1-1 16,1-25-16,0 1 16,-50 24-16,25 26 15,-25-1-15,25-25 16,-24 1-16,24-1 16,-25 0-16,25 26 15,-25-26-15,25 0 16,25-24-16,-50 0 15,50-26-15,0 26 16,0 0-16,-25-1 16,0 1-16,0-1 15,25 1-15,-25-1 16,25-24-16,-25 0 16,0 25-16,-25 24 15,0 0-15,-25-24 16,50 49-1,-49-49-15,-1 24 16,25 25-16,-24-24 16,49-26-16,0 1 15,0-25-15,25-1 16,0 1-16,24 25 16,26-25-16,-26-1 15,1 1-15,0 0 16,-26 0-16,1 0 15,50-1-15,-50 1 16,-1 25-16,1-1 16,-50 1-16,25 24 15,-49-24-15,49 49 16,-50-25-16,50 1 16,-49 24-16,24 0 15,-25 0-15,26-24 16,-51 24-16,26 0 15,-1 0-15,-24 1 16,-1-1-16,26 0 16,-26 0-16,26 0 15,49-24-15,-25-1 16,25 0 0,25-24-16,-50 49 15,25-24-15,-25 24 16,-24-25-16,24 25 15,0-24-15,-25-1 16,-24 25-16,0 25 16,-1-24-16,1-1 15,0 25-15,-1-25 16,1 0-16,-25 0 16,49 25-16,-49-24 15,49-1-15,-24 25 16,-1-25-16,1 0 15,0 0-15,-26 25 16,51-24-16,-26-1 16,-24 25-16,0 0 15,25-25-15,-1 25 16,1-25-16,-25 0 16,-1 25-16,1 0 15,0 0-15,25-24 16,-26 24-1,-24-25-15,50 0 16,0 25 0,-25-50-1,-1 50-15,1-24 16,25-1 0,-25 0-16,-1 25 15,26-25-15,0-24 16,-1 24-16,26-25 15,-1 25-15,-24 0 16,-1 1-16,1-1 16,-1 0-16,-24 0 15,0 25-15,0 0 16,0-25-16,24 1 47,-24-1-32,25 0-15,-26 0 16,26 25-16,-25-25 16,0 1-1,24 24-15,-49-25 16,25 25-16,25-25 16,-25 25-1,24 0 1,-49-25 31,50 0-32,-25 25 1,24-24-16,-24-1 16,0 25-1,0-25-15,-1 25 16,1-25 15,0 0-31,-25-24 16,25 24-16,-25 0 15,25-24-15,-25 24 32,24 0 389,-24 0-405,25 25 0,0-25-16,-25 1 15,25-1-15,-25 0 16,25 25-16,-25-25 16,24 25-1,1-25 1,-25 1-16,25 24 15,-25-25 1,25 0-16,-25 0 16,49 25-1,-24-25-15,0 0 16,0 1-16,0-1 16,-25 0-16,24 0 15,1 0-15,-25 1 16,25 24-16,-25-50 15,25 50-15,-25-25 16,25 0 125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8.5375" units="1/cm"/>
          <inkml:channelProperty channel="Y" name="resolution" value="8.54283" units="1/cm"/>
          <inkml:channelProperty channel="T" name="resolution" value="1" units="1/dev"/>
        </inkml:channelProperties>
      </inkml:inkSource>
      <inkml:timestamp xml:id="ts0" timeString="2021-09-21T18:33:52.037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2803 16917 0,'0'-50'125,"25"50"-110,49-25-15,-24 1 16,-1-1-16,1 25 15,24 0 1,1 0-16,-26-25 16,1 0-16,-25 25 15,74-25-15,-49 25 16,24-49-16,25 24 16,-24 0-16,49 25 15,0-25-15,0 1 16,-25-1-16,50 0 15,-50 0-15,0 0 16,25 1-16,-49 24 16,24-25-16,-25 0 15,50-25-15,-24 1 16,48-1-16,1 0 16,0 1-16,-25-26 15,99-24-15,-24 25 16,49-25-16,-50 24 15,-24 26-15,-25-26 16,0 26-16,-25-26 16,-25 26-16,25-1 15,-50 50-15,1-50 16,-1 25 0,25 1-16,0-26 15,50 25-15,25 0 16,0-24-16,-1 24 15,1-25-15,24 26 16,-24-26-16,24 0 16,1-24-16,49-25 15,0 0-15,25-1 16,-25-24-16,-50 50 16,50-1-16,-49 1 15,-1 0-15,1-1 16,-26 26-16,-49-1 15,0 25-15,-25 0 16,1 1-16,24-1 16,-50 25-16,25 0 15,1 0-15,-1 0 16,-25 0-16,50-25 16,-49 25-16,49-25 15,-25 0-15,50 1 16,-25-1-16,25-25 15,-1 25-15,-24 1 16,-24-1-16,24 0 16,-50 25-1,0-25-15,1 0 16,-26 1-16,26-1 16,-1 0-16,-24 0 15,24 0-15,1 1 16,24-1-16,50-25 15,0 1-15,-1 24 16,-24 0-16,25 0 16,0 0-16,-25-24 15,25 24-15,25 0 16,-1 0-16,-49 0 16,25-24-16,0 24 15,-25-25-15,0 26 16,-50-1-16,1 25 15,24 0-15,-49-25 16,-26 25-16,51-25 16,-50 25-16,24 0 15,26-25-15,-1 25 16,-24-24-16,-1 24 16,51-25-16,-26 0 15,0 25-15,-24 0 16,49-25-1,-24 0-15,49 1 16,-50-1-16,0 25 16,-24-25-16,0 25 15,99-50-15,-1 1 16,1-1-16,-50 1 16,25 24-16,-49 0 15,-26-25-15,26 26 16,-1 24-16,-24-25 15,-25 25 1,24-25 0,1 0-1,-25 0 1,0 0 0,-1 25-16,1-24 15,0 24-15,25-25 16,-26 0-16,26 0 15,-50 0 1,25 25-16,0 0 16,-1-24-16,1 24 15,0-50-15,49 25 16,1-24-16,-26 24 16,-24-25-1,25 50-15,-25-25 16,-1 25-16,1-24 62,-25-1 95,0 0-142,0 0 1,0 0-1,0 1-15,0-1 16,0 0-16,0 0 16,0 0-1,0-24-15,-25-1 16,25 25 0,0 1-16,0-1 15,0 0 1,0 0 15,0 0-31,0 1 16,0-1 62,0 0-47,0 0-15,0 0 15,0 0-15,0 1-1,25 24 1,-25-25-1,25 25-15,0-25 16,24 0 0,1 25-16,0-25 15,-1 25-15,26-24 16,-1-1-16,1 25 16,-51 0-16,51-25 15,-1 0-15,1 0 16,49 1-16,-25-1 15,25 25-15,-75 0 16,51-25-16,-26 0 16,0 0-16,-49 25 15,25-24-15,0 24 16,-1 0 0,1-25-1,-25 25-15,-1 0 16,1 0-16,25-25 15,-1 25-15,-24 0 16,50-25 0,-51 25-1,1 0-15,0 0 16,0 0-16,0-25 16,24 25-1,-24 0 1,25-24-1,-26-1 64,1 25-48,0-25 16,0 25 62,0 0-93,-1-25-1,1 0 1,0 25 15,0 0-15,0-24-1</inkml:trace>
  <inkml:trace contextRef="#ctx0" brushRef="#br1" timeOffset="37920.4">2704 16942 0,'25'0'46,"24"0"-30,1 0-16,-1 0 16,1 0-16,24 0 15,1-25-15,-50 25 16,49-25-16,-24 0 16,-1 25-16,26 0 15,24-25 1,0 1-16,-25 24 15,51 0-15,-26 0 16,0 0-16,0 0 16,75-25-16,-100 25 15,50-25-15,0 0 16,-25 0-16,25 1 16,-24-1-16,-1 0 15,25 0-15,0 0 16,0 1-16,0-1 15,25-25-15,0 1 16,0-1-16,-25 0 16,24 1-16,1-1 15,-50 25-15,25 0 16,0 1-16,25-1 16,-25 0-16,50-25 15,-25 26-15,0-26 16,-25 25-16,49-24 15,-24 24-15,25 0 16,-1 25-16,-49-25 16,25-24-16,0 24 15,25-25 1,-50 25-16,25 1 16,24-1-16,1 0 15,24-25-15,-24 26 16,-25-26-16,-25 25 15,25-24-15,-1-1 16,1-25-16,0 1 16,-50 24-16,25 26 15,-25-1-15,25-25 16,-24 1-16,24-1 16,-25 0-16,25 26 15,-25-26-15,25 0 16,25-24-16,-50 0 15,50-26-15,0 26 16,0 0-16,-25-1 16,0 1-16,0-1 15,25 1-15,-25-1 16,25-24-16,-25 0 16,0 25-16,-25 24 15,0 0-15,-25-24 16,50 49-1,-49-49-15,-1 24 16,25 25-16,-24-24 16,49-26-16,0 1 15,0-25-15,25-1 16,0 1-16,24 25 16,26-25-16,-26-1 15,1 1-15,0 0 16,-26 0-16,1 0 15,50-1-15,-50 1 16,-1 25-16,1-1 16,-50 1-16,25 24 15,-49-24-15,49 49 16,-50-25-16,50 1 16,-49 24-16,24 0 15,-25 0-15,26-24 16,-51 24-16,26 0 15,-1 0-15,-24 1 16,-1-1-16,26 0 16,-26 0-16,26 0 15,49-24-15,-25-1 16,25 0 0,25-24-16,-50 49 15,25-24-15,-25 24 16,-24-25-16,24 25 15,0-24-15,-25-1 16,-24 25-16,0 25 16,-1-24-16,1-1 15,0 25-15,-1-25 16,1 0-16,-25 0 16,49 25-16,-49-24 15,49-1-15,-24 25 16,-1-25-16,1 0 15,0 0-15,-26 25 16,51-24-16,-26-1 16,-24 25-16,0 0 15,25-25-15,-1 25 16,1-25-16,-25 0 16,-1 25-16,1 0 15,0 0-15,25-24 16,-26 24-1,-24-25-15,50 0 16,0 25 0,-25-50-1,-1 50-15,1-24 16,25-1 0,-25 0-16,-1 25 15,26-25-15,0-24 16,-1 24-16,26-25 15,-1 25-15,-24 0 16,-1 1-16,1-1 16,-1 0-16,-24 0 15,0 25-15,0 0 16,0-25-16,24 1 47,-24-1-32,25 0-15,-26 0 16,26 25-16,-25-25 16,0 1-1,24 24-15,-49-25 16,25 25-16,25-25 16,-25 25-1,24 0 1,-49-25 31,50 0-32,-25 25 1,24-24-16,-24-1 16,0 25-1,0-25-15,-1 25 16,1-25 15,0 0-31,-25-24 16,25 24-16,-25 0 15,25-24-15,-25 24 32,24 0 389,-24 0-405,25 25 0,0-25-16,-25 1 15,25-1-15,-25 0 16,25 25-16,-25-25 16,24 25-1,1-25 1,-25 1-16,25 24 15,-25-25 1,25 0-16,-25 0 16,49 25-1,-24-25-15,0 0 16,0 1-16,0-1 16,-25 0-16,24 0 15,1 0-15,-25 1 16,25 24-16,-25-50 15,25 50-15,-25-25 16,25 0 125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967FF-378C-4064-B506-E27DA045A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78FAC0-BED8-4D3E-BFE4-DF3C417F3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9CA8B-7C01-4108-A6B3-DA3930AA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193717-43AD-478A-A3F3-45DB5D26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BB6FC-8CB5-4754-B8B7-5252B813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9330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C5E58-9416-4C4C-84A9-578B46A3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010A4C-EB03-4219-B33A-9223A8697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61CE27-B39F-4289-AF7E-16BDCC9A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626580-452F-4D9D-BFC0-8E410553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6423F9-1EDC-4D0A-A40A-4EF26605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0906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E121A-2B93-4C7B-8205-17EECD51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6935F7-EC4F-4733-853A-26F32779C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0C999F-09CF-4F12-98EC-EFDB9E2A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A553DF-57E9-4ABB-B0F0-D498ED54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344BDE-A92F-480B-9DEF-F7C1FD1E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4564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EE6A-1A03-4D03-8481-148E0C57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9B886C-1762-4699-B0E0-A5B34A9DC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60700B-4B11-42C9-9A1F-2885451E5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F9F999-A762-4709-9CC8-27DE2372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B86F7A-119F-494E-8005-B34A8834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A48259-DC4A-4C7A-A9D7-D2BE795E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361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3ED3D-6F42-4AE8-9DCF-1C63A570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E64084-1646-4E43-9876-3643D395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A18A28-9016-41B4-87DD-1BE39CDF6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3BA0A2-7735-47DA-95C8-D6C31E17E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DEE1BB-004E-4802-84A7-F611E03A1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DB591A0-5EB7-448A-A384-1C43C993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3201B7-BF7B-4D19-916F-5BCFAEAF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6D7A43-C44C-4D1D-9F0C-92BAD432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3928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57F-07EB-4B1B-B078-74A8B018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8F3BE8-29E5-4074-B4CF-45BE4526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F6914C-81BC-41CA-880F-70873874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7C4D2B-801C-45DC-81C6-062A210A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8516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0ADA28-B447-4FC2-A955-07F283CC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D9A250-BE76-4DDC-843F-3EB51DA2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67E409-1AFA-4876-AB7B-6D7C0387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348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F5C45-FABB-4BEB-9058-69CF43C3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9A9BE7-7FA6-45E6-AC01-89EB66013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78644E-F815-4AD2-927F-9D154A8CE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8027DA-131B-4FF8-A573-6C3AA61F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CBD40C-EEBF-4621-86A2-F60C7026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8E4FBC-DE8A-41F1-9FA2-F74C2D7B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7184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FAA96-229C-459C-AAF3-CC24D8DA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C3DAE4-9193-408B-A8AA-2A44F9B30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2EA39B-A3A0-42D2-A464-A3F3702E9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7FBFB9-B529-4234-8A65-BDD9ED12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C0CFB4-5C5D-4A64-9927-301CA1CF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EE1421-CBC9-494C-985C-EAA6E6FA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51057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D4BC1-6C17-4813-91BC-20AFC07B3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E5BE7C-DE6B-45FD-A5AE-9B8E20724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6076EA-16DE-40DE-94B2-BE03928F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7455F2-F6FE-4591-8345-9B65DF3A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98B506-FEF8-4AD2-962D-A244CC25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9681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32473E-31D0-4186-B7F5-C647D72CC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60079D-2D42-4262-8E37-043F8AAA2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BA22B6-4517-4B53-A5AF-B2C807FC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1325F1-516D-41F7-BA82-A355CC7F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E47EE6-0C1F-4006-9859-9D0AF89B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9992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88C8B98-C55B-433C-8086-57ABA0D7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73C454-D615-46BA-9405-3E916FEA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4FEA3-B9BF-432B-97D3-060632F07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CAC4-308C-4852-A24B-05D9EC8ADA06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C7D6FE-2135-46C4-8708-69527A302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FE2A6-F780-4C2F-B1F4-71AC49423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1DECE-1159-4272-97AD-344C0B87247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4038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NG y SVG de auto con fondo transparente para descargar">
            <a:extLst>
              <a:ext uri="{FF2B5EF4-FFF2-40B4-BE49-F238E27FC236}">
                <a16:creationId xmlns:a16="http://schemas.microsoft.com/office/drawing/2014/main" id="{6F7B1204-D86D-417A-B2EF-79738AE4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9" y="4299925"/>
            <a:ext cx="1575619" cy="15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uto antiguo 1193929 PNG with Transparent Background">
            <a:extLst>
              <a:ext uri="{FF2B5EF4-FFF2-40B4-BE49-F238E27FC236}">
                <a16:creationId xmlns:a16="http://schemas.microsoft.com/office/drawing/2014/main" id="{59460466-1731-43F6-81FD-901E476F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99434"/>
            <a:ext cx="1705896" cy="7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A793BD-67C9-474D-BCC5-FA34817AEA3B}"/>
              </a:ext>
            </a:extLst>
          </p:cNvPr>
          <p:cNvCxnSpPr/>
          <p:nvPr/>
        </p:nvCxnSpPr>
        <p:spPr>
          <a:xfrm>
            <a:off x="103239" y="5558374"/>
            <a:ext cx="1187245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819915" y="5521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4326073" y="5542017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687444" y="5574732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7161890" y="555837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8537025" y="555837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</p:spTree>
    <p:extLst>
      <p:ext uri="{BB962C8B-B14F-4D97-AF65-F5344CB8AC3E}">
        <p14:creationId xmlns:p14="http://schemas.microsoft.com/office/powerpoint/2010/main" val="45148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NG y SVG de auto con fondo transparente para descargar">
            <a:extLst>
              <a:ext uri="{FF2B5EF4-FFF2-40B4-BE49-F238E27FC236}">
                <a16:creationId xmlns:a16="http://schemas.microsoft.com/office/drawing/2014/main" id="{6F7B1204-D86D-417A-B2EF-79738AE4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92" y="4299464"/>
            <a:ext cx="1575619" cy="15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uto antiguo 1193929 PNG with Transparent Background">
            <a:extLst>
              <a:ext uri="{FF2B5EF4-FFF2-40B4-BE49-F238E27FC236}">
                <a16:creationId xmlns:a16="http://schemas.microsoft.com/office/drawing/2014/main" id="{59460466-1731-43F6-81FD-901E476F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19" y="3923761"/>
            <a:ext cx="1705896" cy="7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A793BD-67C9-474D-BCC5-FA34817AEA3B}"/>
              </a:ext>
            </a:extLst>
          </p:cNvPr>
          <p:cNvCxnSpPr/>
          <p:nvPr/>
        </p:nvCxnSpPr>
        <p:spPr>
          <a:xfrm>
            <a:off x="103239" y="5558374"/>
            <a:ext cx="1187245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819915" y="5521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4326073" y="5542017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687444" y="5574732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7161890" y="555837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8537025" y="555837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</p:spTree>
    <p:extLst>
      <p:ext uri="{BB962C8B-B14F-4D97-AF65-F5344CB8AC3E}">
        <p14:creationId xmlns:p14="http://schemas.microsoft.com/office/powerpoint/2010/main" val="368804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NG y SVG de auto con fondo transparente para descargar">
            <a:extLst>
              <a:ext uri="{FF2B5EF4-FFF2-40B4-BE49-F238E27FC236}">
                <a16:creationId xmlns:a16="http://schemas.microsoft.com/office/drawing/2014/main" id="{6F7B1204-D86D-417A-B2EF-79738AE4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394" y="4329191"/>
            <a:ext cx="1575619" cy="15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uto antiguo 1193929 PNG with Transparent Background">
            <a:extLst>
              <a:ext uri="{FF2B5EF4-FFF2-40B4-BE49-F238E27FC236}">
                <a16:creationId xmlns:a16="http://schemas.microsoft.com/office/drawing/2014/main" id="{59460466-1731-43F6-81FD-901E476F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67" y="3923300"/>
            <a:ext cx="1705896" cy="7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A793BD-67C9-474D-BCC5-FA34817AEA3B}"/>
              </a:ext>
            </a:extLst>
          </p:cNvPr>
          <p:cNvCxnSpPr/>
          <p:nvPr/>
        </p:nvCxnSpPr>
        <p:spPr>
          <a:xfrm>
            <a:off x="103239" y="5558374"/>
            <a:ext cx="1187245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819915" y="5521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4326073" y="5542017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687444" y="5574732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7161890" y="555837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8537025" y="555837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</p:spTree>
    <p:extLst>
      <p:ext uri="{BB962C8B-B14F-4D97-AF65-F5344CB8AC3E}">
        <p14:creationId xmlns:p14="http://schemas.microsoft.com/office/powerpoint/2010/main" val="302699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NG y SVG de auto con fondo transparente para descargar">
            <a:extLst>
              <a:ext uri="{FF2B5EF4-FFF2-40B4-BE49-F238E27FC236}">
                <a16:creationId xmlns:a16="http://schemas.microsoft.com/office/drawing/2014/main" id="{6F7B1204-D86D-417A-B2EF-79738AE4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282" y="4299925"/>
            <a:ext cx="1575619" cy="15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uto antiguo 1193929 PNG with Transparent Background">
            <a:extLst>
              <a:ext uri="{FF2B5EF4-FFF2-40B4-BE49-F238E27FC236}">
                <a16:creationId xmlns:a16="http://schemas.microsoft.com/office/drawing/2014/main" id="{59460466-1731-43F6-81FD-901E476F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548" y="3953027"/>
            <a:ext cx="1705896" cy="7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A793BD-67C9-474D-BCC5-FA34817AEA3B}"/>
              </a:ext>
            </a:extLst>
          </p:cNvPr>
          <p:cNvCxnSpPr/>
          <p:nvPr/>
        </p:nvCxnSpPr>
        <p:spPr>
          <a:xfrm>
            <a:off x="103239" y="5558374"/>
            <a:ext cx="1187245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819915" y="5521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4326073" y="5542017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687444" y="5574732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7161890" y="555837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8537025" y="555837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</p:spTree>
    <p:extLst>
      <p:ext uri="{BB962C8B-B14F-4D97-AF65-F5344CB8AC3E}">
        <p14:creationId xmlns:p14="http://schemas.microsoft.com/office/powerpoint/2010/main" val="143315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NG y SVG de auto con fondo transparente para descargar">
            <a:extLst>
              <a:ext uri="{FF2B5EF4-FFF2-40B4-BE49-F238E27FC236}">
                <a16:creationId xmlns:a16="http://schemas.microsoft.com/office/drawing/2014/main" id="{6F7B1204-D86D-417A-B2EF-79738AE4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854" y="4299924"/>
            <a:ext cx="1575619" cy="15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uto antiguo 1193929 PNG with Transparent Background">
            <a:extLst>
              <a:ext uri="{FF2B5EF4-FFF2-40B4-BE49-F238E27FC236}">
                <a16:creationId xmlns:a16="http://schemas.microsoft.com/office/drawing/2014/main" id="{59460466-1731-43F6-81FD-901E476F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948" y="3923761"/>
            <a:ext cx="1705896" cy="7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A793BD-67C9-474D-BCC5-FA34817AEA3B}"/>
              </a:ext>
            </a:extLst>
          </p:cNvPr>
          <p:cNvCxnSpPr/>
          <p:nvPr/>
        </p:nvCxnSpPr>
        <p:spPr>
          <a:xfrm>
            <a:off x="103239" y="5558374"/>
            <a:ext cx="1187245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819915" y="5521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4326073" y="5542017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687444" y="5574732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7161890" y="555837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8537025" y="555837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</p:spTree>
    <p:extLst>
      <p:ext uri="{BB962C8B-B14F-4D97-AF65-F5344CB8AC3E}">
        <p14:creationId xmlns:p14="http://schemas.microsoft.com/office/powerpoint/2010/main" val="126655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NG y SVG de auto con fondo transparente para descargar">
            <a:extLst>
              <a:ext uri="{FF2B5EF4-FFF2-40B4-BE49-F238E27FC236}">
                <a16:creationId xmlns:a16="http://schemas.microsoft.com/office/drawing/2014/main" id="{6F7B1204-D86D-417A-B2EF-79738AE42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808" y="4299925"/>
            <a:ext cx="1575619" cy="15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uto antiguo 1193929 PNG with Transparent Background">
            <a:extLst>
              <a:ext uri="{FF2B5EF4-FFF2-40B4-BE49-F238E27FC236}">
                <a16:creationId xmlns:a16="http://schemas.microsoft.com/office/drawing/2014/main" id="{59460466-1731-43F6-81FD-901E476F3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930" y="3923761"/>
            <a:ext cx="1705896" cy="75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A793BD-67C9-474D-BCC5-FA34817AEA3B}"/>
              </a:ext>
            </a:extLst>
          </p:cNvPr>
          <p:cNvCxnSpPr/>
          <p:nvPr/>
        </p:nvCxnSpPr>
        <p:spPr>
          <a:xfrm>
            <a:off x="103239" y="5558374"/>
            <a:ext cx="1187245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819915" y="5521601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4326073" y="5542017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687444" y="5574732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7161890" y="555837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8537025" y="555837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</p:spTree>
    <p:extLst>
      <p:ext uri="{BB962C8B-B14F-4D97-AF65-F5344CB8AC3E}">
        <p14:creationId xmlns:p14="http://schemas.microsoft.com/office/powerpoint/2010/main" val="3725479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240129" y="6164664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3599196" y="6131949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030111" y="616466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6648865" y="6164664"/>
            <a:ext cx="4335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7913136" y="6148306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6E377C6E-712B-4309-962A-12580D96B5D4}"/>
              </a:ext>
            </a:extLst>
          </p:cNvPr>
          <p:cNvCxnSpPr/>
          <p:nvPr/>
        </p:nvCxnSpPr>
        <p:spPr>
          <a:xfrm flipV="1">
            <a:off x="973394" y="6131949"/>
            <a:ext cx="8534125" cy="3271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75DC1A0-8037-42E7-B4F3-A30E066EDC6C}"/>
              </a:ext>
            </a:extLst>
          </p:cNvPr>
          <p:cNvCxnSpPr>
            <a:cxnSpLocks/>
          </p:cNvCxnSpPr>
          <p:nvPr/>
        </p:nvCxnSpPr>
        <p:spPr>
          <a:xfrm flipV="1">
            <a:off x="973394" y="923330"/>
            <a:ext cx="0" cy="52413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67B5CD-3D48-453A-8E1E-09A5B780F72D}"/>
              </a:ext>
            </a:extLst>
          </p:cNvPr>
          <p:cNvSpPr/>
          <p:nvPr/>
        </p:nvSpPr>
        <p:spPr>
          <a:xfrm>
            <a:off x="269355" y="5237870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A6DB8A1-CD02-4CCE-B635-9C1B67DE4B89}"/>
              </a:ext>
            </a:extLst>
          </p:cNvPr>
          <p:cNvSpPr/>
          <p:nvPr/>
        </p:nvSpPr>
        <p:spPr>
          <a:xfrm>
            <a:off x="239205" y="452998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F5AB6FB-DE46-414D-9299-85EAFF4787E8}"/>
              </a:ext>
            </a:extLst>
          </p:cNvPr>
          <p:cNvSpPr/>
          <p:nvPr/>
        </p:nvSpPr>
        <p:spPr>
          <a:xfrm>
            <a:off x="209055" y="3822098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0DCFCD-CB83-4EE8-9A4E-280A1E58CAD7}"/>
              </a:ext>
            </a:extLst>
          </p:cNvPr>
          <p:cNvSpPr/>
          <p:nvPr/>
        </p:nvSpPr>
        <p:spPr>
          <a:xfrm>
            <a:off x="209054" y="3111570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7BA5DB7-1425-4E5F-AC2E-E94C8F34C50F}"/>
              </a:ext>
            </a:extLst>
          </p:cNvPr>
          <p:cNvSpPr/>
          <p:nvPr/>
        </p:nvSpPr>
        <p:spPr>
          <a:xfrm>
            <a:off x="-57401" y="237271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B4B9991-1520-41CF-96BD-E3D41EBF99C1}"/>
              </a:ext>
            </a:extLst>
          </p:cNvPr>
          <p:cNvCxnSpPr>
            <a:cxnSpLocks/>
          </p:cNvCxnSpPr>
          <p:nvPr/>
        </p:nvCxnSpPr>
        <p:spPr>
          <a:xfrm flipV="1">
            <a:off x="973394" y="3465513"/>
            <a:ext cx="7285703" cy="2666436"/>
          </a:xfrm>
          <a:prstGeom prst="straightConnector1">
            <a:avLst/>
          </a:prstGeom>
          <a:ln w="635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672AA91-5F18-490F-A592-4DA8E3EDA2EC}"/>
              </a:ext>
            </a:extLst>
          </p:cNvPr>
          <p:cNvCxnSpPr>
            <a:cxnSpLocks/>
          </p:cNvCxnSpPr>
          <p:nvPr/>
        </p:nvCxnSpPr>
        <p:spPr>
          <a:xfrm flipV="1">
            <a:off x="913093" y="2743200"/>
            <a:ext cx="7346004" cy="338874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n 27">
            <a:extLst>
              <a:ext uri="{FF2B5EF4-FFF2-40B4-BE49-F238E27FC236}">
                <a16:creationId xmlns:a16="http://schemas.microsoft.com/office/drawing/2014/main" id="{AEA6F02C-8F03-4819-8A31-733155D4E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456" y="900992"/>
            <a:ext cx="6786812" cy="1448647"/>
          </a:xfrm>
          <a:prstGeom prst="rect">
            <a:avLst/>
          </a:prstGeo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269DFF55-F3D6-4E8D-AC79-2A98EB786F86}"/>
              </a:ext>
            </a:extLst>
          </p:cNvPr>
          <p:cNvSpPr/>
          <p:nvPr/>
        </p:nvSpPr>
        <p:spPr>
          <a:xfrm rot="10800000" flipV="1">
            <a:off x="2153262" y="1312682"/>
            <a:ext cx="214997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V=d/t</a:t>
            </a:r>
          </a:p>
        </p:txBody>
      </p:sp>
    </p:spTree>
    <p:extLst>
      <p:ext uri="{BB962C8B-B14F-4D97-AF65-F5344CB8AC3E}">
        <p14:creationId xmlns:p14="http://schemas.microsoft.com/office/powerpoint/2010/main" val="414407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240129" y="6164664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3599196" y="6131949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030111" y="616466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6648865" y="6164664"/>
            <a:ext cx="4335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7913136" y="6148306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6E377C6E-712B-4309-962A-12580D96B5D4}"/>
              </a:ext>
            </a:extLst>
          </p:cNvPr>
          <p:cNvCxnSpPr/>
          <p:nvPr/>
        </p:nvCxnSpPr>
        <p:spPr>
          <a:xfrm flipV="1">
            <a:off x="973394" y="6131949"/>
            <a:ext cx="8534125" cy="3271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75DC1A0-8037-42E7-B4F3-A30E066EDC6C}"/>
              </a:ext>
            </a:extLst>
          </p:cNvPr>
          <p:cNvCxnSpPr>
            <a:cxnSpLocks/>
          </p:cNvCxnSpPr>
          <p:nvPr/>
        </p:nvCxnSpPr>
        <p:spPr>
          <a:xfrm flipV="1">
            <a:off x="973394" y="923330"/>
            <a:ext cx="0" cy="52413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67B5CD-3D48-453A-8E1E-09A5B780F72D}"/>
              </a:ext>
            </a:extLst>
          </p:cNvPr>
          <p:cNvSpPr/>
          <p:nvPr/>
        </p:nvSpPr>
        <p:spPr>
          <a:xfrm>
            <a:off x="269355" y="5237870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A6DB8A1-CD02-4CCE-B635-9C1B67DE4B89}"/>
              </a:ext>
            </a:extLst>
          </p:cNvPr>
          <p:cNvSpPr/>
          <p:nvPr/>
        </p:nvSpPr>
        <p:spPr>
          <a:xfrm>
            <a:off x="239205" y="452998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F5AB6FB-DE46-414D-9299-85EAFF4787E8}"/>
              </a:ext>
            </a:extLst>
          </p:cNvPr>
          <p:cNvSpPr/>
          <p:nvPr/>
        </p:nvSpPr>
        <p:spPr>
          <a:xfrm>
            <a:off x="209055" y="3822098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0DCFCD-CB83-4EE8-9A4E-280A1E58CAD7}"/>
              </a:ext>
            </a:extLst>
          </p:cNvPr>
          <p:cNvSpPr/>
          <p:nvPr/>
        </p:nvSpPr>
        <p:spPr>
          <a:xfrm>
            <a:off x="209054" y="3111570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7BA5DB7-1425-4E5F-AC2E-E94C8F34C50F}"/>
              </a:ext>
            </a:extLst>
          </p:cNvPr>
          <p:cNvSpPr/>
          <p:nvPr/>
        </p:nvSpPr>
        <p:spPr>
          <a:xfrm>
            <a:off x="-57401" y="237271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AEA6F02C-8F03-4819-8A31-733155D4E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456" y="900992"/>
            <a:ext cx="6786812" cy="1448647"/>
          </a:xfrm>
          <a:prstGeom prst="rect">
            <a:avLst/>
          </a:prstGeo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269DFF55-F3D6-4E8D-AC79-2A98EB786F86}"/>
              </a:ext>
            </a:extLst>
          </p:cNvPr>
          <p:cNvSpPr/>
          <p:nvPr/>
        </p:nvSpPr>
        <p:spPr>
          <a:xfrm rot="10800000" flipV="1">
            <a:off x="2153262" y="1312682"/>
            <a:ext cx="214997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V=d/t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867B8AD-DF5F-4C10-B999-2D80A4E7177B}"/>
                  </a:ext>
                </a:extLst>
              </p14:cNvPr>
              <p14:cNvContentPartPr/>
              <p14:nvPr/>
            </p14:nvContentPartPr>
            <p14:xfrm>
              <a:off x="973440" y="3134160"/>
              <a:ext cx="7224480" cy="29653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867B8AD-DF5F-4C10-B999-2D80A4E717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4080" y="3124800"/>
                <a:ext cx="7243200" cy="29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253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509DF84-18D0-4E07-A15C-092108880E3F}"/>
              </a:ext>
            </a:extLst>
          </p:cNvPr>
          <p:cNvSpPr/>
          <p:nvPr/>
        </p:nvSpPr>
        <p:spPr>
          <a:xfrm>
            <a:off x="4752779" y="0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Derivada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0322527-DB3A-428F-A7E2-2715BC52BE8D}"/>
              </a:ext>
            </a:extLst>
          </p:cNvPr>
          <p:cNvSpPr/>
          <p:nvPr/>
        </p:nvSpPr>
        <p:spPr>
          <a:xfrm>
            <a:off x="2240129" y="6164664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7A8D03-7255-400A-936E-19AF731B32F0}"/>
              </a:ext>
            </a:extLst>
          </p:cNvPr>
          <p:cNvSpPr/>
          <p:nvPr/>
        </p:nvSpPr>
        <p:spPr>
          <a:xfrm>
            <a:off x="3599196" y="6131949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2CF8A-6119-48C4-AC9C-CE7005E3BA07}"/>
              </a:ext>
            </a:extLst>
          </p:cNvPr>
          <p:cNvSpPr/>
          <p:nvPr/>
        </p:nvSpPr>
        <p:spPr>
          <a:xfrm>
            <a:off x="5030111" y="616466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F06810-F9C8-4E05-93E0-AA8030A6E1F1}"/>
              </a:ext>
            </a:extLst>
          </p:cNvPr>
          <p:cNvSpPr/>
          <p:nvPr/>
        </p:nvSpPr>
        <p:spPr>
          <a:xfrm>
            <a:off x="6648865" y="6164664"/>
            <a:ext cx="4335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ED85F-DB5E-4E05-98BA-F1F82B291B67}"/>
              </a:ext>
            </a:extLst>
          </p:cNvPr>
          <p:cNvSpPr/>
          <p:nvPr/>
        </p:nvSpPr>
        <p:spPr>
          <a:xfrm>
            <a:off x="7913136" y="6148306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s-E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6E377C6E-712B-4309-962A-12580D96B5D4}"/>
              </a:ext>
            </a:extLst>
          </p:cNvPr>
          <p:cNvCxnSpPr/>
          <p:nvPr/>
        </p:nvCxnSpPr>
        <p:spPr>
          <a:xfrm flipV="1">
            <a:off x="973394" y="6131949"/>
            <a:ext cx="8534125" cy="3271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75DC1A0-8037-42E7-B4F3-A30E066EDC6C}"/>
              </a:ext>
            </a:extLst>
          </p:cNvPr>
          <p:cNvCxnSpPr>
            <a:cxnSpLocks/>
          </p:cNvCxnSpPr>
          <p:nvPr/>
        </p:nvCxnSpPr>
        <p:spPr>
          <a:xfrm flipV="1">
            <a:off x="973394" y="923330"/>
            <a:ext cx="0" cy="52413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67B5CD-3D48-453A-8E1E-09A5B780F72D}"/>
              </a:ext>
            </a:extLst>
          </p:cNvPr>
          <p:cNvSpPr/>
          <p:nvPr/>
        </p:nvSpPr>
        <p:spPr>
          <a:xfrm>
            <a:off x="269355" y="5237870"/>
            <a:ext cx="7040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A6DB8A1-CD02-4CCE-B635-9C1B67DE4B89}"/>
              </a:ext>
            </a:extLst>
          </p:cNvPr>
          <p:cNvSpPr/>
          <p:nvPr/>
        </p:nvSpPr>
        <p:spPr>
          <a:xfrm>
            <a:off x="239205" y="4529984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F5AB6FB-DE46-414D-9299-85EAFF4787E8}"/>
              </a:ext>
            </a:extLst>
          </p:cNvPr>
          <p:cNvSpPr/>
          <p:nvPr/>
        </p:nvSpPr>
        <p:spPr>
          <a:xfrm>
            <a:off x="209055" y="3822098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0DCFCD-CB83-4EE8-9A4E-280A1E58CAD7}"/>
              </a:ext>
            </a:extLst>
          </p:cNvPr>
          <p:cNvSpPr/>
          <p:nvPr/>
        </p:nvSpPr>
        <p:spPr>
          <a:xfrm>
            <a:off x="209054" y="3111570"/>
            <a:ext cx="704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7BA5DB7-1425-4E5F-AC2E-E94C8F34C50F}"/>
              </a:ext>
            </a:extLst>
          </p:cNvPr>
          <p:cNvSpPr/>
          <p:nvPr/>
        </p:nvSpPr>
        <p:spPr>
          <a:xfrm>
            <a:off x="-57401" y="2372714"/>
            <a:ext cx="97049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AEA6F02C-8F03-4819-8A31-733155D4E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456" y="900992"/>
            <a:ext cx="6786812" cy="1448647"/>
          </a:xfrm>
          <a:prstGeom prst="rect">
            <a:avLst/>
          </a:prstGeo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269DFF55-F3D6-4E8D-AC79-2A98EB786F86}"/>
              </a:ext>
            </a:extLst>
          </p:cNvPr>
          <p:cNvSpPr/>
          <p:nvPr/>
        </p:nvSpPr>
        <p:spPr>
          <a:xfrm rot="10800000" flipV="1">
            <a:off x="2153262" y="1312682"/>
            <a:ext cx="214997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V=d/t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867B8AD-DF5F-4C10-B999-2D80A4E7177B}"/>
                  </a:ext>
                </a:extLst>
              </p14:cNvPr>
              <p14:cNvContentPartPr/>
              <p14:nvPr/>
            </p14:nvContentPartPr>
            <p14:xfrm>
              <a:off x="973440" y="3134160"/>
              <a:ext cx="7224480" cy="29653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867B8AD-DF5F-4C10-B999-2D80A4E717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4080" y="3124800"/>
                <a:ext cx="7243200" cy="29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5565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</Words>
  <Application>Microsoft Office PowerPoint</Application>
  <PresentationFormat>Panorámica</PresentationFormat>
  <Paragraphs>72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2021-09-21T18:17:31Z</dcterms:created>
  <dcterms:modified xsi:type="dcterms:W3CDTF">2021-09-21T18:36:16Z</dcterms:modified>
</cp:coreProperties>
</file>