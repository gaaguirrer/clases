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5" r:id="rId4"/>
    <p:sldId id="266" r:id="rId5"/>
    <p:sldId id="257" r:id="rId6"/>
    <p:sldId id="258" r:id="rId7"/>
    <p:sldId id="260" r:id="rId8"/>
    <p:sldId id="262" r:id="rId9"/>
    <p:sldId id="261" r:id="rId10"/>
    <p:sldId id="263" r:id="rId11"/>
    <p:sldId id="264" r:id="rId12"/>
  </p:sldIdLst>
  <p:sldSz cx="12192000" cy="6858000"/>
  <p:notesSz cx="6858000" cy="9144000"/>
  <p:defaultTextStyle>
    <a:defPPr>
      <a:defRPr lang="es-N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6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65" d="100"/>
          <a:sy n="65" d="100"/>
        </p:scale>
        <p:origin x="858" y="90"/>
      </p:cViewPr>
      <p:guideLst>
        <p:guide orient="horz" pos="2137"/>
        <p:guide pos="386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578953-1476-40C6-8D65-7E3294AE42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8004F71-3946-4409-BE48-6A3EE74229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533238-C178-47CB-ADD2-9CD63EC77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0E581F3-BEF2-4625-A0B3-AC4A80E5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C294186-4A84-489E-9A99-D27D0997EC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49725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07971F-7084-4947-98ED-68D90B2EC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5E7CD7-7DD2-4381-92E7-77EAD96901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B37DCAD-38B9-4B74-9D4C-C5B78B5AA5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C7FAC55-F262-430B-8DBB-75740EF9F4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4A447C5-102D-4131-8D94-25FBA893C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048775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541D98-BE07-4E6A-BF1F-091BEF1BB3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F425468-703B-47E2-B617-CCB4D9DE7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28884A6-3C17-413A-89B0-FDA0629D6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65B6857-B9E3-48CA-96FD-DFF672BCA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BB31A6B0-8042-4D49-B853-0A00CE3E9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88990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1A82F5-47EA-446F-949B-F0094A7F7F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92E1DC6-509E-4A82-B67F-C5BC228B6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B53D3DB-D401-4651-B6CD-058D75B897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DF6BB9-1F41-4985-B055-0891E18196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C44E5D-D72D-4022-ABDC-64CA8ECE6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4A862E5E-C0C3-49C0-A91D-34503630A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2088367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E958C5-7A08-42BE-AEE9-17F4E4A6D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5E5A4E6-669C-4B4E-AADE-9705FE7C2A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726CFE99-2196-40AE-9486-752D343369B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541A6751-D3ED-4187-B425-5E0E19E78B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C85A0763-5DCF-4FCF-A9FC-2A56B20CE6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A55682CB-0B74-4BAE-B8E2-BD92208B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430118-4CD7-4E39-B588-535A76DD63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7106D5C1-7B4A-4CD9-970C-206CDDA574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8076296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77ECE0-15C8-47E9-ADA9-C6943B1FE9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6BF4F6E7-A68D-45CF-9A31-D48A7780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A45343E9-C535-4CF3-BA83-8147D92A8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4ABA56B-2F36-421F-A34D-44DD86FD1C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978770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A8E6F90B-D663-4512-A1C9-F7C8D12119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D1B10D6A-C355-4254-A5B0-9FF56BB205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9F17A541-A1E8-4E6E-AFF8-17A3CB7EA8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20338387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C80552-AD2D-4FB8-A935-67D76AA821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2ECB080-CC6C-4516-9819-DBA8129BC6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82BC291-9F54-44B1-B9C3-28FFD547DA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BB23F5F-A7B0-4AFE-A1A4-1B40735BA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BF77DDA-63DC-45AF-BA02-3CDA5003A9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A8D3106F-014C-4031-8803-FAD529799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8349537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5D612B-4E4E-4620-8CE5-77EA79CEA4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776BB6FB-3EB6-4547-A82E-A6548EC5F9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NI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E0EE8CF1-1557-45A8-8DBA-3D98F5263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B0291EDD-8806-47B3-A660-1482521F7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EEFF8F2C-FBC1-424B-A5AE-04D449ABDB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D9AA99E-54AA-477F-A7F4-67832AFB15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7669984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4656DE2-7DAE-42D7-9BF4-2195513DF2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DE159FB8-1CCA-4BC2-90E9-A5BDC568888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F487B7C-A10C-4F05-9446-76AAEE4D3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533A1A1-231D-4D24-987A-1EFDBF7FE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835A401C-1622-4EE0-B228-A54DB89DE6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070162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30076B75-54FA-4D62-985C-5D4E6F880AB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152AA0D6-F5DB-43B9-B4E8-36FF435BAF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C2A1A0D9-3E1E-4168-8816-3B29B692C3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2DF600C-A3B7-4604-B671-8217336F5A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EF9ED2C8-3565-40BC-9CD0-115925CE4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4107010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103985CD-3725-40B0-8758-515A1773F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NI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3B4FC26-E6EA-4051-8AD4-4225536A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NI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682FF4A-9655-4AA7-BC2B-442334C193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775B3-5F1B-4D6D-80B5-26650E6C6EC4}" type="datetimeFigureOut">
              <a:rPr lang="es-NI" smtClean="0"/>
              <a:t>21/9/2021</a:t>
            </a:fld>
            <a:endParaRPr lang="es-NI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BD01104-0BE5-44CE-8931-E616FADABC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NI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02ECA0C-D93F-4A17-9790-084E79BCAE3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D603394-C6F2-426F-AADB-45D91DC76D1C}" type="slidenum">
              <a:rPr lang="es-NI" smtClean="0"/>
              <a:t>‹Nº›</a:t>
            </a:fld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179581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N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FC5A6678-2CD4-499C-BFA2-F4A9641227E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2216" b="66776"/>
          <a:stretch/>
        </p:blipFill>
        <p:spPr>
          <a:xfrm>
            <a:off x="330559" y="1125414"/>
            <a:ext cx="9134956" cy="1266093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450E44E3-FB80-470E-86F5-E53251DB8D5F}"/>
              </a:ext>
            </a:extLst>
          </p:cNvPr>
          <p:cNvSpPr/>
          <p:nvPr/>
        </p:nvSpPr>
        <p:spPr>
          <a:xfrm>
            <a:off x="448367" y="2413345"/>
            <a:ext cx="4995150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sz="2800" dirty="0">
                <a:effectLst/>
                <a:latin typeface="Arial" panose="020B0604020202020204" pitchFamily="34" charset="0"/>
              </a:rPr>
              <a:t>f(x) = 5			</a:t>
            </a:r>
            <a:r>
              <a:rPr lang="es-NI" sz="2800" dirty="0"/>
              <a:t>f’(x) = 0</a:t>
            </a:r>
          </a:p>
          <a:p>
            <a:r>
              <a:rPr lang="es-NI" sz="2800" dirty="0"/>
              <a:t>f(x) = -3			f’(x) = 0</a:t>
            </a:r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BC25CDDB-EDC2-4FBC-8B0C-A1EC5369D06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" t="79222" r="-153" b="233"/>
          <a:stretch/>
        </p:blipFill>
        <p:spPr>
          <a:xfrm>
            <a:off x="330559" y="4193051"/>
            <a:ext cx="9205294" cy="1237956"/>
          </a:xfrm>
          <a:prstGeom prst="rect">
            <a:avLst/>
          </a:prstGeom>
        </p:spPr>
      </p:pic>
      <p:sp>
        <p:nvSpPr>
          <p:cNvPr id="11" name="Rectángulo 10">
            <a:extLst>
              <a:ext uri="{FF2B5EF4-FFF2-40B4-BE49-F238E27FC236}">
                <a16:creationId xmlns:a16="http://schemas.microsoft.com/office/drawing/2014/main" id="{A669CAA0-C625-40E6-A6E9-B23E971C014D}"/>
              </a:ext>
            </a:extLst>
          </p:cNvPr>
          <p:cNvSpPr/>
          <p:nvPr/>
        </p:nvSpPr>
        <p:spPr>
          <a:xfrm>
            <a:off x="737760" y="5457008"/>
            <a:ext cx="6136936" cy="120032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sz="2400" dirty="0">
                <a:latin typeface="Arial" panose="020B0604020202020204" pitchFamily="34" charset="0"/>
              </a:rPr>
              <a:t>f(x) = X			</a:t>
            </a:r>
            <a:r>
              <a:rPr lang="es-NI" sz="2400" dirty="0"/>
              <a:t> f’(x) =1</a:t>
            </a:r>
          </a:p>
          <a:p>
            <a:r>
              <a:rPr lang="es-NI" sz="2400" dirty="0">
                <a:latin typeface="Arial" panose="020B0604020202020204" pitchFamily="34" charset="0"/>
              </a:rPr>
              <a:t>f(x) = 3X			</a:t>
            </a:r>
            <a:r>
              <a:rPr lang="es-NI" sz="2400" dirty="0"/>
              <a:t> f’(x) =3 (1) = 3</a:t>
            </a:r>
          </a:p>
          <a:p>
            <a:r>
              <a:rPr lang="es-NI" sz="2400" dirty="0">
                <a:latin typeface="Arial" panose="020B0604020202020204" pitchFamily="34" charset="0"/>
              </a:rPr>
              <a:t>f(x) = 4X+2			</a:t>
            </a:r>
            <a:r>
              <a:rPr lang="es-NI" sz="2400" dirty="0"/>
              <a:t> f’(x) =4 (1) + 0 = 4</a:t>
            </a:r>
          </a:p>
        </p:txBody>
      </p:sp>
      <p:sp>
        <p:nvSpPr>
          <p:cNvPr id="2" name="Rectángulo 1">
            <a:extLst>
              <a:ext uri="{FF2B5EF4-FFF2-40B4-BE49-F238E27FC236}">
                <a16:creationId xmlns:a16="http://schemas.microsoft.com/office/drawing/2014/main" id="{E841FDF0-AD12-4734-94D6-A2C02AD7D585}"/>
              </a:ext>
            </a:extLst>
          </p:cNvPr>
          <p:cNvSpPr/>
          <p:nvPr/>
        </p:nvSpPr>
        <p:spPr>
          <a:xfrm>
            <a:off x="4430220" y="81940"/>
            <a:ext cx="3404586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La derivada</a:t>
            </a:r>
          </a:p>
        </p:txBody>
      </p:sp>
      <p:sp>
        <p:nvSpPr>
          <p:cNvPr id="3" name="AutoShape 2">
            <a:extLst>
              <a:ext uri="{FF2B5EF4-FFF2-40B4-BE49-F238E27FC236}">
                <a16:creationId xmlns:a16="http://schemas.microsoft.com/office/drawing/2014/main" id="{D535CAA9-DF7B-4797-987D-498843F7215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NI"/>
          </a:p>
        </p:txBody>
      </p:sp>
    </p:spTree>
    <p:extLst>
      <p:ext uri="{BB962C8B-B14F-4D97-AF65-F5344CB8AC3E}">
        <p14:creationId xmlns:p14="http://schemas.microsoft.com/office/powerpoint/2010/main" val="38688869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423A3A1C-CD93-4A83-8084-3C432DEBE4C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53" t="58482" r="-153" b="20973"/>
          <a:stretch/>
        </p:blipFill>
        <p:spPr>
          <a:xfrm>
            <a:off x="402407" y="3429000"/>
            <a:ext cx="9205294" cy="1237956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A8183543-286F-4E17-9EFE-26C7548C601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3029" b="45963"/>
          <a:stretch/>
        </p:blipFill>
        <p:spPr>
          <a:xfrm>
            <a:off x="501413" y="330590"/>
            <a:ext cx="9205294" cy="1266094"/>
          </a:xfrm>
          <a:prstGeom prst="rect">
            <a:avLst/>
          </a:prstGeom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8EC15457-2A27-47CC-BC8E-B00F7273E875}"/>
              </a:ext>
            </a:extLst>
          </p:cNvPr>
          <p:cNvSpPr/>
          <p:nvPr/>
        </p:nvSpPr>
        <p:spPr>
          <a:xfrm>
            <a:off x="841959" y="1783590"/>
            <a:ext cx="832619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sz="2800" dirty="0">
                <a:effectLst/>
                <a:latin typeface="Arial" panose="020B0604020202020204" pitchFamily="34" charset="0"/>
              </a:rPr>
              <a:t>f(x) = </a:t>
            </a:r>
            <a:r>
              <a:rPr lang="es-NI" sz="2800" dirty="0"/>
              <a:t>x+ 3x + 2x</a:t>
            </a:r>
            <a:r>
              <a:rPr lang="es-NI" sz="2800" dirty="0">
                <a:effectLst/>
                <a:latin typeface="Arial" panose="020B0604020202020204" pitchFamily="34" charset="0"/>
              </a:rPr>
              <a:t>			</a:t>
            </a:r>
            <a:r>
              <a:rPr lang="es-NI" sz="2800" dirty="0"/>
              <a:t>f’(x) = 1+ 3(1) + 2(1) = 5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26F0F16-1393-4BDA-BCB0-1EDC27E8522A}"/>
              </a:ext>
            </a:extLst>
          </p:cNvPr>
          <p:cNvSpPr/>
          <p:nvPr/>
        </p:nvSpPr>
        <p:spPr>
          <a:xfrm>
            <a:off x="1059673" y="4717918"/>
            <a:ext cx="821558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sz="2800" dirty="0">
                <a:effectLst/>
                <a:latin typeface="Arial" panose="020B0604020202020204" pitchFamily="34" charset="0"/>
              </a:rPr>
              <a:t>f(x) = 7</a:t>
            </a:r>
            <a:r>
              <a:rPr lang="es-NI" sz="2800" dirty="0"/>
              <a:t>x - x - 2x</a:t>
            </a:r>
            <a:r>
              <a:rPr lang="es-NI" sz="2800" dirty="0">
                <a:effectLst/>
                <a:latin typeface="Arial" panose="020B0604020202020204" pitchFamily="34" charset="0"/>
              </a:rPr>
              <a:t>			</a:t>
            </a:r>
            <a:r>
              <a:rPr lang="es-NI" sz="2800" dirty="0"/>
              <a:t>f’(x) = 7(1) - 1 - 2(1) = 4</a:t>
            </a:r>
          </a:p>
        </p:txBody>
      </p:sp>
    </p:spTree>
    <p:extLst>
      <p:ext uri="{BB962C8B-B14F-4D97-AF65-F5344CB8AC3E}">
        <p14:creationId xmlns:p14="http://schemas.microsoft.com/office/powerpoint/2010/main" val="2347646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A296F45F-804B-42F4-9F85-8B4BC9E747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769" y="264061"/>
            <a:ext cx="4353574" cy="1874455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DEB6CB1-1054-4271-9990-9C38B5913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032" y="3457213"/>
            <a:ext cx="5373589" cy="1689974"/>
          </a:xfrm>
          <a:prstGeom prst="rect">
            <a:avLst/>
          </a:prstGeom>
        </p:spPr>
      </p:pic>
      <p:sp>
        <p:nvSpPr>
          <p:cNvPr id="8" name="Rectángulo 7">
            <a:extLst>
              <a:ext uri="{FF2B5EF4-FFF2-40B4-BE49-F238E27FC236}">
                <a16:creationId xmlns:a16="http://schemas.microsoft.com/office/drawing/2014/main" id="{E2F44C7F-17B4-47B2-934C-B4F520DD0B8E}"/>
              </a:ext>
            </a:extLst>
          </p:cNvPr>
          <p:cNvSpPr/>
          <p:nvPr/>
        </p:nvSpPr>
        <p:spPr>
          <a:xfrm>
            <a:off x="4104686" y="1710813"/>
            <a:ext cx="7439729" cy="95410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s-NI" sz="2800" dirty="0"/>
              <a:t>f(x) = x</a:t>
            </a:r>
            <a:r>
              <a:rPr lang="es-NI" sz="2800" baseline="30000" dirty="0"/>
              <a:t>5		</a:t>
            </a:r>
            <a:r>
              <a:rPr lang="es-NI" sz="2800" dirty="0"/>
              <a:t> f’(x) =5x</a:t>
            </a:r>
            <a:r>
              <a:rPr lang="es-NI" sz="2800" baseline="30000" dirty="0"/>
              <a:t>5-1</a:t>
            </a:r>
            <a:r>
              <a:rPr lang="es-NI" sz="2800" dirty="0"/>
              <a:t>=5x</a:t>
            </a:r>
            <a:r>
              <a:rPr lang="es-NI" sz="2800" baseline="30000" dirty="0"/>
              <a:t>4</a:t>
            </a:r>
          </a:p>
          <a:p>
            <a:r>
              <a:rPr lang="es-NI" sz="2800" dirty="0"/>
              <a:t>f(x) = 1/x</a:t>
            </a:r>
            <a:r>
              <a:rPr lang="es-NI" sz="2800" baseline="30000" dirty="0"/>
              <a:t>5</a:t>
            </a:r>
            <a:r>
              <a:rPr lang="es-NI" sz="2800" dirty="0"/>
              <a:t>=x</a:t>
            </a:r>
            <a:r>
              <a:rPr lang="es-NI" sz="2800" baseline="30000" dirty="0"/>
              <a:t>-5		</a:t>
            </a:r>
            <a:r>
              <a:rPr lang="es-NI" sz="2800" dirty="0"/>
              <a:t> f’(x) =-5x</a:t>
            </a:r>
            <a:r>
              <a:rPr lang="es-NI" sz="2800" baseline="30000" dirty="0"/>
              <a:t>-5-1</a:t>
            </a:r>
            <a:r>
              <a:rPr lang="es-NI" sz="2800" dirty="0"/>
              <a:t>=-5x</a:t>
            </a:r>
            <a:r>
              <a:rPr lang="es-NI" sz="2800" baseline="30000" dirty="0"/>
              <a:t>-6</a:t>
            </a:r>
            <a:r>
              <a:rPr lang="es-NI" sz="2800" dirty="0"/>
              <a:t>=-5/x</a:t>
            </a:r>
            <a:r>
              <a:rPr lang="es-NI" sz="2800" baseline="30000" dirty="0"/>
              <a:t>-6</a:t>
            </a: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4747527B-353C-4DEA-911D-239D90DE28B8}"/>
              </a:ext>
            </a:extLst>
          </p:cNvPr>
          <p:cNvSpPr/>
          <p:nvPr/>
        </p:nvSpPr>
        <p:spPr>
          <a:xfrm>
            <a:off x="644769" y="5379167"/>
            <a:ext cx="8788299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s-NI" sz="2800" dirty="0"/>
              <a:t>f(x) = (x</a:t>
            </a:r>
            <a:r>
              <a:rPr lang="es-NI" sz="2800" baseline="30000" dirty="0"/>
              <a:t>4</a:t>
            </a:r>
            <a:r>
              <a:rPr lang="es-NI" sz="2800" dirty="0"/>
              <a:t>) (3x</a:t>
            </a:r>
            <a:r>
              <a:rPr lang="es-NI" sz="2800" baseline="30000" dirty="0"/>
              <a:t>2</a:t>
            </a:r>
            <a:r>
              <a:rPr lang="es-NI" sz="2800" dirty="0"/>
              <a:t>)</a:t>
            </a:r>
            <a:r>
              <a:rPr lang="es-NI" sz="2800" baseline="30000" dirty="0"/>
              <a:t>		</a:t>
            </a:r>
            <a:r>
              <a:rPr lang="es-NI" sz="2800" dirty="0"/>
              <a:t> f’(x) =(4x</a:t>
            </a:r>
            <a:r>
              <a:rPr lang="es-NI" sz="2800" baseline="30000" dirty="0"/>
              <a:t>3</a:t>
            </a:r>
            <a:r>
              <a:rPr lang="es-NI" sz="2800" dirty="0"/>
              <a:t>)(3x</a:t>
            </a:r>
            <a:r>
              <a:rPr lang="es-NI" sz="2800" baseline="30000" dirty="0"/>
              <a:t>2</a:t>
            </a:r>
            <a:r>
              <a:rPr lang="es-NI" sz="2800" dirty="0"/>
              <a:t>)+ (x</a:t>
            </a:r>
            <a:r>
              <a:rPr lang="es-NI" sz="2800" baseline="30000" dirty="0"/>
              <a:t>4</a:t>
            </a:r>
            <a:r>
              <a:rPr lang="es-NI" sz="2800" dirty="0"/>
              <a:t>) (6x)</a:t>
            </a:r>
            <a:endParaRPr lang="es-NI" sz="2800" baseline="30000" dirty="0"/>
          </a:p>
        </p:txBody>
      </p:sp>
    </p:spTree>
    <p:extLst>
      <p:ext uri="{BB962C8B-B14F-4D97-AF65-F5344CB8AC3E}">
        <p14:creationId xmlns:p14="http://schemas.microsoft.com/office/powerpoint/2010/main" val="39319297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n 5">
            <a:extLst>
              <a:ext uri="{FF2B5EF4-FFF2-40B4-BE49-F238E27FC236}">
                <a16:creationId xmlns:a16="http://schemas.microsoft.com/office/drawing/2014/main" id="{98E3A76E-0514-4706-8533-C3813E94DB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537" y="406489"/>
            <a:ext cx="6404960" cy="1982862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C99118F1-C759-425D-9BBE-2A7190C66B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86" y="2491267"/>
            <a:ext cx="3829476" cy="1495889"/>
          </a:xfrm>
          <a:prstGeom prst="rect">
            <a:avLst/>
          </a:prstGeom>
        </p:spPr>
      </p:pic>
      <p:pic>
        <p:nvPicPr>
          <p:cNvPr id="14" name="Imagen 13">
            <a:extLst>
              <a:ext uri="{FF2B5EF4-FFF2-40B4-BE49-F238E27FC236}">
                <a16:creationId xmlns:a16="http://schemas.microsoft.com/office/drawing/2014/main" id="{52E391EB-0C0B-4190-BCA8-C62C764A78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537" y="4757151"/>
            <a:ext cx="10562542" cy="1156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91748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346EEDC0-2D71-4152-9588-AA22FC7B54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3529" y="171625"/>
            <a:ext cx="4667851" cy="172265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65BFB35-5490-4280-ABE6-CB7DEF7A83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836" y="1894283"/>
            <a:ext cx="3312527" cy="745677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0D8D948E-14AD-458E-91CB-DF9E33B318A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1226" y="2910424"/>
            <a:ext cx="9852456" cy="745677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372F8E2E-0941-47ED-8394-30B1A9D478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836" y="4203079"/>
            <a:ext cx="3072185" cy="745676"/>
          </a:xfrm>
          <a:prstGeom prst="rect">
            <a:avLst/>
          </a:prstGeom>
        </p:spPr>
      </p:pic>
      <p:pic>
        <p:nvPicPr>
          <p:cNvPr id="12" name="Imagen 11">
            <a:extLst>
              <a:ext uri="{FF2B5EF4-FFF2-40B4-BE49-F238E27FC236}">
                <a16:creationId xmlns:a16="http://schemas.microsoft.com/office/drawing/2014/main" id="{275685BB-180C-4946-8091-1A15F7C62D2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81226" y="5314258"/>
            <a:ext cx="7036864" cy="11066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868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6583B3-1AE6-4A5E-A80E-D0B98823DF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81" y="854204"/>
            <a:ext cx="5632762" cy="5989503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DD6DFCD7-A907-47AC-970A-DBDC1C2665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4710" y="605759"/>
            <a:ext cx="5442309" cy="4822103"/>
          </a:xfrm>
          <a:prstGeom prst="rect">
            <a:avLst/>
          </a:prstGeom>
        </p:spPr>
      </p:pic>
      <p:sp>
        <p:nvSpPr>
          <p:cNvPr id="7" name="Rectángulo 6">
            <a:extLst>
              <a:ext uri="{FF2B5EF4-FFF2-40B4-BE49-F238E27FC236}">
                <a16:creationId xmlns:a16="http://schemas.microsoft.com/office/drawing/2014/main" id="{C207371B-E3BC-41EF-A08A-BDA85E4E807B}"/>
              </a:ext>
            </a:extLst>
          </p:cNvPr>
          <p:cNvSpPr/>
          <p:nvPr/>
        </p:nvSpPr>
        <p:spPr>
          <a:xfrm>
            <a:off x="4693468" y="14293"/>
            <a:ext cx="280506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Ejercicios</a:t>
            </a:r>
          </a:p>
        </p:txBody>
      </p:sp>
    </p:spTree>
    <p:extLst>
      <p:ext uri="{BB962C8B-B14F-4D97-AF65-F5344CB8AC3E}">
        <p14:creationId xmlns:p14="http://schemas.microsoft.com/office/powerpoint/2010/main" val="21197992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6583B3-1AE6-4A5E-A80E-D0B98823DF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0433"/>
          <a:stretch/>
        </p:blipFill>
        <p:spPr>
          <a:xfrm>
            <a:off x="151426" y="249056"/>
            <a:ext cx="5981087" cy="50603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59684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>
            <a:extLst>
              <a:ext uri="{FF2B5EF4-FFF2-40B4-BE49-F238E27FC236}">
                <a16:creationId xmlns:a16="http://schemas.microsoft.com/office/drawing/2014/main" id="{146583B3-1AE6-4A5E-A80E-D0B98823DFF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5116"/>
          <a:stretch/>
        </p:blipFill>
        <p:spPr>
          <a:xfrm>
            <a:off x="0" y="162232"/>
            <a:ext cx="5981087" cy="946638"/>
          </a:xfrm>
          <a:prstGeom prst="rect">
            <a:avLst/>
          </a:prstGeom>
        </p:spPr>
      </p:pic>
      <p:pic>
        <p:nvPicPr>
          <p:cNvPr id="4" name="Imagen 3">
            <a:extLst>
              <a:ext uri="{FF2B5EF4-FFF2-40B4-BE49-F238E27FC236}">
                <a16:creationId xmlns:a16="http://schemas.microsoft.com/office/drawing/2014/main" id="{857DC1CD-807D-4BD4-AB80-69BE728D3A9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565" r="37226" b="75803"/>
          <a:stretch/>
        </p:blipFill>
        <p:spPr>
          <a:xfrm>
            <a:off x="7482733" y="162232"/>
            <a:ext cx="3416325" cy="946638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C99540D3-CCA5-413F-92F4-3A6D2EA89A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2092" r="50498" b="45887"/>
          <a:stretch/>
        </p:blipFill>
        <p:spPr>
          <a:xfrm>
            <a:off x="0" y="5220930"/>
            <a:ext cx="2694038" cy="106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123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73E5D360-EE2B-46F5-B0F7-35E2FC54A39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6567" r="37271" b="18055"/>
          <a:stretch/>
        </p:blipFill>
        <p:spPr>
          <a:xfrm>
            <a:off x="4753897" y="0"/>
            <a:ext cx="3413893" cy="1223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59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DD6DFCD7-A907-47AC-970A-DBDC1C2665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84086"/>
          <a:stretch/>
        </p:blipFill>
        <p:spPr>
          <a:xfrm>
            <a:off x="3043084" y="117987"/>
            <a:ext cx="5442309" cy="767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827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953276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208</TotalTime>
  <Words>219</Words>
  <Application>Microsoft Office PowerPoint</Application>
  <PresentationFormat>Panorámica</PresentationFormat>
  <Paragraphs>12</Paragraphs>
  <Slides>11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Guillermo AntonioAguirre</dc:creator>
  <cp:lastModifiedBy>Guillermo Aguirre</cp:lastModifiedBy>
  <cp:revision>8</cp:revision>
  <dcterms:created xsi:type="dcterms:W3CDTF">2020-05-16T15:35:45Z</dcterms:created>
  <dcterms:modified xsi:type="dcterms:W3CDTF">2021-09-21T20:23:18Z</dcterms:modified>
</cp:coreProperties>
</file>