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7" d="100"/>
          <a:sy n="57" d="100"/>
        </p:scale>
        <p:origin x="115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18:26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14039 5011 0,'0'-25'156,"25"25"-140,0 0-1,0 0 1,0 0-16,-1 0 16,1 0-1,0 0-15,0 0 16,0 0 15,-1 0-15,51 0 15,-50 25-15,0-1-1,24-24 1,-49 25-1,0 0 1,0 0 0,0 0-1,0-1-15,0 1 16,-49 74 31,24-74-47,0-25 0,0 25 15,0 0-15,-49 0 47,49-25-47,0 0 16,0 0-16,1 24 16,-51 1 15,75 0-16,-25-25-15,1 25 32,24 0-32,0-1 62,0 1-31,0 0-15,0 25 0,24-26-16,1 1 15,0-25-15,25 25 16,-1-25 0,-24 0-1,0 0 1,24 25-16,-24 0 0,149-25 62,-149 0-46,0 0 0,-25-25 187,0 0-203</inkml:trace>
  <inkml:trace contextRef="#ctx0" brushRef="#br0" timeOffset="1662.79">13618 5407 0,'25'0'110,"-1"0"-110,1-24 15,0 24 1,0 0 218,0 0-202,-1 0-1,1 0 0,-25-25 47</inkml:trace>
  <inkml:trace contextRef="#ctx0" brushRef="#br0" timeOffset="4823.22">14858 4887 0,'0'-25'47,"25"25"-31,-25 25-16,25-1 15,-1 1-15,1 0 16,25 99 15,-50-99-15,0 24-1,25 51 1,-25-51 0,0-24-1,0 0-15,0 99 32,0 99-1,-75-49 31,75-149-46,-25-1 46,25 1-46,-24-25 15,24 25 1</inkml:trace>
  <inkml:trace contextRef="#ctx0" brushRef="#br0" timeOffset="6166.86">13692 4762 0,'-25'0'46,"1"0"-14,-1 0-32,0 50 15,25-25 1,-74 49 15,49-24-31,-25 24 31,1 26 1,49-1 15,0-50-32,0-24 1,0 25-1,0-1 1,0-24-16,0 0 16,24 99 15,1-74-31,0-1 16,0 1 15,0-25-31,-25-1 15,49 51 17,-24-50-17,0 0 1,0-1 0,-25 1-1,49 50 32,-24-75-47,0 24 78,0-24 0,-1 0-78</inkml:trace>
  <inkml:trace contextRef="#ctx0" brushRef="#br0" timeOffset="8704.15">16049 5779 0,'0'-49'78,"-25"-1"-63,0 1-15,0-1 16,-24-173 15,24 173-31,25-24 16,-25-1-16,25 26 15,-50-125 17,50 125-17,0-26-15,0 50 16,0 0 0,0 1-16,0-1 15,0 0-15,0-49 16,0 49-1,25-99 17,0 74-32,0 25 0,124-148 47,-125 173-32,1 0 1,0 0 15,0 0 0,0 0 79</inkml:trace>
  <inkml:trace contextRef="#ctx0" brushRef="#br0" timeOffset="9550.34">15404 5531 0,'25'0'47,"24"0"-32,-24 0 1,0 0-16,49-24 0,224-76 62,-273 76-62,-1 24 0,100-25 63,-99 25-63,0 0 16,25 0-1,-26 0 1</inkml:trace>
  <inkml:trace contextRef="#ctx0" brushRef="#br0" timeOffset="10398.14">16545 5259 0,'-25'0'16,"0"0"0,-24 0 15,24 24-15,25 1-1,-25 50 16,25-51-15,0 1 0,0 0-16,0 0 15,0 24-15,0-24 16,25 25 0,49 49 15,50 25 31,-74-99-46,-50 0-16,49-25 16,-49 25-1,25-25-15,0 0 16,25 49 15,-26-49-15,1 0-16</inkml:trace>
  <inkml:trace contextRef="#ctx0" brushRef="#br0" timeOffset="11046.38">16892 5407 0,'0'25'47,"0"25"-32,25-25-15,0 24 16,49 26 15,-74-26-15,25-24-16,0 0 15,123 173 32,-123-148-31,25-25-16,-1 49 47</inkml:trace>
  <inkml:trace contextRef="#ctx0" brushRef="#br0" timeOffset="11725.89">17090 6003 0,'0'-25'78,"0"0"-62,0-24-16,0-1 16,0-74-1,0 49-15,0 1 16,0-75-1,0 100-15,0-1 16,0 25-16,0-49 47</inkml:trace>
  <inkml:trace contextRef="#ctx0" brushRef="#br0" timeOffset="12486.32">17289 5209 0,'25'0'32,"-25"50"-17,24-1 1,1-24-16,-25 25 15,25-26-15,0 26 16,24 74 15,-49-74-31,25-1 16,0-24-16,0 149 31,-25-125-31,0 51 31,0 172 32,0-247-47,0 0-16,-25-25 15</inkml:trace>
  <inkml:trace contextRef="#ctx0" brushRef="#br0" timeOffset="13870.61">14089 7045 0,'0'49'110,"0"-24"-95,0 0 1,0 0 0,0-1-16,0 51 0,0-26 15,25-24 1,-25 0-16,0 25 16,74 123 30,-49-123-46,0-25 16,24 49 31,-24-24-31,-25-26-1,50 26 16,-25-25 1,0 0 30</inkml:trace>
  <inkml:trace contextRef="#ctx0" brushRef="#br0" timeOffset="14687.83">14436 7417 0,'25'0'62,"0"0"-46,25 0 0,-1 0-16,224-75 46,-248 75-46,49 0 0,-49 0 16,25 0 0</inkml:trace>
  <inkml:trace contextRef="#ctx0" brushRef="#br0" timeOffset="15879.14">15106 6697 0,'0'25'78,"25"-25"-78,24 25 16,1 0 15,0-1-31,24 26 31,-49-50-31,49 199 63,-74-175-63,0 26 0,0 24 15,25 1-15,0 49 47,-25-75-47,-25-24 0,25 0 16,-25 0-1,25 0-15,-24-25 16,-1 24-16,0 1 31,0 0 0,25 0 48,0 0-48,25-25-16,-25 24 1,25-24-16,0 0 16,-1 0-16,1 0 15,25 0-15,-25 0 16,-1 0 0,26 50 15,-25-50-31,0 0 15,-1 0 32,1 0-31,0 0 15,0 0 0,0 0 63,-25-50-78</inkml:trace>
  <inkml:trace contextRef="#ctx0" brushRef="#br0" timeOffset="17118.77">15453 6648 0,'25'0'140,"25"0"-124,-25 24 0,24 26 15,-24 0-16,0-1 1,0 1 0,-1-25-1,1 24 1,0-24-16,-25 25 16,25-25-1,0 49 16,24 50 32,-49-99-63,25 74 47,-25-74-47,0 0 47,0-1-32,0 1 1,0 0 0,0 0-1,0 0 1,0 24 15,0-24-15,0 0 46,-25 0-62,25 24 110,-25-49 15,25-25-110</inkml:trace>
  <inkml:trace contextRef="#ctx0" brushRef="#br0" timeOffset="18759.41">16173 6598 0,'0'25'78,"0"0"-63,0-1-15,0 1 16,24 50-16,26 98 47,-25-98-47,24-1 0,-49 1 16,50-1-16,0 75 15,-1-75 1,-24-24-16,50 49 15,-26-49 1,-24-26-16,25 51 31,-1-50-31,-24-1 63,25-24 62,-50-24-125</inkml:trace>
  <inkml:trace contextRef="#ctx0" brushRef="#br0" timeOffset="19486.91">16818 6796 0,'24'0'63,"1"50"-48,99 0 17,124 198 15,-198-223-32,24 49 16,25 0 16,-74-49-47,0 0 47,0-25-31</inkml:trace>
  <inkml:trace contextRef="#ctx0" brushRef="#br0" timeOffset="20151.77">17165 7541 0,'0'-50'16,"0"-24"15,0 49-31,0 0 16,0-99-1,0 99 1,25-74-1,-1-75 48,-24 150-63,0-1 0,0 0 16,0 0-16,50-99 46,-50 99 1,0 0-31</inkml:trace>
  <inkml:trace contextRef="#ctx0" brushRef="#br0" timeOffset="21086.27">17661 6573 0,'-25'0'78,"25"25"-62,75 223 31,-26-198-47,-24-1 15,-25 1-15,25 24 31,0-49-31,-25 25 16,0 49 15,0-74-15,0 0-16,0-1 16,0 1-1,0 0 1,0 25-1,0-26-15,0 1 16,0 25 31,0-25-47</inkml:trace>
  <inkml:trace contextRef="#ctx0" brushRef="#br0" timeOffset="23358.93">16321 7714 0,'0'25'47,"25"25"-32,25-26-15,-50 26 16,25-50-16,24 74 47,-49-24-47,25-50 0,0 50 16,-25-25 15,0 24-31,25-49 15,-25 25 1,0 0-16,25-25 109,49 0-93,0 0 0,-49 0-1,25 0-15,74-25 47,-99 25-47,-1-25 16,26 0-16,0 1 15,-26 24 32,1 0-47,25-25 0,99 25 63,-100 0-63,26-25 15,-1 0 1,-24 0 15,-25 25-31,123-49 63,-98 49-63,-25-25 0,99-25 31,0 25 16,-25-24-16,-74 49-15,74 0 31,-74-25-32,0 25 188,-25-25-187,0 0 0,0 1-16,0-26 15,-25-74 32,25 99-47,-25-24 0,0-1 16,0 25-1,1-99 17,-1 75-17,0 24-15,25-25 16,-25 25 0,0-49 15</inkml:trace>
  <inkml:trace contextRef="#ctx0" brushRef="#br0" timeOffset="26951.01">12080 5457 0,'0'50'172,"0"-26"-156,0 1-16,0 0 15,0 25 1,0-26-16,0 1 16,0 25-1,0-1 17,0 26 14,0-50-30,0 0 0,0-1 15,49-24 156,1 0-187,-25 0 16,25 0-16,-1 0 16,50 0 15,-74 0-31,0 0 16,0-24 15,0 24-31,-1 0 15,1 0 1,0 0-16,25 0 31,-26 0-15,1 0 0,50 0 46,-51-25 110,-24 0-156,0-74-1,-24 49-15,-1 25 16,25 0-16,0-24 15,0 24 1,0 0 62,0 0-62,0 50 171,0 50-187</inkml:trace>
  <inkml:trace contextRef="#ctx0" brushRef="#br0" timeOffset="28614.1">18430 6846 0,'0'25'31,"25"-25"1,-1 0-32,101 0 31,-101 0-16,1 0 1,25 0 0,-25 0-1,-1 0-15,51 0 47,-50 0-31,-1 0-1,76 0 17,-51 0-17,-24 0-15,0 0 16,0 0 31</inkml:trace>
  <inkml:trace contextRef="#ctx0" brushRef="#br0" timeOffset="29502.18">18926 6449 0,'25'25'63,"0"0"-63,-1-25 15,1 25-15,25-25 16,173 49 31,-198-49-47,24 0 15,51 50 1,-51-50 0,1 0-1,-25 25 17,0 49 30,-25-49-62,-149 49 47,124-74-47,0 0 16,-25 0-16,-98 100 62,98-100-46,50 24-16</inkml:trace>
  <inkml:trace contextRef="#ctx0" brushRef="#br0" timeOffset="30958.93">20117 6772 0,'0'-25'63,"24"25"-48,51 0 16,-26 0-31,274 0 47,-298 0-31,24 0-16,-24 0 16,25 0 30,-25 0-30,-1 0 0,1 0-1</inkml:trace>
  <inkml:trace contextRef="#ctx0" brushRef="#br0" timeOffset="32822.9">20960 6350 0,'25'0'93,"0"0"-77,-1 0-16,1 0 16,25 0-16,24 0 46,-49 0-46,25 25 16,-26 0 0,1-1-1,0 1-15,-25 0 32,25 25-17,0-26 1,-25 1-16,0 0 31,0 0-31,0 0 16,0-1-1,-25 51 17,-50-1 14,26 1 1,24-50-47,25-1 16,-25 1 0,25 0 15,0 25 63,25-50-79,0 24 1,0-24-1,-1 0 1,26 25 15,-25-25-31,0 0 16,-1 0-16,1 0 16,0 0 15,0 0-16,0 0 48,-1 0 140</inkml:trace>
  <inkml:trace contextRef="#ctx0" brushRef="#br0" timeOffset="34798.9">22299 5978 0,'-24'25'94,"-1"24"-78,0-24-1,0 25-15,25-25 16,-25-1-16,-24 175 47,49-174-47,0-1 15,0 26 1,0 124 15,0-150-15,0 1-16,0 0 15,0 124 32,0-99-47,0-26 0,0 1 16,99 223 31,-74-198-47,24-1 0,-24 1 15,0 24-15,25-24 16,-26-25 0,26 24 15,-25-24-31,24 25 16,51-1 30,-76-49-46</inkml:trace>
  <inkml:trace contextRef="#ctx0" brushRef="#br0" timeOffset="37310.68">12378 5209 0,'0'-25'94,"0"0"-79,0 1-15,0-26 16,0 0-16,-50-347 47,50 323-47,0 24 15,-25-49-15,0-99 32,25 123-32,0-24 31,0 74-31</inkml:trace>
  <inkml:trace contextRef="#ctx0" brushRef="#br0" timeOffset="38688.3">12080 4142 0,'0'-24'47,"0"-1"-31,0-25-16,25 1 15,-1 24-15,-24-25 16,25 1 0,25-1-16,-50 0 15,25 1-15,0-1 16,-1-24-16,26 24 16,-25 50 93,24 25-93,1 0-1,-50-1-15,25 1 16,24 50 31,-49-50-47,0-1 15,25 51 1,-25-50 0,25 24-1,0 1-15,-25-25 16,0-1-16,25 1 15,-1 0 17</inkml:trace>
  <inkml:trace contextRef="#ctx0" brushRef="#br0" timeOffset="39863.16">12328 2555 0,'0'49'109,"0"1"-93,0 0-16,0-1 16,0 1-1,-25 24-15,0-24 0,25 0 16,0 49 15,0-74-15</inkml:trace>
  <inkml:trace contextRef="#ctx0" brushRef="#br0" timeOffset="41783.19">22647 6325 0,'24'25'62,"-24"25"-30,25-1-32,-25-24 15,0 0-15,0 24 16,25 75 15,-25-99-31,0 0 16,25 25-16,-25 148 62,25-148-62,-25-25 32,0-1-17,25 1 16,-1-25 110</inkml:trace>
  <inkml:trace contextRef="#ctx0" brushRef="#br0" timeOffset="42991.07">22845 6003 0,'25'49'93,"0"-24"-77,-25 0-16,49 25 16,51 148 15,-51-148-31,-24-1 16,25 26-16,-26-26 15,26 1 1,-25-1-16,0 26 0,-1-26 15,26 125 17,-50-124-17,25-1-15,-25-24 16,0 99 31,0-49-47,0-26 0,-25-24 15,-25 124 32,50-124-47,-24 24 16,-1-24 15,0 0-15,0-25-16,25 49 15,-49-49 1,49 50 31,-50-50-16</inkml:trace>
  <inkml:trace contextRef="#ctx0" brushRef="#br0" timeOffset="44134.2">23912 6672 0,'0'25'63,"25"-25"-48,-1 0-15,150 0 47,-124 0-47,24 0 0,-49 0 16,0 0-16,24 0 15,-24-25 17,0 25-17</inkml:trace>
  <inkml:trace contextRef="#ctx0" brushRef="#br0" timeOffset="44718.9">24061 7193 0,'24'0'46,"26"0"-46,24 0 16,26 0-16,-1 0 16,-25 0-16,149 0 47,-198 0-47,0 0 0,-149 0 109,50 0-93</inkml:trace>
  <inkml:trace contextRef="#ctx0" brushRef="#br0" timeOffset="46407.1">25226 6945 0,'0'-24'31,"25"24"-15,99 0 15,-25 0-31,25 0 0,-24 0 16,247-25 15,-322 25-15</inkml:trace>
  <inkml:trace contextRef="#ctx0" brushRef="#br0" timeOffset="47430.36">26268 6375 0,'-25'0'15,"25"49"17,25-24-1,0 0-31,0-25 15,0 0 1,24 0-16,-24 0 16,0 0-1,24 25 17,-49 0-32,50-25 15,-50 24 16,25-24-31,-25 25 0,49 124 63,-49-75-63,0 1 0,-272 223 62,272-274-62,-50-24 16,50 25-16,-25 0 31,25 0 1,0 0-32,0 49 31,25-74-31,421 149 62,-322-124-62,25-1 0,149 1 32,-224-25-32,-49 0 15,0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19:51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6648 3001 0,'0'25'63,"0"0"-48,0 25 17,0-26-32,0 1 31,0 25-16,24 49 32,1 124 0,0-173-31,-25-1 31,25-24 15,24-25-15,-24 0-31,-25-25-1,25 25-15,0 0 0,0 0 16,24 0 0,-24 0-16,0 0 15,0 0 1,74 0 15,-74-24-31,0 24 16,24-25 77,1 0-77,-25 25 0,24 0-1,75 0 1,-49 0-16,148 0 31,-198 0-15,-1 0 15,1 0-15,0 0-16,0 0 15,-25-25 48,25 25 77,-1 0-140,26 0 16,0 0-16,74 0 16,-99 0-1,-1 0-15,1 0 16,25 0 15,-50-25 266,0 1-297,0-1 16,0-25-16,0 1 15,0-1 1,0 25-16,0 0 16,-25 1 30,25-1-14,0 0-1,-25 0-15,25 0 15,0 1 47,0-1 0,0 0-47,0 0 251,-25 25-267</inkml:trace>
  <inkml:trace contextRef="#ctx0" brushRef="#br0" timeOffset="1527.84">7218 4638 0,'0'-49'94,"0"24"-79,0 0-15,0-24 32,0 24-32,0 0 31,0-25 0,25-98 16,0 98-31,-25 25-1,25-24 1,-25 24 0,24 0-1,-24 0 1,25 0 15,0 1-31,0 24 109,0 0-93,24 0 0,1 0-1</inkml:trace>
  <inkml:trace contextRef="#ctx0" brushRef="#br0" timeOffset="2288.19">6995 4291 0,'25'0'62,"0"0"-62,24 0 16,-24 0-16,0 0 15,49 0 17,-49 0-32,0 0 15,24 0 1,-49 25-1,25-25-15,25 0 47</inkml:trace>
  <inkml:trace contextRef="#ctx0" brushRef="#br0" timeOffset="3120.03">7516 4366 0,'25'-25'94,"-1"25"-63,1 0-31,0 25 32,0-1-17,0-24 1,-1 25-16,1 0 16,25 49 30,-25-49-30,-1 25 31,1-25-47</inkml:trace>
  <inkml:trace contextRef="#ctx0" brushRef="#br0" timeOffset="3775.76">7565 4663 0,'25'-25'16,"0"25"-16,0-24 15,24-26 17,1 50-17,-25-25 1,0 25-16,-1-49 47,-24 24-32,25 0-15</inkml:trace>
  <inkml:trace contextRef="#ctx0" brushRef="#br0" timeOffset="4624.29">8037 4291 0,'25'0'94,"-1"0"-78,-24 25-1,25 25 1,0-1-1,-25-24 17,0 0-32,0 0 0,0-1 15,0 1 1,0 0 0,0 0-16,0 49 62,0-49-62,0 0 16,-25 0-1,0-1 1,1 1 0,-1-25 15,0 0 16,0 0-16,-25 0-31,-24-25 16,24 1-1</inkml:trace>
  <inkml:trace contextRef="#ctx0" brushRef="#br0" timeOffset="5440.03">7516 4266 0,'-25'0'94,"0"25"-63,25 0-15,0 0-16,0 0 15,0-1-15,0 26 16,0-25-1,0 0 1,0-1-16,0 51 31,0-26-31,25-24 32,-25 0-32,50 49 31</inkml:trace>
  <inkml:trace contextRef="#ctx0" brushRef="#br0" timeOffset="7936.24">9624 3746 0,'-25'0'63,"25"-25"-48,-24 0-15,-1 25 31,0 0 1,0 0-17,0 25-15,1 49 16,24-49-16,-25 0 16,25 0-16,0 74 46,0-74-46,25-25 47,-1 24-31,1-24 0,0 0-1,0 0 1,0 0-1,-1 0 1,26 0 0,-50-24-1,25 24-15,-25-50 47,25 25-47,-25 0 16,0 1-1,0-1 1,24 25 156,-24 25-156,0 24-1,25-49-15,-25 25 16,0 0-16,25 49 15,0-74 1,-25 25 0,0 25-16,0-26 15,49 76 17,-49-76-32,0 1 0,-24 99 62,-1-99-62,0 0 16,0 0-1,-24 24 48,24-49-63,0 0 15,0 25 1,-24-25 15,73-25 79</inkml:trace>
  <inkml:trace contextRef="#ctx0" brushRef="#br0" timeOffset="8812.09">9996 3696 0,'0'25'94,"0"24"-79,0-24 1,0 0 0,0 0-16,0 24 15,0 1 1,0-25-1,0 24 1,0-24 0,25 0 15,0 25-31,0-50 16,-25 24-16,25-24 15,-25 25 1,24-25 15,-24 25 47,25 0-62,0-25-1,0 25 17</inkml:trace>
  <inkml:trace contextRef="#ctx0" brushRef="#br0" timeOffset="9640.65">10195 3795 0,'0'-25'46,"49"25"-14,-24 25-1,-25 0-31,25 0 16,25 49 15,-26-24-16,1-25 1,0-25 0,-25 24-16,25-24 31,-25 25-31,25 0 16,-1 0 77</inkml:trace>
  <inkml:trace contextRef="#ctx0" brushRef="#br0" timeOffset="10335.74">10344 4266 0,'0'-24'47,"0"-1"-31,0-25-1,0 1 17,24-125 15,1 124-32,0 50-15,-25-24 16,25-26-1,0 0 17,-1 26-32</inkml:trace>
  <inkml:trace contextRef="#ctx0" brushRef="#br0" timeOffset="11110.68">10592 3497 0,'24'50'63,"1"-50"-63,-25 50 15,25-50 1,-25 49-16,99 75 47,-49-24-16,-50-76-15,0 26-16,0 99 62,0-124-62,-25 24 0,0 1 16,-49 49 31,49-99-47,25 25 0,-25 0 31,0-25 31,1 24-46,-1-24-16,-74 50 31,49-25-31,-124 24 16</inkml:trace>
  <inkml:trace contextRef="#ctx0" brushRef="#br0" timeOffset="14280.93">8582 4043 0,'0'25'31,"0"0"-15,25-25-1,0 25 1,-25-1 0,74 175 46,-74-150-46,25 75-1,0 25 17,0-74 14,-25-100 64,-25 25-110,25-25 15</inkml:trace>
  <inkml:trace contextRef="#ctx0" brushRef="#br0" timeOffset="14928.24">8582 4638 0,'0'-24'62,"25"24"-62,25-25 16,74 0-16,-50 0 16,422-74 31,-471 99-32,0 0 1</inkml:trace>
  <inkml:trace contextRef="#ctx0" brushRef="#br0" timeOffset="17776.68">10765 2778 0,'25'0'62,"25"0"-62,-26 0 16,76 0 0,-26 0-16,0-25 15,1 1-15,-1 24 16,1-25-16,74 25 47,-100 0-47,-24 0 0,25 0 15,-1 0-15,26 0 47,-51-25 31</inkml:trace>
  <inkml:trace contextRef="#ctx0" brushRef="#br0" timeOffset="18576.59">11683 2381 0,'25'25'63,"0"0"-48,24 0 1,150 24 15,-150-24-31,1 0 16,-25 0-16,24-1 15,-24 1 1,25 25-16,-1-25 0,-24 24 16,0 1-1,0 24-15,-25-49 0,25 74 31,-25-49-31,0-25 16,-75 0 31,50-25-31,-24 0-1,-1 0 1,25 0-1,0 0 1</inkml:trace>
  <inkml:trace contextRef="#ctx0" brushRef="#br0" timeOffset="20671.97">13345 2952 0,'0'-25'109,"0"-25"-109,-25 1 16,0-1-16,1-24 15,-26 24 1,50-24-16,-25 24 0,0 0 16,-24-173 15,24 174-16,25-1 1,-25 0 0,25 26-1,0-1 1,0 0-16,0-25 16,0 1 15,0-1-31,0 1 31,50-26 0,-26 75 79,1 0-95,25 0-15,0 0 16,49 0-16,-50 0 16,1 0-1,-25 0-15,0 0 31,-1 0 32</inkml:trace>
  <inkml:trace contextRef="#ctx0" brushRef="#br0" timeOffset="21520.92">12923 2356 0,'25'0'109,"25"25"-93,-26-25-16,26 0 15,49 0 1,-74 0-16,25 0 16,-25 0-16,-1 0 15,76 0 32</inkml:trace>
  <inkml:trace contextRef="#ctx0" brushRef="#br0" timeOffset="22536.64">13717 1488 0,'0'50'94,"0"-25"-79,0-1-15,0 1 16,0 0-16,0 124 47,0-99-47,0-26 15,0 26 32,0-25-47,25 0 94</inkml:trace>
  <inkml:trace contextRef="#ctx0" brushRef="#br0" timeOffset="23504.57">13915 2456 0,'0'24'94,"-24"26"-78,24-25 15,0 49-16,0-49 1,0 0-16,0 0 16,0 49-1,0-24-15,24-25 16,1-1-16,25 76 47,-25-76-47,-25 1 15,24-25 17,26 0 155</inkml:trace>
  <inkml:trace contextRef="#ctx0" brushRef="#br0" timeOffset="24216.76">14337 2431 0,'25'0'62,"0"49"-30,-25-24-17,25 0-15,24 49 31,-24-49 1,49 124 15,-49-124-47,-25 0 31,25 24 0,-25-24-31,25-25 16,0 25-1,-25 0 1,0 0 46,0-1 1</inkml:trace>
  <inkml:trace contextRef="#ctx0" brushRef="#br0" timeOffset="24833.05">14337 3051 0,'0'-25'16,"0"0"-1,25-74 17,0 74-32,0-24 15,-25 24-15,24-25 16,26-24 15,-25 24-15,0 25-16,-25 1 15,49-51 17</inkml:trace>
  <inkml:trace contextRef="#ctx0" brushRef="#br0" timeOffset="25752.02">14660 2084 0,'24'24'78,"-24"1"-78,25-25 16,-25 25-16,50 49 47,-25-49-47,-25 0 16,49 49-1,-24-24 16,25 124 32,-26-174-63,-24 24 16,0 1-16,0 0 15,25 74 16,-25-74-15,0 0 0,0 0-16,0 24 31,0-24-31,-25 25 0,1-25 16,-1-1-1,25 1 1,-50 25-1,50-25 1,-25-1-16,1-24 16,24 25-1</inkml:trace>
  <inkml:trace contextRef="#ctx0" brushRef="#br0" timeOffset="26608.84">15602 1960 0,'0'49'94,"0"-24"-94,25 25 15,-25-1 1,25 1-1,-25 24-15,74 249 47,-74-249-31,25-24-16,0-1 16,-25 75 15,0-99-16,0 0-15,0 0 16,25 0-16,-1-25 16,-48 0 156</inkml:trace>
  <inkml:trace contextRef="#ctx0" brushRef="#br0" timeOffset="27431.6">15379 2555 0,'0'-25'78,"25"25"-62,24 0-16,1 0 15,24-25-15,26 25 47,-76 0-47,1 0 0,0 0 16,0 0 15,0 0 0,-1 0-31,51-25 32,-50 25-1,24-24 0,1 24 0,-25 0-31,24 0 32,-24 0 30</inkml:trace>
  <inkml:trace contextRef="#ctx0" brushRef="#br0" timeOffset="29112.43">16793 2307 0,'-25'0'15,"0"0"32,0-25-47,1 25 31,-26 0-15,25 25 0,-24 24-1,24-24-15,0 0 16,25 0-16,-25 99 31,25-99-15,0-1-16,0 1 31,25 0 16,25-25-31,-26 0-1,1 0 1,0 0-1,0 0-15,0 0 16,99-74 15,-124 49-31,24 0 16,1-25-16,25 26 16,-50-26-1,0 25 1,0 0-1,0 1 1,25 24 140,-25 24-140,24-24 0,76 174 30,-76-149-46,-24 24 0,124 150 63,-99-174-47,-25 0-16,0 24 15,0-24 1,0 25-16,0 123 47,0-148-32,-25 25-15,-24-1 16,-26 1 31,26-25-47,-1-25 15,25 0 1,1 0 0,-76 0 31,76 0 62,24-25-93</inkml:trace>
  <inkml:trace contextRef="#ctx0" brushRef="#br0" timeOffset="29825.04">17016 1761 0,'0'25'63,"25"0"-63,-25 0 15,0-1-15,25 51 16,24-26 0,-49-24-16,0 25 15,25-50-15,-25 25 47,0-1-47,0 1 0,25 25 31,0-50 1</inkml:trace>
  <inkml:trace contextRef="#ctx0" brushRef="#br0" timeOffset="30776.43">17438 2183 0,'24'49'94,"1"-24"-79,-25 25 1,0-25 0,0-1-16,0 1 15,50 74 1,-50-74-1,0 0 1,25 25 0,0-26-16,-25 1 15,24 0 17,1 0-32,0 0 31,-25 0-31,25-25 15,-25 24-15,49 51 32,1-26-1,0 26 16,-26-75-32,-24-25 95,0-25-95</inkml:trace>
  <inkml:trace contextRef="#ctx0" brushRef="#br0" timeOffset="31434.44">17835 2257 0,'24'25'94,"26"25"-78,0-1-16,-1-24 15,1 25-15,-1-1 16,26 1-16,272 223 47,-297-224-47,-1-24 15,-24 0 1,-50-25 140,1-25-156,-1 25 16,-50-25-16</inkml:trace>
  <inkml:trace contextRef="#ctx0" brushRef="#br0" timeOffset="31975.7">18157 2877 0,'0'-24'31,"0"-1"-15,0 0-16,0 0 15,0-24 1,0-1-16,0 0 16,0-99-1,0 75-15,0 24 16,0-24-1,0 49-15,0 0 16,0 1 0</inkml:trace>
  <inkml:trace contextRef="#ctx0" brushRef="#br0" timeOffset="32760.72">18256 2034 0,'25'0'94,"-25"25"-78,25 0-16,24-1 15,1 100 1,-25-99-1,74 198 17,-49-99-17,24 100 48,-74-199-63,0 24 15,0 1 17,0-25-17,0-1 1</inkml:trace>
  <inkml:trace contextRef="#ctx0" brushRef="#br0" timeOffset="38056.33">7541 2133 0,'0'-25'125,"0"1"-125,0-26 16,0 25-1,0 0-15,24-24 16,-24 24 0,0-25-1,25 26 1,-25-1 0</inkml:trace>
  <inkml:trace contextRef="#ctx0" brushRef="#br0" timeOffset="38856.82">7367 1712 0,'25'-25'16,"0"25"-1,-1 0 16,26 0-31,-25-25 16,24 0-16,-24 25 16,0-25-16,49-24 31,-49 49 78,0 0-93,0 49 0,0-49-16,-25 25 15,0 0-15,24 0 16,1 0 15,-25 24-15,25-49 124</inkml:trace>
  <inkml:trace contextRef="#ctx0" brushRef="#br0" timeOffset="52728.28">13345 4638 0,'25'0'94,"24"0"-94,1 0 16,148-49 15,-173 49-31,0 0 16,49-25-1,26 0 1,48 0 46,-123 25-46,25 0 15</inkml:trace>
  <inkml:trace contextRef="#ctx0" brushRef="#br0" timeOffset="53936.13">14263 3820 0,'24'0'125,"26"0"-125,0 0 16,-1 0 0,-24 0-16,50 25 0,73 0 31,-123-25-31,25 0 16,-1 49-1,-24 1 16,-25 247 16,-49-247-31,-26 24 0,-74 75 30,100-99-14,24-25-17,25-1 1,0 1 0,0 0-16,0 0 31,0 24 31,50-49-46,-1 0 0,125 25 15,-125-25-16,125 0 32,-149 0-15,0 0 77,-1 25-93,1-25 15</inkml:trace>
  <inkml:trace contextRef="#ctx0" brushRef="#br0" timeOffset="54824.36">15627 3845 0,'25'0'94,"0"0"-79,-25 25-15,0 24 16,0 1-16,49 148 47,-24-123-47,-25-51 0,0 26 15,50 49 1,-50-74 0,0 0-16,24 0 15,-24 24 17,50 50 30</inkml:trace>
  <inkml:trace contextRef="#ctx0" brushRef="#br0" timeOffset="55487.85">15528 4316 0,'25'0'78,"49"0"-78,-24 0 16,24 0-16,248 0 47,-247 0-47,-26 0 0,-24 0 15,0 0-15,49 0 47,-49 0-47,0 0 16,0-25 31</inkml:trace>
  <inkml:trace contextRef="#ctx0" brushRef="#br0" timeOffset="59959.72">9128 2555 0,'-25'0'141,"25"-25"-126,0 0 1,0 0 0,0 1-1,0-1 1,0 0 0,0 0-1,0 0-15,0 1 16,0-1 15,0 0 0,0 0 94,0 0-62,0 1-1,0-1-30,0 0 14,25 25 173,0 0-219,74 0 31,-49 0-31,-1 0 16,1 0-16,0 0 16,-26 0-16,26 0 15,-25 0 1,0 0-16,-1 0 16,1 0-16,25 0 15,-25 0 1,-1 0-1,1 0 1,0 0 0,-25 25 156,0 0-172,0-1 15,0 26-15,0 0 16,-25 24 15,25-49-15</inkml:trace>
  <inkml:trace contextRef="#ctx0" brushRef="#br0" timeOffset="93414.91">16991 3770 0,'-25'25'78,"25"0"-62,0 25-1,0 247 32,0-222-47,0-51 0,0 26 16,0-25-16,25 24 47,0-24-32,0 0 17,0 0-17,-25 0-15,49-25 16,1 24 0,-25 1-1,24-25-15,1 0 16,-25 0-1,24 0-15,26 0 16,-26 0-16,100 0 47,-124-25-47,0 25 0,0-24 16,-1-51 30,-24 26-46,0-1 16,-24-297 31,-1 322-31,0-25-16,-25 1 15,50-1-15,-124-74 31,99 74-15,1 26-16,-1-26 16,0 50-16,-149-50 47,125 26-47,24 24 0,-25 0 15,26 0-15,-51 0 16,1 0 15,-75 124 32,124-50-63,25-49 0,0 173 31</inkml:trace>
  <inkml:trace contextRef="#ctx0" brushRef="#br0" timeOffset="94864.37">14213 6325 0,'25'0'78,"0"0"-63,24 0-15,-24-25 16,0 25 0,25 0-16,24 0 0,199 0 62,-199 0-62,-49 25 0,0-25 16,0 0-16,24 0 47,-24 0 78</inkml:trace>
  <inkml:trace contextRef="#ctx0" brushRef="#br0" timeOffset="95848.4">15056 5705 0,'25'0'32,"50"0"-17,-26 0-15,150 25 16,-150 0-1,-24-25-15,25 0 16,74 74 15,-99-24-31,-1-1 16,1 1-16,-25 0 16,0 24-1,0-49-15,0 49 0,-124 149 63,124-198-63,-25 0 15,1 0-15,-1 0 47,25-1-31,0 1-1,0 25 1,0-25-16,25-25 16,-25 24-1,24-24-15,26 0 0,-25 25 16,49 0 0,1 0-1,-51-25-15,1 0 16,25 0-1,-25 0 1,-1 0 0</inkml:trace>
  <inkml:trace contextRef="#ctx0" brushRef="#br0" timeOffset="98552.74">13593 5259 0,'0'24'15,"0"26"16,25-25-31,0 74 16,-1-49 0,26 173-1,-25-174 1,24 175 0,-49-175-1,0 1-15,100 372 47,-76-348-31,1-24-16,-25 24 15,0 25 1,25-24-16,-25-50 16,25 99-1,24-124 63,-24 0-78,25 0 16,24 0 0,1 0-16,-1 0 15,1 0-15,346 0 47,-371 0-31,-1 0-16,1 0 15,24 0-15,472 49 32,-372-49-17,-75 0-15,0 0 16,-24 0-16,49 0 47,-100 0-16,1 0-15,74 0 15,-49 0-31,-25 0 0,99 0 62,-99 0-30,-25-25-1,0-24-16,0-1-15,0-24 16,0-1 0,-25 26-16,-49-125 15,49 75 1,0-25-16,-25 25 16,-99-298 15,149 322-31,-24 26 15,-1-26-15,-25 1 16,1-149 15,24 148-15,25 50 0,-50-173 30,50 173-46,-25 0 110,-24 25-95,24 0 1,-173 0 15,148 0-15,0 0-16,-24 0 16,49 0-16,-173 25 46,148 0-46,0-25 0,26 0 16,-51 0-16,-49 50 47,99-50-47,-24 0 16,24 0-1,-49 0 1,49 0-16,-25 0 15,-24 0 1,49 0-16,-198 0 31,123 0 1,51 0 30,24 0-62,-49 0 47,49 0-47,0 0 16,0 0 15,0 0-31,1 0 0,-1 0 15,-74 0 17,74 0-32,0 24 15,0-24 1,-24 0 0,-1 0 15,0 25 16,26-25-32,-76 0 32,76 0-47,-1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21:54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11410 6028 0,'25'0'94,"0"0"-78,-25 49-1,25-24-15,-1 25 16,1 49 31,-25-50-31,25-24-1,0 0 1,-25 0 31,25-25 0,-1 25-47,1-25 15,99 24 32,-99-24-47,25 0 0,-1 0 16,-24 0-16,0 0 15,49 0 1,-49 0-16,49 0 31,-49 0-31,0 0 0,248 0 63,-248 0-63,0 0 15,24 0-15,100 0 32,-124 0-17,24 0-15,-24 0 16,25 0-16,24 0 15,-49 0 1,0 0-16,24 0 16,1 0-1,-25 0 1,49 0 15,-24 0-31,-25 0 16,24 0-1,-24 0 1,0-24 0,0 24 140,-25-25-125,0-25-31,-25 50 16,25-25-16,0 1 15,0-51 17,0 50-32,0 1 15,-25-1-15,25 0 47,0 0-31,0-24-1,0 24 32,0 0-47,0 0 32,0 0-32</inkml:trace>
  <inkml:trace contextRef="#ctx0" brushRef="#br0" timeOffset="1544.74">12154 7590 0,'0'-25'63,"0"1"-48,0-1-15,0-50 16,0 51-16,0-1 16,0 0-16,0-74 15,0 74 1,0 0-16,0 0 31,0-24-31,0 24 16,0-99 15,0 99-15,0 0-16,0 1 15,0-1 1,0 0 0,0 0-1,50 0 16,-25 0 1,24 25-17,-24 0-15,0 0 16,25 0 0,98 0 15,-123 0 0</inkml:trace>
  <inkml:trace contextRef="#ctx0" brushRef="#br0" timeOffset="2359.92">12030 7268 0,'25'0'109,"25"0"-93,-26 0-1,26 0-15,99 0 47,-124 0-47,0 0 16</inkml:trace>
  <inkml:trace contextRef="#ctx0" brushRef="#br0" timeOffset="3192.37">12551 7243 0,'0'25'110,"0"0"-95,0-1 1,0 1-16,0 0 15,0 25 32,0-26-47,0 1 0,0 0 32,25 0-17,-25 0 16,25-25-31,0 49 16,-25-24 15,49 0 1,-24-25 93</inkml:trace>
  <inkml:trace contextRef="#ctx0" brushRef="#br0" timeOffset="3863.92">12750 7268 0,'0'-25'78,"24"25"-62,1 0-16,0 25 16,25 0-1,-50-1-15,24-24 16,51 75 31,-26-50-32,-24-1 32,0 1-16</inkml:trace>
  <inkml:trace contextRef="#ctx0" brushRef="#br0" timeOffset="4576.17">12898 7541 0,'0'-25'31,"25"0"-31,0 0 32,-25 0-17,0 1 1,25 24 0,-25-25-16,0 0 31,25 0-16,-25 0 1,24-24 15,-24 24-15,0 0 15,0 0 79</inkml:trace>
  <inkml:trace contextRef="#ctx0" brushRef="#br0" timeOffset="5408.76">13047 7020 0,'25'0'63,"0"25"-48,24-1 17,-49 1-32,25 0 15,0 0-15,-25 0 31,0-1-31,25 26 0,25 49 47,-50-49-47,24-25 16,-24 24 15,0-24-31,25 25 16,-25-26-1,0 1-15,0 0 16,0 0 0,0 0-1,0-1 1,0 1 0,0 25 15,0-25-31,-25 24 47,1-49-32,-26 0 95,25 0-95,0-25-15,-24 1 16</inkml:trace>
  <inkml:trace contextRef="#ctx0" brushRef="#br0" timeOffset="7800.23">14139 5259 0,'0'-25'78,"0"0"-15,0-25-48,-25 26 1,25-1 0,0 0-16,0 0 15,0 0 1,0 1 62,0-1 78,25 25-140,-1 0-16,76 25 16,148-1 15,-174-24-31,-24 0 15,-25 0 17,24 25-17,-49 0 1,25-25 31,-25 25 172,0 0-141,0-1-63,0 1 48</inkml:trace>
  <inkml:trace contextRef="#ctx0" brushRef="#br0" timeOffset="10360.19">14263 4043 0,'-25'25'79,"25"25"-64,-25-26-15,25 1 16,0 25-1,0-25 1,0-1 62,25-24-47,0 0-15,-1-24 31,1-1-31,0-50-1,-25 51 1,0-26-1,0 25 1,0-24 0,0 24 31,0 50 124,0-1-171,0 26 16,0-25 0,0 99 15,0-75-15,0-24-1,0 0 1,0 0-16,0 0 15,0-1 1,0 1-16,0 0 16,0 0-16,0 0 15,-25 49 1,25-49 15,-25 24 0,1-49-31,-1 25 16</inkml:trace>
  <inkml:trace contextRef="#ctx0" brushRef="#br0" timeOffset="11464.07">14585 3919 0,'0'25'109,"0"0"-93,0 0-16,0-1 16,0 1-16,0 99 46,0-99-30,0 0 0,0 0-1,0-1 1,0 26 0,0 0 15,0 24 0,0-49 0,25-25 1</inkml:trace>
  <inkml:trace contextRef="#ctx0" brushRef="#br0" timeOffset="12440.35">14784 4068 0,'0'50'187,"0"-26"-187,24 26 16,1 0-1,0-50-15,-25 24 16,25-24 0,0 50 15,49 24 31,-74-49-30,25-25-17</inkml:trace>
  <inkml:trace contextRef="#ctx0" brushRef="#br0" timeOffset="13144.88">14808 4415 0,'0'-25'78,"0"-24"-63,25 49-15,-25-25 16,25 0 0,-25 0-16,0 1 15,25-1-15,0-25 16,-25 25 15,24 25 125,-24-24-156</inkml:trace>
  <inkml:trace contextRef="#ctx0" brushRef="#br0" timeOffset="14095.84">15007 3870 0,'49'0'79,"-24"24"-64,50 76 16,-75-76-31,24 26 16,1 0 15,0-26-31,-25 1 16,25 0 0,-25 25-1,0-26 1,0 1-16,25 25 15,-25-25 1,0-1 0,0 51 31,0-50-32,0-1-15,-25 51 47,25-26 16</inkml:trace>
  <inkml:trace contextRef="#ctx0" brushRef="#br0" timeOffset="16879.86">15056 5507 0,'25'-25'94,"25"25"-94,-1-25 16,26 0-1,-50 25-15,24-25 16,-24 25-1,0 0-15,0 0 47</inkml:trace>
  <inkml:trace contextRef="#ctx0" brushRef="#br0" timeOffset="17648.56">15056 5854 0,'0'25'32,"25"-25"-17,0 0 1,124-25 15,-124 0-31,-1 25 16,1 0-1,0 0 1,0 0-16,0 0 31,0 0-15,-1 0-1,1 0 1,0 0-16,0 0 125,0 0-109</inkml:trace>
  <inkml:trace contextRef="#ctx0" brushRef="#br0" timeOffset="31944.19">16297 5804 0,'0'-25'16,"0"1"93,0-26-93,0 25 0,0-198 15,0 198-15,0 0-16,0 1 0,0-1 15,0-25 1,0 25-1,0 1-15,0-51 16,0 50 0,0-49-16,0 0 15,0 49 1,0 0-16,0 0 16,0 0 15,24 1-31,1-1 47,0 25-32,0 0-15,25 0 16,-26 0 0,26 0-1,0 0-15,-26 0 16,26 0 31,-25 0-47,0 0 15,-25 25 1,24-25 0,1 0 15,0 0 16,-25 24 15,0 1-62</inkml:trace>
  <inkml:trace contextRef="#ctx0" brushRef="#br0" timeOffset="32623.96">15999 5407 0,'25'0'47,"0"0"-47,24 0 15,125 0 16,-149 0-31,24 0 16,1 0-16,-25 0 16,74 25 15,-74-25-15,0 0-1,-1 0-15,26 0 16,-25 0-1,0 0-15,49 0 47,-49 0-47,0 0 16,-1 0 0,-24 25 15</inkml:trace>
  <inkml:trace contextRef="#ctx0" brushRef="#br0" timeOffset="33448.24">16966 5308 0,'0'25'63,"0"0"-47,0 0-16,0 24 31,0-24-16,0 0-15,0 0 16,0-1 0,0 1-16,0 0 15,0 0-15,0 24 16,0-24 0,0 0-1,25 99 1,0-99-1,0 0-15,0 24 16,24 1 15,-24-25 32,0-25 31,0-25-63</inkml:trace>
  <inkml:trace contextRef="#ctx0" brushRef="#br0" timeOffset="34136.07">17190 5383 0,'24'49'94,"1"-24"-79,0 25 1,99 123 15,-99-173-15,0 50-16,-1-50 15,-24 25-15,75 74 47,-75-74-47,25-25 0,-25 25 16,25-1-1,-25 1-15,24-25 16,-24 25 125</inkml:trace>
  <inkml:trace contextRef="#ctx0" brushRef="#br0" timeOffset="34751.75">17338 6003 0,'0'-25'62,"0"0"-46,0-24-1,0 24 1,25-174 15,0 150-15,-25-1-16,0-24 16,50-75 15</inkml:trace>
  <inkml:trace contextRef="#ctx0" brushRef="#br0" timeOffset="35648.26">17562 5184 0,'25'25'110,"-1"0"-95,-24 0-15,0 24 16,0-24-1,0 0-15,50 49 16,-50-49 0,0 0-16,0 24 15,0 75 17,0-74-32,0-25 15,0 24 1,0 76 15,0-101-15,0 1-1,0 0 1,0 0 15,0 0-15,0-1-1,0 1 17</inkml:trace>
  <inkml:trace contextRef="#ctx0" brushRef="#br0" timeOffset="38345.07">18976 5407 0,'0'0'15,"-25"0"-15,0 0 47,0 0-31,-74 75 15,99-50-31,0-1 16,0 1-16,0 25 15,0-1 1,0-24-16,74 0 62,-24-25-62,-25 0 16,74-25 31,-74 0-47,-25 1 16,0-1-1,0 0 48,0 0-32,0 50 110,25 25-126,-25-1 1,24 26-16,1-26 15,-25-24-15,0 50 16,0-26 0,50 298 31,-50-322-32,0 0-15,0 0 0,0 0 16,-25 74 31,0-74-32,-24-25 1,-1 0-16,0 24 16,1-24-16,-1 0 15,-74 0 16,99 0-31,25-24 110,0-1-95</inkml:trace>
  <inkml:trace contextRef="#ctx0" brushRef="#br0" timeOffset="39296.17">19521 5209 0,'0'50'78,"0"-26"-78,0 26 16,-25 24 15,25-49-31,0 0 0,0 0 16,0 99 15,0-99-31,0 24 16,25 1-16,0-25 15,0 24 32,0-24-31,0 0-1,-1-25 17,1 0-17,-25 25-15,25-25 16,0 0 31,0 0-32,-1 0 1,26 0-16,0-25 16</inkml:trace>
  <inkml:trace contextRef="#ctx0" brushRef="#br0" timeOffset="40072.81">20092 5259 0,'0'-25'125,"25"25"-109,-25 25-16,24-25 15,100 148 17,-74-123-17,-50 0-15,50-25 16,-50 50-16,24-50 15,1 49 1,0-24 0,0 0 15,-25 0 16,0-1 31,0 1-47</inkml:trace>
  <inkml:trace contextRef="#ctx0" brushRef="#br0" timeOffset="40727.87">20042 5755 0,'0'0'0,"0"-50"31,25 25-15,0 0-16,-25 1 16,25-1-1,-25 0-15,24 0 16,1-74 15,-25 74-31,75-124 63,-75 125-63,24-1 0,-24-25 15,75-49 17,-50 74 14</inkml:trace>
  <inkml:trace contextRef="#ctx0" brushRef="#br0" timeOffset="41625.04">20563 4837 0,'0'25'93,"25"-25"-93,-25 49 32,0-24-32,0 0 15,0 0 1,25 24 0,-1-24-16,1 25 0,0 49 46,-25-74-46,0 0 16,25 49 0,-25-49-1,0 0-15,0 148 63,0-123-63,0-25 15,0-1-15,0 76 47,0-76-47,-25 1 16,25 0 15,-50 0 0,26 0 16,-1-25 63</inkml:trace>
  <inkml:trace contextRef="#ctx0" brushRef="#br0" timeOffset="44264.2">16446 3497 0</inkml:trace>
  <inkml:trace contextRef="#ctx0" brushRef="#br0" timeOffset="52712.11">18083 5655 0,'0'25'78,"24"-25"-78,26 0 15,99 0 1,-75 0 0,1 0-16,49 0 31,-99 0-31,74 0 47</inkml:trace>
  <inkml:trace contextRef="#ctx0" brushRef="#br0" timeOffset="55328.23">16197 4242 0,'0'-25'140,"25"25"-108,0 0-17,0 0-15,0 0 16,-1 0 0,1 0 15</inkml:trace>
  <inkml:trace contextRef="#ctx0" brushRef="#br0" timeOffset="56792.79">16396 3795 0,'25'0'109,"0"0"-93,24 0-1,-24 0-15,0 25 16,0-25-16,74 74 47,-74-49-32,-1 0 1,1 49 15,-25-49-15,0 25 0,0-25-1,0-1 1,0 1-1,0 0 17,0 0-32,-25-25 15,25 25-15,-24-1 32,-1 26 30,25-25-15,0 0-16,0-1-15,0 1 31,0 0-16,25-25 0,-1 25-31,-24 0 16,25-25 15,0 0 63,0 0-63</inkml:trace>
  <inkml:trace contextRef="#ctx0" brushRef="#br0" timeOffset="57944.21">17066 3894 0,'49'25'188,"-49"0"-173,50 0-15,-50 0 16,25-1-16,-1 1 16,1 0-16,0 25 15,-25-26 1,25 1 0,0 0-1,-25 0-15,24 0 0,1 24 31,0 1-31,-25-25 16,25-1 0,0 1-1,-25 0 1</inkml:trace>
  <inkml:trace contextRef="#ctx0" brushRef="#br0" timeOffset="58632.11">17165 4465 0,'0'-25'32,"25"0"-17,-1-24 1,1 24 0,0-25-16,-25 25 15,25-24-15,24-50 47,-24 24-47,0 50 16,25-74 31,-26 74 15,1 1-62,-25-1 94</inkml:trace>
  <inkml:trace contextRef="#ctx0" brushRef="#br0" timeOffset="59759.88">17462 3497 0,'0'0'0,"25"0"47,0-24-31,0 24 15,0 0-15,0 0-1,-1 0 17,26 0-17,-50 49 1,0-24 15,0 0-15,0 0-1,0-1 1,0 1 0,0 0-16,-25 0 15,25 0 1,-25-25-1,25 25 1,-24-1 15,24 1 16,0 0-16,0 0-15,24 0-16,1-25 16,50 24 15,-51-24-15,1 0-16,0 0 15</inkml:trace>
  <inkml:trace contextRef="#ctx0" brushRef="#br0" timeOffset="61416.58">18182 4341 0,'25'0'78,"-1"0"-46,26 0-32,-25 0 15,0 0-15,99 0 47,-100 0-47,1 0 16,0 0-16,25 0 15,-25 0 1,-1 0 15,1 0-31,0 0 31</inkml:trace>
  <inkml:trace contextRef="#ctx0" brushRef="#br0" timeOffset="63815.94">19645 3646 0,'-24'-25'31,"-26"25"-15,25 0-1,0 0 1,0 0-16,1 0 31,-1 0 47,25 50-62,-25 149 31,25-125-47,0-24 0,0-1 16,0 1-16,0-25 15,0-1-15,0 1 94,25-25-78,0 0-1,49 0 16,-49 0-15,0 0 15,0 0-15,24 0 0,-24 0-1,25 0 1,-26 0 15,-24 25-15,25 0-1,-25 0 17,25 24-32,-25-24 15,0 0 16,0 0-15,-124 49 47,74-49-63,-24 0 46,49-25-46,0 0 16,0 0 62,1 0 0</inkml:trace>
  <inkml:trace contextRef="#ctx0" brushRef="#br0" timeOffset="65416.31">21431 5631 0,'25'0'78,"25"24"-62,-1-24-16,26 25 15,-1 0-15,1 0 16,-1 0-16,-24-25 15,49 24 1,-74-24 0</inkml:trace>
  <inkml:trace contextRef="#ctx0" brushRef="#br0" timeOffset="66160.39">22027 5407 0,'-25'0'16,"25"25"0,25 74 30,24-99-46,1 25 0,-25 0 16,24-25-16,224 50 47,-199-26-47,-24-24 16,24 25-16,51 50 31,-76 24 0,-74 124 16,-24-198-31,-26 0-16,1 0 15,24-25-15,-173 0 47,173 0-47,26 0 0,-1 0 16</inkml:trace>
  <inkml:trace contextRef="#ctx0" brushRef="#br0" timeOffset="68440.5">23614 6077 0,'0'-25'110,"-25"-49"-110,0 24 15,25 1-15,-74-274 47,49 199-47,0 50 0,25 24 16,0 1-1,-24-26 17,24 50-32,-25 1 15,25-1-15,0-50 32,0 26-32,0-26 0,0 26 15,25-125 16,-1 124-15,1 26-16,0-26 16,0 50-16,0-25 15,-1 0-15,1 25 16,124-49 0,-124 49-1,0 0-15,49 0 47,-49 0-31,25 0-1,-1 0 17,-24 0-17,0 0 1,0 0-1</inkml:trace>
  <inkml:trace contextRef="#ctx0" brushRef="#br0" timeOffset="69312">23093 5482 0,'50'0'32,"-1"0"-17,26 0-15,49 0 16,-75 0-1,100 0 17,-124 0-32,0 0 0,74 0 47,-74 0-1,0 0-30,-1 0 0,1 0-1,0 0 1,0 0 31</inkml:trace>
  <inkml:trace contextRef="#ctx0" brushRef="#br0" timeOffset="70391.78">24333 5209 0,'-24'0'31,"24"25"1,0 24-1,0-24-16,0 0-15,0 0 16,0 0-16,0 24 31,0-24-31,0 74 32,0-24-32,74 247 62,-49-272-62,0-1 16,-25-24-1,24 0-15,-24 0 16,25-25-16,-25 25 16,25-25-1,0 24 63,0 1-62</inkml:trace>
  <inkml:trace contextRef="#ctx0" brushRef="#br0" timeOffset="71152.11">24656 5507 0,'25'24'94,"24"1"-94,-24 25 16,0-25-16,74 49 31,-74-49-16,0-25 1,24 25 0,-49-1-1,25-24 1,-25 25-16,25-25 16,-25 25-16,50 0 15,-26 0 1,-24 0-1,25-1 1,0-24 0,0 50 15,0-25-31,-25 0 16,24-25-16</inkml:trace>
  <inkml:trace contextRef="#ctx0" brushRef="#br0" timeOffset="71809.06">24904 6127 0,'0'-25'16,"0"0"-1,0 0-15,0 1 16,0-1-1,25-25-15,-25 25 16,25-24 0,-1 24-16,1 0 15,74-198 17,-99 198-17,25-25-15,-25 26 31,25-1 1,-25 0-17</inkml:trace>
  <inkml:trace contextRef="#ctx0" brushRef="#br0" timeOffset="72728.6">25226 5060 0,'25'50'94,"0"-25"-94,0-1 16,0 26-16,-1-25 15,76 99 17,-76-99-32,-24-1 15,25 1-15,0 0 16,25 49 0,-26-24-16,1-25 15,0 49 1,0-49-16,0 25 15,-25 99 32,24-125-47,-24 26 16,0 0-16,0 98 47,0-123-47,-24 0 15,-1 25 1,25-26 62,-25-24-47,0 0 32,0 0-47,1 0-16,-1 0 46</inkml:trace>
  <inkml:trace contextRef="#ctx0" brushRef="#br0" timeOffset="74080.64">26119 5854 0,'50'0'156,"0"0"-140,24 0-1,-24 0-15,49 0 32,-74 0-17,-1 0 1,1 0-16,0 0 15,25 0 1,-26 0 0,1 0-1</inkml:trace>
  <inkml:trace contextRef="#ctx0" brushRef="#br0" timeOffset="81592.89">27459 5531 0,'0'0'0,"0"-24"15,-124-51 32,99 75-31,0 0 0,-99 50 15,99-25-31,1-1 15,-1 26-15,25-25 16,0 148 15,0-148-31,0 0 16,0 50-16,25-26 16,-1-49-1,-24 25-15,50 0 31,-25 0-15,0-25 0,99-25 15,-100 0-15,1 0-16,25-124 46,-50 124-46,0 1 16,0-26-16,0 25 16,0-24-1,0 24-15,0 0 16,0 0 0,0 50 187,25 25-203,24-1 15,-24 1-15,149 198 32,-125-174-17,-24 1-15,-25-26 16,25 1-16,0 49 47,-25-49-47,0-1 15,0-24-15,-25 124 47,0-99-31,0-26-16,0 1 15,-24 50 17,-1-75-32,25 24 15,1-24-15,-26 0 16,0 0 0,26 0-16,-1 0 0,0 0 15,-74 0 32,148-24 47,26-26-79</inkml:trace>
  <inkml:trace contextRef="#ctx0" brushRef="#br0" timeOffset="82399.75">28228 5209 0,'0'25'63,"0"24"-63,0 1 16,0 0-16,25 198 46,-1-199-30,-24-24-16,0 0 16,25 24-16,25 51 31,-50-51-15,25-49-16,-1 25 15,-24 0 1,25 0-1,-25 0 32,25-25-47,-25 24 16,25-24-16,24 50 16,-24-50-1</inkml:trace>
  <inkml:trace contextRef="#ctx0" brushRef="#br0" timeOffset="83056.72">28575 5333 0,'25'0'62,"0"0"-46,24 50-16,-24-26 15,149 125 17,-150-124-32,1 0 15,0 0-15,0-1 16,0 51-1,-1-50-15,26 74 32,-50-74-32,50 74 31,-1-49 31</inkml:trace>
  <inkml:trace contextRef="#ctx0" brushRef="#br0" timeOffset="83623.5">28897 6052 0,'0'-49'31,"0"24"-15,0 0-16,0-149 31,0 125-31,0-224 63,0 248-63,0 0 15,0-24 32,0 24-31,0-25 0,25 26-1,-25-1 16,0 0-15</inkml:trace>
  <inkml:trace contextRef="#ctx0" brushRef="#br0" timeOffset="84288.4">29046 4738 0,'25'0'15,"0"24"1,-25 1-16,25 0 16,0 50-1,-1-51 1,26 76-1,24 48 17,50 200 30,-124-299-62,0-24 16,0 25-16,0-26 15,0 125 17,0-124-17,-24 0 17,24 0 30,-25-25-31,-25 0-15,1-25-16,-1 0 0</inkml:trace>
  <inkml:trace contextRef="#ctx0" brushRef="#br0" timeOffset="85119.9">27384 4738 0,'0'24'78,"0"26"-62,50-25-16,-25 25 15,49-1-15,50 150 47,-74-175-47,-50 1 0,0 0 16,25 0-1</inkml:trace>
  <inkml:trace contextRef="#ctx0" brushRef="#br0" timeOffset="86264.57">24061 3795 0,'24'0'63,"-24"25"-32,0 49-31,0-49 16,0 25-16,0 24 15,0-24 1,0-1-16,25 100 31,-25-124-15</inkml:trace>
  <inkml:trace contextRef="#ctx0" brushRef="#br0" timeOffset="90856.43">670 1736 0,'25'0'78,"-1"0"-62,26 0-16,-25 0 16,0 0-16,99 0 46,-100 0-46,1 0 0,25 0 16,123 0 31,-148 0-47</inkml:trace>
  <inkml:trace contextRef="#ctx0" brushRef="#br0" timeOffset="92119.62">1389 1116 0,'25'0'78,"0"0"-63,-1 0-15,1 25 16,0-25-16,0 0 16,24 25-1,1-25 17,0 25-32,-50-1 15,49 1 1,26 99 15,-26 149 16,-49-248-31,0 25-16,0-1 15,0-24-15,-24 25 16,-1-26-16,25 1 15,-50 25-15,-74 74 47,124-75-47,-25-49 0,0 25 16,1 0 31,24 0 47,24-25-79,1 25-15,50-1 16,-26 1-1,1 0-15,124 25 47,-150-26-31,26-24 0,-25 25 15,24 0-16,-24-25 79</inkml:trace>
  <inkml:trace contextRef="#ctx0" brushRef="#br0" timeOffset="93000.3">2356 1191 0,'25'0'32,"0"0"-17,0 0 1,0 49-1,-1-49-15,-24 25 16,50 0-16,0 49 16,-50-49-1,24 25-15,1-50 16,25 148 15,-25-123-31,0 0 16,-25 25-16,49-50 15,50 198 17,-49-123-17,0-26-15,-26-24 16,125 173 31,-149-173-47,50 0 15,-50 0-15,25 0 16,-50-50 109</inkml:trace>
  <inkml:trace contextRef="#ctx0" brushRef="#br0" timeOffset="93649.55">2704 2406 0,'0'-50'0,"0"1"16,25 24-16,49-149 46,-24 125-46,-26-26 0,-24 26 16,0 24 0,0-49-16,0 24 15,0 0-15,25-74 32,0 99-32,-25-24 15,25-26 1,-25 51-1,25-1-15,-25 0 16,0 0 78,24 25-94,-24-25 15,25 25 1,25-24 15</inkml:trace>
  <inkml:trace contextRef="#ctx0" brushRef="#br0" timeOffset="94912.84">2927 819 0,'25'0'46,"0"24"-30,-1-24 0,1 0-1,0 25-15,0-25 16,124 50 31,-125-50-32,1 0 1,0 25-16,-25-1 16,25 1 31,-25 0-47,0 0 0,0 0 15,-25 74 32,25-74-31,-25-25 15,25 24-15,-25-24 15,25 25 0,0 0-31,0 0 31,0 0 1,25-1-17,0 1-15,0-25 16,0 0-1,24 0 17,-24 0-32,0 0 0,0 0 31,-1 0 0,1 25 16,-25 0 125</inkml:trace>
  <inkml:trace contextRef="#ctx0" brushRef="#br0" timeOffset="97648.27">3795 2009 0,'50'0'125,"-25"0"-109,-1 0-1,26 0 1,-25 0-16,0 0 15,24 0 17,-24 0-32,0 0 15,0 0 17,-1 0-17,1 0 1,0 0-16,0 0 15,0 0-15,-1 0 16,26 25 0</inkml:trace>
  <inkml:trace contextRef="#ctx0" brushRef="#br0" timeOffset="98511.93">4266 1811 0,'25'0'79,"0"0"-79,25 0 15,-26 25-15,26-25 31,-25 0-31,124 24 63,-125 1-63,1 0 31,-25 0 0,0 24-15,0-24 0,0 0-16,-25-25 15,1 25 1,-1-25-16,-25 0 16,-24 25-16,-50 24 15,74-24 1,1 0-16,-1-25 31</inkml:trace>
  <inkml:trace contextRef="#ctx0" brushRef="#br0" timeOffset="102399.55">8086 9401 0,'0'50'78,"0"-1"-78,0-24 16,0 25-16,0-1 15,0-24-15,0 198 47,0-198-47,0 49 16,0-24-16,0 25 15,0-1-15,0 0 16,0 1-16,0 49 16,0-50-1,0 1-15,0-1 16,0 199 15,0-199-15,0-24-16,0-1 15,0-24-15,0 75 47,0-76-47,0 1 110,0 0-110,50-25 15,0 25-15,24 0 16,521-1 15,-396-24-31,-26 0 16,26 0-16,-26 0 15,100 0 1,-149-24-16,0-1 16,149-25-1,-174 50 1,50 0-16,99 0 31,-124 0-31,149-25 31,-198 25-31,197 0 16,572 0 46,-695 0-62,520 0 47,-520 0-31,-50-24-16,-24 24 16,24-25-16,298-50 46,-323 50-46,-24 25 0,-1 0 16,51-24 0,-75 24-16,49-25 31,-74 0 47,0-74-47,0-124 1,0 173-32,-25-24 15,0-298 32,25 297-47,0 1 0,0 24 16,0 0-16,0-198 47,0 199-47,-24 24 15,-1-74 32,25 74-31,0 0 15,0-24-15,-25 49-16,25-50 46,0 25 33,-50 0-48,25 25-16,1-49-15,-51 49 16,-49-75 0,25 51-16,-50-26 15,-74-49 1,149 74-16,-1 0 16,-24 25-1,49 0 1,1 0-16,24 0 15,-298 25 17,224 0-32,25 0 15,49-25-15,-149 24 32,1-24-1,-199 0 16,297 0-47,-768-24 62,719 24-62,0 0 0,25 0 16,-1 0-16,-222 49 47,272-49-47,1 0 0,-1 0 15,1 0 1,-1 0-16,0 0 16,-49 0-16,-99-49 31,148 49-31,25 0 15,-347-75 32,323 75-47,24 0 16,-174 0 31,150 0-32,-1 25-15,0-25 16,26 0 0,-26 0-16,0 25 31,26-25-31,-26 0 0,25 0 16,-148 0 15,148 0-16,-50 0-15,51 0 16,-1 0 203,0-25-204,0 0 1</inkml:trace>
  <inkml:trace contextRef="#ctx0" brushRef="#br0" timeOffset="109008.16">5358 1836 0,'0'-25'140,"25"25"-109,-1 0-15,26 0-16,0 0 0,49 0 31,-25 25-15,50-1 31,-99-24 125</inkml:trace>
  <inkml:trace contextRef="#ctx0" brushRef="#br0" timeOffset="110055.7">6028 1215 0,'24'0'47,"26"0"-32,0 25-15,-26-25 16,51 0 0,-1 50-1,-24-50-15,-25 25 16,24-1-16,1 51 31,-50-26-15,25-49-16,-25 50 15,0 24 32,0-49-47,0 0 0,0 25 16,-50-25-16,-99 173 47,124-148-47,1-50 15,24 24 1,-50 76 15,50-76-15,0 26-16,0 0 15,25 49 17,0-74-17,24-25 17,-24 24-32,0 1 15,0-25 1,24 0-1,-24 0 17,0-25 15</inkml:trace>
  <inkml:trace contextRef="#ctx0" brushRef="#br0" timeOffset="111280.11">6921 893 0,'0'25'156,"0"0"-156,0-1 16,0 1-16,0 25 15,-25-1 16,25-24-31,0 25 16,0-1 0,0 26-16,-25-1 15,25-24 1,0-1-16,0 51 16,0-76-1,0 51-15,0-1 16,74 100 15,-49-100-31,0-49 16,0 0-16,148 223 47,-148-248-32,-25 25-15,50-25 16,24 74 15,-49-49-15,0 0-16,0-25 15,-1 25 32,1-25-47,0 24 16,0 1-16</inkml:trace>
  <inkml:trace contextRef="#ctx0" brushRef="#br0" timeOffset="116489.09">2406 2034 0,'0'25'110,"0"24"-110,0 1 15,0 24-15,0-49 16,0 124 15,0-124-31,0 0 16,0-1-16,0 76 62,0-76-62,0 1 16,0 0 15,0 0 1,0 0-32,0 0 31,25-25 16,0 0-32,-1 0-15,51 24 16,24-24 0,-49 0-16,-1 0 15,51 0 1,-26 0-16,100-24 31,24-1 0,-124 0 16,-49 25-31,0 0-16,74-25 47,-74 25-16,0 0-31,24 0 16,-24 0-1,-25-25 188,0 0-187,0-24-16,0-1 16,0 1-16,0 24 15,0-25-15,-25 1 16,25-1-1,0 25 1,0 0 0,0 75 218</inkml:trace>
  <inkml:trace contextRef="#ctx0" brushRef="#br0" timeOffset="119375.78">9376 10418 0,'0'25'94,"0"24"-94,0-24 16,0 50-1,25-1-15,-25-24 16,25-26-1,0 1-15,-25 25 32,0-25-32,24-1 31,1-24 31,0 0-62,0 0 0,24 0 16,26 0-16,-26 0 16,1 0-1,24 0-15,-24 0 0,99-24 47,-124 24-16,0-25-31,49 0 32,-49 25-17,0 0-15,-1 0 16,1 0 0,0 0 46,0 0-31,0 0-31,-1 0 78,-24-25-62,0 0 0,0 1-1,0-1 1,0-74 0,0 49-1,0 25-15,0 0 16,0 1-1,0 48 142</inkml:trace>
  <inkml:trace contextRef="#ctx0" brushRef="#br0" timeOffset="123855.66">7342 1215 0,'50'0'94,"-25"0"-78,-1 0-1,26 0-15,0 0 16,-1 0 0,1 0-1,74 25 17,-75 0-17,-24 0-15,0-25 0,0 25 31,0-1-31,-25 1 0,24 149 47,-24-125-31,0-24-16,-24 25 16,-1-25-1,0 0-15,0-1 16,0-24-16,-49 50 47,49-25-47,0 0 15,1-25 1,24 24 0,-25 1-16,25 0 31,0 0-16,0 0-15,0 24 32,0 1-1,25-50-15,-1 0 15,51 0 0,-50 0-31,24 0 0,-24 0 16,0 0-16,24 0 15,-24 0 1,0 0 0,0 0 15,0 0-16,0 0 1,-1 25 93</inkml:trace>
  <inkml:trace contextRef="#ctx0" brushRef="#br0" timeOffset="127152.14">8632 967 0,'-25'0'62,"0"0"-15,1 0-31,24 25-1,-50 74 16,25-74-15,25 0-16,0 25 16,0-1-1,0 1-15,0 24 32,0 75-1,50 124 16,-50-223-47,25-1 0,-1 1 15,51 123 32,-50-173-47,-25 25 16,24 0-1,1 25 17,0-26-32,0 1 31,0 0-15,-1 0 15,51 24 16,-50-49-32,-1 0 1</inkml:trace>
  <inkml:trace contextRef="#ctx0" brushRef="#br0" timeOffset="130004.16">9079 1290 0,'0'-25'31,"24"25"-15,1 0-1,-25 25 1,50 0-16,-25 24 0,223 125 47,-224-149-31,1-1-16,0 1 15,25-25 1,-26 25-16,1 0 31,0 0-31,0-25 16,-25 49-1,99-24 17,-99 0-32,25 0 15,0 0 1,-1-25-1,1 24 1,25 1 47,-50 0-48</inkml:trace>
  <inkml:trace contextRef="#ctx0" brushRef="#br0" timeOffset="130695.62">9327 1960 0,'0'-25'47,"0"0"-47,0-25 16,0-24-16,0 49 15,74-198 17,-74 198-17,25-25-15,0 1 16,24-100 31,-24 99-47,0 26 15,-25-1 1</inkml:trace>
  <inkml:trace contextRef="#ctx0" brushRef="#br0" timeOffset="133256.2">9699 645 0,'24'0'141,"1"0"-125,0 25-1,0-25-15,0 25 0,24-1 16,-49 1 0,25-25-1,-25 25-15,25-25 16,-25 25-1,0 0-15,0-1 16,0 26 0,-25-25-1,-74 49 17,74-74-17,-25 25 1,50 0 15,0 0 0,0-1-15,0 1 0,0 0-16,50 0 46,-25-25-46,24 0 16,1 25-16,0-1 16,-26-24-16,1 0 15,0 0 17,0 0-1</inkml:trace>
  <inkml:trace contextRef="#ctx0" brushRef="#br0" timeOffset="135439.98">10170 1067 0,'0'-25'93,"25"25"-61,24 0-17,-24 0 1,25 0 0,-25 0-1,24 0 16</inkml:trace>
  <inkml:trace contextRef="#ctx0" brushRef="#br0" timeOffset="136136.26">10542 645 0,'25'0'78,"0"50"-62,-25-1-1,0-24 1,0 0-16,0 24 15,24 1-15,1 24 32,-25-49-17,0 0 1,0 25 0,25-1-16,0-49 15,-25 25 1,0 0-1,0 0 17,0-1-32</inkml:trace>
  <inkml:trace contextRef="#ctx0" brushRef="#br0" timeOffset="137200.22">10840 670 0,'24'49'125,"1"-49"-110,0 50-15,0-25 16,-25 24-16,25 1 15,-1-25-15,-24 24 16,124 199 47,-124-198-48,25 0-15,0-1 16,0 174 31,-25-198-47,0 25 15,0 0-15,0-1 16,0 1-16,0-1 16,0 1-16,-50 99 46,50-124-46,0-1 16,-25 1 0</inkml:trace>
  <inkml:trace contextRef="#ctx0" brushRef="#br0" timeOffset="138592.48">11212 397 0,'0'25'94,"25"49"-94,-25-49 16,24 0-16,1 24 15,25 100 17,-25-124-32,-25 25 15,24-1-15,1-24 16,25 124 15,-25-75-31,-1-24 16,1-1-1,50 125 1,-26 24 15,1 26 32,-25-199-63,-25-1 15,0 1-15,0 0 16,0 149 15,0-150-31,0 51 16,-25-1-16,0-24 16,-25 24-1,50-49-15,-24 0 16,-1 24-1,0-24-15,0 0 63,25 0-1</inkml:trace>
  <inkml:trace contextRef="#ctx0" brushRef="#br0" timeOffset="139415.66">12402 1067 0,'25'0'125,"25"0"-125,-25 24 16,-1-24-16,1 0 31,0 0-31,0 0 0,148 25 47,-148-25-47,0 0 15,0 0 1,0 0 0,-1 0 77</inkml:trace>
  <inkml:trace contextRef="#ctx0" brushRef="#br0" timeOffset="140080.24">12353 1637 0,'49'0'47,"1"0"-47,0 0 16,-1 0-16,1 0 15,-1 0-15,1 0 16,0 0-16,-26 0 16,1 0-16,50 0 15,-51 0 1,1 0-16,0 0 16,0 0-1</inkml:trace>
  <inkml:trace contextRef="#ctx0" brushRef="#br0" timeOffset="143032.76">13444 1414 0,'25'0'93,"0"0"-77,0 0-16,-1 0 16,26 0-1,-25 0-15,0 0 16,-1 0 0,1 0 15,0 0 0,0 0-15,0 0 15</inkml:trace>
  <inkml:trace contextRef="#ctx0" brushRef="#br0" timeOffset="144016.97">14139 719 0,'0'25'94,"0"50"-78,0-51-16,0 125 31,0-124-31,0 99 31,0-99-15,0 0 93,24-1-93,1 1 15,0 0-31,0-25 0,49 25 16,-49 0-1,0-25 17,0 0 14,0 0 48,-1 0-78,1 24-1,0-24 32</inkml:trace>
  <inkml:trace contextRef="#ctx0" brushRef="#br0" timeOffset="144704.03">14461 843 0,'0'25'47,"0"25"-32,25-1-15,25 75 47,-50-74-47,0-25 16,24 49-16,-24 1 15,25-26 1,-25-24-16,0 0 16,0 173 15,0-173-16,0 0-15,0 0 16,0 24 0</inkml:trace>
  <inkml:trace contextRef="#ctx0" brushRef="#br0" timeOffset="147328.22">15081 992 0,'25'0'94,"0"25"-78,49 49-16,1-49 15,-26 50-15,224 173 47,-223-174-47,24-24 0,-49-1 16,0 1-16,24 0 31,-49-26-31,25-24 0,-25 25 109</inkml:trace>
  <inkml:trace contextRef="#ctx0" brushRef="#br0" timeOffset="147848.32">15255 1786 0,'49'0'16,"26"-74"15,-25-1-31,-26 50 0,1-24 16,99-224 15,-99 198-15,-25 26-16,50-1 15,-26-24 1,-24 49 15</inkml:trace>
  <inkml:trace contextRef="#ctx0" brushRef="#br0" timeOffset="154144.47">13320 1563 0,'0'24'62,"0"1"-62,0 0 32,0 25-17,0-25-15,0 24 16,25-24-1,0 25-15,-25-1 16,0 1 0,0-1-16,0-24 15,0 99 17,25-74-32,-1-1 15,-24-24 1,25 25 31,-25-25 62,25-25-93,99 0 15,-50 0-31,1 0 0,247 0 31,-223 0-31,249 0 31,321-50 32,-619 50-63,74 0 16,-49-25-16,247 25 46,-248 0-46,-49 0 16,25 0-16,-1 0 16,-24 0-1,50 0-15,-51 0 0,1 0 16,124 0 15,-124 0-15,0 0-1,-1 0-15,-24-25 172,0-24-140,-24-26-32,-1 1 15,0 24-15,-25 1 16,1-100-1,49 99 1,-25 1 0,0-51 46</inkml:trace>
  <inkml:trace contextRef="#ctx0" brushRef="#br0" timeOffset="157079.79">23788 7516 0,'49'0'62,"-49"-25"-46,25 25-16,25-25 16,-25 25-1,-1 0-15,1 0 31,0 0-31,0 0 79,0 0-64,-1 0 1,1-25-16,0 25 47,0 0 0,0 0-32,-1 0-15,1 0 16</inkml:trace>
  <inkml:trace contextRef="#ctx0" brushRef="#br0" timeOffset="157944.57">24309 6772 0,'0'24'93,"24"26"-77,1 0 0,-25-1-1,0-24-15,0 25 16,50 24-1,-50-49 1,0 0 15,49 49 16,-24-74-31,0 0-1,124 0 32,-124 0-47,-1 0 172</inkml:trace>
  <inkml:trace contextRef="#ctx0" brushRef="#br0" timeOffset="158584.2">24854 6747 0,'0'25'94,"0"-1"-94,0 26 15,0 25-15,0-1 16,0-24-16,0 222 47,0-197-47,0-50 0,0 24 15,0 1-15,0 49 47,25-74 125,25-25-156</inkml:trace>
  <inkml:trace contextRef="#ctx0" brushRef="#br0" timeOffset="159511.68">25152 6821 0,'0'50'109,"0"-25"-109,25 0 16,24 49-1,-24 0-15,74 75 31,-24 25 1,-26-1 30,-49-148 79,0 0-126,0 0 1,0 0-16</inkml:trace>
  <inkml:trace contextRef="#ctx0" brushRef="#br0" timeOffset="160177.25">25127 7689 0,'0'0'15,"0"-24"1,25-26-16,0 0 16,0-24-1,-25 49 1,0-24-16,24-51 15,1 51-15,-25 24 16,25-223 15,0 198-31,0 1 16,-25 24-16,0 0 16,49-49 15,-49 24-16,25 25 1,0-24 0,0 49-16,-25-25 31,0 0 47</inkml:trace>
  <inkml:trace contextRef="#ctx0" brushRef="#br0" timeOffset="161271.63">26243 7367 0,'25'0'47,"-25"25"-47,25-25 31,25 0-15,-26 0-1,26 0 1,0 0-16,-1 0 15,100 0 32,-99 0-47,-1 0 16,1 0 0,-25 0-16,74 0 46,-74 0-14</inkml:trace>
  <inkml:trace contextRef="#ctx0" brushRef="#br0" timeOffset="174505.09">28104 6921 0,'-25'0'140,"25"49"-140,-25 1 16,0-50 0,25 25-16,0-1 15,0 51 1,0-50-16,0-1 16,0 26-16,0 74 46,25-99-46,-25 0 0,0 24 16,50 100 31,-25-99-31,-1-50-1,-24 24 32,0 1-31,50 0-1,-25-25 1,74 0 15,-74 0-15,0 0-16,24 0 15,1 0-15,-1-25 16,-24 0 0,0-24 15,25-125 0,-26-123 16,-24 272-31,0-25-16,0 1 0,0 24 15,0-25 1,0 25-16,0-24 0,-24 49 16,-1-50-1,0 50-15,25-25 16,-25 0-1,0 25 17,1 0-17,24-24-15,-25 24 16,0 0 0,-99 0 30,74 0-30,50 24-16,-49 1 16,-1 50-1,25-50-15,25 24 16,-24-24 0,24 0 15,-25 0-31,25-1 31,0 1 110,-25 25-141</inkml:trace>
  <inkml:trace contextRef="#ctx0" brushRef="#br0" timeOffset="181289.08">7962 12824 0,'0'25'78,"0"0"-62,25 49-1,0 0-15,0 50 16,0-24 0,-25-1-16,0-25 15,0 50-15,74 348 47,-49-373-47,-25-50 0,0 224 47,0-248-31,0 0-1,25 0 48,-1 0-63,26-1 15,-25-24-15,372 100 47,-298-100-47,50 0 16,818-100 31,-818 100-32,25 0-15,-26 0 16,51 0-16,421 0 31,-471 0-15,24 0-16,-49 0 15,0 0-15,199 0 47,-249 0-47,1 0 0,-1 0 16,25 0 0,-49 0-16,0 0 15,272 0 32,-297 0-31,0 0-16,-1 0 15,1-24 17,25-1 61,-25 0-77,-1 0-16,150-99 47,-75 124-47,1-25 15,-1 25-15,50 0 16,123 0 15,-247 0-15,-25-25 203,0 1-204,-49-1 1,-224-422 15,198 323-15,1-24-16,0-51 15,-1 25-15,-223-520 47,249 545-47,-1 75 0,25-1 16,25 50 0,0 1 15,-24 24-31,-1 0 125,0-25-110,0 0-15,-49 25 16,-25 0-16,-50 0 16,-50 0-16,1 0 15,-397 0 17,421 0-32,0 0 0,-49 0 31,-447 0 16,497 0-32,24 0-15,-25 0 0,-644 25 63,768 0-63,0-25 15,1 0-15,24 0 16,-25 24-16,1-24 16,-50 25-16,-75 25 15,75-25 1,49-25-16,-123 0 31,98 0-31,-24 0 31,74 0 173,25 25-189,0-1-15,25-24 16,74 149 15,-74-124-31,25 0 16,-26 24-16,26 1 15,24 49 1,-49-49-16,0-1 16,0 1-1,0-25-15,-25 24 16,0-24 31,0 0-47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25:27.2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6325 2208 0,'0'24'250,"0"1"-250,0 0 15,0 0-15,0 0 16,0-1 0,0 1-16,0 25 0,0-25 15,0-1 1,25 51 31,-25-50-16,0-1-15,0 1-1,0 0 63,25 25-31,0-25 31,-1-25 32,1 0-95,0 0 1,0 0 31,0 0-32,-1 0 1,1-25 31,0 25-31,0 0-1,24 0 16,-24 0-31,0 0 16,0 0-16,198-25 47,-198 25-47,0 0 16,0 0-16,24 0 15,-49-25 1,25 25-1,0 0 1,0 0-16,-1 0 16,1 0-1,0 0 1,25 0 31,-26 0-32,1 0 1,50 0 15,-51 0-15,1 0 0,0 0-1,0 0 1,0 0-1,-1 0 1,-24-25 93,0 0-30,0-24-64,0 24-15,0 0 16,0 0-16,0-99 47,0 100-47,0-1 15,0 0 1</inkml:trace>
  <inkml:trace contextRef="#ctx0" brushRef="#br0" timeOffset="13439.15">15304 794 0,'0'-25'63,"-49"25"-32,24 0-15,0 0-1,0 0-15,-173 50 47,148-50-31,26 24-1,-26 1 1,50 0-16,-25-25 16,0 50-1,25-26 16,0 1-31,0 0 0,0 0 16,0 49 31,0-49-47,0 0 16,25 24 15,-25-24 0,50 0 0,-25-25-15,24 0 0,125-25 30,-149-24-30,123-150 31,-148 174-31,25-49-16,-25 49 15,0-99 16,0 99-15,0-24-16,0 24 16,0-124 31,0 124-47,-25-24 15,25 24 1,0 0-16</inkml:trace>
  <inkml:trace contextRef="#ctx0" brushRef="#br0" timeOffset="14536.73">14684 1637 0,'25'0'110,"0"0"-110,0 0 15,0 0-15,74 0 16,-50 0-1,26 0-15,-26 0 16,175-74 15,-175 74-31,1 0 16,24 0-16,-24-25 16,-25 25-1,0 0-15,-1 0 16,1 0 15</inkml:trace>
  <inkml:trace contextRef="#ctx0" brushRef="#br0" timeOffset="16456.16">15180 2456 0,'0'-25'31,"-24"0"-15,-1 0-1,25 0 1,-25 25 15,25-24 1,-25 24-17,0 0 1,1 0-1,-1 0-15,-25 0 16,25 24 0,1-24-16,-1 25 31,0 25 0,25-25-15,0-1-1,0 1 1,0 0-16,0 25 47,0-26-31,0 1-1,0 0 16,25 0-15,-25 0 78,25-25-79,-1 0 1,26-25 0,-25 0 15,0 0 0,-1 0-15,1 1-16,-25-26 15,25 0 32,0 50-47,-25-24 16,0-1 0,0 0-1,0-25 16,25 26-15,-25-26 15,0 25-15,0 0 15,0 1-15,0-1-1,0 0-15,0-25 16,0 1 0,0 24-16,0 0 15,0 0-15,0-49 47,0 49-47</inkml:trace>
  <inkml:trace contextRef="#ctx0" brushRef="#br0" timeOffset="17223.96">15503 2084 0,'25'24'93,"0"-24"-93,-25 25 16,24 0-16,-24 0 16,25 24-16,0-24 15,-25 0-15,50 0 16,-50 24 0,24-49-16,1 75 15,0-26 1,0-24-1,-25 0 1,25 0-16,-1-25 16,-24 49 15</inkml:trace>
  <inkml:trace contextRef="#ctx0" brushRef="#br0" timeOffset="17803.41">15652 2604 0,'0'-24'15,"0"-1"-15,0-174 47,0 150-47,25 49 16,-25-25-1,0 0-15,0-24 32,24 24-1,1 0-31,-25 0 109,0 0-93,0 1-16,0-1 15</inkml:trace>
  <inkml:trace contextRef="#ctx0" brushRef="#br0" timeOffset="19799.47">16049 695 0,'0'-25'78,"24"25"-62,1 25 0,25 24-1,-25-24 1,-25 49-1,99 26 17,-74-51-17,24-24-15,-49 0 16,25 24-16,25 51 47,-25-76-47,-1-24 0,-24 50 15,0-25 1,25 0 0</inkml:trace>
  <inkml:trace contextRef="#ctx0" brushRef="#br0" timeOffset="20456.09">15999 1439 0,'50'-25'16,"98"-99"15,-123 99-15,-25 0-1,25-24 1,-25-1-16,25 25 15,-25 0-15,74-99 47,-49 75-31,-25 24 0,25 0-1,0 25-15,-25-25 16,25 1-1,-25-1-15,0 0 0,24-25 32,1 26-32,-25-1 62</inkml:trace>
  <inkml:trace contextRef="#ctx0" brushRef="#br0" timeOffset="21864.14">16520 298 0,'0'49'125,"0"1"-110,0-25 1,0-1 0,0 1-16,0 0 46,25-25 142,-25-25-157,25 0-15,-25 1-1,24-1 1,1 0 15,0 0-15,0 25 15,0 0 16,-1 0-31,1 0 15,0 0-15,0 0 30,0 0-30,-25 25 15,0 25-15,0-26 0,0 1-16,0 0 15,0 0-15,0 0 47,0 0-16</inkml:trace>
  <inkml:trace contextRef="#ctx0" brushRef="#br0" timeOffset="22615.81">16942 967 0,'0'25'78,"24"-25"-62,1 0-16,25 0 15,-25 0-15,-1 0 16,1 0-16,50 0 47,-51 0-32,1 0 17,0 0 77,0 0-93</inkml:trace>
  <inkml:trace contextRef="#ctx0" brushRef="#br0" timeOffset="23312.05">17016 1389 0,'25'0'78,"0"0"-62,-1 0-16,26 0 16,-25 0-1,0 0 1,-1 0 15,1 0-15,0 0-1,0 0 1,0 0 0,-1 0 15,1 0-15,0 0 15</inkml:trace>
  <inkml:trace contextRef="#ctx0" brushRef="#br0" timeOffset="24903.99">17537 843 0,'25'0'46,"0"25"-30,-25 0-16,49 0 16,-24-25-16,0 49 15,0-24-15,-1 0 16,51 74 15,-50-49-15,-1-25-16,-24-1 15,0 1 1,25 25 15,-25-75 126,0 0-142,0-24 1,0 24-16,50-74 31,-50 49-15,25 50-16,-1-50 15,1 26 1,50-1 15,-51 25 0,26-25-15,-50 0 0,25 25-16,0 0 15,-1 0 17,1 0-17,0 0 1,25 0-1,-50 25 1,24-25-16,-24 25 0,75 24 31,-75-24-15,25 50 0,-1-75-16,-24 99 62,25-99-46,-25 25-16,0-1 78,0 1-78,25-25 15,-25 25 17,25 0-17</inkml:trace>
  <inkml:trace contextRef="#ctx0" brushRef="#br0" timeOffset="26176.12">18752 620 0,'0'25'93,"0"0"-77,0 0 0,0 49 15,0-24-16,0-26-15,25 51 16,-25-50-16,25 74 47,0-50-47,0 1 0,-1 0 31,26 74 0,-50-75-31,25 1 16,0-1-16,-1-24 16,26 50 15,0-51 0,-50-73 157</inkml:trace>
  <inkml:trace contextRef="#ctx0" brushRef="#br0" timeOffset="27087.33">19174 719 0,'25'0'109,"0"25"-93,-25 0-16,24 0 15,26 24 1,0-24-16,-26 25 15,100 49 32,-99-74-47,0 0 16,0-1 0,0 51 30,0-75-14,-25 25-17</inkml:trace>
  <inkml:trace contextRef="#ctx0" brushRef="#br0" timeOffset="27799.41">19372 1364 0,'0'-25'15,"0"-24"1,0 24-16,0 0 16,0-74-1,25 49-15,0-24 31,0-149 32,0 198-63,-25 0 47,0 0-16,0 1 0</inkml:trace>
  <inkml:trace contextRef="#ctx0" brushRef="#br0" timeOffset="29672.18">19670 298 0,'0'24'63,"0"1"-63,0 0 15,0 0 1,0 0 0,0 24-16,0-24 15,25 50 32,-25-100 125,0 0-156,0-25-1,0 25 17,25 1 30,0-1-31,-1 25 219,1 0-234,0 0 0,0 0 30,0 0-46,-1 0 63,1 0-16,0 25-32,0-25 1,0 24 15,-25 26-31,0-25 47,24 0-31,1 0-1,-25-1 32,0 1-15,0 0-17,0 0 1</inkml:trace>
  <inkml:trace contextRef="#ctx0" brushRef="#br0" timeOffset="31248.05">20141 571 0,'25'0'188,"0"0"-173,0 0 1,0 0 0,-1 0 234,1 0-235,0 0 32,0 0-31,0 0 31,-1 0 62,1 0-78,0 0 125,0 0-77</inkml:trace>
  <inkml:trace contextRef="#ctx0" brushRef="#br0" timeOffset="32127.89">20563 223 0,'0'25'109,"0"0"-93,25 24-1,-25-24 1,0 0-1,0 0-15,25 0 16,-25 49 31,0-24-47,24-50 16,-24 25 15,0-1-16,25 26 32</inkml:trace>
  <inkml:trace contextRef="#ctx0" brushRef="#br0" timeOffset="33409.18">20811 174 0,'0'24'125,"0"1"-125,0 25 31,25-1-15,0-24-16,0 74 31,-25-74-31,24 0 16,-24 25-1,25 49 16,-25-74-15,0 24 0,25-24-16,-25 0 15,0 0 1,0 0 0,0-1-1,0 1 1,0 0-1,0 25-15,0-1 16,0 100 15,0-124-31,0 0 16,0 24-16,0 1 16,0-25-1,0-1-15,-25-24 63,25 25 140,0 0-188,0 0 1</inkml:trace>
  <inkml:trace contextRef="#ctx0" brushRef="#br0" timeOffset="55719.43">14833 3373 0,'25'0'156,"25"0"-156,-26 0 16,26 0-1,-25 0 1,24 0 0,1 0 15,0 0-31,-26 25 16,1 0 15,0 25-16,-25-26 1,0 26 0,0-25-1,0 0 1,-25 74 31,0-99-47,1 25 0,-1-25 15,0 0 32,25 25-31,0-1 15,-25 1-31,25 0 31,0 0-31,0 24 47,25-24-15,0 0-32,0 0 31,-1-25-16,1 0-15,25 0 16,-25 0-16,24 0 16,1 0-1,-25 25 1,0-25 0,-1 0-1,51 24 16,-50-24 1</inkml:trace>
  <inkml:trace contextRef="#ctx0" brushRef="#br0" timeOffset="57368.19">16123 3175 0,'0'25'172,"0"0"-172,0-1 16,0 1-1,0 74 16,0-49-31,-25-25 16,25 0 0,0 24-1,0-24-15,0 74 32,0-74-17,0 0-15,0 49 31,0 50 16,25-124-47,-25 25 16,0 0 0,50 0-1,-50 24 1,24-24-16,1 0 15,0-25-15,-25 50 16,25-1 0,24-24-16,-24 0 15,0 24-15,25 1 47</inkml:trace>
  <inkml:trace contextRef="#ctx0" brushRef="#br0" timeOffset="62952.19">16446 3373 0,'0'25'140,"0"0"-140,0 0 16,0 24 0,0-24-1,0 0 1,0 0-1,0 0 64,0-1-64,24 1 1,26-25-1,-25 25 1,0-25 0,-1 0-16,1 0 15,0 0 17,0 0-1,0 0-16,-1 0 1</inkml:trace>
  <inkml:trace contextRef="#ctx0" brushRef="#br0" timeOffset="63663.2">16718 3274 0,'0'50'94,"25"-1"-79,0 1 1,-25-25 0,0 24-16,0-24 15,50 124 17,-50-124-32,0 25 15,24-1-15,-24 1 16,0-1-1,0 1-15,25-50 16,0 99 15,-25-74-15,0 0 0</inkml:trace>
  <inkml:trace contextRef="#ctx0" brushRef="#br0" timeOffset="66399.66">17239 3076 0,'0'25'94,"0"24"-78,0-24-16,0 173 46,0-148-46,0-25 16,0 24-16,0-24 16,25 199 15,0-150-31,0-49 16,-25 0-16,0 24 15,24 1 1,1-1-16,-25-24 0,25 25 15,0-50 1,-25 25-16,25-1 31,-25 1-31,24-25 32,-24 25 139</inkml:trace>
  <inkml:trace contextRef="#ctx0" brushRef="#br0" timeOffset="69248.47">17562 3175 0,'25'0'31,"-1"0"-15,1 0-16,0 0 16,0 25-16,0-25 15,-1 25 17,1-25-17,0 24-15,-25 1 0,25 0 16,99 149 31,-99-150-47,-1 1 15,51 50-15,-1-1 16,-74-24 0,50-25-16,-50-1 15,25 1 1,24 25-1,-24-1 17,49 51-1,1-76 0,-50 1 16,-75-25 31,0-25-62</inkml:trace>
  <inkml:trace contextRef="#ctx0" brushRef="#br0" timeOffset="69888.06">18083 4018 0,'0'-74'78,"0"24"-78,24 1 16,-24-1-16,25-148 46,-25 123-46,25 1 0,-25 24 16,25-74 31,-25 99-47,0 1 31,0-1-31,25 0 31,-1 0 63,-24 0-78,25 25-1</inkml:trace>
  <inkml:trace contextRef="#ctx0" brushRef="#br0" timeOffset="72882.25">18256 2654 0,'0'-25'63,"25"25"-48,-25 25 17,0 50-17,25-26-15,-25-24 16,0 25-16,0-1 31,0-24-31,0 0 0,0 0 16,25-1 15,-1-24 47,1 0-62,0 0-1,49 0 17,-49 0-32,0 0 15,0 0 142,-50 0-126,25-24-31</inkml:trace>
  <inkml:trace contextRef="#ctx0" brushRef="#br0" timeOffset="73687.55">18504 2679 0,'0'50'109,"0"-26"-93,25 51-1,0-50-15,-25 49 32,25-49-17,-25 0 1,0-1-16,0 1 16,0 0-1,0 0-15,0 24 16,0-24-1,0 50 1,0-51 0,0 1 15</inkml:trace>
  <inkml:trace contextRef="#ctx0" brushRef="#br0" timeOffset="74455.89">18777 2927 0,'25'0'141,"0"0"-94,0 0-32,-1 0 1,1 0-16,25 0 62,-25 0-46,-1 0-16,1 0 16,0 0-1,0 0 1,0-25 109</inkml:trace>
  <inkml:trace contextRef="#ctx0" brushRef="#br0" timeOffset="75383.21">19174 2629 0,'25'0'62,"0"25"-46,-25 25-1,24-1-15,-24-24 16,0 0 0,0 0-16,25 49 15,-25-49 1,25 74 15,-25-74-15,0 0 15</inkml:trace>
  <inkml:trace contextRef="#ctx0" brushRef="#br0" timeOffset="76391.84">19596 2456 0,'0'24'63,"25"1"-48,-1 74 17,1-49-32,0-25 15,-25 0-15,50 124 47,-26-125-47,1 26 16,-25 0-16,25-26 15,0 100 17,-25-74-32,0 0 15,25-1-15,-25 1 16,0-1 0,0 1-16,0-25 15,0 0-15,0 148 31,0-123-15,0 0-16,0-1 16,-25 1-1,0-25-15,25-1 16,-149 125 31,149-124-47,-25 0 15,25 0-15,-49-25 32,24 24-1,0 1-15,0-50 124</inkml:trace>
  <inkml:trace contextRef="#ctx0" brushRef="#br0" timeOffset="77208.11">20464 3200 0,'25'0'78,"24"0"-62,26 0-16,-1 0 15,25 0-15,75 0 47,-149 0-47,0 0 16</inkml:trace>
  <inkml:trace contextRef="#ctx0" brushRef="#br0" timeOffset="77703.36">20613 3770 0,'49'0'47,"125"0"-16,-100 0-31,1 0 0,-50 0 16,24 0-1,26-24 17,-51 24-32,1-25 31</inkml:trace>
  <inkml:trace contextRef="#ctx0" brushRef="#br0" timeOffset="80408.05">21307 2877 0,'25'0'15,"0"0"-15,99 0 47,-99 0-47,24 0 16,-24 0-16,0 0 16,74 0 15,-49 0-16,-25 0-15,-1 0 16,-24 50 0,25-50-16,0 50 0,0-50 15,-25 173 32,-25-123-47,0-1 0,-24-24 16,-1 0-16,-74 25 47,74-26-47,25 1 15,-24 0 1,-1 25 15,50-26 0,0 1-15,0 0 0,0 0-1,0 0 1,0-1 31,25-24-32,0 25 1,24-25 15,-24 0-31,0 0 0,25 0 16,-26 0 0,1 0 15,25 0 0,-25-49 0,-25 24-15,0-25 0,0 25-1,0 1-15,0-1 16,0 0-16,0 0 15,0 0 1,0 1-16,0-1 16,-75-50 15,50 51-31,1-26 0,-26 0 31,25 26-31,-99-76 47,99 100-31,25-24-16,-49-1 15,49 0 1,-25 0-16,0 0 16,25 1 30,0-1-14,-25 25-17</inkml:trace>
  <inkml:trace contextRef="#ctx0" brushRef="#br0" timeOffset="84079.89">22225 2803 0,'25'0'79,"0"25"-64,-1 0-15,26 74 16,-25-50-1,0 1-15,74 74 16,-50-74 0,26 123 15,-50-123-31,24-1 0,1 26 31,-25-26 0,-25-24 141,0 0-172,-25 0 16</inkml:trace>
  <inkml:trace contextRef="#ctx0" brushRef="#br0" timeOffset="84671.92">22275 3770 0,'0'-49'0,"0"24"16,24-50-1,1 26-15,0-1 16,25-49-1,-26 25-15,1 24 16,0 0-16,74-173 47,-99 174-47,25-1 0,0 25 16,0 0 15,-25 1-16,0-1 32,0 0 16,0 0-32</inkml:trace>
  <inkml:trace contextRef="#ctx0" brushRef="#br0" timeOffset="85960.24">22920 2059 0,'24'0'110,"1"0"-110,0 25 15,25 24 32,-26-49-47,-24 25 16,0 0-1,0 0 1,0-1-16,0 1 0,0 0 16,0 0-1,-24 24 1,24-24 109,24-25-109,26 50-1,-25-50 1,24 0-16,1 0 31,0 25-31,-50-1 16,24-24-1,-24 25 1,0 0 15,0 0-15,0 0-1,0-1-15,0 1 16,-24-25 0,24 25-16,-50 0 31,25-25-15,-24 0-1,-26 25 1,1-25 46,49 0 79</inkml:trace>
  <inkml:trace contextRef="#ctx0" brushRef="#br0" timeOffset="89551.92">6127 7962 0,'25'25'109,"-25"0"-93,0 0-16,24 0 15,1 49 16,0-24-31,0-1 16,-25-24 15,25 0-15,-25 0 0,24-1-16,-24 1 31,0 0-31,25 0 15,-25 24 32,0-24-47,0 0 32,0 0-17,25-25 16,0 49-31,0-49 63,24 0-63,1 0 16,74 0-1,-75 0 1,26-24-16,74-1 31,-100 25-31,26-25 16,-26 0-16,75 0 31,0 1 31,-99 24-62,0 0 16,0 0 0,0 0 15,-1 0 0,1-25 63,-25 0-63,0-99-15,-25 99-16,25 0 15,0-24 1,0 24-16,0 0 16,0 0-16,0-24 47,0 24-47,0 0 31,0 50 141</inkml:trace>
  <inkml:trace contextRef="#ctx0" brushRef="#br1" timeOffset="112687.59">8558 1860 0,'0'-24'47,"0"-1"-31,-25 0-1,0 25 1,25-25 0,0 0-1,0-24 1,0-1 0,0 25-16,-50-198 62,50 198-46,0 0 15,0 1 172,50 24-187,24 0-1,26-25-15,98 25 32,-173 0-17,49 0-15,-49 0 16,0 0-16,0 0 15,0 0-15,-1 0 16,1 0-16,99 0 47,-99 0-31,0 0-1,24 0 16,-24 0 16,0 0-15,-25 25 61,0 24-61,0 1-1,0-25-16,-25-1-15,25 1 16,0 0 0,0 0-1,0 24 220,0-24-220</inkml:trace>
  <inkml:trace contextRef="#ctx0" brushRef="#br1" timeOffset="132463.32">15478 5705 0,'0'-25'78,"25"25"-62,74 0-1,-49 0 1,-25 0-16,148 50 47,-148-25-31,0-25-1,-25 49 16,0-24-15,0 0 0,0 0 15,0 0-31,25-1 78,-1 1-78,1 0 16,50 0-16,-51 0 15,150 74 17,-149-74-32,0-1 15,24 26-15,26 124 63,-75-150-63,0 26 0,0-25 15,-50 0 1,0-1 0,-49 1-16,-25-25 15,25 0 1,25 0-16,-26 0 15,-222 0 17,297 0-32,0 0 15,50 0 110,0 0-109,25 0-16</inkml:trace>
  <inkml:trace contextRef="#ctx0" brushRef="#br1" timeOffset="133552.14">16793 5531 0,'25'0'62,"-25"50"-15,-25-50-47,25 25 16,0 0-16,0-1 16,-25 26-1,25 0-15,0-26 0,0 26 16,25 223 15,-25-223-15,49-1-16,-24 26 15,0-51 1,99 175 15,-74-150-31,-50 1 16,49-50-16,-49 25 15,50 0 17,-25-25-32,-1 24 15,1-24 1,-25 25 0,25 0-1,0-25 1</inkml:trace>
  <inkml:trace contextRef="#ctx0" brushRef="#br1" timeOffset="135760.18">17413 5705 0,'25'0'62,"-1"25"-46,51-25-16,-25 49 16,-1-24-16,1 0 15,24 0-15,25 0 16,323 223 31,-372-223-47,-1 24 15,-24-24-15,25 0 32,-26 24-17,-24-24 157,0 0-156,-49 0-16</inkml:trace>
  <inkml:trace contextRef="#ctx0" brushRef="#br1" timeOffset="136383.96">17884 6449 0,'0'-25'47,"0"-74"-31,25 25 0,0 24-16,0-24 15,99-274 32,-75 299-47,-49 24 0,25-25 16,0 1 31</inkml:trace>
  <inkml:trace contextRef="#ctx0" brushRef="#br1" timeOffset="141167.18">18306 5085 0,'49'0'141,"1"0"-141,0 0 15,-1 0 1,-24 25-16,0-25 15,25 25 17,-50-1-17,24-24 1,-24 25 0,0 0-1,0 0 1,-49 0-1,-1-1 17,0-24-32,1 0 0,24 0 15,-25 25 17,50 0 77,25-25-78,0 25-31,0-25 31,0 25-15,-1-25 0,1 0-1,0 24-15,-25 1 32,25 0-1,0 0-16,0 24 48,-25-24-47,0 25-1,-50-25 1,25-1 15,0 1-31</inkml:trace>
  <inkml:trace contextRef="#ctx0" brushRef="#br1" timeOffset="142104.17">19025 5234 0,'25'0'188,"0"0"-188,0 0 15,49 25-15,-49-25 47,0 0-47,-1 0 47,1 0-31,0 0 15</inkml:trace>
  <inkml:trace contextRef="#ctx0" brushRef="#br1" timeOffset="142864.04">19447 5060 0,'25'0'109,"-25"25"-93,0 0-16,24 74 15,-24-74 1,0 0-16,50 148 47,-50-123-32,0-25-15,0-1 16,50 26 15,-50-25 126,25-50-142</inkml:trace>
  <inkml:trace contextRef="#ctx0" brushRef="#br1" timeOffset="143895.76">19720 4887 0,'25'49'125,"24"1"-110,-24-25-15,25 74 16,-1-74 0,-49 24-16,75 1 31,-51-1-31,51 100 31,-75 0 16,0-124-47,0 173 62,0-173-62,0 0 0,0 25 16,0 49 0,0-74-1,0-1-15,0 51 16,-25 24 15,25-74-15,-25 24-1,0-49 1,25 50-16,-24-25 31,-26 0 172</inkml:trace>
  <inkml:trace contextRef="#ctx0" brushRef="#br1" timeOffset="146248.18">20762 5556 0,'24'0'46,"1"0"-30,25 0-16,24 0 16,-24 0-1,-1 0-15,1 0 16,0 0 0,-26 0-1,26 0 16,-25 0-31,0 25 110</inkml:trace>
  <inkml:trace contextRef="#ctx0" brushRef="#br1" timeOffset="146848.82">20637 6003 0,'25'0'16,"50"0"-1,-26 0 1,1 0-16,223 0 47,-224 0-47,1 0 15,24 0-15,-49 0 16,25 0 0,-1 0-16,-24 0 15,25 0 1,-25 0 15</inkml:trace>
  <inkml:trace contextRef="#ctx0" brushRef="#br1" timeOffset="147943.19">21630 5333 0,'0'-25'63,"49"25"-48,150 0 1,-100 0 0,0 0-16,-24 0 15,49 0 17,-100 0-17,-24 25-15,0 0 16,0 49-1,0-24-15,-49 24 47,49-49 31,25 25-62,-1-26 0,125 76 15,-149-51-31,50-49 16,-50 50-16,25-25 15,24 99 16,-49-75-15,0-24-16,0 0 16,0 0-1,0 0-15,-49-1 16,24-24 0,-198 25 15,74-25 16,124 0-47,0 0 31</inkml:trace>
  <inkml:trace contextRef="#ctx0" brushRef="#br1" timeOffset="148688.31">22820 5234 0,'25'0'31,"25"0"-15,-50 25 0,25-25-1,-1 24-15,1 1 16,0 0-16,74 99 31,-49-99-15,-50 24-16,49-24 15,-49 25-15,149 99 47,-99-125-47,-1 1 0,1 25 16,0-25-16,24 49 47,-173-49 93</inkml:trace>
  <inkml:trace contextRef="#ctx0" brushRef="#br1" timeOffset="149271.15">22820 6201 0,'0'0'0,"0"-25"0,25 25 15,50-99 1,-51 74 0,1-24-16,149-249 46,-125 199-46,-49 24 16,25 1-16,25 0 16,24-100 15,-74 149-15,0 0-16</inkml:trace>
  <inkml:trace contextRef="#ctx0" brushRef="#br1" timeOffset="155424.76">23564 4539 0,'0'0'0,"50"-25"16,24 1-16,26-1 15,-51 25 16,-24 0-15,-25 25 0,0 24-1,0 26-15,-50-26 16,1 26 0,-1-75-16,-173 124 62,198-99-46,25-1-1,-25 1 1,25 0 15,0 0 0,0 0-15,25-25 0,-25 24-1,25-24-15,124 50 32,-100-50-17,-24 0-15,0 0 16,0 0-1,0 0 17,-1 0-17,1 0 32,0 0-31,0 0-1,0 0 1</inkml:trace>
  <inkml:trace contextRef="#ctx0" brushRef="#br1" timeOffset="163111.1">8359 7665 0,'0'-25'31,"0"0"-15,0-25-1,0 1 1,0 24 0,0-49-1,0 49-15,0 0 16,0 0-16,0 0 15,0 1-15,0-26 16,0 25 0,25 0 109,0 1-125,0 24 15,24-25 17,-24 0-32,0 25 15,49-25-15,75 0 47,-99 25-47,-26 0 16,1 0-16,0 0 15,124 0 17,-99 0-32,-26 0 15,1 0-15,50 0 47,-51 0-31,1 0-1,0 0 1,0 0-16,0 0 16,-1 0-1,1 0 16,0 0-15,0 0-16,0 0 31,-1 0 126,-24 25-142,0 0 1,0 0-16,0 74 47,0-49-47,0-26 15,0 1 1</inkml:trace>
  <inkml:trace contextRef="#ctx0" brushRef="#br2" timeOffset="183896.17">9996 2307 0,'50'0'78,"-50"25"-62,0 49 0,25-24-16,-25-26 15,25 26-15,-1 99 47,-24-124-47,0 0 16,0-1-16,0 1 31,25-25-31,-25 25 31,0 0 16,0 24-31,25-49 77,0 0-61,24 0-32,-24 0 15,25 0-15,-25 0 16,123-24 15,-98 24-15,-25 0-16,24-25 15,-24 25 1,0 0-16,0 0 16,99 0 31,-99 0-32,-25-25 220,0 0-204,0 0-31,0-49 31,0 49-31,0-25 16,0 26-1,24-26 1,1 50-16,-25-25 16,0 0-1,0 1 1,0-1-1,0-25 1,0 1 0,0 24-16,25 0 15</inkml:trace>
  <inkml:trace contextRef="#ctx0" brushRef="#br2" timeOffset="196071.17">15429 7689 0,'24'0'109,"1"0"-93,25 0-16,-25 0 15,198-49 17,-174 49-17,-24 0 1,0 0 31,0 0-32,0 25 1,-25 24-16,-100 373 62,76-397-62,-1 0 0,0 24 16,0-49-16,0 50 47,1-50-47,24 25 16,0-1 93,24-24-93,26 0-16,0 0 15,-1 0-15,125 0 47,-125 0-47,-24 0 109</inkml:trace>
  <inkml:trace contextRef="#ctx0" brushRef="#br2" timeOffset="197287.19">16594 7441 0,'0'75'109,"0"-50"-109,0 24 16,-24-24-16,24 0 15,0 0 1,0-1-16,0 76 16,0-76-1,0 1-15,0 74 31,0-24-31,0-50 16,0 24-16,49 100 31,-24-99-15,-25-25-16,25-1 16,0 26-16,99 124 46,-100-174-46,1 0 47,-25 24-31,25-24 31,0 0-47</inkml:trace>
  <inkml:trace contextRef="#ctx0" brushRef="#br2" timeOffset="199279.69">17264 7689 0,'25'25'78,"49"0"-78,-49 25 16,25-26-16,74 125 16,-75-99-1,26 49-15,49 0 16,-99-74-1,-1 0-15,1 0 16,25 49 15,-25-49-15,-1-25 46,-24 25 79</inkml:trace>
  <inkml:trace contextRef="#ctx0" brushRef="#br2" timeOffset="199903.17">17562 8582 0,'0'-49'15,"0"-1"-15,25 25 16,-1-49 0,1 49-16,0 0 15,-25-49-15,124-75 31,-124 124-15,50-24-16,-26-1 16,76-223 31,-100 248-47,0 1 15,24-26-15,1 25 47,-25 0-47</inkml:trace>
  <inkml:trace contextRef="#ctx0" brushRef="#br2" timeOffset="209407.69">17959 7045 0,'49'0'125,"1"0"-94,-50 24-15,25-24 0,74 25 15,-99 0-15,25 0-16,-25 0 15,0-1 1,0 26 15,0 0 0,-100 49 32,100-74 15,0-1-62,0 1 62,50-25-47,-25 0-31,0 0 16,-1 0-16,1 0 15,25 0 16,-1 0-15,-24 0 15</inkml:trace>
  <inkml:trace contextRef="#ctx0" brushRef="#br2" timeOffset="211743">18579 7193 0,'25'0'109,"-1"0"-93,26 0-1,-25 0 17,0 0-17,-1 0 63,1 0-78,0 0 16,0 0 0,0 0-1,-1 0-15,1 0 16</inkml:trace>
  <inkml:trace contextRef="#ctx0" brushRef="#br2" timeOffset="212511.68">19025 6871 0,'25'0'78,"-25"25"-78,0 0 15,25 24-15,-25-24 32,0 0-32,0 24 15,25 51 1,24 123 46,-49-198-46,0-1 15</inkml:trace>
  <inkml:trace contextRef="#ctx0" brushRef="#br2" timeOffset="213663.12">19472 6995 0,'0'25'62,"0"0"-62,24-1 16,1 1-16,0 0 15,74 173 17,-74-148-32,-25 0 15,25-26-15,0 1 16,0 149 15,-25-149-31,0 24 16,24 26-16,1-26 15,-25-24 1,0 0-16,0 0 16,0 49-16,0-49 15,0 0-15,25 99 31,-25 74 16,0-173-31,0 0-16,-25 99 47,-24-75-32,-1 1 1,25-25 0,-24 0-1,-26 24 1,50-24 0,0 0-1</inkml:trace>
  <inkml:trace contextRef="#ctx0" brushRef="#br2" timeOffset="-213369.36">20588 7392 0,'49'0'47,"51"25"-31,-75-25 0,24 0-1,1 0 16,-50 24 1,0 1-17,0 0-15,0 25 16,0 24-16,0 100 47,0-150-47,0 26 0,0 0 15,0-26 1,0 1 15,25 25-15,-1-25 0,-24 24 15,25-49 0,0 0-31,25 0 16,24 0-16,-24 0 15,198 0 1,-174 0 0,75 0 30</inkml:trace>
  <inkml:trace contextRef="#ctx0" brushRef="#br2" timeOffset="-212409.64">20191 7813 0,'25'0'172,"0"0"-172,-1 0 15,1 0 1,50 0 15,-51 0-15,1 0-16,0 0 15,0 0 17,0 0-17,-1 0 32</inkml:trace>
  <inkml:trace contextRef="#ctx0" brushRef="#br2" timeOffset="-211641.7">20265 8086 0,'0'25'93,"25"-25"-77,0 0-16,0 0 16,24 0-16,51-25 46,-76 25-46,1 0 0,0 0 204</inkml:trace>
  <inkml:trace contextRef="#ctx0" brushRef="#br2" timeOffset="-210729.27">21605 7441 0,'25'0'125,"-1"0"-125,1 50 16,0-50-16,124 174 47,-99-150-47,-50 1 0,24-25 15,-24 50 1,25-50-16,0 25 16,25 123 30,-26-148-46,-24 50 32,25-25-17,0 0 17</inkml:trace>
  <inkml:trace contextRef="#ctx0" brushRef="#br2" timeOffset="-210097.62">21729 8136 0,'0'0'0,"25"-25"16,0 0-16,-25 1 15,0-26 1,24 25-16,1-25 0,-25 26 16,50-76-1,-25 51-15,-25-26 16,99-222 31,-74 272-47,-25 0 31,0-24 0</inkml:trace>
  <inkml:trace contextRef="#ctx0" brushRef="#br2" timeOffset="-202481.55">10443 8062 0,'0'49'172,"0"-24"-172,0 0 16,0 24-16,0 26 46,0-50-46,0-1 32,0 1-32,0 0 15,0 25 1,0-26 0,0 1-1,0 0 32,0 0-31,0 0 15,0-1 16,74-24-16,-24 0-15,24 0-16,25 0 15,1 0 1,371 0 15,-446 0-15,148-24 15,-148 24-15,50 0 15,-1 0 16,-49 0-47,0 0 250,-25-50-235,0 0 1,0 26 0,-25-1-16,25-25 0,0 1 15,-50-75 17,50 99-32,0-25 15,0 25 16</inkml:trace>
  <inkml:trace contextRef="#ctx0" brushRef="#br3" timeOffset="-191881.18">11832 2431 0,'0'25'62,"0"-1"-46,0 26-1,0-25-15,0 0 16,0 99 15,0-99-31,0 24 16,0-24 0,0 25 15,25-50 0,-1 24-31,1-24 16,25 25-1,-1-25 1,1 0-16,24 0 16,-24 0-16,198 0 46,-173 0-46,-51 0 0,26 0 16,-25 0 0,0 0 31,-1-25-47,-24 1 31,25 24-16,0-25 32,-25 0-31,0 0-16,0-173 47,0 173-47,0-25 0,0 25 15,0-49-15,0 49 16,0 0-16,0 1 16,0-26-16,0 25 15,0-24 32</inkml:trace>
  <inkml:trace contextRef="#ctx0" brushRef="#br3" timeOffset="-190312.44">17140 9475 0,'0'25'78,"0"0"-78,-25 49 16,0-24-1,25 0-15,-24-26 16,-26 125 15,50-99-31,0-1 16,0 1-16,0 0 15,0-1 1,0-24-16,0 25 16,0 123 30,25-148-46,-25 0 16,25-25-16,-1 25 16,26 49 15,0-74 0,-26 0-15,51 0-16,-50-25 15,-1 25 1,26-24-16,-25 24 0,24-25 16,1 25-1,-50-50-15,25 25 0,0-24 16,0-75 0,-1 74-16,1 1 15,-25-26 1,0 50-1,0-24-15,0-51 16,0 26 0,-124-323 31,74 348-32,50 24-15,-24 0 16,-1 0-1,0 25 1,-25 0 0,26 0-16,-1 0 15,-223 149 32,198-75-47,25 26 0,1 24 16,-1 0-16,25 322 47,0-347-47,0 25 0</inkml:trace>
  <inkml:trace contextRef="#ctx0" brushRef="#br3" timeOffset="-188265.15">12179 7268 0,'0'25'47,"0"-1"-47,0 1 15,0 0-15,25 99 47,-25-99-47,0 24 16,25 26-16,-25-26 15,25 51 1,-25-51-16,0 1 16,49 74-1,-24 50 1,25-50 31,-26 24-32,-24-123 1,0 25 0,25-25 15,-50-25 63,1-25-79</inkml:trace>
  <inkml:trace contextRef="#ctx0" brushRef="#br3" timeOffset="-187569.69">11981 7962 0,'24'0'78,"1"0"-78,50 0 15,-26 0-15,1 0 16,124 0 15,-125-25-31,-24 25 16,0 0 0,0 0 15,-1-24-16,1 24 1</inkml:trace>
  <inkml:trace contextRef="#ctx0" brushRef="#br3" timeOffset="-186473.03">12923 7491 0,'-25'-25'31,"25"50"16,0 25-47,-24 24 15,24 50 17,0-74-32,0-1 15,0-24-15,0 25 16,0 74 15,0-99-31,0 24 16,24 26-16,-24-51 15,25 26 1,-25-25-16,25 24 0,-25-24 16,50 50 31,-26-75-32,1 0 32,0 0-31,124-50 31,-124 25-47,24-124 62,-49 100-62,0 24 0,0-25 16,0 1-16,0-175 47,-24 150-47,24 24 0,-50 1 15,25 24-15,25 0 16,-25 0-1,-24-24 1,24 24 0,0 25 15,-74 0 16,74 0-32,0 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33:45.22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5259 7417 0,'0'24'156,"0"1"-156,0 0 16,24 0-1,-24 0 1,25-1 0,-25 1-1,25 0 1,-25 0 0,25 24-1,-25-24 32,25 0-16,-1-25 172,1 0-203,0 0 16,0 0 0,49 0 15,-49 0-31,0 0 16,24 0-1,1-25 16,-25 25 1,0 0 124,24-25-140,-24 25 15,0 0-16,0 0 48,-25-24-32,0-1-15,0 0-1,0 0-15,0-24 47,0 24-47,0 0 47,0 0 31</inkml:trace>
  <inkml:trace contextRef="#ctx0" brushRef="#br0" timeOffset="12784.75">5655 8706 0,'-24'0'94,"-1"-24"-94,25-1 16,-25-25 15,25 1-31,0 24 15,-50-174 32,26 175-47,24-1 16,0 0-16,0-49 16,0 49-1,0-25-15,0 25 16,-25-49 31,25 49-47,0-25 47,25 50-32,-1 0 16,26 0-15,-25 0 0</inkml:trace>
  <inkml:trace contextRef="#ctx0" brushRef="#br0" timeOffset="13536.94">5383 8409 0,'24'0'47,"1"25"-32,0-25 1,25 0-16,49 0 31,-74 0-15,-1 0-16,1 0 47,-25-25-32,25 25 1</inkml:trace>
  <inkml:trace contextRef="#ctx0" brushRef="#br0" timeOffset="14400.66">5755 8434 0,'0'24'78,"0"1"-62,0 0-16,0 0 15,0 24 32,0-24-47,0 0 0,49 0 31,-49 24-15,25-24 0,-25 0 15,25 0 0,0 0-15,0-25 15,-1 24-15</inkml:trace>
  <inkml:trace contextRef="#ctx0" brushRef="#br0" timeOffset="15041.76">5904 8458 0,'0'-24'46,"24"48"-14,1 1-32,-25 0 15,25 25 1,0-50-16,0 24 16,-25 1-1,49 25 16,-24-25-31,-25-1 16,25 1 0,-25 25 15,25-25-15,-25-1 15,0 1-16</inkml:trace>
  <inkml:trace contextRef="#ctx0" brushRef="#br0" timeOffset="15552.42">6052 8880 0,'0'-25'15,"0"-24"1,0-1 15,0 25-15,25-24-16,0 49 16,-25-25-16,0-25 15,0 25 16,0 1-31,0-1 63,0 0-63,0 0 47</inkml:trace>
  <inkml:trace contextRef="#ctx0" brushRef="#br0" timeOffset="16193.17">6102 8310 0,'25'0'46,"0"24"-46,-1-24 16,-24 50-16,50-25 16,-50 0-16,25 24 15,0-24-15,-25 0 16,49 74 15,-24-49-31,-25 49 31,0 50 16,0-125-31,0 1-16,0 0 16,0 0-1,0 0-15,0 0 16,-25-25 93,25-25-78,-25-25-31,25 25 16</inkml:trace>
  <inkml:trace contextRef="#ctx0" brushRef="#br0" timeOffset="18233.09">18455 2456 0,'0'-25'62,"0"-25"-46,0 25 0,24 1-16,-24-1 15,25-50-15,25-24 32,-50 50-32,25-26 0,0 26 15,-1-1 1,125-248 15,-25-74 0,0 124 1,-74 199-17,-50 24-15,49-25 31,-24 50 32,0 0-47,0 0-16,-25 25 15,49 0 1,-49 0-16,25-25 0,-25 24 15,25 1 17</inkml:trace>
  <inkml:trace contextRef="#ctx0" brushRef="#br0" timeOffset="18896.99">18256 1910 0,'25'0'16,"25"0"0,49 0-1,-50 0-15,51 0 16,-51-25-16,100 0 31,-124 1-15,0 24-1,24 0 1,-24 0-16,0 0 16,0 0-16,49-25 46,-49 25 48</inkml:trace>
  <inkml:trace contextRef="#ctx0" brushRef="#br0" timeOffset="19641">19298 1935 0,'0'25'31,"-25"24"-15,25-24-16,-25 74 31,1-49-31,24-25 16,0-1-16,0 26 15,0 24 1,0-49-16,0 0 15,0 25-15,0-1 47,0-24-15,24-25-17,1 25 16,0 0-15</inkml:trace>
  <inkml:trace contextRef="#ctx0" brushRef="#br0" timeOffset="20264.28">19422 2133 0,'25'0'31,"0"0"-15,24 50-1,-24-25 1,0-1-16,49 26 16,-49-25-1,0 0-15,-25-1 16,99 51 15,-74-75-31,0 25 16,24-1-1,-24 26 17,0-50-32</inkml:trace>
  <inkml:trace contextRef="#ctx0" brushRef="#br0" timeOffset="20856.34">19596 2629 0,'0'-25'16,"0"1"0,49-51 15,-49 26-15,25-1-16,0 0 15,0 1-15,74-174 47,-74 173-47,-25 25 16,25 0-16</inkml:trace>
  <inkml:trace contextRef="#ctx0" brushRef="#br0" timeOffset="21594.2">19968 1736 0,'25'0'62,"-25"25"-46,24 0-16,1 0 0,-25 24 16,25 26-1,0-26-15,24 51 32,26 172 30,-75-222-62,0 74 47,0-74-31,0-1-16,-25-49 15,25 25-15,-50 74 31,26-99 1,24-49 93</inkml:trace>
  <inkml:trace contextRef="#ctx0" brushRef="#br0" timeOffset="22253.69">20786 1836 0,'50'0'125,"0"0"-109,24 24-16,-49-24 15,24 0 1,-24 0-16,0 0 0,0 0 16,0 0 62,-25 25-47,24-25-31,-24 25 31</inkml:trace>
  <inkml:trace contextRef="#ctx0" brushRef="#br0" timeOffset="22721.13">20762 2356 0,'24'0'63,"76"0"-63,222-49 47,-223 24-47,0 0 0,-74 25 15,-124 0 63</inkml:trace>
  <inkml:trace contextRef="#ctx0" brushRef="#br0" timeOffset="24280.6">21927 1513 0,'25'0'93,"25"0"-93,-25 25 16,49 24-16,25-24 16,-49 25-16,-1-25 15,26 24-15,247 100 47,-272-124-31,0 0-16,-1 0 15,1 24 1,-25-24 0,-1-25-1,1 0 1,-25 25-1,25 0 1</inkml:trace>
  <inkml:trace contextRef="#ctx0" brushRef="#br0" timeOffset="24824.93">22175 2257 0,'0'0'16,"0"-49"-16,25-75 31,0 74-31,0-24 0,0 24 16,148-223 15,-148 199-15,25 24-16,-50-24 15,49 24-15,1-24 16,-25 74-1,-25-25-15,24-50 47</inkml:trace>
  <inkml:trace contextRef="#ctx0" brushRef="#br0" timeOffset="26161.89">22895 794 0,'25'0'140,"-1"0"-140,1 25 32,0-25-1,-25 24-15,25 1-1,-25 25 1,0-25-16,0 24 31,0-24-31,-25 0 47,25 24 47,50-49-79,-26 0 1,76 50 15,-76-50-15,1 25 31,-25 0-32,0-1 17,0 1-17,-49 25 32,49-25-47,-25-25 0,0 24 16,0-24 15</inkml:trace>
  <inkml:trace contextRef="#ctx0" brushRef="#br0" timeOffset="27864.25">26243 670 0,'0'49'78,"25"26"-62,-25-26-16,25 150 15,0-100 1,-25-49-16,0 24 16,0 248 15,0-222-31,0-26 16,0 25-16,0 1 15,0-1 1,0 0-16,0 0 0,0-24 15,74 346 17,-74-396-17,25 74-15,-25-24 16,0 24 0,0-25-1,25 150 16,0-175-31,-1-24 0</inkml:trace>
  <inkml:trace contextRef="#ctx0" brushRef="#br0" timeOffset="29792.92">26963 1761 0,'0'25'16,"0"49"0,0-24-1,0 49 1,24-49-16,-24-25 16,0 74-1,0-50 1,0 26 31,25-125 62,-25 25-93,0-74-16,25 50 15,50-175 17,-51 200-17,-24-1-15,25-25 16,-25 25-1,0 1-15,0-1 16,25-25 31,25 50 31,-26 25-62,26 0-16,-25 24 15,99 125 17,-124-149-32,25 24 15,-1-24-15,-24 0 16,50 74 31,-50-74-47,0 0 0,0 24 15,25-24 1,-25 0 15</inkml:trace>
  <inkml:trace contextRef="#ctx0" brushRef="#br0" timeOffset="30609.08">27880 1315 0,'-24'74'62,"24"-49"-62,-25 49 16,25-49-16,0 0 15,-25 149 17,25-125-32,0-24 15,0 0 1,0 24-16,0 26 15,0-26-15,0 1 16,0 74 0,0-74-1,0-1-15,50 26 32,98 123 14,-148-148-46,50-26 16,-50 26-16,25-50 16,0 25-1,0-25 32,-1 0 31</inkml:trace>
  <inkml:trace contextRef="#ctx0" brushRef="#br0" timeOffset="31368.84">28327 1563 0,'0'74'78,"25"-49"-62,-25 25-16,25-1 16,24 1-16,-49-25 15,50-1-15,-1 51 16,-49-26 0,50 26 15,-25-50-31,0 24 15,-1-24 17,-24 25-17,25-50-15,25 74 47,-25-49-16,-1-25-15,-24 25 0,0-1 15</inkml:trace>
  <inkml:trace contextRef="#ctx0" brushRef="#br0" timeOffset="31904.72">28476 2456 0,'0'0'0,"0"-50"15,49-124 16,-24 125-31,-25-1 16,25 25-16,0-24 16,0-75-1,-1-75 17,26 26 14</inkml:trace>
  <inkml:trace contextRef="#ctx0" brushRef="#br0" timeOffset="33249.6">28749 1091 0,'0'25'47,"0"0"-31,0 25-16,0-1 15,24-24-15,-24 49 47,25-74 109,0 0-140,0 0 0,0-24-16,-25-1 15,99-99 32,-74 99-47,-25 0 16,49-24 31,-24 49 31,0 24-63,-25 26 1,124 198 31,-124-198-47,0-26 15,0 26 1,0-25 0,0 0-16,25-1 140,24-24-124</inkml:trace>
  <inkml:trace contextRef="#ctx0" brushRef="#br0" timeOffset="33993.01">29418 1290 0,'25'0'187,"0"0"-155,0 0-17,0 0-15,-1 0 16,51 0 31,-50 0-32,-1 0-15,1 0 47</inkml:trace>
  <inkml:trace contextRef="#ctx0" brushRef="#br0" timeOffset="34610.87">29815 918 0,'0'25'62,"0"24"-62,0-24 16,0 49-16,0 75 31,0-25 0,0-49 16,25-75 47,0 0-78</inkml:trace>
  <inkml:trace contextRef="#ctx0" brushRef="#br0" timeOffset="35424.87">30063 843 0,'25'0'63,"0"50"-48,-25 0-15,25-1 16,-25-24-16,24 49 16,1-24-16,-25-25 15,0 0-15,75 322 47,-50-273-47,-25-24 16,0 24-16,0 1 15,-25 198 17,25-224-32,-25 26 15,0-26-15,-74 125 47,74-125-31,0-24-1</inkml:trace>
  <inkml:trace contextRef="#ctx0" brushRef="#br0" timeOffset="45968.68">17785 4738 0,'0'-25'47,"0"0"-31,0-25-1,0-74 16,0 75-31,0-1 16,0 1-16,0-1 16,0-248 31,0 249-47,0-26 15,0 51-15,0-26 16,0-99 15,0 124-31,25 0 16,0-24-1,-1 24 1,1 0-16,0 25 16,49-25-1,-49 25-15,0 0 16,49 0-1,-49 0-15,0 0 16,0 0 15,0 0-15,-1 0 15</inkml:trace>
  <inkml:trace contextRef="#ctx0" brushRef="#br0" timeOffset="46680.96">17587 4266 0,'24'0'63,"26"0"-48,-25 0-15,24 0 16,125 0 15,-124 0-31,-26 0 16,1 0 62,0-24 31</inkml:trace>
  <inkml:trace contextRef="#ctx0" brushRef="#br0" timeOffset="47361.1">18355 3225 0,'25'0'78,"-25"49"-62,25 1 15,-25-25-31,25 49 31,-25-24 16,0-26 47,25 26-79,-25-25 1</inkml:trace>
  <inkml:trace contextRef="#ctx0" brushRef="#br0" timeOffset="48232.88">18405 4043 0,'-25'0'47,"25"25"-31,0 0-16,0 0 15,0-1-15,0 51 32,0-50-32,0 247 62,25-247-62,-25 0 16,25 25-16,-25-1 15,25-24 1,-25 0 0,24 0-1,1-25 17</inkml:trace>
  <inkml:trace contextRef="#ctx0" brushRef="#br0" timeOffset="48880.56">18653 4018 0,'25'50'62,"-25"-25"-62,25 24 16,-25-24-1,0 0-15,49 49 47,-49-49-31,0 0-16,25 0 15,25 49 1,-25-74-16,-25 25 16,0 0-16,49 24 31,-49-24 63,25 0-79,-25 0 17</inkml:trace>
  <inkml:trace contextRef="#ctx0" brushRef="#br0" timeOffset="49373.91">18728 4688 0,'0'-25'16,"0"0"-16,0 1 16,99-175 15,-74 174-31,-1 1 15,-24-26-15,25 25 16,25-74 15,-50 74-15,0 0 0,0 1 62,0-1-63,0-25 1</inkml:trace>
  <inkml:trace contextRef="#ctx0" brushRef="#br0" timeOffset="50008.18">19025 3795 0,'25'0'47,"-25"25"-31,25 25-1,0-1-15,-1 1 16,1 24-1,0 1-15,0-26 16,124 298 15,-149-272-15,24-1-16,-24-49 16,0 25-16,0 74 46,0-99-46,0-1 32,-24-24 15,-1 0-32,-25 0 16,25 0-15</inkml:trace>
  <inkml:trace contextRef="#ctx0" brushRef="#br0" timeOffset="52056.12">19695 3944 0,'25'0'94,"24"0"-94,-24 0 15,50 25-15,24-25 16,50 0 15,-125 0-31,1 0 16,0 0-1</inkml:trace>
  <inkml:trace contextRef="#ctx0" brushRef="#br0" timeOffset="52704.14">19844 4465 0,'25'0'93,"24"0"-93,-24 0 16,49-25-16,1 0 16,-26 25-16,150-49 47,-150 49-47,-24 0 0,25-25 15</inkml:trace>
  <inkml:trace contextRef="#ctx0" brushRef="#br0" timeOffset="54384.26">21109 3398 0,'25'25'141,"24"-25"-141,26 25 16,-51-25-16,51 49 31,-50-49-31,-1 25 16,1-25-16,25 75 31,-50-26-16,0-24 1,0 0 0,25 0 15,-25 0 78,24-1-93,1 26 15,0-25-31,49 0 0,100 99 63,-149-100-63,25 1 15,-50 0-15,24 25 16,1 24 15,-25-49 0,0 0-15,-25-25-16,-74 49 31,50-24-31,-76 25 63,101-50-63,-1 24 0,-25 1 15,1 0 32</inkml:trace>
  <inkml:trace contextRef="#ctx0" brushRef="#br0" timeOffset="55488.44">22374 3125 0,'0'50'78,"0"24"-78,0-49 16,0 0-1,0 25-15,0-1 0,0 1 16,74 223 15,-49-199-15,0-49-16,49 198 62,-49-198-62,-25 0 0,0 24 16,99 75 31,-74-99-16,0 0-31,0-25 16,0 25-1,-1-25-15</inkml:trace>
  <inkml:trace contextRef="#ctx0" brushRef="#br0" timeOffset="56712.74">22771 3225 0,'49'49'78,"1"-24"-62,24 25-16,-24-1 15,0 1-15,198 148 47,-224-173-47,1 0 16,0 25-16,25-1 31,-26-24-31,-24 49 63,25-49-32,0-25-31,-25 25 16,0 0 15,0 0-16,0 24 1,-74-24 0</inkml:trace>
  <inkml:trace contextRef="#ctx0" brushRef="#br0" timeOffset="57248.23">23019 4167 0,'0'-25'16,"0"-24"0,0-1-1,25-123 17,-25 98-32,24 26 15,-24 24-15,75-372 63,-75 347-63,0 25 15,0 1 1,0-1-16,25 0 16,-25 0-1,24 0 1</inkml:trace>
  <inkml:trace contextRef="#ctx0" brushRef="#br0" timeOffset="58544.81">23093 2679 0,'25'0'62,"0"0"-46,0 0 0,-1 0 15,1 0-16,-25 25 1,50 0 0,-25-1-1,-1-24-15,-24 25 16,25 0 0,-25 0-16,0 24 15,0 26 32,0-50-47,0-1 141,25-24-141,0 25 15,24 0 1,-24-25-16,25 25 31,-25 0 32,-25-1-32,0 1-15,0 25-16,-25-25 31,0 49 0,-25-49 0,26-25-15,-1 25 15,0-50 110</inkml:trace>
  <inkml:trace contextRef="#ctx0" brushRef="#br0" timeOffset="59152.92">23614 2853 0,'25'0'109,"0"0"-93,24 0-16,-24 0 16,25 0-1,-26 0 1,1 0-16</inkml:trace>
  <inkml:trace contextRef="#ctx0" brushRef="#br0" timeOffset="59672.99">23937 2555 0,'24'0'62,"1"49"-46,0-24-16,-25 0 16,0 25-16,50-1 15,-50-24 1,0 0 0,0 0-1,0 0-15,0-1 125</inkml:trace>
  <inkml:trace contextRef="#ctx0" brushRef="#br0" timeOffset="60752.69">24135 2530 0,'25'0'218,"-25"25"-218,25 0 16,-1 24 0,-24-24-16,50 25 15,24 99 17,-49-100-32,0-24 0,0 74 31,74 149 16,-99-198-32,25-1-15,-25-24 16,0 50-16,0 49 16,0-75-1,0 1-15,0 223 47,0-224-47,0 1 16,0-25-16,0 24 15,0 75 17,0-99-32,0 0 15,0 0-15</inkml:trace>
  <inkml:trace contextRef="#ctx0" brushRef="#br0" timeOffset="62536.78">21183 5581 0,'25'-25'47,"25"0"-31,-26 1-16,200-51 47,-200 75-47,26 0 0,-25 0 47,-25 50-16,0-25-15,0 24-1,25-49 63,49 0-78,-24 0 16,-1 0-16,75 25 16,-49 0-1,222 173 32,-272-148-47,0 0 16,0-1-16,0-24 15,-25 99 17,-25-74-32,0-1 15,0-49-15,-24 25 16,24 0-1,-25-25-15,-24 0 16,-1 0-16,-346-50 47,396 50-47,0 0 16,0 0-1</inkml:trace>
  <inkml:trace contextRef="#ctx0" brushRef="#br0" timeOffset="63767.93">22498 5333 0,'25'0'47,"-1"0"-31,1 0-1,0 0-15,25 50 16,198 123 15,-199-123-15,51 24-16,-51-49 0,199 223 62,-223-223-62,0 0 0,-25 0 16,25-1 0,-25 1 46</inkml:trace>
  <inkml:trace contextRef="#ctx0" brushRef="#br0" timeOffset="64368.53">22820 6028 0,'0'0'0,"50"-50"16,124-74 31,-150 99-47,1 0 15,0-24-15,0-26 31,0 26-31,-1-1 0,-24 25 16,25-124 15,-25 125-15,0-1-16,0-50 62,0 51-46,0-1-16,0 0 31</inkml:trace>
  <inkml:trace contextRef="#ctx0" brushRef="#br0" timeOffset="65407.9">23292 4688 0,'0'-25'47,"24"25"-1,1 0-30,0 25 0,0 0-16,0 0 15,-1 74 32,-24-74-47,0 0 16,0-1-1,0 1 1,0 0 0,0 0 31,25-25-1,0 25-30,0-25 0,74 0 31,-74 0-32,0 0-15,-1 0 31</inkml:trace>
  <inkml:trace contextRef="#ctx0" brushRef="#br0" timeOffset="68936.67">5457 13543 0,'0'25'110,"0"50"-110,0-51 15,0 1-15,25 50 16,-25-51-1,0 1-15,0 25 16,25 49 15,-1-49-31,26-50 125,0 0-109,49 0-16,25 0 16,50-25-1,-50 0 1,-50 0-16,0 0 15,100 1 17,-149 24-32,0 0 15,-1 0 1,1 0 0,0 0-16,0 0 15,0 0 1,-1 0-16,1 0 15,0 0 1,0-25 203,-25-25-219,0 1 15,0 24-15,-50-124 32,25 99-17,25 26 1,0-1 0,0 0-1,0 75 141,0-1-140</inkml:trace>
  <inkml:trace contextRef="#ctx0" brushRef="#br1" timeOffset="82183.89">6623 7119 0,'0'-25'94,"0"0"-78,0 1-1,0-51 16,0 50-15,0 1 0,0-1-1,0 0 1,0 0 171,25 25-171,-25-25-16,24 25 16,1 0-1,50 0 32,-51 0-47,1 0 31,0 0-31,0 0 32,0 0-17,0 0-15,-1 0 0,26 0 16,0 0 0,-26 0-16,1 0 15,0 0 1,0 25 187,-25 0-172,25 0 47,-25 0-62</inkml:trace>
  <inkml:trace contextRef="#ctx0" brushRef="#br1" timeOffset="86055.88">15553 10443 0,'24'0'94,"1"0"-94,-25 25 16,25-1-1,-25 1 1,0 25-16,0-25 15,0-1-15,0 1 16,0 25-16,50 49 47,-50-74-47,49-25 125,26 0-109,-51 0-16,76-50 15,-1 25-15,74-49 31,-123 49-15,-25 25 62,-25-25 16,0 1-78,0-1-16,0 0 15,0 0 16,0 0-15,0 1 0,0-1-1</inkml:trace>
  <inkml:trace contextRef="#ctx0" brushRef="#br1" timeOffset="87296.05">16570 10269 0,'24'-25'31,"1"25"16,25 0-31,-25 0-1,24 0-15,1 0 16,-1 0-16,1 0 15,99-49 17,-124 49-17,24 0-15,-24-25 16,0 25 0,0 0-1,-1 0 126</inkml:trace>
  <inkml:trace contextRef="#ctx0" brushRef="#br1" timeOffset="88088.69">17165 9922 0,'25'0'47,"-25"25"-31,24-25-1,26 0-15,-50 24 16,124 1 15,-74 0-15,-26-25-16,26 25 15,-25 0-15,0 0 16,24-25-16,-49 24 16,50 1-1,-25 0 1,-25 49 31,0-49-32,0 25-15,-25-25 32,0-25-17,0 0 1,1 0 15,-1 0-31,0 0 16,-25 24-1,50 1-15,-25-25 47,-24 0-47,24 25 47,25 0-31</inkml:trace>
  <inkml:trace contextRef="#ctx0" brushRef="#br1" timeOffset="89370.06">18728 9723 0,'-25'0'47,"0"25"-31,0-25-16,-24 50 16,24-1-16,-25 51 15,25-51 1,-24 100 15,49-74-31,0-51 0,0 175 63,0-150-63,0-24 0,124 99 62,-99-99-46,-1-25-16,-24 25 15,25-25 1,0 0-16,0 0 16,148-75 15,-148 51-31,25-26 15,-25 25-15,99-173 47,-100 148-31,-24 1-16,25-1 16,-25-223 30,0 223-46,-49 1 0,24-1 16,-25 25-16,-148-99 47,148 100-47,25 24 0,1 0 16,-51 0-1,1 0-15,24 24 16,0 26-16,-24 24 15,-50 199 1,0 124 0</inkml:trace>
  <inkml:trace contextRef="#ctx0" brushRef="#br1" timeOffset="102272.12">4118 14139 0,'24'-25'62,"1"25"-46,25 0-1,-25-25-15,24 0 47,-24 25-47,0-25 0,0 1 16,-25-1-1,49-25 17,-24 25-32,0 1 15,24-1 32,-24 0-31,25 25-1,-50-50 1,25 50 15,24-24 16,-24-1-47,0 0 16</inkml:trace>
  <inkml:trace contextRef="#ctx0" brushRef="#br1" timeOffset="103736.44">5655 12774 0,'0'50'78,"0"-25"-62,0 0-16,0 24 16,0-24-1,0 25-15,0-26 0,0 1 16,0 74 15,0-74-15,0 0-1,0 25-15,0-25 47,0-1-47,0 1 16,0 0-16,0 0 15,0 49 17,0-49-17,0 0-15,0 0 16,0-1 0,0 1-1,0 0-15,0 0 63,0 0-32,0-1 0</inkml:trace>
  <inkml:trace contextRef="#ctx0" brushRef="#br1" timeOffset="107120.83">6871 13395 0,'25'0'78</inkml:trace>
  <inkml:trace contextRef="#ctx0" brushRef="#br1" timeOffset="108064.39">6921 13395 0,'24'0'109,"-24"-25"-109,25 25 16,0 0 0,0 0-1,74 0 17,-74 0-32,124 0 46,-125 0-30,1 0-16,0 0 16,49 0 15,-49 0-15</inkml:trace>
  <inkml:trace contextRef="#ctx0" brushRef="#br1" timeOffset="109016.46">7417 13171 0,'24'25'94,"-24"0"-94,25 0 15,0 0-15,25 24 16,-50-24 0,24-25-16,1 0 31,149 50 16,-125-50-16,-49 24-31,25-24 16,-25 50-1,0-25 1,0 24-1,0-24 1,0 0 0,0 25-16,0-26 15,-99 1 17,74-25-17,0 0 1,1 0-1,-1 0-15</inkml:trace>
  <inkml:trace contextRef="#ctx0" brushRef="#br1" timeOffset="113464.33">8558 12948 0,'0'-25'16,"49"-24"15,1 24-15,-25 0-16,-1 25 15,51 0 1,-50 0-16,24 0 15,-24 0-15,74 0 47,-99 25-47,0 0 16,0 123 0,-74 1 15,24-99-31,25 0 62,50-50 32,0 0-94,49 0 16,-24 0-1,0 0-15,99 74 47,-125-49-47,-24 0 16,25-25-16,-25 49 47,0-24-47,-25 0 15,-49-25-15,24 25 16,-74 24 15,75-49-15,24 0-16,-25 0 15,25 0 1,1 0 0</inkml:trace>
  <inkml:trace contextRef="#ctx0" brushRef="#br1" timeOffset="114176.69">8508 13717 0,'25'0'31,"24"0"-31,1 0 16,0 0-16,-1 0 16,150 0 31,-150 0-47,-24 0 15,0 0-15,0 0 16,0 0-1,24 0-15,50 0 32,-74 0-32,149 0 47,-125 0-32,-24 0 1</inkml:trace>
  <inkml:trace contextRef="#ctx0" brushRef="#br1" timeOffset="115304.77">8905 13965 0,'49'0'31,"-24"0"-16,0 0-15,0 0 16,0 0 47,0 25-48,-25 0 1,0-1-16,0 76 31,0-76-15,0 1 62,49 25-63,1-50 1,49 0 31,-74 25-47,0-25 0,-1 24 16,-24 1-1,0 0 32,0 0-31,-24 0-1,-1 0 1,-25-25 15,1 24-31,49 1 0,-25-25 16,-25 0 15,25 0-15,1 0-16,-1 0 15,0 0 1,0 0 0,0 0-16,0-25 15,1 25 63,24-24 0</inkml:trace>
  <inkml:trace contextRef="#ctx0" brushRef="#br1" timeOffset="116393.57">9847 12973 0,'25'0'94,"0"0"-94,25 25 15,24 24 1,1 1 0,-26-25-16,150 124 47,-150-100-47,-24-49 15,25 50-15,-26-50 16,76 99 15,-100-74-31,24-25 63,1 0 30,-25 25-77,0-1 15,-25 26-31</inkml:trace>
  <inkml:trace contextRef="#ctx0" brushRef="#br1" timeOffset="116920.04">10195 13519 0,'25'-25'0,"24"0"31,-49 0-31,25 25 15,0-25-15,74-198 32,-74 149-17,24-1-15,-49 26 16,50 24-16,-25-25 47</inkml:trace>
  <inkml:trace contextRef="#ctx0" brushRef="#br1" timeOffset="117816.66">10740 12353 0,'25'0'63,"50"0"-47,-51 25-16,1-25 15,25 0 1,49 0 15,-74 0-15,0 24-16,-1 26 15,-24 148 32,-24-148 0,24-25-16,0 0-31,0 24 32,24 1 14,51-25-30,-50-1-16,0-24 16,24 0-16,50 0 47,-74 0-32,0 0 63</inkml:trace>
  <inkml:trace contextRef="#ctx0" brushRef="#br1" timeOffset="120545.85">11708 13543 0,'25'0'94,"-1"0"-79,51 0-15,-1 0 16,1 0 0,-1 0-16,-24 0 0,148 0 47,-173 0-32,0 0 1</inkml:trace>
  <inkml:trace contextRef="#ctx0" brushRef="#br1" timeOffset="121256.25">12303 13221 0,'25'25'78,"-25"0"-78,25-25 15,49 49 17,-49-24-17,0-25-15,49 25 0,-24 0 32,49 24-1,75 26 16,-174-51-32,0 76 32,0-51-47,-25-24 16,0 0-16,-25 0 15,-98 99 17,123-124-32,25 24 15</inkml:trace>
  <inkml:trace contextRef="#ctx0" brushRef="#br1" timeOffset="123429.87">13791 12923 0,'25'25'62,"0"0"-46,0-25-16,-25 25 16,25-1-1,-1 26-15,1-25 32,-25 0-32,25-1 15,0 26 1,49 74 15,-49-74-31,0-25 0,-25 24 16,49 1 31,1-25-47,-25-1 31,0 1 16,-25 0 0,0 0-32,0 24 1,-25-24-16,-50 0 15</inkml:trace>
  <inkml:trace contextRef="#ctx0" brushRef="#br1" timeOffset="123947.95">13667 13891 0,'0'-25'15,"25"-25"1,74-173 15,-49 149-31,-25 24 16,0-24-16,24-1 16,50-223 15,-74 249-16,0 24-15,-25-25 0,25 50 47,-25-24 16,25-1-48,-25-25 1</inkml:trace>
  <inkml:trace contextRef="#ctx0" brushRef="#br1" timeOffset="124854.16">14139 12254 0,'24'0'78,"1"0"-63,25 24 1,-25 1 0,-1-25-16,26 25 15,25 124 32,-75-100-47,0-24 0,0 25 16,0-25-16,0 24 15,0 1 1,0-25 0,0-1 77,49 1-77,-24 0 0,0-25-16,99 0 31,-50 0-15,-49 0-16,0 0 15,24 0 32,1 25 0,-25 0-16,-25-1-15,0 26 15,0-25-31,0 0 0,-99 123 16</inkml:trace>
  <inkml:trace contextRef="#ctx0" brushRef="#br1" timeOffset="128295.92">1811 15677 0,'0'49'125,"0"1"-109,0-25-16,0 24 16,0 249 15,0-174-31,-25-50 15,25-24-15,0 24 16,0-24 0,0 0-16,0-1 0,-25 26 15,25-51 1,0 26 0,0-25-1,0 0 1,0 24 62,50-49-62,-1 25-16,-24-25 15,769 124 32,-596-99-47,-24-25 0,24 0 16,174 0-1,-223 0-15,0 0 16,25 0-16,148 0 47,-247 0-47,24 0 0,-25 0 15,75-25 1,-74 0-16,-1 25 0,-49 0 16,49-25-1,1 1 1,-51 24-16,1 0 31,0 0 16,0 0-31,0-25 31,-25 0-32,24 0-15,-24 0 0,0-49 16,0 0-16,0-75 15,0 74 1,0 1-16,25-125 16,-25 125-1,25 0-15,0-26 32,0 51-32,24-125 31,-24 125-31,-25 24 15,25-74 1,0-1 15,-25-49 16,0 100-31,0-26-1,0 51 157,-25 24-156,0 0-16,-74-25 16,24 0-1,26 25-15,-26 0 16,-396 0 15,372 0-31,-75 0 16,25 25-16,50 0 15,0-1 1,-25 1-16,50-25 0,24 0 16,-173 25 15,148 0-31,-24 0 15,25-25-15,-26 0 16,-644 0 31,670 0-47,-1 0 16,-123 0 30,173 0-30,0 0 0,1 24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37:43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5804 9624 0,'25'0'157,"0"0"-142,0 0 1,0 0 0,24 0-1,50 0 32,-99-25-47,25 25 0,0 0 16,0 0 31,0 0-32,-1 0 1,26 0 15</inkml:trace>
  <inkml:trace contextRef="#ctx0" brushRef="#br0" timeOffset="887.99">6251 9475 0,'25'0'78,"24"0"-63,1 0-15,-1 0 16,51 0 0,-76 0-16,1 0 15,0 0 32,0 25-16,-25 0 1,0 0-17,-25-25 1,0 25-1,25-1-15,-25-24 16,-74 25 15,74 0-15,25 0-16,-24-25 31,-1 0 0,0 25-15,0-1 15</inkml:trace>
  <inkml:trace contextRef="#ctx0" brushRef="#br0" timeOffset="3240.94">7392 8855 0,'0'25'109,"0"0"-93,0 0-16,0 24 15,0-24 1,0 25 0,0-25-1,0-1 1,0 1-1,0 25 32,0-25-47,0-1 16,25 1 15,24 0 0,-24-25-31,0 0 16,0 0-16,-1 0 16,150 0 15,-124-25-31,-26 25 16,26 0-1,-25-25 157,-25 1-141</inkml:trace>
  <inkml:trace contextRef="#ctx0" brushRef="#br0" timeOffset="3992.76">7913 8905 0,'24'0'78,"-24"25"-62,25 124 15,0-100-15,-25 1-16,0-25 15,25 49-15,0 50 47,-25-99-47,0 0 0,25 24 16,-25 1-16,0-25 15,24 24 1,-24-24 0,0 0-1,0 0-15,25 24 16,-25-24 31,25-25 140</inkml:trace>
  <inkml:trace contextRef="#ctx0" brushRef="#br0" timeOffset="5207.99">8037 8632 0,'49'0'203,"-24"0"-156,0 25 15,0-25-46,0 0 0,-1 0-1,1 0 17,0 0-17,0 0 1,24 0 31,-24 0-47,0 0 15,0 0 1</inkml:trace>
  <inkml:trace contextRef="#ctx0" brushRef="#br0" timeOffset="7119.84">8607 8334 0,'0'-24'63,"0"48"124,0 1-187,0 0 16,0 0-16,0 49 31,0-24-15,0-25 15,25-1-15,0 1 15,0 0 0,-25 0 16,24-25-16,1 25-15,25-1-16,24-24 62,-49 0-46,0 0 15,0 25-15,-1 0 31,-24 0-16,0 24-15,0-24-1,0 0 1,0 0-1,0 0 17,0-1-1,-24-24-15,-1 0-16,0 0 15,0 0 16,0 0-15,1 0 15,-1 0 79,0-24-95</inkml:trace>
  <inkml:trace contextRef="#ctx0" brushRef="#br0" timeOffset="7839.85">8731 8384 0,'25'0'109,"0"0"-109,24 0 16,-24 0-16,50-25 16,-51 0-16,1 25 15,0 0 32</inkml:trace>
  <inkml:trace contextRef="#ctx0" brushRef="#br0" timeOffset="9199.94">9599 9401 0,'0'-25'109,"25"25"-78,0 0-31,25 0 16,-1-25-16,1 25 16,-25 0-1,-1 0 1,1-24-16,25 24 16,-25 0-1,-1 0 32,1 0-47,0 0 0</inkml:trace>
  <inkml:trace contextRef="#ctx0" brushRef="#br0" timeOffset="10079.96">9847 10021 0,'25'0'125,"0"0"-110,25 0 1,-1 0 0,-24 0-16,0 0 15,0 0 1,0 0-1,-1 0-15,26 0 16,-25 0 0,24 0 31,-24 0-32,0 0 16</inkml:trace>
  <inkml:trace contextRef="#ctx0" brushRef="#br0" timeOffset="10976.63">11187 8409 0,'25'0'93,"-25"25"-61,25-1-32,-25 1 15,49 99 17,-49-74-32,25-25 15,0 24-15,0 1 16,24 74 15,-49-75-31,0 1 16,25 0-16,0-25 15,-25 49 1,25-74-16,-25 50 31,0-26-15,24 1 46</inkml:trace>
  <inkml:trace contextRef="#ctx0" brushRef="#br0" timeOffset="12439.69">11137 9699 0,'25'0'109,"0"0"-93,0 0-16,0 0 15,-1 0-15,150 0 47,-124 0-47,24-25 16,-49 0-16,24 25 31,51 0 0,-51-25-15,-49 0 46,25 25-46,49 0 31,-49 0-32,0 0 1,0 0-16,0 0 31,-25-24-15,24 24 15,1 0 16,0 0 16,0 0-48,0 0 16,24-25-15,-24 25 0,0-25-1,0 25 1,0 0 0,99-25 15,-100 25-16,1-25-15,50 25 63,-51 0-47</inkml:trace>
  <inkml:trace contextRef="#ctx0" brushRef="#br0" timeOffset="13624.48">11658 10244 0,'0'25'188,"0"0"-172,25 74 15,-25-74-31,25 0 15,0 74 32,-1-99 94,26 0-125,-25 0-16,24 0 15,-24 0 1,0 0-16,25 0 31,-26 0-15,1 0-16,-25-25 125,0 0-110</inkml:trace>
  <inkml:trace contextRef="#ctx0" brushRef="#br0" timeOffset="14399.78">12030 10096 0,'0'49'47,"0"-24"-32,0 0 1,25 0-16,-25-1 0,50 125 47,-26-99-32,-24-25 1,25 99 31,-25-100-47,0 1 16,25 25-16,0 74 46,-25-99-30,25-1-16,0 26 16,-1-25 15</inkml:trace>
  <inkml:trace contextRef="#ctx0" brushRef="#br0" timeOffset="15793.76">12254 10021 0,'-25'-25'172,"0"25"-141,0 0-15,25 25-16,-25-25 16,25 25-1,0 0 17,0 0-17,0-1 32,50 1-16,24 0 16,-24-25-47,-25 25 16,0-25-1,24 25 17,-24-1-17,0-24 17,-25 25-17,25-25 1,-25 25 31,0 0 0,-25-25-32,0 0 16,-25 0-15,26 0-16,-26 0 31,25 0 1,0 0 30,1 0-46,24-25 15</inkml:trace>
  <inkml:trace contextRef="#ctx0" brushRef="#br0" timeOffset="16489.72">12229 9922 0,'0'-25'125,"25"25"-125,-1 0 16,51-25-1,49 0 17,-99 25-32</inkml:trace>
  <inkml:trace contextRef="#ctx0" brushRef="#br0" timeOffset="21480.61">3721 10145 0,'25'0'63,"-1"50"-48,1 123 32,0-98-47,-25-50 16,0-1-16,0 51 16,25-50-1,-25-1 1,25 26-16,-25 24 31,0-49-15,0 0-1,0 0 17,0 0 77,24-25-93,150 0 15,-75 0-31,50 0 15,-25 0-15,422-25 32,-472 0-17,-49 25-15,0 0 16,0 0-16,-1 0 47,1 0-32,25 0 32,-25 0 16,-25-25 46,0-74-109,0 74 16,-25-24-16,25-51 15,-25 26 1,0 24-16,0-148 47,25 173-47,0 0 16,-24 1-1,24-1 1,0 0-16,0 0 0,-25-49 15,0-26 17</inkml:trace>
  <inkml:trace contextRef="#ctx0" brushRef="#br0" timeOffset="22839.7">3671 9971 0,'25'0'46,"0"0"-30,74 0-16,25-49 16,-74 49-1,49-25-15,25 0 16,198-49 15,-247 74-31,-1 0 16,0 0-1,100-50 32,-149 50-31,0 0 0,0 0 155</inkml:trace>
  <inkml:trace contextRef="#ctx0" brushRef="#br0" timeOffset="26543.61">4837 2480 0,'0'50'141,"0"-25"-126,0 0-15,0 24 16,0-24-16,0 0 16,0 0-16,0 0 15,0 99 32,0-100-47,0 1 0,0 25 16,0 24 15,0-49-31,0 25 16,0-1 15,0-24 0,0 0-31,0 0 63,0-1-48,25-24 17,0 0 14,-1 0-46,1 0 16,99 0 15,-99 0-31,0 0 16,24-24 0,26-1-1,-26 0-15,1 0 16,99-24 31,-100 24-47,-24 25 31,0-25 16,0 25-47,24-25 47,-24 0-32,25 25 1,-1-24 0,-24 24-1,99-25 32,-99 25-47,0 0 16,0-25 15,0 0 47,-25 0-62,0 1-1,0-150 17,0 124-17,0 25-15,0 1 16,0-26-16,0-24 47,0 49-47,-25 0 15,0 0 251,-25 25-250,26-25-1,-26 1 16,25 24-31,0 0 32,0 0-17,1 0 1,-1-25 0,0 25 15,-49 0 16,24 0-47,50-25 15,-74 25 32,49 0-31,0 0-1,0 0 1,0 0-16,1 0 0,-26 0 16,25 0 15,0 0-15,1 0-16,-1 0 15,0 0-15,-49 0 47,49 0-31,0 0 15,0 0-15,0 0-1,1 0 16,-1 0-15,-25 0 0,25 0-1,-49 25 17,49-25-17,0 0 1,0 25 15,1-25 0</inkml:trace>
  <inkml:trace contextRef="#ctx0" brushRef="#br0" timeOffset="33120.83">2158 9153 0,'0'-25'93,"0"0"-77,0 1 0,0-1-1,0 0-15,25 0 16,24-99 15,-24 124-31,-25-50 16,25 50-16,0-24 15,0-26 17,-25 25-32,24 0 15,1 25 1,-25-24-1,25-1-15,25-25 32,49-24-1,149-100 31,-223 174-62,0-25 16,-1 25 0,76-24 15,-76 24-15,1 0-16,50-25 15,-1 25 1,-49 0-16,24 0 15,51 0 1,-51 0-16,26 0 31,73 0 32,-98 0-63,0 0 31,-50 25-31,25-25 31,-1 24-15,1-24 0,0 25-1,0-25 16,0 25 32,-25 0-47,24-25-1,-24 25 1,0-1 15,0 1-31,25 0 16,-25 0-16,0 0 31</inkml:trace>
  <inkml:trace contextRef="#ctx0" brushRef="#br0" timeOffset="34399.76">3646 8558 0,'0'-25'47,"25"25"31,0 0-78,0 0 16,0 0-16,74 49 47,-50-24-47,-24-25 15,0 0-15,49 50 16,-24-50 0,0 49-1,24-49 16,0 75 32,-74-100 62,0 0-125,0 0 16,-24-24-16,-1-26 31,25 51-31,-25-1 0,-25-124 47,26 124-47,24 0 93,-25-24-61</inkml:trace>
  <inkml:trace contextRef="#ctx0" brushRef="#br0" timeOffset="36855.99">4787 11013 0,'0'50'141,"0"-25"-141,25 24 16,-25 26 30,0-50-46,0-1 0,0 1 16,0 25 0,0-25-1,0-1 1,0 1 0,0 0-16,0 0 15,-25 24 16,0-24-31,25 25 16,-49-25 15,-1-25-15,25 24 0,1-24-1,-100 0 1,-174 75 46,273-75-62,-24 0 16,-1 0 15,0 0-31,26 0 16,-100 0 15,99 0-31,0 0 16,-25 0-16,1 0 15,-51 0 1,51 0-16,-100 0 31,75 0-31,49 0 16,-50-25-1,-222-99 48,272 124-63,0-50 16,-24 50-16,24-49 15,-25-1 1,1 25-16,49 1 15,-25-1 1,0 0-16,0 0 16,25-24-1,-25 49 1,25-50-16,-49-49 31,24 49-15,0 25-16,25 0 15,-25-49 1,0 0 15,-24-50 32,24 74-63,0 50 15,25-25 1,0 0 0,0-24-1,0 24-15,0 0 32,0 0-1</inkml:trace>
  <inkml:trace contextRef="#ctx0" brushRef="#br0" timeOffset="37767.71">2133 10765 0,'0'-25'16,"0"1"-1,0-26 17,0 25-32,99-198 47,-99 198-32,0 0 1,25 1 15,0-1-15,0 25 31,0 0-16,24 0-16,-24 0-15,0 0 16,0 25-16,24-1 31,-24-24-31,0 25 0,0 0 16,24-25 0,-24 0-1,0 0-15,0 25 0,74 24 47</inkml:trace>
  <inkml:trace contextRef="#ctx0" brushRef="#br0" timeOffset="94055.51">4093 15329 0,'0'25'15,"-25"-25"95,25-25-110,0-24 15,0-1 1,0 0-16,0 1 16,0-75 30,0 99-46,0 0 16,0 0-16,0 1 16,0-26 15,0 25-15,0 0-16,0 1 15,0-26 16,0 25-31,0 0 16,25 25-16,0-24 16,-1-1 15,1 25-15,25-25-16,-25 25 31,-1 0-16,26 0 1,-25 0-16,99 0 47,-99 0-47,-1 0 62</inkml:trace>
  <inkml:trace contextRef="#ctx0" brushRef="#br0" timeOffset="94687.59">4093 15205 0,'25'0'63,"-1"0"-48,1 0-15,0 0 16,25 0 0,-26 0-16,1 0 0,0 0 15,0 0 1,0 0 15,-1 0 0,1 0 32</inkml:trace>
  <inkml:trace contextRef="#ctx0" brushRef="#br0" timeOffset="95408.43">4688 15007 0,'-25'0'32,"25"25"-32,-25-25 15,25 99 32,-24-50-31,24-24-1,0 0 1,0 0-16,0 24 16,0 1-1,0-25 16,0 0-31,74 99 63,-49-124 15,0 0-62,-1 0-1,26-50 17</inkml:trace>
  <inkml:trace contextRef="#ctx0" brushRef="#br0" timeOffset="96047.57">4887 15156 0,'24'-25'15,"1"25"16,-25 25 1,25-1-17,0 1 1,-25 0 0,74 99 30,-49-74-30,0-50-16,-25 25 16,0-1-1,25 1 48</inkml:trace>
  <inkml:trace contextRef="#ctx0" brushRef="#br0" timeOffset="96639.95">5035 15503 0,'-24'0'32,"24"-25"15,0 0-32,0 1-15,24-1 16,-24 0-1,0-25 1,50 25 0,-50 1-1,25-1-15,-25-25 47,0 25 47</inkml:trace>
  <inkml:trace contextRef="#ctx0" brushRef="#br0" timeOffset="97313.55">5209 14932 0,'25'50'47,"-25"-25"-31,25 74 15,-25-74-15,0 24-1,0-24-15,24 25 16,-24-25-16,0-1 16,25 51-16,0 49 46,0-99-46,-25 24 16,0-24-16,0 0 16,0 0-1,0 49 17,0-49 14,-25-50 33,0 0-64,0-24-15,25 24 16</inkml:trace>
  <inkml:trace contextRef="#ctx0" brushRef="#br0" timeOffset="98128.58">4787 14287 0,'0'25'78,"0"25"-78,0 0 32,0 24-17,0-49-15,0 0 16,0-1-16,0 51 31,25-75 125</inkml:trace>
  <inkml:trace contextRef="#ctx0" brushRef="#br0" timeOffset="98904.21">5655 14883 0,'25'0'109,"0"0"-93,0 25-16,0-25 31,-1 0-31,1 0 15,50 0 32,-50 0 0</inkml:trace>
  <inkml:trace contextRef="#ctx0" brushRef="#br0" timeOffset="99689.13">5655 15205 0,'0'25'47,"25"-25"-31,0 0 0,0 0-16,0 0 15,24-25 1,-24 25-1,0 0-15,0 0 16,0 0 0,24 0 31,-24 0-16,-25-25 94</inkml:trace>
  <inkml:trace contextRef="#ctx0" brushRef="#br0" timeOffset="101168.12">6722 14263 0,'0'24'93,"0"1"-77,0 0-16,0 25 16,0 99 15,25-100-15,-25-24-16,0 0 0,0 24 15,0-24 1,0 25-16,0-25 15,0-1 1,49 26 15,-49-25-15,0 0 0,25-50 77</inkml:trace>
  <inkml:trace contextRef="#ctx0" brushRef="#br0" timeOffset="102024.21">6623 15156 0,'25'0'78,"-1"0"-62,1 0 15,0 0-15,0 0-1,0 0-15,74 0 47,-74 0-31,124 0 31,-100 0-47,-24 0 15,0 0-15,49 0 31,-49 0-31,25 0 16,-26 0 0,1 0-16,0 0 15,0-25 1</inkml:trace>
  <inkml:trace contextRef="#ctx0" brushRef="#br0" timeOffset="103288.65">6945 15404 0,'50'0'78,"-25"0"-62,0 0 15,-1 0 16,1 0-32,-25 25 1,0-1 15,0 1-15,0 0-16,25 0 109,0-25-93,0 0 0,-1 25-16,26-1 15,0-24 1,24 50 15,-49-25-15,0 0-1,-25-1 1,0 1 15,0 0-15,0 0-1,0 0 1,0-1 0,-25 1-1,0 0 17,-49 0-17,49-25 16,-74 0 16,74 0-31,0 0 46,0 0-62,0 0 32,1-25 15,24 0-32</inkml:trace>
  <inkml:trace contextRef="#ctx0" brushRef="#br0" timeOffset="104672.5">7888 14089 0,'0'25'62,"0"0"-46,0-1-16,0 76 31,0-76-31,0 51 31,0 198 32,0-248-63,0-1 0,0 51 15,25 24 1,-1-74-16,-24 24 16,0 1-16,50 124 46,-50-150-46,25 26 0,-25 0 16,0-26 0,50 101 15,-50-101-31,0 1 16,0 25-16,99 148 62,-74-148-62,-1-1 0,-24-24 16,174 124 31,-149-124-47,-25 0 0,25-25 15,-1 0 173,1-25-188,-25 0 31,0 0-15,0 0-1</inkml:trace>
  <inkml:trace contextRef="#ctx0" brushRef="#br0" timeOffset="108792.07">5060 13122 0,'0'-25'94,"0"0"-79,0-25 1,-25 26-16,25-1 15,0-25 1,0 25 0,0-24-16,-24-1 0,24-74 31,-25 75-31,25-1 31,-25-24 0,75 74 110,-1 0-125,1 0-16,-25 0 15,74 0 1,-50 0-16,125 0 31,248 0 16,-373 0-31,26 0-16,-26 0 15,51 0 32,-76 0-47,1 0 0,25 0 16,-25 0-1,-1 0-15,1 0 16,25 0-16,24 0 31,-49 0-31,49 0 32,-49 0-32,25 0 15,-25 0 1,74 0 15,-74 0 16,-1 0-31,-24 24 30,0 1-30,0 0-16,0 25 16,-49 24 15,49-49-31,0 0 16,-25 24-16,25-24 31,-25 0-31,0 24 31</inkml:trace>
  <inkml:trace contextRef="#ctx0" brushRef="#br0" timeOffset="148392.51">15180 1637 0,'0'-25'156,"-49"25"-140,-1 0-16,1 25 15,24 0-15,-25 0 16,25 0 0,1 24-16,-26-49 0,25 25 15,-49 124 16,74-124-15,0-1 0,-25 1-1,25 0-15,0 25 16,0-1-16,0 75 47,0-99-47,0 0 0,0 0 15,0-1 32,25-24 16,24 0-48,-24-24-15,0-1 16,25 0-16,-26 0 16,1 0-1,25-49-15,-50 24 16,49 26-16,-24-26 16,-25-24-16,0-1 15,25 1 1,0 24-16,0-148 31,-25 148-31,0 0 16,0-24-16,0-25 31,0 24-31,0 51 0,0-51 47,0 50-32,0 1 1,0 73 156</inkml:trace>
  <inkml:trace contextRef="#ctx0" brushRef="#br0" timeOffset="149375.51">14312 2828 0,'0'-25'63,"50"0"-32,0 25-31,-1-25 16,1 25-16,74-49 15,-99 49 1,74-25-16,-50 25 15,175-25 17,-175 25-32,26 0 15,-26 0-15,1 0 16,173 0 31,-198 0-47,25 0 0,-1 0 15,150 0 32,-175 0-47</inkml:trace>
  <inkml:trace contextRef="#ctx0" brushRef="#br0" timeOffset="150720.51">15131 3448 0,'-25'25'94,"-25"-1"-94,26-24 16,-1 50-1,-25-50-15,-74 124 31,99-124-15,1 25-16,-1-25 16,-74 149 31,99-100-47,0-24 31,0 0-16,0 0 1,0 0 15,0-1-31,0 1 94,24-25-63,51 0-15,-26-25-16,-24 25 16,50-99 15,-51 74-31,1-49 15,-25 49-15,0-24 16,0-1 0,0-25-16,0 26 0,0-1 15,0-297 17,0 322-17,0-24-15,0 24 16,0-25-16,0-24 47,0 49-47,0 0 15,0 0-15,0 1 47,0-1-47,25 25 172,-25 25-172</inkml:trace>
  <inkml:trace contextRef="#ctx0" brushRef="#br0" timeOffset="151503.49">15304 3373 0,'25'0'109,"-25"25"-93,25 25-16,0-25 16,-25-1-1,99 125 17,-99-99-32,50 0 15,-25-26-15,74 125 47,-74-124 31</inkml:trace>
  <inkml:trace contextRef="#ctx0" brushRef="#br0" timeOffset="152135.84">15404 3969 0,'0'0'0,"0"-25"0,0-25 16,25 1-1,24-50 17,-49 74-32,25-25 15,-25 0-15,0 26 16,25-100 15,-25 74-15,25 25-16,-25 0 15,0 1 1,0-1 0,24 0-16,-24 0 31,25 0 0,-25 1-15</inkml:trace>
  <inkml:trace contextRef="#ctx0" brushRef="#br0" timeOffset="153176.34">16421 1587 0,'25'0'47,"24"0"-32,-24 25-15,25 0 16,74 25 15,-50-1-15,-49-49-16,24 50 16,249 173 30,-248-173-46,-26-25 16,100 99 31,-99-124-47,-25 24 16,25-24-1,-25 25 110</inkml:trace>
  <inkml:trace contextRef="#ctx0" brushRef="#br0" timeOffset="153735.79">16768 2307 0,'0'-25'15,"0"-25"1,0-24-1,0 24-15,25 1 16,-25-1-16,149-198 47,-149 199-47,24-26 16,1 25-16,0-49 31,0 74-31,-25-24 31,25 24 0,-1 0-31</inkml:trace>
  <inkml:trace contextRef="#ctx0" brushRef="#br0" timeOffset="154919.51">17165 943 0,'49'0'78,"-49"24"-78,25 1 15,0 50 1,25-51-16,-50 26 16,24 0-16,26 74 46,-50-149 111,0 0-142,0-25 1,0 1-16,50-150 47,-50 175-47,24-1 0,1 0 15,0 25 79,25 0-78,-25 0-1,74 74 32,-74-49-15,24 50-1,-49-51-31,0 1 15,25 25 1,-25-25 15</inkml:trace>
  <inkml:trace contextRef="#ctx0" brushRef="#br0" timeOffset="157263.85">18455 1860 0,'24'0'78,"1"0"-78,0 0 16,50 0 0,-1-24-16,-49 24 15,49 0 1,-49 0-1,0 0 17,0 0 15,-1 0-32,51 0 16,-26 0-31,1 0 32</inkml:trace>
  <inkml:trace contextRef="#ctx0" brushRef="#br0" timeOffset="158096.82">19000 1637 0,'0'-25'47,"50"25"-31,-25 25-16,24-25 16,1 25-16,24 25 15,-24-50 1,-25 0-16,99 74 62,-99-74-62,-25 25 0,0 49 63,0-49-63,0 25 0,-25-1 15,-124 50 17,124-74-17,0-25-15,1 25 16,-1-25-16,0 0 47,25 25 109</inkml:trace>
  <inkml:trace contextRef="#ctx0" brushRef="#br0" timeOffset="160344.51">20216 1240 0,'25'0'32,"-25"25"-32,24 25 15,1-1-15,0 1 16,0-25 0,0 24-16,-1 26 0,1-51 15,25 125 16,-50-124-15,0 0 0,0 0-1,0-75 95,0 1-110,0 24 15,0-25 1,0 0-16,0 26 0,0-51 16,0 1-1,0 49-15,0 0 16,25-24-1,-1 24 1,1 25 31,0 0-31,0 0-1,0 0 1,-1 0-1,26 0 17,-25 0-32,0 25 15,0-1 1,24-24 0,-24 25-1,0 0-15,49 99 47,-49-99-47,0 49 0,-25-49 16,25 124-1,-1 0 17,-48-149 139,24-25-155,0 0-16</inkml:trace>
  <inkml:trace contextRef="#ctx0" brushRef="#br0" timeOffset="161224.73">21258 992 0,'0'50'46,"0"-25"-30,-25-1-16,25 1 16,-25 50-16,0 73 47,0-73-47,1-26 15,24-24-15,0 149 31,49 49 1,50-24 15,-99-175-1,0 1-30,25-25 0,-25 25 31,25-50 15</inkml:trace>
  <inkml:trace contextRef="#ctx0" brushRef="#br0" timeOffset="161864.41">21431 1315 0,'0'24'78,"25"26"-78,0 0 31,24 74 1,-24-75-32,-25-24 15,25 0-15,-25 0 16,74 124 15,-74-125-31,25-24 16,-25 25-1,25 0 1,0 0-16,-25 24 31,25-24 1,-25 0 30</inkml:trace>
  <inkml:trace contextRef="#ctx0" brushRef="#br0" timeOffset="162448.09">21506 2133 0,'0'-25'47,"0"-24"-31,0-1-1,0 25 1,74-198 15,-74 198-15,0-49-16,0-1 15,50-24 1,-50 74-16,24-49 31,-24 24 16</inkml:trace>
  <inkml:trace contextRef="#ctx0" brushRef="#br0" timeOffset="174903.95">21927 1017 0,'-24'-25'31,"48"75"79,-24-1-95,25-24-15,0 0 16,0 49-1,-25-49-15,25 0 16,-1 25 31,-24-26-31,25 1-1,-25-50 110,25 1-109,0-26-16,0 0 15,-1 1-15,51-125 47,-50 125-47,-25 24 0,0 0 16,24 0-16,-24 0 31,0 1 32,50 24 46,-50 24-109,25 1 16,0 0-16,-1 74 15,1-74 1,-25 0-16,50 49 16,-50-49-1,0 25-15,25-26 16,-1 51 15,1-75 157</inkml:trace>
  <inkml:trace contextRef="#ctx0" brushRef="#br0" timeOffset="177024.49">23168 769 0,'24'0'78,"1"0"-62,-25 50-1,50 24 1,-50-24-16,25-1 16,-1 50-1,1-74-15,-25 0 16,0 0-16,25 99 47,0-99 0</inkml:trace>
  <inkml:trace contextRef="#ctx0" brushRef="#br0" timeOffset="178045.04">23440 620 0,'25'0'78,"0"25"-63,25 49 17,-50-49-32,99 174 62,-99-150-62,25 1 0,-1-1 16,1 51-1,0-51 1,-25 1-16,0-25 16,25 148 15,-25-123-31,0-25 16,0 24-16,0 1 15,0 124 16,-25-100-31,25-24 16,-25-26-16,0 125 47,1-124-16,-1-25 172,0 0-187</inkml:trace>
  <inkml:trace contextRef="#ctx0" brushRef="#br0" timeOffset="184975.87">5581 13196 0,'25'0'125,"-25"25"-110,0 0 1,0 0-1,0-1-15,0 1 16,0 0 31,25 0 0,-1-25-32,1 0 1,248-50 31,-223 50-47,-1 0 16,1 0-16,-50-25 15,25 25 32,0 0 0,-1 0-31,1 0-1,0 0 1,25 0 15,-26 0 32,1 0-17,0 0-30,0 0 0,24-24 15,-24-1-15,0 0-1,-25-25 1,25 25 15,-25-24-31</inkml:trace>
  <inkml:trace contextRef="#ctx0" brushRef="#br0" timeOffset="186271.56">8359 14833 0,'25'0'125,"0"0"-109,0 0-16,-1 0 15,51 0 17,-50 0-32,-1 0 15,76-49 32,-76 49 31,1 0-62,25-25 62</inkml:trace>
  <inkml:trace contextRef="#ctx0" brushRef="#br0" timeOffset="187360.83">8855 14287 0,'25'0'93,"25"0"-93,-26 25 16,26-25 15,-25 0-15,0 0-16,0 25 15,-1 0 1,1 25 0,-25-26-1,0 1-15,0 25 16,0-1-16,0-24 31,0 25-31,0 24 31,0-49 1,-25-25-17,25 25 1,0 0-16,0-1 62,0 1-46,25-25 31,0 0-31,0 0-1,24 0 1,-24 0-16,50 0 31,-51 0-31,1 0 0,25 0 16,-25-25 31,-1 25-47,1 0 15,0 0 157</inkml:trace>
  <inkml:trace contextRef="#ctx0" brushRef="#br0" timeOffset="189487.39">9823 13767 0,'0'24'141,"0"1"-141,0 50 16,-25-51-16,25 1 15,0 124 17,0-124-32,-25 24 15,0 26-15,25-26 16,0 1-1,0-25-15,0 25 16,0-1-16,25 100 47,-25-99-47,25-1 0,0-24 16,-25 0-16,74 99 46,-74-75-46,25-49 16,-25 25-16,25-25 109,-1 0-77,1 0-17,-25 25-15,25-25 47</inkml:trace>
  <inkml:trace contextRef="#ctx0" brushRef="#br0" timeOffset="192624.47">10145 13940 0,'25'0'63,"0"0"-63,24 0 15,1 0-15,74 124 47,-99-99-47,0 0 0,24 0 16,-24-1-16,74 51 15,-74-50 1,49 24-16,100 51 47,-124-51-47,-1 1 15,-24-25 1,0-1 0,0-24 15,-50 0 78,0 0-109</inkml:trace>
  <inkml:trace contextRef="#ctx0" brushRef="#br0" timeOffset="193249.55">10592 14709 0,'-25'0'16,"25"-25"0,0-49-1,0 49 1,25-74-1,-1 49-15,1 26 16,-25-1-16,0-50 16,25-49-1,0 50-15,0-1 16,-25 51 0,0-26-16,0 0 15,24 50-15,-24-74 47,0 49-47,0 0 16,25 1-1,0-1 1,-25 0 31</inkml:trace>
  <inkml:trace contextRef="#ctx0" brushRef="#br0" timeOffset="195399.81">10641 13494 0,'25'0'125,"-25"-25"-125,25 25 15,74-25 32,-74 0-15,0 1-17,-1 24 1,1-25 15,25 25-15,-25 0 46</inkml:trace>
  <inkml:trace contextRef="#ctx0" brushRef="#br0" timeOffset="196648.08">10964 13072 0,'49'0'109,"1"0"-93,-25 0-16,-1 0 16,1 0-16,0 0 15,0 0 17,0 0-17,24 25 32,-49 0-47,0 24 16,0 51 31,0-76-47,0 1 15,0 0 1,0 0-1,0 0 1,0-1 0,-24 1-1,24 0 1,0 0 0,0 0-1,0-1 95,24-24-95,1 0 1,0 0-16,0 0 15,0 0-15,-1 0 16,1 0 15,0 0-15,0 0 0,-25-24 15,25 24 0</inkml:trace>
  <inkml:trace contextRef="#ctx0" brushRef="#br0" timeOffset="210417">22895 1141 0,'25'0'250,"-1"0"-219,1 0-15,0 0-1,0 0 17,0 0-17,-1 0 32,1 0-16,25 0 1,-50-25 61</inkml:trace>
  <inkml:trace contextRef="#ctx0" brushRef="#br0" timeOffset="212207.93">11733 13171 0,'74'-25'172,"-49"25"-156,0 0-16,-1 0 15,1 0 1</inkml:trace>
  <inkml:trace contextRef="#ctx0" brushRef="#br0" timeOffset="212919.54">11981 12874 0,'24'0'94,"-24"24"-79,0 1 1,25 25-16,0 49 47,-25-74-32,0 0-15,0 24 16,25 1-16,-25-25 16,0 0-1,0-1 1,25 1-16,-25 0 47,24 0-32</inkml:trace>
  <inkml:trace contextRef="#ctx0" brushRef="#br0" timeOffset="214183.92">12328 12626 0,'25'0'93,"0"24"-93,-1 26 16,1 0 0,0-1-1,25 1 1,-1 74 15,-49-99-31,25-1 16,0 26-16,-25 24 15,49-24 1,-24 0-16,0 24 0,25 125 31,-50-150-31,24 26 16,1 371 31,-25-396-32,0-1-15,0 199 47,0-173-31,-25-26-16,1 1 16,24 0-1,0 49-15,-25-74 16,25 24-1,-25-24 1,25 0 0,0 0-1,-25 49 1,25-49 0,-25 74-1,1 25 48,24-99-63,0 0 15,-25 24-15,0-49 32,25 25-32,0 0 31,0 0-16,-25 0 48</inkml:trace>
  <inkml:trace contextRef="#ctx0" brushRef="#br0" timeOffset="-213264.51">13221 12799 0,'0'25'47,"25"0"-32,0 24 1,-1-24-16,-24 25 16,50 148 31,-50-173-47,25 25 15,-25-25 1,0-1-16,0 1 15,0 0 142,0 0-157</inkml:trace>
  <inkml:trace contextRef="#ctx0" brushRef="#br0" timeOffset="-212200.75">12973 13915 0,'25'0'157,"-1"0"-157,26 0 15,-25-24-15,0 24 16,-1 0 15,1 0-31,0 0 31</inkml:trace>
  <inkml:trace contextRef="#ctx0" brushRef="#br0" timeOffset="-211312.51">12998 14312 0,'24'0'47,"1"0"-31,0-25 62,25 25-62,-26 0-1,1 0 1,0 0-16,0 0 31,-25-24-31,25 24 141</inkml:trace>
  <inkml:trace contextRef="#ctx0" brushRef="#br0" timeOffset="-210216.75">13469 14015 0,'25'0'78,"0"0"-78,-1 0 16,51 0-16,-50-25 16,49 25 15,-24 0-31,-1-25 16,26 0-16,-51 25 15,51-25 16,-50 25-31,-1 0 16,1 0 15,0 0-31</inkml:trace>
  <inkml:trace contextRef="#ctx0" brushRef="#br0" timeOffset="-208999.9">13742 14312 0,'25'0'16,"24"0"-16,-24-25 16,0 1-16,124-26 46,-100 50-46,1 0 16,-25 0 31,-25 50-31,0-26-1,0 1 1,0 0-16,0 0 140,24 0-140,-24 0 16,25-25-16,0 24 16,25 1 15,-26 0-31,1 0 16,-25 0 15,25-1-31,0 1 0,-25 74 47,0-74-32,0 0-15,0 0 16,0 0 0,0-1-16,0 1 15,-99 74 32,74-99-31,-50 25 31,51 0-32,-1-25 141,0 0-140,0 0 0,-24 0-1</inkml:trace>
  <inkml:trace contextRef="#ctx0" brushRef="#br0" timeOffset="-206201.38">14709 12353 0,'0'25'63,"0"24"-63,0-24 15,0 74 1,0-49 0,25 24-16,-25 50 15,74 422 48,-49-447-63,0-24 15,25 49-15,-26-50 16,26 0 0,0 1-16,-26-26 0,26 1 15,124 198 16,-150-248-15,1 25-16,0-25 16,-25 25-16,25-1 47</inkml:trace>
  <inkml:trace contextRef="#ctx0" brushRef="#br0" timeOffset="-205560.94">15032 12973 0,'0'-25'63,"24"25"-48,26 0-15,173-50 31,50-24 16,-248 49-47,0 25 16</inkml:trace>
  <inkml:trace contextRef="#ctx0" brushRef="#br0" timeOffset="-204560.53">15726 12303 0,'25'-25'62,"0"25"-62,49-24 16,-49 24-1,25 0-15,-26 0 16,1 0-16,25 0 31,74 24-15,0 348 46,-124-322-46,0-25-16,0 24 0,0 1 16,-25 49 30,25-74-46,0 0 63,25-25-47,0 0-16,74 25 15,-74-25 1,0 0-1,-1 0 1,1 0-16,0 0 63,-50 0 77,25-25-124,-25 0-16</inkml:trace>
  <inkml:trace contextRef="#ctx0" brushRef="#br0" timeOffset="-203871.21">16594 11881 0,'25'25'16,"174"149"31,-175-125-32,26-49-15,0 50 16,-26-50-16,76 99 47,-76-99-47,26 25 0,-25 0 15,24-25-15,1 50 16,0-26-16,-26 1 16,26 0-16,99 74 46,-99-99-46,-50 25 16,49 0-16,-24 0 125,-25 24-109,-25-24-16,-49 99 15</inkml:trace>
  <inkml:trace contextRef="#ctx0" brushRef="#br0" timeOffset="-203320.5">17140 13022 0,'0'-24'32,"0"-26"-17,0 0-15,25 26 16,-25-1-16,49-198 47,-49 198-47,25-74 15,0 24-15,0-49 16,0-25 0,-25 100-16,24-26 15,1-24 1,0 25-16,-25-26 31</inkml:trace>
  <inkml:trace contextRef="#ctx0" brushRef="#br0" timeOffset="-201641.08">17066 11361 0,'24'0'140,"26"0"-108,-25 0-32,0 0 15,99 0 17,-100 0-32,76 0 31,-26 0-16,-49 0 48</inkml:trace>
  <inkml:trace contextRef="#ctx0" brushRef="#br0" timeOffset="-200672.82">17537 10840 0,'25'0'46,"49"24"-46,-24-24 16,-1 25 0,175 25 15,-175-25-15,-24 49 15,-25 75 16,0-99-47,0-26 15,0 1 1,0 0 31,25 0-16,24 24 0,1-49-31,-50 25 0,50 25 32,-1 24-1,-98 50 16,24-74-32,-50-50-15,51 25 16,-76-25 15,76 0-31,-1 0 47,0 0-31,0 0 31,0 0-16</inkml:trace>
  <inkml:trace contextRef="#ctx0" brushRef="#br0" timeOffset="-199248.73">18008 10716 0,'25'0'78,"25"0"-62,-26 24-16,26 26 16,99 49 31,-124-49-47,24-1 15,26 125 1,123 397 46,-173-497-62,-25 0 0,0 174 47,0-173-47,-25-25 16,25-26-16,-25 26 15,1-25 1,24 0-16,0-1 0,0 1 16,-75 50 31,75-51-47,0 1 296,0 0-296,0 0 16,0 0 0,0 24-16,0-24 15,-25 0 1,0 0-16,25-1 16,0 1-1,-24 25 1,-1-50-16,25 25 31,0-1-15,-25 1-1,0 0 220,25 0-220</inkml:trace>
  <inkml:trace contextRef="#ctx0" brushRef="#br0" timeOffset="-190424.88">13072 12973 0,'25'25'78,"-25"24"-78,25 1 15,-1 24 1,51 50 15,-75-74-15,0 24-16,25-24 15,0 0-15,24 123 47,-24-123-47,-25-25 16,25-1-16,0 26 16,-1 99 15,-24-124-31,0 24 15,0 1-15,25 24 16,0 1 0,-25-51-16,0 1 15,50 50 1,-50-26 0,0 1-1,49 99 16,-49 24 32,25-123-63,0-25 0,-25 0 16,0 24-16,0 1 15,25-1 1,-1 1-1,-24 24 1,25-49-16,0 25 16,0-1-16,24 125 31,-24-149-15,-25 0-1,0 0 1,0-1-16,25 1 15,-25 0 157,50-25-156,123-99 15,-98 24-15,371-98-1,100-1 17,24 0 30,-495 125-62,123-1 31,-123 50-31,222-49 16,125-51 31,-397 100-31,24-24-16,1 24 15,74-25 1,124-50 15,124 26 32,-173-1-32,-100 25-31,-25 1 15,25 24-15,-49-25 16,99-50 0,-75 75-16,-24-49 15,124-1 1,-100 25-16,-24 0 16,-1 1-16,150-51 31,-150 50-16,-24 25-15,0-24 16,223-76 31,-199 76-47,26-1 16,-26 0-16,224-74 62,-198 99-62,-50-25 16,-1 0-1,1 25 1,0 0 0,25 0-16,-26-25 15,1 1 1,0 24-1,0 0-15,0-25 32,-1 25-32,1 0 62,0-50 32,-25-24-78,-25-100-1,-24 100 1,24-50-16,-74-174 15,74 149 1,-149-347 15,125 322-31,-1 1 0,-49-125 32,-1-49-1,-24 124-16,-24-149 48,123 322-47,-124-198 30,149 198-46,-50 26 0,26-26 16,-1 0 15,25 26-15,-25-1 0,0-50 15,25 50-31,-25 25 156,-49 25-156,0 0 16,-348 124 15,248-75-31,25 1 0,-99-1 31,-74 50-15,247-99-1,-173 99 17,-322 74 15,520-198-32,-421 100 32,421-100-47,26 0 16,-26 0-16,-99 49 15,75-24 1,-125 0 15,26 24-31,-199 125 63,322-174-63,0 25 0,-272 99 62,248-99-62,24 24 0,0-49 16,-123 75 31,148-50-47,-25-25 15,1 49-15,-26-49 16,-148 174 15,173-125-31,1-49 16,24 50-16,-149 49 47,150-99-32,24 25-15,-25 0 16,-25 0 31,25-1-47,1 26 31,-1-25 0,0 25-31,0-1 32,0-24-17,25 0-15,-25-25 31,25 25-31,-24-1 16,-26 26 31,25-50-16,0 0 0,1 25 1,-1-25-32,25 25 15,-25-25 1,0 24 0,0-24-1,25 25 1,-24-25 15,-1 25 0,0 0 16,25 0-31,0 24 15,0 1-15,0-25-1,0 74 17,0-74-32,0-1 15,25 1 1,-25 0-1,0 0 1,25-25 125,-1 0-79,1 0-46,0 25-16,0-1 15</inkml:trace>
  <inkml:trace contextRef="#ctx0" brushRef="#br0" timeOffset="-186616.08">24879 11832 0,'0'25'78,"0"24"-78,0 26 0,0-1 16,0 25-1,0 521 17,0-496-17,0-24-15,0 247 32,0-273-32,0 373 62,0-373-62,0 1 0,0-1 16,0 0-16,0 224 47,0-248-47,0-1 0,0 1 15,0 74 32,0-99-31,0 24 15,25-49 16,0 0-32,0 0 1,-1 0-16,373 0 47,-174-24-47,-74 24 0,99 0 16,-24 0-16,247 0 15,-248 0 1,273 0 15,-347 0-31,-75 0 0,348 24 47,-372-24-31,24 0-16,323 0 62,-372 0-62,24 0 16,-24 0-16,50 0 15,-26 0 1,1 0-16,49 0 16,-25 0-1,-49 0-15,0 0 16,99 0 15,-74 0-31,24 0 16,-24 0-16,-1 0 15,224 0 17,-149 0-17,75 0 16,-150 0-31,1 0 16,49 0 0,-49 0-16,24 0 15,1 0 1,-51 0-16,51 0 16,-26 0-1,199-24 16,-223 24-31,25-25 16,-25 25 0,198 0 15,-124 0-15,0 0-16,25 0 15,50 0 1,-100 0-16,-24 0 15,0 0-15,-26 0 16,125 0 31,-124-25-47,-25 0 156,0 0-156,0 1 16,0-1-16,-25-149 47,0 125-47,1-1 0,24 0 15,-100-347 32,76 323-47,-1 24 16,25 26-16,-25-100 15,25 74 1,0-24-16,-25-26 16,-49-197 15,49 222-31,0 1 16,0-25-16,1 24 15,-26-198 32,50 249-47,0-26 16,-74-148 31,74 173-32,-25 0 16,25 0-15,-25-25 15,0 26-31,25-1 16,-25 0-16,25-25 16,-24 26 15,-1-51-16,25 50 1,-75-148 31,50 123-31,25 25 15,0 1-16,0-1 1,-24 25 62,-26 0 16,0 0-94,-49 0 16,-50 0-16,-74 25 15,99-1 1,0 1-16,-149 25 15,174-25 1,0-1-16,-75-24 31,50 0-31,25 0 16,25 25-16,-274 50 31,249-51-15,0 1-16,24 0 15,-495 74 32,446-74-47,0 0 16,0 0-16,-347-1 47,371-24-47,1 0 15,-25 0-15,0 0 16,-422 0 15,422 0-31,50 0 16,-25 0-16,24 0 16,-24 0-1,0 0-15,24 0 0,-222 0 31,222 0-15,1 0-16,0 0 16,24 0-16,-49 0 15,49 0 1,25 0-16,-24 0 47,24 0 140</inkml:trace>
  <inkml:trace contextRef="#ctx0" brushRef="#br0" timeOffset="-167576.88">24879 16123 0,'0'50'78,"0"49"-62,0-25-16,25 1 15,25 322 17,-50-273-32,0 0 15,0-25-15,0-25 16,0 1 0,0-1-16,0 0 0,0-24 15,-25 198 32,25-223-47,0 25 16,0-26-1,-25 26 1,0-50-16,25 25 16,0 0 15,0-1 0,-25 1 32,25 0-63,0 0 31,0 0-16,-25 24 1,25-24 0,0 25 15,-24-26-31,24 1 0,0 0 62,0 0 32,49-25-78,51 0-1,48 25-15,1-1 16,50 1-16,-1-25 16,25 0-16,25 0 15,-49 0-15,-1 0 16,298 0 31,-297 25-16,-50-25-15,-75 25-16,25 0 0,0-25 15,398 0 32,-398 0-47,0 0 0,0 0 16,273 0-1,447 0 48,-720 0-63,-25 0 16,-24 0-16,-25 0 15,148 0 16,-148 0-31,25 0 16,24 0-16,75 0 31,-74 0-31,148 0 32,-149 0 30,-24 0-46,-25 0-1,24-50 17,-24 25-1,-25 0-16,0 1-15,25-51 16,-25 50 0,0-49-16,0 0 0,0-174 31,0 148-31,0-24 16,0-496 30,0 521-46,0 0 16,0 49-16,-99-322 47,99 298-47,0-26 0,-25 1 16,0-25-16,-25-124 46,50 199-30,0 24 0,0-25-1,-24 50 1,-1 0 93,-25 0-93,-49 0 0,0 0-16,-50 25 15,0-25-15,-49 0 16,-819 0 15,769 0-31,49 0 16,-49 25-16,74 0 15,-346 74 17,296-99-17,76 0 1,23 0-16,-222 0 15,149 25 1,49-1-16,-74-24 31,99 0-31,-422 0 32,-273 25 14,795-25-30,-51 25-16,26-25 16,24 0-1,0 0-15,0 0 16,-49 0 0,24 25-16,1-25 31,24 0-31,0 25 15,-25-25 1,-74 24 15,75-24 32</inkml:trace>
  <inkml:trace contextRef="#ctx0" brushRef="#br0" timeOffset="-129024.89">25946 12179 0,'0'-50'62,"0"1"-62,0-75 16,0 74-16,25-49 15,-25-347 17,0 322-32,0-50 15,0 50-15,0-50 16,0-148-1,0 148-15,0 1 16,0-125 0,0 174-16,0-25 15,0-74 17,0 148-32,0-98 31,24 123 16</inkml:trace>
  <inkml:trace contextRef="#ctx0" brushRef="#br0" timeOffset="-128217.29">25574 9029 0,'-25'0'0,"25"-25"15,25-49 1,-1 24 0,100-49 15,-99 49-31,25-24 0,124-100 47,-150 174 46,1 25-77,0 0-16,0 0 16,0-1-16,-1 76 15,1-76 1,0 1-16,0 50 16,0-51-1,-25 26 16,0-25-31</inkml:trace>
  <inkml:trace contextRef="#ctx0" brushRef="#br0" timeOffset="-125873.27">23341 7367 0,'0'-25'16,"0"0"-1,0-49 16,0 24-31,0 1 16,0-174 31,0 148-47,0 25 16,0 26-16,25-249 46,-25 248-30,0 0-16,25-49 16,0-25-1,-1 74-15,-24-25 16,25 50-16,25-99 47,-25 74-47,-25 0 0,24 25 15,1-24 1,-25 48 125,0 26-126,-49 0-15</inkml:trace>
  <inkml:trace contextRef="#ctx0" brushRef="#br0" timeOffset="-125175.83">23093 6648 0,'0'0'0,"25"24"16,0 1-1,0-25 1,24 25-16,50 25 47,-74-50-47,25 24 15,-25-24 1,-1 0 0,1 0-1</inkml:trace>
  <inkml:trace contextRef="#ctx0" brushRef="#br0" timeOffset="-124496.43">23639 6697 0,'0'25'62,"0"0"-46,0 24-16,25 26 15,-1-1 1,-24-49 0,0 0-16,25 25 15,-25-26 1,25 51-16,0-50 16,0 24 15,-25-24-31,49 25 31,-24-50-31,-25 24 16,25 1-1,0-25 48,0 0-16,-25-49-32,0-26-15</inkml:trace>
  <inkml:trace contextRef="#ctx0" brushRef="#br0" timeOffset="-123953.2">23937 6697 0,'24'0'47,"1"0"-31,25 50 15,-1-50-31,-24 49 16,25 1-1,-1-25-15,1 99 31,-50-74-31,50-1 32,-26 1-32,1-25 93</inkml:trace>
  <inkml:trace contextRef="#ctx0" brushRef="#br0" timeOffset="-123440.34">24185 7218 0,'0'-25'62,"0"1"-62,0-1 16,0-25-16,0 25 16,0 1-16,24-26 15,-24 0 1,0 1-16,50-26 31,-50 1-31,25 74 16,-25-50-1,0 25 17,0 1 30,0-1-46</inkml:trace>
  <inkml:trace contextRef="#ctx0" brushRef="#br0" timeOffset="-122850.18">24284 6375 0,'25'25'47,"24"74"-31,-24-74-1,0 24-15,0 1 16,24 24-16,1 75 47,-50-124-47,25 25 0,-1-1 16,1 274 30,-25-299-46,0 1 16,0 99 31,0-99 31,-25-50-62,1 0-16,-175-198 31</inkml:trace>
  <inkml:trace contextRef="#ctx0" brushRef="#br0" timeOffset="-122136.6">23812 5655 0,'0'25'94,"25"25"-94,-25-1 16,25 26-16,25 198 46,-50-248-30,0-1 0,25-24 109</inkml:trace>
  <inkml:trace contextRef="#ctx0" brushRef="#br0" timeOffset="-121289.12">24879 6598 0,'25'0'94,"0"0"-94,24 0 15,1 0 1,-25 0-16,0 0 31,24 0 16,-49 25 15</inkml:trace>
  <inkml:trace contextRef="#ctx0" brushRef="#br0" timeOffset="-120760.93">24978 7094 0,'50'0'78,"-25"0"-63,24 0 1,-24 0 0,0 0-16,0 0 15,0 0 1,-1 0-16,1 0 78,-25-25-62</inkml:trace>
  <inkml:trace contextRef="#ctx0" brushRef="#br0" timeOffset="-120064.09">25722 5655 0,'25'0'94,"-25"25"-78,25 0-16,25 74 15,-26-49 1,1 0-16,0 49 15,0-50 1,-25-24-16,50 50 31,-26-51-31,-24 1 16,25 25 15,-25-25 94</inkml:trace>
  <inkml:trace contextRef="#ctx0" brushRef="#br0" timeOffset="-119416.78">25673 6623 0,'49'0'63,"1"0"-63,-25 0 15,0 0-15,49 0 16,-24 0-16,49 0 47,-49 0-47,-26-25 0,26 25 15,49 0 32,-74 0-47</inkml:trace>
  <inkml:trace contextRef="#ctx0" brushRef="#br0" timeOffset="-118416.73">25896 6871 0,'0'25'47,"25"-25"-15,0 0-32,49 0 31,-49 25 0,25 99 16,-50-100-47,24 1 78,1-25-47,-25 25-31,50 25 32,-25-1-17,24 75 16,-24-74-15,-25-25 0,0 74 15,0-74-15,0-1 15,-25-24 0,0 0 0,1 0-31,-1 0 16,0 0 46</inkml:trace>
  <inkml:trace contextRef="#ctx0" brushRef="#br0" timeOffset="-115336.36">26690 5432 0,'25'0'109,"-25"25"-109,24-25 16,1 25-16,74 99 46,-99-75-46,50 1 0,-25 0 16,149 545 31,-150-471-31,1-25-16,25 472 46,-50-472-30,0-25-16,0 1 16,0-26-16,0 100 47,-50-174 62,-24-24-93,24 24-16</inkml:trace>
  <inkml:trace contextRef="#ctx0" brushRef="#br0" timeOffset="-114313.29">25499 5383 0,'0'24'63,"0"26"-63,0 0 15,0-1-15,0 224 47,0-198-47,0-1 0,0 25 16,0-24-16,0 24 15,0 0-15,25 0 16,0-24-16,24 123 16,-49-99-1,25 50-15,0-25 16,198 521 15,-148-496-31,-1 0 16,1-25-1,-26-25-15,75 99 32,-99-173-17,-25 0-15,25-50 141,24 0-141,-24 1 16,0-51-16,25 26 15</inkml:trace>
  <inkml:trace contextRef="#ctx0" brushRef="#br0" timeOffset="-113448.78">27632 5159 0,'0'25'47,"25"124"-31,-25-75 0,0 1-16,0 24 15,0-25-15,0 348 31,0-347-15,0-1-16,0 0 16,0 26-16,50 321 47,-50-297-47,25-49 0,-1 24 15,274 521 32,-248-496-47,-1-50 16,1 1-16,24 49 31,-49-99-31,0-25 0,-25-25 156</inkml:trace>
  <inkml:trace contextRef="#ctx0" brushRef="#br0" timeOffset="-111777.45">28104 6300 0,'25'0'156,"-1"0"-156,1 0 16,74-24-1,-74 24 1,0 0-1,0 0 1,0 0 0,-1 0-1,1 0-15,0-25 16,25 25 0,-26 0-1,1 0 1</inkml:trace>
  <inkml:trace contextRef="#ctx0" brushRef="#br0" timeOffset="-110769.17">28724 5705 0,'0'-25'62,"49"25"-46,-24 25-16,25-25 16,-1 25-1,75 24 17,-99-24-17,0 0 1,0 74 31,-25-49-47,0-25 0,0 24 15,0-24 1,0 99 15,-25-99-31,25 0 16,0 0 15,0-1 47,25 1-62,0-25-16,24 25 15,100 0 32,-74-25-47,-51 0 0,1 0 16,0 0-16,0 0 16,0 0-1,-1 0-15</inkml:trace>
  <inkml:trace contextRef="#ctx0" brushRef="#br0" timeOffset="-109688.95">28277 6871 0,'75'0'62,"-1"0"-62,-24 0 16,173 0-1,-124-25-15,199-25 32,-199 26-32,0 24 15,422 0 32,-496 0-47,25-25 16,-26 0-16,1 25 78,0 0-62,0 0-16,0 0 15</inkml:trace>
  <inkml:trace contextRef="#ctx0" brushRef="#br0" timeOffset="-106521.85">28848 7119 0,'49'25'0,"-49"0"16,50-25-16,-50 49 16,50-49-16,-50 25 15,24 0-15,51 0 47,-75-1-47,25 1 0,0-25 16,-1 25-16,26 0 31,-50 0-31,74 49 31,150 174 16,-200-223-31,1-25-16,-25 25 15,25 24 1,0-49-16,0 50 16,-1-25-1,1-1-15,0 1 16,-25 0 0,0 0 30,0 0-30,-25 0-16</inkml:trace>
  <inkml:trace contextRef="#ctx0" brushRef="#br0" timeOffset="-106040.9">29195 7962 0,'0'0'16,"25"-25"0,25-297 15,-50 272-15,0-24-16,0 0 15,0-50 1,0 74-16,0 0 15,0 1-15,24-1 47,-24 25-47,25 1 63,0 24-48</inkml:trace>
  <inkml:trace contextRef="#ctx0" brushRef="#br0" timeOffset="-102088.96">29518 6995 0,'0'-25'125,"24"25"-109,1 0-1,0 0 1,0 0 0,0 0-1,-1 0 17,1 0-1,25 25 16,-25 0-32,-25 0 1,0-1 0,0 1-16,0 0 15,0 0 16,0 0 1,-25-25-32,0 0 93,50 24 32,0-24-109,-1 0 0,1 0 31,0 25-47,0 0 62,-25 0-46,0 0 31,0-1-16,-25 1-16,0 0 1,0 0 0,25 0-1,-24-25 1,-1 0-16,0 24 16,0-24-1,0 0 1,1 0 15,-1 0-31,0 0 31,0 0 1,75 0 93</inkml:trace>
  <inkml:trace contextRef="#ctx0" brushRef="#br0" timeOffset="-100680.68">29840 5531 0,'25'25'62,"-25"0"-62,49 25 16,-24 24-16,50 0 15,-26 1-15,274 471 47,-274-422-47,-24-50 16,0-24-16,0-1 16,49 249 15,-74-248-31,0 24 15,0 0-15,0 26 16,0-26 0,0 25-16,0-24 0,0 24 15,0 0 1,0 0-16,0 472 62,0-497-62,0 1 0,0-26 16,0-24-16,-25 49 47,1-74 62,-1 0-109,0-49 16,0-26 0,25 51-16,0-26 15</inkml:trace>
  <inkml:trace contextRef="#ctx0" brushRef="#br0" timeOffset="-99920.56">30832 6102 0,'25'0'79,"0"0"-48,24 0-16,-49 25-15,25-25 32,0 0-32,0 0 31,0 0-31,-1 0 31,100-25 16,-99 25-31,0 0 62</inkml:trace>
  <inkml:trace contextRef="#ctx0" brushRef="#br0" timeOffset="-99392.86">30907 6796 0,'24'0'15,"26"-24"17,0 24-32,-1-25 15,100-50 16,-99 51-15,-25-1-16,24 0 16,-24 0-16,25 0 47,-50 1 15</inkml:trace>
  <inkml:trace contextRef="#ctx0" brushRef="#br0" timeOffset="-91169.59">31849 5978 0,'0'-25'94,"50"0"-94,-1 1 15,75-1 1,-49 0-16,-26-25 16,1 50-16,-25-25 15,25 1 1,-1 24-16,-24-25 31,25 0 0,-50-25 94</inkml:trace>
  <inkml:trace contextRef="#ctx0" brushRef="#br0" timeOffset="-90176.97">32296 5110 0,'25'0'63,"24"0"-63,1 0 16,148 0-1,-173 0 1,99 0 31,-99 0-32,0 0 17,-1 0-32,1 0 0,0 25 15,-25 24 1,25 150 15,-25-26 0,0-49 1,0-99-17,0 0 32,0 0-31,25-1-1,24-24 17,-24 0-17,0 0-15,148-24 47,-173-1-31,25 25 15,0-25 0</inkml:trace>
  <inkml:trace contextRef="#ctx0" brushRef="#br0" timeOffset="-89024.75">32122 6449 0,'50'0'78,"24"0"-63,25 0-15,1-25 16,98 1 0,-148 24-16,24-25 15,124-50 32,-148 51-47,0-1 16,-26 0-16,51 25 0,123-74 47,-173 24-47,25 50 15,-1-25-15,75-24 32,-49 24-1,49-25 0,-75-24 16,-49 49-16,0 0 47</inkml:trace>
  <inkml:trace contextRef="#ctx0" brushRef="#br0" timeOffset="-86505.29">32246 6995 0,'25'0'16</inkml:trace>
  <inkml:trace contextRef="#ctx0" brushRef="#br0" timeOffset="-85416.86">32544 7169 0,'0'-25'93,"49"25"-77,-24-25-16,99 0 31,-74 25-31,-25 0 16,-1 0 0,1 0 15,25 99 31,-50-49-62,0-25 16,-25 0-16,25-1 94,0 1-79,50 0 1,-26 0-16,26 0 16,-25-1-1,49 1 1,-49 0-16,0-25 15,24 74 32,-49-24-47,0-25 0,0 24 16,-24 1-16,-1-50 16,-25 25-1,1 0-15,-75-1 47,99-24-31,0 0 15</inkml:trace>
  <inkml:trace contextRef="#ctx0" brushRef="#br0" timeOffset="-84864.62">33065 6921 0,'24'0'15,"76"24"1,-51 1 0,1 25-16,-1-25 15,175 74 17,-175-74-32,1-25 15,24 24-15,-24 1 16,24 74 15,-74-74-15,0 0 46,0 0-31,0 0-15,0-1 15,0 26-15</inkml:trace>
  <inkml:trace contextRef="#ctx0" brushRef="#br0" timeOffset="-84385.56">33337 7640 0,'0'0'15,"0"-50"-15,0 25 0,0-223 47,0 174-31,0 24-16,0-24 15,-24-75 1,-1 75-16,25 49 16,0-25-16,0 1 31,0 24-15,0 0 46</inkml:trace>
  <inkml:trace contextRef="#ctx0" brushRef="#br0" timeOffset="-83352">33263 6350 0,'25'0'78,"24"0"-63,-24 0-15,0 0 16,0 0 0,25 25 15,-50 0-15,24-1-16,-24 1 31,0 0 0,0 0-15,0 0 62,25-25-78,-25 24 15,50-24-15,24 50 47,-49-25-47,0-25 16,-25 25 0,25-1 15,-25 1 0,0 0-15,-25-25-1,-25 0 17,-49 0-1,25 0 16,49 0-47,0 0 15,0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46:05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6127 6176 0,'0'-24'63,"0"-1"-48,0 0 1,0 0-1,0 0 17,0 1-32,0-1 15,0 0 1,0-25 15,0 26-31,0-1 16,0 0-16,0 0 15,0 0-15,0 0 16,0 1 0,0-1-1,0-50 17,25 1 30,-1 49-62,1 0 0,0 25 16,25-24 31,-26 24-47,1 0 31,0 0 0,0 0-15</inkml:trace>
  <inkml:trace contextRef="#ctx0" brushRef="#br0" timeOffset="713.23">6028 5978 0,'24'0'62,"1"0"-46,0 0-16,0 0 16,24 0-1,-24 0 1,0 0 0,0 0 15,0 0-16,-1 0 48,1 0 46</inkml:trace>
  <inkml:trace contextRef="#ctx0" brushRef="#br0" timeOffset="1559.99">6499 5904 0,'0'24'141,"0"1"-141,0 0 15,0 25 16,0-26-31,0 1 16,0 0-16,0 25 31,25-1 1,-1-49-17,1 25 32,0-25 0</inkml:trace>
  <inkml:trace contextRef="#ctx0" brushRef="#br0" timeOffset="2191.59">6623 5928 0,'25'0'63,"-1"0"-63,1 25 15,0 0 1,49 49 31,-49-74-47,0 25 16,0-25-1,49 75 16,-49-51 1,0 1 15</inkml:trace>
  <inkml:trace contextRef="#ctx0" brushRef="#br0" timeOffset="2680.11">6821 6251 0,'0'-25'15,"0"0"1,0-74 15,25 49-15,-25 26-1,25-51 1,-25 50 0,0-24-1,0 24 1,25 0 31,-25 0-16</inkml:trace>
  <inkml:trace contextRef="#ctx0" brushRef="#br0" timeOffset="3328.66">7020 5705 0,'25'0'47,"24"0"-16,-49 25-31,25 0 31,0 24-31,0 26 31,24 148 16,-24-198-31,-25 148 31,0-123-47,0-25 15,0 49-15,-25-74 16,25 25 15,-74-25 47,74-25-78,-25 0 16,0-24-16,0-1 16,1 25-16</inkml:trace>
  <inkml:trace contextRef="#ctx0" brushRef="#br0" timeOffset="4168.52">6524 5259 0,'0'24'110,"0"1"-95,24 50 1,-24-51-1,0 1-15,0 0 16,0 0 0,0 0-1,25-1 17</inkml:trace>
  <inkml:trace contextRef="#ctx0" brushRef="#br0" timeOffset="6615.99">7466 5457 0,'25'25'78,"0"24"-62,-25-24 0,25 25-1,-25-1-15,0-24 16,0 0-16,0 0 16,0 24-16,0 76 46,0-101-46,0 26 0,0-25 16,-25 49 31,-25-74 94</inkml:trace>
  <inkml:trace contextRef="#ctx0" brushRef="#br0" timeOffset="7751.64">5829 5308 0,'0'25'62,"0"0"-30,0 0-17,0-1-15,-25 26 16,0-50-16,25 25 16,0 0-1,0 49-15,0-24 16,0-1-1,0-24-15,0 49 32,0-24-32,0-25 0,0 25 15,0 49 17,0-50-17,0 1 1,25-50-16,-25 25 15,25 24 1,0-24 0,25 0 46,-50 25-62,24-50 110</inkml:trace>
  <inkml:trace contextRef="#ctx0" brushRef="#br0" timeOffset="8889.2">7962 5383 0,'0'24'79,"0"1"-79,0 25 15,0-25-15,0-1 16,0 1-16,0 25 15,0-25 1,0 49 15,0-49-31,0 0 0,0 24 16,0-24-16,0 25 16,0-25-1,0-1-15,25 76 47,0-100-31,-25 24 15,0 1-15,25-25-1,-25 25 32</inkml:trace>
  <inkml:trace contextRef="#ctx0" brushRef="#br0" timeOffset="10576.07">8310 5680 0,'-25'0'47,"0"0"-16,0 0 0,0 25-15,1 25 0,24-1-1,0-24 1,0 0-1,0 0 95,49-25-79,-49-25 0,0 0-15,25 0-16,-25 0 16,0 1-1,0-1 298,25 25-298,0 49 1,-1 1 0,1-50-16,-25 50 15,25-1 1,0 1 15,-25 0-31,25 49 31,-25-50 1,0 1-1,0-25-16,0 24 17,-50-49 15,25 0-32,0 0 1,1 0 15,-1 0 0</inkml:trace>
  <inkml:trace contextRef="#ctx0" brushRef="#br0" timeOffset="11359.68">8508 5730 0,'25'0'109,"24"0"-93,-49 49-16,100 26 47,-76-50-32,-24 0-15,25-1 31,-25 1-15,25-25-16,0 25 31,-25 0 1,25-25-1,-25 25 0</inkml:trace>
  <inkml:trace contextRef="#ctx0" brushRef="#br0" timeOffset="11904.61">8582 6102 0,'0'-25'15,"25"0"1,0 1 15,0-1-31,0 25 16,-25-25-16,24 0 15,1 0 1,0-24-16,-25 24 16,25-25 30,-25 25-46,25 1 125</inkml:trace>
  <inkml:trace contextRef="#ctx0" brushRef="#br0" timeOffset="12687.63">8781 5457 0,'25'0'47,"-1"25"-32,1 0-15,0-1 16,0 1-16,0 25 15,-1-25 1,26 148 15,0-73 1,-1-1-1,-24 50 16,-25-125-32,0 1 1,0 0 15,0 25-15,0-26-1</inkml:trace>
  <inkml:trace contextRef="#ctx0" brushRef="#br0" timeOffset="13727.59">9327 5904 0,'24'0'250,"26"0"-234,-25 0-16,49 0 31,-49 0-31,0 0 0,0 0 15,-1 0 17,1 0-17,0 0-15,0 0 32</inkml:trace>
  <inkml:trace contextRef="#ctx0" brushRef="#br0" timeOffset="17591.59">10269 5432 0,'0'25'109,"0"25"-93,-25-26-16,25 1 15,0 99 17,0-74-32,0-1 15,0 1-15,0 0 16,0 49 0,0-25-16,25 75 31,-25-124-16,25 49-15,25 26 47,-26-76-31</inkml:trace>
  <inkml:trace contextRef="#ctx0" brushRef="#br0" timeOffset="21735.47">10567 6077 0,'-25'-49'78,"0"24"-62,25 0-1,-25-99 17,25 99-17,0 0-15,0 0 16,-24 1-16,24-26 47,0 25-47,0-24 15,24 24 1,-24 0 0,100-99 31,-51 74-32,-24 26-15,0-26 16,24 25 15</inkml:trace>
  <inkml:trace contextRef="#ctx0" brushRef="#br0" timeOffset="22591.61">10517 5804 0,'0'25'140,"25"-25"-109,0 0-15,0 0-16,-1 25 31,1-25-31,0 0 32,25 0-1</inkml:trace>
  <inkml:trace contextRef="#ctx0" brushRef="#br0" timeOffset="23431.77">10914 5804 0,'0'25'109,"0"0"-93,0 0-1,0 24 1,0-24-1,0 0 1,25 25 0,0-1-1,-25-24 1,0 0 0,24 0-1,1-1 1,0 1 62</inkml:trace>
  <inkml:trace contextRef="#ctx0" brushRef="#br0" timeOffset="24032.19">11112 5854 0,'50'0'94,"-50"25"-94,25 0 15,0-1 1,0 1-16,-1 25 15,1-25 1,0-1-16,25 26 31,-1 24 32,-24-74-63,-25 25 125,-25-25-110</inkml:trace>
  <inkml:trace contextRef="#ctx0" brushRef="#br0" timeOffset="24592.15">11286 6226 0,'0'-25'32,"0"0"-17,0 1 1,0-1 0,0 0-16,0-25 46,0 26-46,0-1 16,25 0 125,-25 0-126,0 0 1</inkml:trace>
  <inkml:trace contextRef="#ctx0" brushRef="#br0" timeOffset="25191.49">11336 5755 0,'25'0'78,"-1"0"-62,1 24-16,-25 1 16,75 75 15,-75-76-31,24 26 15,1-25-15,25 148 47,-50-148-31,0 25 0,0-25-1,0-1-15,0 1 16,0 0-1</inkml:trace>
  <inkml:trace contextRef="#ctx0" brushRef="#br0" timeOffset="26199.53">11485 5383 0,'24'0'63,"1"24"-47,-25 26-1,99 49 32,-74-49-47,0-25 0,0-1 16,0 26-1,-25-25 1,0 0-16,49 124 47,-49-125-32,0 1 1,0 25 0,0-25-1,0-1 1,0 26 15,0-25-31,0 0 16,0-1-1,0 1 32</inkml:trace>
  <inkml:trace contextRef="#ctx0" brushRef="#br0" timeOffset="27208.26">12005 5407 0,'0'25'109,"0"25"-93,0-25-16,0 24 16,0-24-16,0 25 15,0-26-15,0 1 16,0 149 15,0-124-15,0-26-16,25 51 15,25-1 1,-50-49-16,25 0 16,24 99-1,-24-99 1,25 99 31</inkml:trace>
  <inkml:trace contextRef="#ctx0" brushRef="#br0" timeOffset="29359.64">12700 5680 0,'-25'0'15,"0"-25"1,1 25 0,-26 0-1,25 0 1,0 0-16,1 0 16,-1 0-1,0 0 1,0 25-1,0 0 1,1 0-16,-26 49 31,25-24-31,25 0 32,0 74-1,0-100 16,0 1-32,149-50 32,-99-24-47,-26 24 16,26 0-1,-25-24 1,0-1 0,-25 25 15,0 0-15,0 0-1,0 1 48,24 73 124,1-24-171,-25 25-16,50-25 15,-1 74 1,-24-74-16,-25-1 16,25 26-16,49 49 47,-49-49-47,0-1 15,-25 1 1,0 0 15,0-26-31,0 1 0,0 0 16,-25 0-1,0 0-15,-24-1 16,24-24 15,0 25-31,0-25 16,-24 0 31,24 0-47,0 25 15,0-25 32</inkml:trace>
  <inkml:trace contextRef="#ctx0" brushRef="#br0" timeOffset="31655.59">12700 5333 0,'0'25'125,"0"0"-109,0-1-16,0 1 15,0 0 1,0 25 0,25-26-16,-25 1 15,0 25 1,0-25 0,0-1-1,25 1-15</inkml:trace>
  <inkml:trace contextRef="#ctx0" brushRef="#br0" timeOffset="32472.55">12998 5655 0,'0'25'78,"0"0"-62,0 0-16,0 0 16,0-1-1,0 1 1,0 25-16,24 0 16,1-26-16,-25 1 15,0 25 16,25-1-31,0-49 16,-25 25 0,49 50 15</inkml:trace>
  <inkml:trace contextRef="#ctx0" brushRef="#br0" timeOffset="33127.36">13246 5755 0,'0'24'78,"25"1"-78,-25 0 15,49 25 1,-49-25-16,50 24 31,-25-24-31,-25 0 16,74 74 31,-49-74-47</inkml:trace>
  <inkml:trace contextRef="#ctx0" brushRef="#br0" timeOffset="33679.62">13444 6176 0,'0'-24'31,"0"-1"-16,-25-50 32,25 51-47,0-1 16,0 0 0,0-74 15,0 74-31,0 0 15,0 0 126</inkml:trace>
  <inkml:trace contextRef="#ctx0" brushRef="#br0" timeOffset="34407.51">13419 5482 0,'25'25'63,"-25"-1"-48,25 1-15,-25 0 16,74 124 15,-49-124-31,-25-1 16,25 1-16,25 25 15,-26 74 17,1-99-17,-25 0-15,25 24 16,-25-24-1,0 0-15,0 0 16,0 74 0,0-74-1,0-1 1,0 1 15,0 0 32</inkml:trace>
  <inkml:trace contextRef="#ctx0" brushRef="#br0" timeOffset="37456.68">5904 6648 0,'49'0'63,"26"0"-48,-1 0-15,25 0 16,50 0-16,-25 0 16,0 0-16,25 0 15,-25 0-15,422 0 47,-447 0-47,-25 0 16,1 0-16,49 0 15,-50 0 1,0 0-16,1 0 16,223 0 15,-224 0-31,-24 0 15,24 0-15,348 0 63,-323 0-63,-25 0 0,26 0 16,73 0-1,-98 0-15,-1 0 16,75 0-1,-75 0 1,-24 0-16,24 0 16,199 0 15,-198 0-31,-1 0 16,-24 0-16,-1 0 15,1 0 1,-1 0-16,26 0 0,-1 0 15,224 0 17,-224 0-32,1 0 15,-1 0-15,1 0 16,222 0 31,-247 0-47,-1 0 0,1 0 15,0 0-15,198 0 47,-174 0-47,0 0 16,26 0-16,-26 0 16,50 0-1,-49 0-15,-26 0 16,50 0-1,-49 0-15,-25 0 16,0 0-16,99 0 31,-75 0-15,1 0-16,-1-25 16,-49 0-16,50 25 46,-25 0-30,0-25 0,-1 25-16,26-25 31,-25 25-15,0 0 265,0 0-266,-1 0 1,1-24 0,0 24 15,0 0 0,0 0-15,-1 0 15,1 0 0,0 0-31,0 0 47,0 0-31</inkml:trace>
  <inkml:trace contextRef="#ctx0" brushRef="#br0" timeOffset="40191.12">8657 7218 0,'0'-25'0,"-25"25"31,0 0-15,0-24 15,1 24-31,-1 0 31,-25 0-15,25 24 15,25 26-15,-24-25-1,-1 0-15,25-1 16,0 76 15,0-76-31,25 1 16,-25 0-16,124 99 47,-75-124-32,1 0 1,-1 0 0,-24 0-16,-25-50 15,50-24 1,-50 49-16,0 0 16,0 1-16,0-125 46,0 99-46,0 1 0,-25-1 32,0 25-17,25 50 188,0 0-187,25-25 47,0 25-48,0-1 95,-25 1-110,24-25 15,1 25 1,-25 0-1,25 0 1,-25-1-16,0 1 16,25 0-16,-25 0 15,25 99 17,-1-99-32,-24-1 15,0 1-15,0 0 16,0 99 31,0-99-47,0 0 15,0-1 1,0 1 15,0 0-15,-24 0 15,-1-25 0,-50 0 1,51 25-32,-1-25 15</inkml:trace>
  <inkml:trace contextRef="#ctx0" brushRef="#br0" timeOffset="41088.5">9302 6871 0,'0'25'63,"0"0"-63,0-1 16,0 26-16,0-25 15,0 0 1,0-1-16,0 26 0,25-25 15,-25 99 32,24-75-47,1 1 16,-25-25 0,50 49 15,-50-49-31,0 0 15,25 24-15,-1-49 16,-24 25 15,25-25 94</inkml:trace>
  <inkml:trace contextRef="#ctx0" brushRef="#br0" timeOffset="41735.4">9649 7020 0,'25'0'78,"0"25"-63,24-1 17,-24 26-17,0-25-15,0 24 16,-1-24-16,76 74 47,-100-49-47,24-50 15,-24 25-15</inkml:trace>
  <inkml:trace contextRef="#ctx0" brushRef="#br0" timeOffset="42232.28">9773 7392 0,'0'0'0,"0"-25"16,0 0-16,0-124 31,0 125-16,0-1 1,74-149 31</inkml:trace>
  <inkml:trace contextRef="#ctx0" brushRef="#br0" timeOffset="42991.56">9947 6945 0,'24'0'79,"1"0"-79,-25 25 15,25 0-15,0 0 16,25 99 15,-50-75-31,24-24 16,1 0-16,-25 25 15,0 123 32,0-148-47,0 0 0,0 0 16,0 24-1,0-24 48</inkml:trace>
  <inkml:trace contextRef="#ctx0" brushRef="#br0" timeOffset="44304.27">10244 6921 0,'0'-25'94,"25"25"-79,0 25 1,124-1 15,-124-24-31,24 0 16,1 0 15,-25 0-31,-1 0 0,1 0 47,0 25-16,0 0-15,-25 25 15,0-26-15,0 1-16,25 74 15,-1 25 17,26 75 30,-25-174-62,-25-1 0,25 1 16,-25 0 31,0 0-16,0 0-16,-25-1 1,-25-24 0,-272 50 31,272-25-47,25 0 15,1-25 1,-26 0-1,0 0-15,26 0 32,-1 0-17,0 0 1,0 0 31,-24 0-32,24 0 1,-50 0-16</inkml:trace>
  <inkml:trace contextRef="#ctx0" brushRef="#br0" timeOffset="45720.27">8210 6995 0,'-24'0'46,"-26"0"-30,0 0 0,-24 0-16,49 0 15,0 0-15,-124 25 47,125 0-47,24-1 0,-25-24 16,25 25-1,-25-25 1,25 25 0,0 0-1,-25 0-15,25-1 32,0 26-32,0 0 15,75 123 32,-51-123-47,1-25 16,-25 24-16,50 50 47,-50-74-47,0 0 15,0 0 1,25 0 31,-25-1-16,24 26-15,-24-25-1,25 0 16,0-25-15,-25 24 0,25-24-16,25 0 15,-26 0 1,1 0-16,124 0 31,-99 0 16,-26 0 94,1 0-126,50 0-15,-1 0 16</inkml:trace>
  <inkml:trace contextRef="#ctx0" brushRef="#br0" timeOffset="47096.64">11261 6846 0,'25'0'140,"25"0"-93,-50 25-47,25-25 16,-1 25-1,1 0 17,-25-1-17,0 1-15,0 25 16,-25-50 0,25 25-16,-24-1 15,-26 26 16,25-25 32,25 0-32,25-1-15,0 1-1,0-25 1,24 0 15,-24 0-31,25 0 16,-1 0 0,1 0-1,-25 0 1</inkml:trace>
  <inkml:trace contextRef="#ctx0" brushRef="#br0" timeOffset="59655.53">7342 670 0,'0'-25'94,"25"25"-78,49 0-1,-49 0 1,0 0 0,99 0 46,-99 0-46,0 0 15,-1 0 47,1 0-78</inkml:trace>
  <inkml:trace contextRef="#ctx0" brushRef="#br0" timeOffset="60607.54">7789 446 0,'24'25'109,"-24"0"-109,25-25 16,25 25-16,-1 0 15,1-25 1,0 0-16,-25 0 15,49 25 17,-49-25-17,0 24 48,-25 1-32,-25 50-15,0-51 15,-49 1-15,49 0-1,-25-25 1,0 25-1,1 0 32,49-1 110</inkml:trace>
  <inkml:trace contextRef="#ctx0" brushRef="#br0" timeOffset="62176.14">8657 967 0,'0'-49'78,"0"-1"-78,0 1 16,0-1-16,0-124 47,0 125-47,0-1 15,0 25-15,0 0 16,0 1-16,0-26 16,25 50-16,-1-50 15,51 1 16,-50 49-15,-1 0 0,1 0-16,50-25 47,-51 25-47,1 0 125,0 0-94,0 25-16,-25 0 1</inkml:trace>
  <inkml:trace contextRef="#ctx0" brushRef="#br0" timeOffset="62719.37">8632 620 0,'25'0'63,"0"0"-63,-1 25 15,26-25-15,0 25 16,-26-25-16,100 25 63</inkml:trace>
  <inkml:trace contextRef="#ctx0" brushRef="#br0" timeOffset="63359.63">9227 595 0,'-24'0'47,"24"25"-31,0 0-16,0 0 16,0 24-16,0-24 15,0 50 16,0-51-15,0 1-16,0 25 16,24-25-1,1 24 17,0-49-32</inkml:trace>
  <inkml:trace contextRef="#ctx0" brushRef="#br0" timeOffset="63960.14">9401 546 0,'0'25'63,"0"-1"-48,25 1-15,0 25 16,-1-25-16,1 74 47,0-99-47,0 25 15,0-1 17,-1 1-17</inkml:trace>
  <inkml:trace contextRef="#ctx0" brushRef="#br0" timeOffset="64456.64">9451 943 0,'0'0'0,"0"-25"16,0 0-1,0-25 1,24 50-1,-24-49 1,25 24 0,-25 0-1,0 0 1,0-24 0,25 24-16,-25-25 62,0 26-62,0-1 16</inkml:trace>
  <inkml:trace contextRef="#ctx0" brushRef="#br0" timeOffset="65103.57">9649 422 0,'25'0'125,"-25"24"-109,49 51-16,-24-25 16,25 74-1,-25-75-15,-1 298 63,-24-322-48,0 0-15,0 0 16,-24-25 46,-1 0-62,0-25 16,0 25-16,0-25 16,-24 0 15</inkml:trace>
  <inkml:trace contextRef="#ctx0" brushRef="#br0" timeOffset="67905.27">4787 2232 0,'0'25'94,"0"0"-94,25 49 16,-25-49-1,0 25-15,25-1 0,0 1 16,-25 74 31,0-99-32,25 0 17,-1-25-17,51 0 1,-1 0-16,497-75 47,-472 50-32,0 1-15,-24 24 16,421 0 15,-348 0-15,-48 0-16,-26 0 15,0 0-15,75 0 47,-124 0-31,0 0 15,25 0-15,-26 0-16,26 0 15,0 0-15,123 0 32,-98 0-32,-26 0 15,50 0 32,-74-25-47,25 0 16,-50 0-1,25-24 1,-1-1 0,-24 25-16,0 0 15,-24-223 32,24 224-47,-25-1 16</inkml:trace>
  <inkml:trace contextRef="#ctx0" brushRef="#br0" timeOffset="69495.98">5655 3001 0,'-24'0'47,"-26"0"-31,25 0-1,0 0-15,-99 100 47,124-76-16,0 1-15,25 0 0,25-25 15,-1 0-31,26 0 15,-26 0-15,26-50 16,74-74 15,-124 100-15,-1-1-16,1 25 16,-25-25-1,0-49 16,0 123 110,0-24-125,0 0-1,0 0-15,0-1 16,0 1 0,0 0-16,0 0 0,50 49 31,-50-24-16,25-25 1,-25-1-16,24 51 31,-24 74 32,0-125-63,-74 26 31,-25 0 16,74-50-31,0 0 15,0 0 0</inkml:trace>
  <inkml:trace contextRef="#ctx0" brushRef="#br0" timeOffset="70264.99">6350 2803 0,'-25'0'0,"25"50"94,0-26-94,0 1 16,0 0-16,0 25 15,0 74 16,25-100-31,-25 26 16,25-50-16,0 50 16,-1-26-1,-24 1-15,25-25 16,0 25 0,-25 0-1,25-25 1,0 0 15,-1 0 32,1 0-63,0 0 15,-25-25-15,25 0 16</inkml:trace>
  <inkml:trace contextRef="#ctx0" brushRef="#br0" timeOffset="70783.39">6697 2853 0,'25'0'62,"0"24"-46,-25 1-1,0 0-15,25 0 16,-1 0-16,26 24 31,-50-24-15,25-25-16,0 25 16,-25 0-1,25-1-15,-1-24 31,1 25 1</inkml:trace>
  <inkml:trace contextRef="#ctx0" brushRef="#br0" timeOffset="71200.5">6796 3249 0,'0'0'0,"0"-49"16,25 49-1,-25-50 1,25 1-16,0 24 16,-25-25-1,25 1 1,0 24-16,-25 0 16,0 0 30,0 0-14,0 1-17</inkml:trace>
  <inkml:trace contextRef="#ctx0" brushRef="#br0" timeOffset="71784.13">6921 2629 0,'49'0'31,"-24"50"-16,25 0 1,-1-26 0,-49 26-1,99 49 17,-99-49-17,25-1-15,0-24 16,-25 25-16,25 49 31,-25-74-15,0 24-16,0-24 15,0 0 1,0 25 15,-25-50 110</inkml:trace>
  <inkml:trace contextRef="#ctx0" brushRef="#br0" timeOffset="79583.58">15875 1017 0,'0'-25'359,"0"0"-359,0-24 16,0-1-1,0 25-15,0 1 16,0-1-16,0 0 16,0-124 15,0 124-16,25-24-15,-25 24 16,25-50 15,-1 51 1,-24-1-17,25 25 16,-25-25-15,25 25-16,74 0 47,-74 0-47,0 0 47,24 0-32,1 0 1,-25 0-16,0 0 16,24 0 31</inkml:trace>
  <inkml:trace contextRef="#ctx0" brushRef="#br0" timeOffset="80367.63">15974 719 0,'0'25'125,"50"-25"-109,-25 0-1,99 0 17,-100 0-32,1 0 15,0 0 1,0 25 187,-25 0-187,25 0-16</inkml:trace>
  <inkml:trace contextRef="#ctx0" brushRef="#br0" timeOffset="81248.25">16594 645 0,'0'25'141,"0"0"-141,0-1 15,0 1-15,0 124 47,0-124-47,0 24 16,25 1-16,-25-25 15,25 0 1,0-1-16,-25 1 16,25 0 46,-25 0-31,24-25-15,-24 25 62</inkml:trace>
  <inkml:trace contextRef="#ctx0" brushRef="#br0" timeOffset="81923.87">16793 719 0,'25'0'93,"-1"25"-77,1 25 0,0-25-1,0-1 1,-25 1-16,25 0 15,-1-25 1,1 50 0,0-26-1,25 51 32,-26-50-47,-24-1 31,25-24 48,-25 25-64</inkml:trace>
  <inkml:trace contextRef="#ctx0" brushRef="#br0" timeOffset="82432.5">16942 1166 0,'0'-25'31,"0"0"-15,0 0-16,0-24 15,0 24 1,0 0-16,0-49 16,0 49-1,0 0-15,0-74 47,0 74 62,0 0-93</inkml:trace>
  <inkml:trace contextRef="#ctx0" brushRef="#br0" timeOffset="83231.6">16991 496 0,'25'0'78,"0"25"-62,-25 25-16,74 49 47,-74-74-32,0 24 1,50 26 0,-50-26-1,25-24-15,-25 25 31,0-26-15,24 26-16,-24-25 16,0 0-1,0 49 17,0-49-32,0 0 15,0-1 1</inkml:trace>
  <inkml:trace contextRef="#ctx0" brushRef="#br0" timeOffset="84160.69">17388 719 0,'25'0'78,"0"0"-62,-1 0 15,1 0-15,0 0-1,0 0 1,0 0 15</inkml:trace>
  <inkml:trace contextRef="#ctx0" brushRef="#br0" timeOffset="84848.13">17487 1042 0,'0'25'47,"25"-25"-16,0 0-15,25 0 0,-26 0 15,1 0-31,0 0 15,0 0 1,0 0 109,-25 24-78,0 26-47</inkml:trace>
  <inkml:trace contextRef="#ctx0" brushRef="#br0" timeOffset="86487.49">18380 546 0,'25'25'93,"0"-1"-77,24 1-16,-24 25 16,223 123 15,-198-123-16,0-25-15,-26 0 16,51 24 0,-26-24-16,-24-25 31,0 25 0,0-25-15</inkml:trace>
  <inkml:trace contextRef="#ctx0" brushRef="#br0" timeOffset="86999.85">18777 1091 0,'0'-24'16,"0"-1"-16,50-25 31,-25 50-31,24-198 47,-49 148-32,25 25-15,-25 1 16,0-1-16,0-25 16,25 25-16,-25 1 62</inkml:trace>
  <inkml:trace contextRef="#ctx0" brushRef="#br0" timeOffset="87663.9">19372 546 0,'25'0'63,"-25"25"-63,25 24 15,0 1 1,-25-1 0,0-24-16,25 74 15,49 50 32,-74-124-47,0 0 16,0 0-16,0-1 15,25 1 48,0-25-48,-25 25 1,0 0-16</inkml:trace>
  <inkml:trace contextRef="#ctx0" brushRef="#br0" timeOffset="88344.21">19447 992 0,'25'0'125,"-1"0"-109,1 0-16,50-25 16,-50 1-16,74 24 46,-74 0 1,-1 0-15,1 0-1,-25-25-16,25 0-15,0 25 32,0-25-17,-1 0 1</inkml:trace>
  <inkml:trace contextRef="#ctx0" brushRef="#br0" timeOffset="88959.58">19893 496 0,'25'25'79,"-25"0"-64,75 99 1,-75-50-1,49 1 17,1 98-17,-1-49 48</inkml:trace>
  <inkml:trace contextRef="#ctx0" brushRef="#br0" timeOffset="91343.15">20588 719 0,'25'0'63,"-1"0"-48,101 0 16,-101 0-31,26 0 16,173 0 31,-173 0-47,-1 0 16,1 0-16,24 0 15,1 0-15,-1 0 16,149-49 31,-198 49-16</inkml:trace>
  <inkml:trace contextRef="#ctx0" brushRef="#br0" timeOffset="92055.98">21654 496 0,'25'0'79,"0"0"-64,0 25-15,0 0 16,0-25-16,49 0 15,100 25 17,-150-1-32,1-24 15,0 0 1,25 0 0,-50 25-16,24 0 0,1 0 15,0 49 32,-25-49-47,0 25 16,-25-1-1,0-24 1,-49 0 31,49 0-32,0-25 1</inkml:trace>
  <inkml:trace contextRef="#ctx0" brushRef="#br0" timeOffset="93415.56">23068 868 0,'25'25'78,"-25"0"-47,0-75 157,0 1-173,0-1 1,-25-74 0,1 50-1,24 49-15,0-25 16,0 25-16,0 0 16,0-49-1,0 24-15,0 26 16,0-1-16,0-50 47,0 51-47,0-1 0,0 0 15,24 0-15,1 0 16,0 1 0,0 24 15,0 0-31,-1 0 31,1 0-15,124 0 15,-124 0-15,0 0-1,-1 0-15,1 0 63</inkml:trace>
  <inkml:trace contextRef="#ctx0" brushRef="#br0" timeOffset="94639.69">22820 620 0,'25'0'156,"0"0"-140,0 0 15,0 0-15,-1 0-16,1 0 16,25 0 15,-25 0-31,-1 0 15,51 0 17,-26 0-17,-24 0 1,0 0 0,0 0-1</inkml:trace>
  <inkml:trace contextRef="#ctx0" brushRef="#br0" timeOffset="95703.73">23515 74 0,'0'25'109,"0"0"-109,0 0 16,25 24-1,-25 1 17,24-25-32,1 0 15,-25-1 17,0 1-17,0 0 1</inkml:trace>
  <inkml:trace contextRef="#ctx0" brushRef="#br0" timeOffset="96559.64">23688 620 0,'-24'0'47,"-1"25"-32,25 0 1,0 0-1,0 24 1,0 1 0,0-25-1,0-1-15,0 1 16,25 74 15,-1-74-15,-24 0-1,25-25 1,0 25 0,0 0 31</inkml:trace>
  <inkml:trace contextRef="#ctx0" brushRef="#br0" timeOffset="97090.4">23837 645 0,'25'0'31,"25"25"0,-25 0-15,-1-25-16,1 24 16,0 26-1,0-25 1,0 0-1,-1-1 1,1 1 0,-25 0 31,25-25-32,-25 25 1,0 0 15,0-1-15</inkml:trace>
  <inkml:trace contextRef="#ctx0" brushRef="#br0" timeOffset="97567.27">24085 1017 0,'-24'0'16,"-1"0"15,25-25-31,-25-24 16,25-1 0,0 0-16,-25 26 15,25-1 1,0-25-16,0 1 0,0 24 15,0-25 17,0 25-17,0 1-15</inkml:trace>
  <inkml:trace contextRef="#ctx0" brushRef="#br0" timeOffset="98255.88">24085 446 0,'0'-24'32,"50"48"-1,-25 26-15,-25 0-1,74 74 16,-49-75 1,-25-24-32,25 0 15,-25 0-15,0 0 16,0 74 0,0-74-1,0 49 16,0 50 16,0-99-31</inkml:trace>
  <inkml:trace contextRef="#ctx0" brushRef="#br0" timeOffset="111455.25">24681 620 0,'24'0'62,"1"0"-46,25 0 0,74 0 31,-74 0-47,-1 0 15,-24 0 1,0 0 15,0 0-31,-1 0 31</inkml:trace>
  <inkml:trace contextRef="#ctx0" brushRef="#br0" timeOffset="112175.35">24730 992 0,'0'25'31,"25"-25"0,49 0-15,-49 0-1,174 0 17,-174 0-17,24 0-15,1 0 16,-25 0-16,24 0 47,-24 0-32,-149 0 126</inkml:trace>
  <inkml:trace contextRef="#ctx0" brushRef="#br0" timeOffset="115999.72">25871 670 0,'0'-25'94,"0"0"-78,25 0-1,0-49 16,-25 49-15,25 25 47,0 0 108,-1 25-155,26 25-16,-25-1 16,0 1-16,74 123 47,-99-123-47,25 0 0,-1-1 15,-24-24 1,25 25-16,0-50 15</inkml:trace>
  <inkml:trace contextRef="#ctx0" brushRef="#br0" timeOffset="116703.29">26219 1191 0,'49'0'94,"1"0"-94,24 0 15,1-25-15,-51 0 16,26 25-1,0 0-15,-26 0 16,1 0 0</inkml:trace>
  <inkml:trace contextRef="#ctx0" brushRef="#br0" timeOffset="124407.67">26963 446 0,'0'25'78,"24"0"-62,1 0-16,0 25 15,-25-1-15,124 100 47,-124-124-31,25 24-16,0-24 31,0 0-31,-25 0 187</inkml:trace>
  <inkml:trace contextRef="#ctx0" brushRef="#br0" timeOffset="124944.16">26690 695 0,'25'0'16,"-1"0"0,125-50 15,-99 50-31,-25 0 16,24-25-16,1 25 15,0 0 1,-1-25-16,-24 1 15,0 24 1,0 0-16,-1 0 94</inkml:trace>
  <inkml:trace contextRef="#ctx0" brushRef="#br0" timeOffset="125920.93">27608 496 0,'0'25'94,"0"25"-78,0-26-1,0 26-15,0 0 16,0-26-16,0 1 15,0 99 17,0-99-32,0 0 15,24 24 1,1-24 15,25-25 0,-25 25-31,-1-25 16,1 0 0,25 0-16,-1-25 15,-24 0 1,-25 1 0,0-1-1,0 0-15,0 0 16,0-124 15,-25 100-31,1-1 16,-1 25-16,0-24 15,-25 24 1,26 0-16,-1 0 0,-25 0 31,50 1-31,-25 24 31,1 0 1,-1 0-17,0 24 1,0 26 15,25 0-31,0-25 16,0-1-16,0 26 15,0-25-15,25 0 16</inkml:trace>
  <inkml:trace contextRef="#ctx0" brushRef="#br0" timeOffset="126751.29">28426 645 0,'50'0'140,"24"0"-124,1 0-16,24 0 16,-25 0-1,-49 0-15,25 0 16,-26 0 15,1 0-15</inkml:trace>
  <inkml:trace contextRef="#ctx0" brushRef="#br0" timeOffset="127247.39">28501 893 0,'0'0'0,"49"0"15,1 0-15,-1 0 16,150 0 0,-125 0-1,-24 0-15,173 0 47,-198 0-47,0 0 16</inkml:trace>
  <inkml:trace contextRef="#ctx0" brushRef="#br0" timeOffset="128055.73">29319 521 0,'25'0'109,"-25"25"-93,0 0-16,25-1 15,24 51 1,-49-50-16,25-1 16,0 51-1,-25-50 1,25-1-16,-25 1 15,0 25 1,25-50 0,-1 25-16</inkml:trace>
  <inkml:trace contextRef="#ctx0" brushRef="#br0" timeOffset="133083.69">16222 2158 0,'0'-25'47,"-25"0"-32,1 25 1,24-24-16,-25 24 31,0 0-15,0 0-16,-24 0 16,-75 148 15,124-123-16,-25 25-15,0 24 16,0 50 31,25-99-47,0 0 16,25 0-1,0-1 16,24-24-31,-24 0 16,25 0-16,24 0 16,75-74 15,-149 24-31,25 50 16,0-24-16,-25-1 15,0 0 1,0 0-16,0 0 0,-25-99 31,25 100-31,-25-1 16,-25-25 31,50 100 62,0-25-93,25-1-1,0 1 1,0 25-16,0-25 15,-1 24-15,76 125 47,-75-149-47,-1 24 0,-24 26 16,25-26-16,-25 249 47,0-248-32,-25 24-15,1-24 0,-175 98 47,149-123-31,1 0-16,-1-25 16,25 0-1,1 0 1,-1 0 31,0 0 0,25-25-1,0 0-46,25 1 16,24-26-16</inkml:trace>
  <inkml:trace contextRef="#ctx0" brushRef="#br0" timeOffset="133920.18">16619 2257 0,'0'25'157,"25"25"-142,0-1-15,-25 1 16,0-1 0,0-24-16,0 25 15,25-1-15,-1 51 31,1-51-15,0-49 0,0 25-1,0 25 1,-1-50 0,-24 25-16,25-25 15,0 0 1,-25 24-1,25-73 110,0-1-109</inkml:trace>
  <inkml:trace contextRef="#ctx0" brushRef="#br0" timeOffset="134471.74">16942 2282 0,'0'-25'94,"24"25"-78,1 25-16,0 0 15,0 0-15,24-1 16,75 100 15,-99-99-31,0 0 16,0 0-16,0 49 31,-1-74 0,1 25 16,-25 25 47</inkml:trace>
  <inkml:trace contextRef="#ctx0" brushRef="#br0" timeOffset="135039.9">17165 2729 0,'0'-25'16,"25"-124"31,-1 124-32,-24 0 1,50-74 15,-50 74-15,0-24 0,25 24 30,0 25-46</inkml:trace>
  <inkml:trace contextRef="#ctx0" brushRef="#br0" timeOffset="135775.73">17388 2084 0,'25'0'109,"24"0"-93,-49 49-16,25-24 15,0 0-15,50 99 47,-51-75-47,1 1 0,-25 24 16,0-49-16,25 50 16,0-26-1,-25-24-15,0 50 16,0 148 15,-25-198-15,25-1-16</inkml:trace>
  <inkml:trace contextRef="#ctx0" brushRef="#br0" timeOffset="136543.45">17983 2381 0,'25'0'125,"0"0"-110,25 0-15,24 0 16,-24 0-16,123 0 47,-148 0-47</inkml:trace>
  <inkml:trace contextRef="#ctx0" brushRef="#br0" timeOffset="137129.6">18033 2704 0,'50'0'62,"-1"0"-46,-24 0-16,49 0 16,-24 0-1,49 0 17,-74 0-32,0 0 15,0 0 1,-1 0-1,-73 25 48,-26-1-47,-73 26-16</inkml:trace>
  <inkml:trace contextRef="#ctx0" brushRef="#br0" timeOffset="139140.25">18802 2183 0,'25'0'62,"24"25"-62,1-25 16,-25 49-16,24-49 15,1 25 1,-25 0-16,24 0 0,26-1 31,-50 1-15,148 74 31,-123-99-47,-25 0 15,-1 25 1,1-25-16,-25 25 16,25 0-1,25 0 17,-25-25 46,-25 24-63,0 1 1,-50 0-16</inkml:trace>
  <inkml:trace contextRef="#ctx0" brushRef="#br0" timeOffset="139663.67">18802 2679 0,'25'-25'0,"0"0"16,-1 25-16,1-25 15,0 1 1,0-1-16,0 25 15,-1-50-15,1 25 16,124-198 31,-124 174-31,0 24-16,-1 0 15,1 25-15</inkml:trace>
  <inkml:trace contextRef="#ctx0" brushRef="#br0" timeOffset="140303.35">19695 2208 0,'25'0'93,"0"0"-93,24 24 16,26 1 0,-51-25-16,26 0 15,-25 0-15,0 0 31</inkml:trace>
  <inkml:trace contextRef="#ctx0" brushRef="#br0" timeOffset="140911.25">20191 1761 0,'25'0'47,"0"25"-31,-1 0-16,-24 0 16,25-1-16,-25 51 15,25-50 1,-25-1-16,25 1 15,0 99 17,-25-99-32,24 25 15,-24-26-15,0 1 16,0 74 15,25-74-31,-25 0 16</inkml:trace>
  <inkml:trace contextRef="#ctx0" brushRef="#br0" timeOffset="141935.76">21010 2208 0,'24'0'141,"1"0"-141,0 0 16,25 0-16,49 0 15,-25 0 1,1 0-16,-1 0 15,75 0 17,-100 0-32,-24 0 15,25 0 1,-25 0 0,0 0-16,-1 0 15,1 0 1</inkml:trace>
  <inkml:trace contextRef="#ctx0" brushRef="#br0" timeOffset="142791.78">21233 1984 0,'0'0'0,"25"25"15,24 0-15,1 0 16,-1 0 0,-24-25-16,25 24 15,24 1 1,-49-25 0,49 0-16,-49 0 15,0 0-15,25 0 16,-1 0-16,125 75 47,-124-75-47,-26 0 15,1 0-15,25 24 47,-50 1 16,0 0-48,0 49 17,-50-74-32,50 50 15,-49-50-15,49 25 16,-25 0-16,-25-25 15,25 24-15,-74 51 47,74-75-31</inkml:trace>
  <inkml:trace contextRef="#ctx0" brushRef="#br0" timeOffset="147863.32">23366 2084 0,'0'-25'63,"-25"25"-47,-24 0-1,-1 0 1,0 0-16,-24-25 15,49 0-15,-49 25 32,49 0-17,0 0 1,0 0 0,25 25-1,-24 25-15,-1-26 16,25 1-16,0 25 15,0-25 1,25-1-16,-25 26 16,49 0-1,-49-26 1,75 1 15,-75 0-31,24-25 0,26 0 31,173-124 32,-198 99-63,-25-24 16,25 24-16,-25 0 15,0 0 1,0 0-16,0 1 15,0-26 17,0 75 61,0 0-77,0-1-16,0 1 16,0 50-1,0-51-15,25-24 16,-1 75 0,1-50-1,-25 24-15,25-49 16,74 174 15,-74-149-31,0 24 16,-25 1-16,0-25 15,0 173 17,-25-173-17,-25 0-15,1 0 16,-1-25-1,1 0-15,-51 0 32,26 0-1,49 0 16</inkml:trace>
  <inkml:trace contextRef="#ctx0" brushRef="#br0" timeOffset="148839.7">23465 1761 0,'0'25'94,"25"0"-94,-25 24 15,25 1 1,0 0-16,-25-26 31,24 1 0,-24 0-15,25 0 93</inkml:trace>
  <inkml:trace contextRef="#ctx0" brushRef="#br0" timeOffset="149695.76">23912 1984 0,'0'25'94,"0"25"-94,0-25 15,0 24 1,0-24-16,0 0 0,0 0 15,0 49 1,0-49-16,0 49 16,0-49-16,25 49 47,-25-49-47,24 0 15,1 0 32,-25 0-16,25-25-31</inkml:trace>
  <inkml:trace contextRef="#ctx0" brushRef="#br0" timeOffset="150295.7">24185 2059 0,'24'0'63,"1"25"-63,-25-1 16,25-24-16,25 50 15,-50-25 1,99 74 15,-74-49-31,74 49 63,-99-74-63,25-1 0,-25 1 31,24-25 31,-48 25 32</inkml:trace>
  <inkml:trace contextRef="#ctx0" brushRef="#br0" timeOffset="150776.69">24358 2555 0,'0'-25'15,"0"0"1,0 0-16,0-24 16,25-26-1,0 75-15,-25-74 32,25 49-32,24-99 62,-49 99 1,0 1-63,0-1 15</inkml:trace>
  <inkml:trace contextRef="#ctx0" brushRef="#br0" timeOffset="151416.16">24557 1811 0,'0'-25'62,"24"25"-46,1 0-16,-25 25 15,99 99 17,-74-75-32,0 1 15,0-25-15,124 223 63,-149-223-63,0 24 15,25 100 32,-25-124-47,0 0 16,0-1-16,-25 26 16,-25-25 15,25-25-31,0 0 78,1 0-78</inkml:trace>
  <inkml:trace contextRef="#ctx0" brushRef="#br0" timeOffset="152191.9">25152 2158 0,'0'-25'78,"50"25"-78,-26 0 16,1 0-16,99 25 15,-74-25 1,99 50 31,-125-50-47,1 0 31</inkml:trace>
  <inkml:trace contextRef="#ctx0" brushRef="#br0" timeOffset="152879.96">25375 2580 0,'25'0'109,"0"0"-93,24 0-16,-24 0 15,0 0-15,0 0 16,24 0-16,-24 0 16,0 0-1,-50 0 157,-24 0-172</inkml:trace>
  <inkml:trace contextRef="#ctx0" brushRef="#br0" timeOffset="156567.07">26095 1836 0,'0'24'93,"0"1"-93,0 0 16,24-25 0,1 99 15,0-99-31,-25 25 16,0 0-16,25 24 15,0 100 32,-25-124-47,24 25 0,1-1 16,0 1-1,-25-1 17,0-24-32,0 0 31</inkml:trace>
  <inkml:trace contextRef="#ctx0" brushRef="#br0" timeOffset="158431.89">26541 2332 0,'25'0'125,"0"0"-125,24 0 15,1 0-15,24 0 16,1 0-1,-1 0-15,-49 0 0,24 0 32,-24 0-32</inkml:trace>
  <inkml:trace contextRef="#ctx0" brushRef="#br0" timeOffset="167585.26">27260 2034 0,'25'0'78,"0"0"-62,-25 50-1,0-1-15,25-49 16,0 50 0,-25-25-1,0 24 1,74 75 31,-74-99-32,0 0-15,25 24 16,0-49 0,49 149 31,-24-149-47,-50 25 15,0 0-15,24 0 16,1-25 31,0 0-32,0 0 1,0-25-16,-1-50 31,-24 51-31,0-125 63,0 99-63,0 1 15,-24-1-15,-175-173 47,174 173-47,1 25 16,-1 1-16,0 24 15,-25-50 17,1 50 46,24 0-47,25 25 94,0 0-94,0-1-31</inkml:trace>
  <inkml:trace contextRef="#ctx0" brushRef="#br0" timeOffset="168815.87">28525 2084 0,'25'0'110,"25"0"-95,-1 0-15,1 0 16,-25 0-16,124 0 47,-125 0-47</inkml:trace>
  <inkml:trace contextRef="#ctx0" brushRef="#br0" timeOffset="169447.19">28823 2505 0,'0'25'78,"50"-25"-62,-26-25 0,26 25-1,24 0-15,-24 0 0,124 0 63,-149 0-63</inkml:trace>
  <inkml:trace contextRef="#ctx0" brushRef="#br0" timeOffset="170207.72">29518 1836 0,'49'0'141,"-49"24"-141,25 26 16,0 24-16,0-24 15,-1 0-15,1 24 16,99 224 31,-99-249-32,-25-24-15</inkml:trace>
  <inkml:trace contextRef="#ctx0" brushRef="#br0" timeOffset="188239.37">15230 6201 0,'0'0'0,"25"0"16,24-25-16,-24 25 16,75 0 15,-76 0-31,1 0 15,0 0-15,25 0 16,-26 0 0,1 0-16,0 0 15,0 0 1,0 0-16,-1 0 16,1 0-1,0 0 16,0 0-31,0 0 47</inkml:trace>
  <inkml:trace contextRef="#ctx0" brushRef="#br0" timeOffset="189015.29">15354 6648 0,'25'0'47,"0"0"-31,24 0-16,-24 0 15,0 0-15,0 0 16,49 0 15,-24 0-31,-25 0 16,-1 0-1,1 0 1,0 0-16</inkml:trace>
  <inkml:trace contextRef="#ctx0" brushRef="#br0" timeOffset="194479.71">16594 5358 0,'0'49'141,"0"-24"-126,0 0-15,0 25 16,-24 148 15,24-173-15,0 24-16,0-24 16,0 0-16,0 74 46</inkml:trace>
  <inkml:trace contextRef="#ctx0" brushRef="#br0" timeOffset="195583.27">17041 5333 0,'-25'50'141,"0"-26"-126,25 1-15,-49 50 16,49-26 0,0-24-1,0 99 16,0-99-15,0 0 0,0-1-16,24 101 31,-24-101 0,25 1-31,-25 0 47,25-25-47,-25 25 16,25-25-1,0 0 1,-1 25 0,51 49 15,-50-49-31,-1 0 31</inkml:trace>
  <inkml:trace contextRef="#ctx0" brushRef="#br0" timeOffset="200855.76">17438 5432 0,'0'-25'78,"74"25"-63,-49 25-15,25-25 16,173 124 15,-174-74-15,1-25-16,-25-1 16,124 175 30,-125-174-46,1 0 0,0-1 16</inkml:trace>
  <inkml:trace contextRef="#ctx0" brushRef="#br0" timeOffset="201391.88">17810 5978 0,'25'-50'32,"-1"50"-32,76-124 46,-76 124-46,1-49 0,0 24 16,25-25 0,-26 1-1,-24-1 1,0 0 15,0 26-31,25-26 16,0 50 15,-25-25-31,0 0 63</inkml:trace>
  <inkml:trace contextRef="#ctx0" brushRef="#br0" timeOffset="202160.13">18628 5680 0,'25'0'156,"25"0"-141,-25 0-15,-1 0 47,1 0-31,0 0 0</inkml:trace>
  <inkml:trace contextRef="#ctx0" brushRef="#br0" timeOffset="202808.04">18951 5283 0,'0'25'94,"0"0"-78,0 0-16,0 0 0,0-1 15,0 1 1,25 0-16,-25 0 15,0 74 1,24-74-16,-24 0 16,0 49-1,25-24-15,-25-26 16,0 1-16,0 25 47,25-50 93,0 0-124</inkml:trace>
  <inkml:trace contextRef="#ctx0" brushRef="#br0" timeOffset="203672.24">19273 5110 0,'-25'0'93,"50"49"-77,0-24 0,25 25-16,-50-1 15,24 26-15,1-50 16,50 198 15,-75-174-15,0 1-16,24 0 15,1-1 1,-25 51 15,0-51-31,-25-24 0,25 0 16,-24 24-1,-26 1 17,25 0-32,0-50 187,1 0-140</inkml:trace>
  <inkml:trace contextRef="#ctx0" brushRef="#br0" timeOffset="206695.22">19819 5730 0,'50'0'78,"-26"25"-62,1-25-1,74 0 1,-49 0-16,-25 0 16,24 0-16,-24 0 15,0 0 16</inkml:trace>
  <inkml:trace contextRef="#ctx0" brushRef="#br0" timeOffset="213879.18">20786 5308 0,'-24'25'172,"24"25"-157,0-26 1,0 1-16,0 0 16,0 0-1,0 0 1,0 24-1,24-24-15,26 74 47,0-24-15,-26-75-32,-24 24 15,25-24 1,0 0-1,0 25-15,0-25 32,-1 25 15</inkml:trace>
  <inkml:trace contextRef="#ctx0" brushRef="#br0" timeOffset="214720.24">21158 5333 0,'25'0'78,"0"0"-62,0 0-16,24 0 15,150 124 32,-174-99-47,-1 0 0,26-25 16,99 99 31,-124-74-47,0-1 15,-1-24-15,1 25 16,0-25 15,-99 0 94,24 0-109</inkml:trace>
  <inkml:trace contextRef="#ctx0" brushRef="#br0" timeOffset="-214184.88">21481 5680 0,'-25'0'16,"25"-25"-1,50-49 16,-26 24-31,1 26 16,0-26 15,0 25-31,-25 0 0,25-24 16,-1 24 15,-24 0 141</inkml:trace>
  <inkml:trace contextRef="#ctx0" brushRef="#br0" timeOffset="-213113.18">22151 5159 0,'0'25'110,"0"0"-95,24 25 1,26 74 15,-25-75-15,-25 1-16,25-1 15,-1 1 1,-24-25-16,25 24 16,-25-24-1</inkml:trace>
  <inkml:trace contextRef="#ctx0" brushRef="#br0" timeOffset="-212360.74">22051 5556 0,'25'0'157,"50"0"-157,-26 0 15,1 0-15,123 0 47,-148 0-47,-25-25 94,0 1 15,0-1-109</inkml:trace>
  <inkml:trace contextRef="#ctx0" brushRef="#br0" timeOffset="-198049.63">22597 5011 0,'25'24'156,"-25"1"-156,0 0 16,25 25-16,-25-26 16,24 76 15,-24-76-16,0 1-15,0 0 16,25 0 0,0 24-1,-25-24 17,25 25-17</inkml:trace>
  <inkml:trace contextRef="#ctx0" brushRef="#br0" timeOffset="-197041.02">22920 4688 0,'0'25'109,"0"24"-109,49-24 16,-49 0-16,50 50 15,-25-26 1,24 75 15,1 0 1,-1-25-17,-49 249 48,0-324-63,0 26 15,0 0-15,0 24 16,0-49 0,0 25-16,-24-1 15,-1-49 173</inkml:trace>
  <inkml:trace contextRef="#ctx0" brushRef="#br0" timeOffset="-193745.67">16470 6375 0,'75'0'94,"-26"0"-94,26 0 15,-26 0-15,75 0 32,-49 0-32,595-25 46,-522 0-30,-24-24-16,25 24 16,0 25-1,0-25-15,74 0 0,-24 0 16,842-49 15,-793 74-15,0 0-16,-24 0 15,247 0 1,-322 0-16,24 0 16,-49 0-1,298 0 17,-347 0-32,24 0 15,0 0-15,50 0 16,-75 0-1,25 0-15,-24 0 0,297-25 47,-322 0-31,-1 1-16,-24 24 16,0-25-1,0 25-15,49 0 16,-49 0-1,124 0 17,-125 0-32,26 0 0,24 0 15,-49 0 1,25 0-16,-25 0 16,-1 0 30</inkml:trace>
  <inkml:trace contextRef="#ctx0" brushRef="#br0" timeOffset="-187576.67">18355 6921 0,'0'49'94,"-24"26"-94,-1-1 16,25-49-16,0 74 15,0-49 1,0 24-16,25 0 16,24 75 15,-49-124-31,25 0 15,0 24-15,0-24 16,49 74 15,-49-74-15,-25 0-16,25 0 0,24 24 62,-24-49 63</inkml:trace>
  <inkml:trace contextRef="#ctx0" brushRef="#br0" timeOffset="-186896.27">18628 7218 0,'0'-25'31,"25"25"-16,0 0 1,49 50-16,-49-25 16,25 0-16,148 99 47,-173-100-47,0-24 15,0 25-15,24 0 16,-24 0-1,0 0-15,99 74 47,-99-74-15,24-1-1</inkml:trace>
  <inkml:trace contextRef="#ctx0" brushRef="#br0" timeOffset="-186353.47">19100 7813 0,'-25'0'16,"25"-24"-1,0-1 1,0 0-16,25 0 15,-1-24 1,51-175 15,-26 76 1,-24 123-17,-25 0-15,25 0 141</inkml:trace>
  <inkml:trace contextRef="#ctx0" brushRef="#br0" timeOffset="-185639.5">19645 7342 0,'25'0'125,"0"0"-110,25 0 1,-26 0-16,1 0 16,0 0-1,49 0 16,-49 0-31,0 0 16</inkml:trace>
  <inkml:trace contextRef="#ctx0" brushRef="#br0" timeOffset="-184920.74">20042 7069 0,'25'0'125,"25"0"-125,-50 75 16,49-26-16,26 75 46,-75-74-46,0-25 16,24 49-16,1-49 16,-25 25-1,0-26 17,0 1-1</inkml:trace>
  <inkml:trace contextRef="#ctx0" brushRef="#br0" timeOffset="-183953">20265 6697 0,'0'75'109,"50"-26"-93,-25 1-16,24 0 16,-24 24-16,50 75 31,-51-75-31,1 1 0,25 197 47,-25-222-32,-25-25-15,24 24 16,-24 1 0,0-25-16,0 0 15,0-1-15,0 76 47,0-76-47,0 1 31,0 25-15,-24-50-16,-1 25 31,25-100 125,-25 26-156,25 24 16</inkml:trace>
  <inkml:trace contextRef="#ctx0" brushRef="#br0" timeOffset="-182617.32">20613 6598 0,'0'-25'140,"24"25"-109,51 0-15,-50 0 0,0 25-1,-1-25-15,-24 25 16,0 0 15,25 24-15,-25 26 31,0-51-47,0 1 15,0 0-15,0 0 16,0 25 15,0-26-31,0 1 16,0 0-1,25 0 17,0 0-17,0-25 32,24 0-31,1 0 15,-25 0-31,-1 0 16,1 0-16,0 0 15</inkml:trace>
  <inkml:trace contextRef="#ctx0" brushRef="#br0" timeOffset="-179121.05">24061 5655 0,'24'0'171,"1"0"-155,0 0-16,25 0 16,-26 0 15,1 0 63,0 0-63,0 0-31</inkml:trace>
  <inkml:trace contextRef="#ctx0" brushRef="#br0" timeOffset="-178263.86">24011 6152 0,'25'0'125,"0"0"-125,24 0 16,-24 0-1,25 0-15,-26-25 16,1 0-16,50 25 47,-51 0-31,1 0-1,0 0 1,0 0-16,24 0 47,-24 0-47,0 0 31</inkml:trace>
  <inkml:trace contextRef="#ctx0" brushRef="#br0" timeOffset="-163969.06">25102 4242 0,'25'0'47,"-25"24"-31,50 1-16,-25 25 15,24-25 1,-49 24-16,50-24 16,-25 0-16,148 173 47,-123-148-47,-50-25 15,49 24-15,1 1 16,-25 0-1,0-26 1,24 51 15,-24-75-31,-25 25 16,25-1 78</inkml:trace>
  <inkml:trace contextRef="#ctx0" brushRef="#br0" timeOffset="-163376.86">25127 5159 0,'0'-24'47,"25"-1"-47,49-99 32,-74 74-32,50 1 15,-25-1-15,74-173 31,-74 148-15,0 26-16,-1-1 16,1-49 31,-25 74-47,0 0 15</inkml:trace>
  <inkml:trace contextRef="#ctx0" brushRef="#br0" timeOffset="-162537.04">26020 4638 0,'25'0'140,"25"0"-124,-26 0-16,26 0 16,-25 0 31,0 0-32</inkml:trace>
  <inkml:trace contextRef="#ctx0" brushRef="#br0" timeOffset="-161824.43">26367 4192 0,'25'0'78,"0"0"-62,0 50 0,24 74 15,-49-100-15,0 26-16,25-25 15,-25 49 1,25-24-16,-25-25 15,0 99 32,0-75-47,0-24 0,0 0 16</inkml:trace>
  <inkml:trace contextRef="#ctx0" brushRef="#br0" timeOffset="-159816.02">26987 4589 0,'50'0'172,"25"0"-172,-1 0 16,0 0-16,125 0 47,-174 0-47,-1 0 0,1 0 15</inkml:trace>
  <inkml:trace contextRef="#ctx0" brushRef="#br0" timeOffset="-154593">23490 4862 0,'0'25'109,"0"-1"-109,0 1 16,0 25-1,0-1 17,0-24-32,0 0 0,0 0 31,0 24 0,0-24-15,0 0 15,0 0-31,0 24 16,50 26 15,-50-26-16,24-24 17,-24 0 265,0 0-251,0 0 17,0-1 359,0 1-407,0 0-15,0 0 32,25-25-32,-25 25 62,25-1-31,-25 1-15,25 0 15,0 25 1,-1-50-17,-24 24-15,25 1 16,-25 0 15,0-50 203</inkml:trace>
  <inkml:trace contextRef="#ctx0" brushRef="#br0" timeOffset="-153713.46">23763 5159 0,'25'0'109,"-25"50"-93,24-25 15,-24 0-31,0-1 0,0 1 16,0 74 15,0-49-16,0-25-15,0 0 16,0-1-16,0 26 47,0-25-31</inkml:trace>
  <inkml:trace contextRef="#ctx0" brushRef="#br0" timeOffset="-152489.52">23812 4812 0,'25'-25'94,"0"25"-78,0 50-1,0 0 1,-25-26-1,25 76 17,-1-76-32,-24 1 15,0 0 17,0 0-32,25 0 0,-25-1 15,0 1 1,0 50 15,0-1 16,0-49-47,0 0 31,-25 99 16,25-100-31,0 1-16,-24 0 15,-1 25 17,0-50-17,25 24 1</inkml:trace>
  <inkml:trace contextRef="#ctx0" brushRef="#br0" timeOffset="-131361">27955 4242 0,'25'0'47,"24"0"-31,-24 0-16,25 24 15,99 51 1,-125-50-16,26 24 15,24-24 1,-24 0-16,-50 0 16,25-25-1,0 24-15,49 26 32,-49-25-1,24 24 31,-49-24-62,100 74 47,-76-99-31,-24 25-16,25 0 15,-25 0-15,25 0 32,0 0-17</inkml:trace>
  <inkml:trace contextRef="#ctx0" brushRef="#br0" timeOffset="-130697.02">28327 4936 0,'0'-25'31,"0"1"-31,99-150 47,-99 99-47,25 26 15,25 24-15,49-248 47,-74 248-31,-25 1 0,0-26-1,24 0 1</inkml:trace>
  <inkml:trace contextRef="#ctx0" brushRef="#br0" timeOffset="-127393.12">29121 4490 0,'25'0'156,"-1"0"-140,26 0-16,148 0 47,-173 0-47,0 0 15,0 0-15,0 0 16,-1 0 15,1 0 16</inkml:trace>
  <inkml:trace contextRef="#ctx0" brushRef="#br0" timeOffset="-124873.08">29865 3944 0,'0'25'1015,"0"0"-999,0-1 0,0 1-1,0 0-15,25 49 32,-25-49-32,0 25 15,24 49 32,1-25-31,-25-49-1,25 124 17,-25-124-17,0 0 1,0-1-1,25 1-15,-25 0 32,0 0-17</inkml:trace>
  <inkml:trace contextRef="#ctx0" brushRef="#br0" timeOffset="-122737.18">25177 5779 0,'25'0'63,"24"-24"-48,26-1-15,-1 0 16,199-74 15,-224 74-31,26 0 16,-26 25-16,423 0 62,-398 0-62,25 0 0,819 0 63,-744 0-63,-1 0 0,1 0 16,-50 0-16,323 0 46,-348 0-46,-25 0 0,25 0 16,-24 0 0,123-25-1,-74-24-15,100-1 32,-200 50-32,26 0 15,99-25 1,99 25 31,-199 0-32,26 0-15,-1 0 16,522 0 31,-572 0-47,1 0 15,0 0-15,0 0 125,0 0-93</inkml:trace>
  <inkml:trace contextRef="#ctx0" brushRef="#br0" timeOffset="-120521.27">26392 6052 0,'-25'25'156,"25"0"-156,0 25 16,-24-1-16,24 26 15,0-26 1,0 1-16,0 74 16,24-75-1,26 75 16,-25-99-31,49 25 47,-74-25-31,25-1-16,124 51 62,-100-50-62,-24 0 16,0-1 0,0-24 140</inkml:trace>
  <inkml:trace contextRef="#ctx0" brushRef="#br0" timeOffset="-119697.77">26814 6251 0,'25'0'78,"-1"0"-62,51 0 0,74 99 15,-124-99-31,24 50 15,-24-50-15,0 24 32,24 1-32,-24 0 0,0 0 31,0 0-31,0-1 0,24 1 31,1 0 16,-25-25-31,24 25 31,-24 0-32,0-1 1,24 26 15</inkml:trace>
  <inkml:trace contextRef="#ctx0" brushRef="#br0" timeOffset="-118881.37">27112 6747 0,'0'-25'62,"24"0"-46,1 25-1,25-49 1,-25-100 15,-1-25 16,1 75-47,25-50 47</inkml:trace>
  <inkml:trace contextRef="#ctx0" brushRef="#br0" timeOffset="-117705.02">27806 5904 0,'0'24'78,"25"-24"-78,0 25 16,-1 25-1,1-1 1,25 51 15,-25-51-31,-25 1 0,49 99 32,1-1 14,-25-98-30</inkml:trace>
  <inkml:trace contextRef="#ctx0" brushRef="#br0" timeOffset="-117169.5">27905 6424 0,'0'-24'47,"0"-1"-31,0 0-16,50 25 16,-50-25 15,25 25-31,74 0 31,-49 0-31,-1 0 16,75 0 31</inkml:trace>
  <inkml:trace contextRef="#ctx0" brushRef="#br0" timeOffset="-116481.83">28426 6052 0,'25'0'109,"0"25"-109,0 50 16,24-26-16,26 125 46,-75-149-46,24 49 0,1-49 16,-25 0 0,0-1-16,0 1 31</inkml:trace>
  <inkml:trace contextRef="#ctx0" brushRef="#br0" timeOffset="-115553.29">28749 5879 0,'24'-25'47,"1"25"-32,25 25 1,-25 0-16,24-1 16,1 1-1,24 50-15,-49-51 0,25 26 16,-50 24-1,49-24-15,-24 0 0,0-1 16,25 75 0,-50-99-16,0 25 15,0 74 1,-25-75-16,-74 100 31,24-74 0,50-75 32,0 0 31</inkml:trace>
  <inkml:trace contextRef="#ctx0" brushRef="#br0" timeOffset="-114552.84">29245 5904 0,'0'-25'62,"25"25"-46,24 0-1,-24 0 1,0 0 0,24 0-1,1 25 1,-50-1-16,25 26 16,-25 0-1,0 49 1,0-50-1,-25 1 1,0-25 15,25 0 32,25-25-48,0 0 1,0 0-16,24 0 16,26 24-16,24 1 47,-74-25-47,-1 0 0,1 25 15,25 0 1,-25-25-16,-50 0 172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1:52:59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819 13022 0,'-25'-24'109,"0"24"-62,0 0-47,0 0 16,-49 0-1,49 0 1,0 0-16,1 24 16,-1 1-1,0-25-15,0 25 16,0 25-1,25-26 17,0 1-32,0 25 15,0-25 1,0 0 0,0 49 30,0-24-46,0-26 16,0 26 31,25-50-31,0 25-1,-25 0 1,25-25-1,0 0 17,-1 0-32,1 0 15,0 0-15,25 0 16,24-100 31,-49 100-47,-25-24 15,25-26-15,-25-124 47,0 125-31,0 24-16,0-74 31,0 49-31,0-99 47,0 100-47,0 24 16,0 0-1,0 0 1,0 0 0,0 1-1,0-1 1,0-25-1,0-74 48</inkml:trace>
  <inkml:trace contextRef="#ctx0" brushRef="#br0" timeOffset="1671.85">273 13891 0,'49'0'31,"26"0"-15,-26 0-16,26-25 15,-1 0-15,1 25 16,-50 0-16,148-50 47,-148 50-47,0 0 31,0 0-15,-1 0-1,26 25 17,-25-25-1,0 0 16,-1 0-32,1 0 1,0 0 0,0 0-1,24 0 1,1 0 15</inkml:trace>
  <inkml:trace contextRef="#ctx0" brushRef="#br0" timeOffset="3144.01">521 14560 0,'-25'0'62,"0"0"-46,0 0-16,1 0 15,-26 0-15,-148-24 47,148 24-47,0 24 16,26 1 0,-26 25 15,50-25-31,0-1 15,0 26 1,0-25 0,0 0-1,0-1 1,0 1-16,0 0 31,25 0 16,0 0-31,-1-25 15,1 0 0,0 24-31,0-24 31,0 0-15,-1 0 0,1 0-1,74 0 17,-49-24-17,-50-1 1,25 25-1,0-25 1,-1 25-16,-24-50 47,25 26-47,0-26 31,-25 0-15,0 26-1,25-125 17,-25 124-32,0 0 15,0-24-15,0 24 16,0 0 0,0 0-16,0 0 15,0 0-15,0 1 16,0-1-16,0 0 15,0 0 1,0 0 78</inkml:trace>
  <inkml:trace contextRef="#ctx0" brushRef="#br0" timeOffset="3864.64">670 14585 0,'25'0'62,"-1"0"-62,26 0 16,-50 25-16,25-25 15,24 99 17,-24-99-32,0 50 15,0-25-15,24 99 47,-24-75-47,0-49 16,-25 25-1,0 0 157</inkml:trace>
  <inkml:trace contextRef="#ctx0" brushRef="#br0" timeOffset="4399.96">794 15081 0,'-25'0'16,"25"-25"15,25-24-15,-25 24-1,25-25 1,-25 26-16,24-1 15,-24 0-15,50-74 47,-25 74-47,-25-25 0,0 26 16,25-1 0,-25 0-1,0 0 1,0 0-1,24 25 1,-24-24 0</inkml:trace>
  <inkml:trace contextRef="#ctx0" brushRef="#br0" timeOffset="5480.97">1414 13667 0,'25'0'125,"-1"0"-110,1 0-15,25 0 16,-25 0-1,-1 0 1,1 0 15,-25 25 47,0 0-46,0 0-17</inkml:trace>
  <inkml:trace contextRef="#ctx0" brushRef="#br0" timeOffset="5992.86">1488 14089 0,'0'25'62,"25"-25"-46,25 0-1,24 0 1,-49 0-16,0 0 16,24 0 15,-24 0 31,0 0-46,25 25 0,-26-25-1,1 0-15</inkml:trace>
  <inkml:trace contextRef="#ctx0" brushRef="#br0" timeOffset="7207.84">2456 13047 0,'0'-25'15,"0"50"126,-25 0-125,0 0-16,25 49 15,-25-49-15,-24 0 16,49 0-16,-25 0 15,-25 148 17,50-148-17,0 25-15,-25-50 16,25 24-16,0 150 31,0-149-15,25 24-16,0 26 15,0-50-15,24 99 47,-24-100-47,-25 1 0,25 25 16,25-50 31,-50 25-32,24-25 17,1 24-17,0 1 1</inkml:trace>
  <inkml:trace contextRef="#ctx0" brushRef="#br0" timeOffset="8208.02">2729 13742 0,'0'-25'187,"0"-25"-171,0 1-16,0 24 15,0-74 1,0 74-16,0 0 16,0 0-1,24-24 1,1 24 15,-25 0-31,25 0 0,-25 1 16,25 24-16,24-50 47,1 25-47,0 25 15,-50-25-15,24 25 32,1 0-17,0 0 32,0-25-47,0 1 16,-1 24-1,1 0 17</inkml:trace>
  <inkml:trace contextRef="#ctx0" brushRef="#br0" timeOffset="8897.99">2431 13593 0,'0'25'32,"25"0"-32,-1-25 15,26 24-15,0-24 16,-1 0 0,1 25-16,0-25 15,98 25 32,-98-25-47,-25 0 16,0 0-1,-1 0 1</inkml:trace>
  <inkml:trace contextRef="#ctx0" brushRef="#br0" timeOffset="9689.15">3225 13667 0,'0'-24'31,"-25"24"16,25 24-31,0 1-1,0 0-15,0 0 0,0 0 16,0 99 31,0-100-32,0 1 1,25 0 15,-25 0-15,49 0 0,-24-1 15,0-24-16,0 0-15,-1 25 16,-24 0 0,25-50 77</inkml:trace>
  <inkml:trace contextRef="#ctx0" brushRef="#br0" timeOffset="10247.99">3473 13742 0,'24'-25'47,"1"25"-16,0 0-31,25 50 32,-26-26-32,1 1 0,99 124 62,-74-149-62,-50 25 16,25-25-1</inkml:trace>
  <inkml:trace contextRef="#ctx0" brushRef="#br0" timeOffset="10792.62">3696 13990 0,'-25'0'47,"25"-25"-16,0 0-16,0 0 1,0 1-16,0-1 16,0 0-16,0-25 47,0 26-47,0-1 156</inkml:trace>
  <inkml:trace contextRef="#ctx0" brushRef="#br0" timeOffset="11447.89">3696 13494 0,'25'0'78,"24"0"-62,-24 74 0,0-24-1,-25-25-15,50 49 16,-26-49 0,-24 24-16,50 75 46,-50-99-46,0 0 16,0 25-16,0-1 16,0 1 15,0-25 0,0-1-31</inkml:trace>
  <inkml:trace contextRef="#ctx0" brushRef="#br0" timeOffset="13473.93">2729 13742 0,'24'0'109,"-24"25"-78,0-1-31,0 1 16,0 0 0,0 0-1,0 24 1,0-24 0,0 0-1,0 0 16,0 0 16,0-1 125,25-24-156</inkml:trace>
  <inkml:trace contextRef="#ctx0" brushRef="#br0" timeOffset="14575.94">4118 13072 0,'0'25'63,"24"0"-48,1-1-15,0 26 16,0 0 0,0-25-16,148 297 47,-148-248-32,0 1-15,-25-50 16,25 24-16,-1 125 47,-24-149-47,0 24 0,0 1 15,-24-1-15,24-24 16,-25 25 0,0-25-16,25-1 15,-50 1 16</inkml:trace>
  <inkml:trace contextRef="#ctx0" brushRef="#br0" timeOffset="15665.2">4936 13246 0,'-25'0'94,"1"0"-79,-1 49 1,0 1-1,25-25-15,-25 24 16,0 150 31,25-50-16,0-125-31,50 224 47,-25-198-31,0-25-1,-1 0-15,100 74 47,-74-50-47,0-24 16,-50 0-1,24-25-15</inkml:trace>
  <inkml:trace contextRef="#ctx0" brushRef="#br0" timeOffset="17032.77">5358 13643 0,'0'-25'16,"-25"25"15,0 0-15,0 0-1,1 0 1,-1 25-16,-74 74 31,49-25-31,50 25 32,0 50 14,25-124-30,24-25 15,-24 0-15,25 0 0,24 0-16,-74-25 15,25 25-15,-25-74 47,0 49-47,0 0 0,0 0 47,25 1 156,0 24-203,-1 0 16,-24 49-16,75 1 15,-50-1 1,-1-24-16,26 99 31,24 25 0,-24 0 16,-50-99-31,-50 24 31,26-49-47,-1 0 15,0-25-15,0 0 16,-24 24 0,24-24-1,0 0 17,0 0-17,0 0-15,1 0 0,-26 0 63</inkml:trace>
  <inkml:trace contextRef="#ctx0" brushRef="#br0" timeOffset="17864.54">5705 13593 0,'0'25'94,"0"0"-94,0-1 16,0 1-16,0 50 15,0-26 1,0-24-16,25 25 16,-25-26-1,25 1-15,-25 0 16,74 49 15,-74-49-31,25-25 16,0 25-16,49 74 62,-49-99-62,25 25 16,-50-75 93,0 26-109</inkml:trace>
  <inkml:trace contextRef="#ctx0" brushRef="#br0" timeOffset="18392.37">6052 13618 0,'0'-25'62,"25"25"-46,0 25-16,0 0 16,0 24-1,24-24-15,1 25 0,-25-50 16,123 173 15,-123-173-15,0 25-1,-25 0-15,0 0 32,25-25-32</inkml:trace>
  <inkml:trace contextRef="#ctx0" brushRef="#br0" timeOffset="18880.5">6350 14089 0,'-25'0'31,"25"-25"-15,0-49 15,0 24-31,0 25 15,0 1 1,0-1-16,0-25 16,0 1-16,0-1 15,25 50 1,-25-25 0,25-24-1,-25 24 79</inkml:trace>
  <inkml:trace contextRef="#ctx0" brushRef="#br0" timeOffset="19512.43">6400 13444 0,'49'0'93,"-49"25"-77,25 25-16,0-50 16,-25 49-16,49 75 47,-49-99-47,25 25 0,0-1 15,-25 249 32,0-249-31,0-24-16,0 0 47,0-50 62</inkml:trace>
  <inkml:trace contextRef="#ctx0" brushRef="#br0" timeOffset="20328.5">6772 12948 0,'24'25'78,"1"24"-62,25 26-1,0-26-15,-26 1 16,51 49 0,-26-24-16,-24-26 15,0 1-15,124 223 47,-124-199-47,-1 1 0,1-26 16,-25 26-1,0-26-15,25 26 16,-25-51-16,0 76 47,0-76-31,0 1 155</inkml:trace>
  <inkml:trace contextRef="#ctx0" brushRef="#br0" timeOffset="23168.44">1091 16991 0,'25'0'78,"25"0"-62,-25 0-16,24 0 15,1 0-15,-1 0 16,26 0 15,-26 0-31,1 0 47,-25 0-31,0 0-1</inkml:trace>
  <inkml:trace contextRef="#ctx0" brushRef="#br0" timeOffset="23952.15">1265 17239 0,'25'0'78,"0"0"-63,24 0-15,1 0 16,-1 0 0,-24 0-16,0 0 15,25-25 1,-26 25-1,1 0 1,0 0 0,0 0 15</inkml:trace>
  <inkml:trace contextRef="#ctx0" brushRef="#br0" timeOffset="25393.18">2232 16867 0,'25'0'78,"-25"-25"-78,0-24 15,0-26-15,0-24 32,0 50-32,0-26 0,0-123 31,0 148-31,-25-49 15,1 24-15,24-123 32,0 173-17,0-24-15,0 24 16,0 0-16,0-49 16,24 24-16,-24 25 15,75-74 1,-50 49-1,24 26 1,-24 24 15,124 0 32,-124 0-63,-1 0 0,1 0 15</inkml:trace>
  <inkml:trace contextRef="#ctx0" brushRef="#br0" timeOffset="26415.91">2381 16545 0,'25'0'94,"0"0"-78,24 0-16,75-25 15,-99 25 1,25-25-16,124 25 63</inkml:trace>
  <inkml:trace contextRef="#ctx0" brushRef="#br0" timeOffset="27193.39">3101 16321 0,'-25'0'47,"25"50"-31,-25 0-1,0-1 1,25-24-16,0 0 15,0 25-15,0 49 16,0-50 0,0 1-16,0 24 15,75 26 17,-75-76-32,24-24 46,1 0 17,0 0-32,0 0-31,0 0 16,-1 0-1</inkml:trace>
  <inkml:trace contextRef="#ctx0" brushRef="#br0" timeOffset="27776.6">3398 16346 0,'25'0'63,"25"25"-63,-50 0 16,49 49-16,-24-49 15,49 50 1,-49-26-16,50 50 31,-50-74-31,-1 0 16,51 49 31,-75-49-16</inkml:trace>
  <inkml:trace contextRef="#ctx0" brushRef="#br0" timeOffset="28207.84">3597 16917 0,'-25'0'16,"25"-25"-1,25-99 16,-1 74-15,-24 1-16,25-1 16,0-49 31</inkml:trace>
  <inkml:trace contextRef="#ctx0" brushRef="#br0" timeOffset="28895.99">3770 15999 0,'25'0'78,"0"25"-78,-25 0 15,25-1-15,74 150 47,-74-149-47,-25 24 0,25 1 16,99 322 31,-124-347-47,24 25 15,-24 24 32</inkml:trace>
  <inkml:trace contextRef="#ctx0" brushRef="#br0" timeOffset="34295.96">3448 14957 0,'-25'0'78,"25"50"-47,0-25-15,0 24 15,0-24-31,0 0 0,0 0 15,0-1 17</inkml:trace>
  <inkml:trace contextRef="#ctx0" brushRef="#br0" timeOffset="36896.32">4440 15478 0,'0'25'63,"25"25"-48,0-26-15,24 76 16,-24-51-1,0-24-15,-25 0 16,99 248 15,-74-199-31,0 0 16,-1 26-16,-24-51 16,25 299 30,-25-299-46,0-24 0,-25 173 63,1-173-47</inkml:trace>
  <inkml:trace contextRef="#ctx0" brushRef="#br0" timeOffset="37990.23">1712 15429 0,'0'49'78,"0"1"-78,0-1 15,0 1-15,0 24 16,24 26 0,-24-51-16,0 26 0,25 24 15,-25-25 1,25 25-16,-25-24 0,50 173 31,-26-198-31,1 24 16,273 422 31,-249-422-32,1-49-15,24 74 47,-49-99 47,0 0-94,0 0 15,49 0 1,1 0-16</inkml:trace>
  <inkml:trace contextRef="#ctx0" brushRef="#br0" timeOffset="39800.28">5407 15875 0,'0'0'0,"-49"0"0,-1 0 15,1 0-15,-100 149 47,124-100-47,0 1 0,0 24 16,25-24-16,0 248 47,25-249-47,0 1 0,0 0 15,74-1 32,-74-49-31,49 0-16,100-173 62,-174 148-62,0 0 16,0-25-16,0 26 15,0-1-15,0 0 16,0 0-16,0-99 47,-25 74-47,25 26 0,0-1 16,0 0 15,0 0-31,25 75 125,0-25-125,24 24 15,-49 1-15,50 49 16,-50-49 0,25 24-16,-25 50 15,24-25 1,1-24-16,-25-50 16,0 198 15,0-198-31,0-1 15,0 1 1,-25 25 0,25-25 15,-74 49 16,49-74 78</inkml:trace>
  <inkml:trace contextRef="#ctx0" brushRef="#br0" timeOffset="41552.44">5904 15701 0,'0'25'31,"0"0"-31,0 25 16,0-1-16,24 26 16,26 197 15,-25-172-31,24-26 15,-24 1-15,-25-1 16,124 50 15,-99-74-15,0-26 0,0-24 62,-1 0-31,1-24-32,-25-1 1,0 0-16,0 0 0</inkml:trace>
  <inkml:trace contextRef="#ctx0" brushRef="#br0" timeOffset="42104.76">6350 15999 0,'25'0'47,"0"0"-47,-1 25 16,1 49-16,25-49 15,-1 25-15,100 173 47,-124-173-47,0-26 0,0 1 16,-25 25-16,24-25 15,1-1-15,-25 26 32,25-50-17</inkml:trace>
  <inkml:trace contextRef="#ctx0" brushRef="#br0" timeOffset="42552.4">6598 16570 0,'0'-25'16,"0"0"-1,0-25-15,0 26 16,0-51 0,0 25-1,0 26 1,25-125 15,0 99-31,-25 25 16,0 1 15,0-1-15</inkml:trace>
  <inkml:trace contextRef="#ctx0" brushRef="#br0" timeOffset="43160.82">6747 15726 0,'25'0'31,"24"25"1,-24 0-32,25 0 0,-25 49 15,148 273 32,-148-272-47,-25-26 0,25 51 16,-25-51-16,25 75 15,-25-99 1,0 0-16,0 24 16,0-24-1,24-25 157</inkml:trace>
  <inkml:trace contextRef="#ctx0" brushRef="#br0" timeOffset="43968.74">7714 15726 0,'0'25'79,"25"25"-64,-25-1-15,50 224 47,-26-199-47,-24-49 0,0 0 16,0 25-1,25-26 1,-25 26-16,0-25 16,25 25-1,-25-26 48,0 1-32</inkml:trace>
  <inkml:trace contextRef="#ctx0" brushRef="#br0" timeOffset="44536.51">7640 16272 0,'49'0'16,"-24"0"-16,25 0 15,49 0 17,-49 0-32,-26 0 15,1 0-15,0 0 16,25-25-1,-25 25 1,-1 0 0,1-25 15,-25 0 47</inkml:trace>
  <inkml:trace contextRef="#ctx0" brushRef="#br0" timeOffset="46496.64">8880 16321 0,'0'-24'94,"0"-26"-78,0-24-16,0 49 15,-124-298 17,99 249-32,0 0 15,1-1-15,-76-371 63,100 396-63,0-24 0,0-100 31,0 100-31,25 24 16,25-49 31,-25 99-16,-1 0 16,26 49-32,-25-24-15,-25 0 16</inkml:trace>
  <inkml:trace contextRef="#ctx0" brushRef="#br0" timeOffset="47088.27">8434 15701 0,'0'50'62,"24"-50"-62,26 0 16,0 0-16,24 0 15,100 0 17,-150 0-32,1 0 15,0 0-15</inkml:trace>
  <inkml:trace contextRef="#ctx0" brushRef="#br0" timeOffset="47719.86">9227 15453 0,'0'25'62,"0"0"-62,0 25 16,0-26-16,0 26 16,25 49-1,-25-74-15,0 25 16,25 24-16,49 25 47,-74-49-47,25-25 15,0 24 32</inkml:trace>
  <inkml:trace contextRef="#ctx0" brushRef="#br0" timeOffset="48320.4">9525 15528 0,'25'0'63,"0"25"-63,-1 24 15,1-24-15,0 0 16,25 49-1,-26-49 1,1 0-16,-25 24 16,50 1 15,-25-25-31,-25 0 16,24-1-16,-24 1 15,50 25 16,-25-25-15,-25 24 0,49-24 15,-49 0 0,0 0 0</inkml:trace>
  <inkml:trace contextRef="#ctx0" brushRef="#br0" timeOffset="48808.04">9649 16173 0,'0'-50'31,"25"0"-15,-25 1-1,25 49-15,-25-25 16,24-49 15,-24 24-31,0 25 0,0 0 16,0 1-16,0-26 31,0 25-31,0 0 16,0 1 15,0-1-15</inkml:trace>
  <inkml:trace contextRef="#ctx0" brushRef="#br0" timeOffset="49576.23">9773 15304 0,'25'25'78,"24"50"-62,-24-50-16,0 24 15,49 50 1,-49-74-16,50 99 31,24 174 16,-74-249-31,0 1-1,-25-25 1,0 49 15,0-49-31,0 0 16,0 0-16,0-1 31,0 1 0</inkml:trace>
  <inkml:trace contextRef="#ctx0" brushRef="#br0" timeOffset="53112.94">10889 15429 0,'0'-25'16,"-25"25"-1,1 0 1,-1-25-16,25 0 16,-50 25 30,25 0-30,1 0 15,24 25-15,0 0-16,0 24 16,-25 1-16,25 148 62,0-173-62,0 25 16,0-25-1,25-1-15,-1 1 32,1-25-1,0 0-16,0 0-15,24 0 16,-24-49 0,25-1-1,-50 0 1,25 1 0,-1-26-1,-24 51-15,0-76 31,0 76 1,0-1 140,25 25-157,0 0-15,25 74 31,-26-49-31,1 25 0,50 74 32,49 74-1,-50-24 16,-74-150-32,0 1-15,0 0 16,0 0 0,0 49 15,-74-24 0,49-50-31,-49 25 31,24-25 32,25 24-63</inkml:trace>
  <inkml:trace contextRef="#ctx0" brushRef="#br0" timeOffset="53921.53">10914 14932 0,'25'75'141,"0"-26"-126,24 1-15,-24 0 16,49 98 0,-24-98-1,-50-25-15,25 25 16,0-50 0</inkml:trace>
  <inkml:trace contextRef="#ctx0" brushRef="#br0" timeOffset="54680.55">11361 15056 0,'0'50'79,"0"0"-79,24-26 15,-24 1-15,50 124 31,-25-99-15,-25-25-16,25 24 16,-25-24-1,24 0-15,1 0 16,-25-1-16,50 26 16,-25-25-1,-1 0 16,1-1-31,0-24 32</inkml:trace>
  <inkml:trace contextRef="#ctx0" brushRef="#br0" timeOffset="55280.1">11757 15230 0,'25'0'110,"0"0"-95,0 0-15,0 25 16,-1 24 0,26-24-16,-25 0 15,74 99 17,-74-99-17,0 0 16</inkml:trace>
  <inkml:trace contextRef="#ctx0" brushRef="#br0" timeOffset="55912.46">12080 15577 0,'0'-24'78,"0"-1"-78,0 0 16,0 0-16,0-24 15,0 24 1,0-25-16,0-124 62,0 150-62,0-1 16</inkml:trace>
  <inkml:trace contextRef="#ctx0" brushRef="#br0" timeOffset="56496.59">12105 14908 0,'24'-25'47,"1"50"-31,75 198 46,-76-149-62,-24 1 16,75 173 31,-75-223-47,0 24 15,0-24 1,0 0 15</inkml:trace>
  <inkml:trace contextRef="#ctx0" brushRef="#br0" timeOffset="57696.16">12055 15304 0,'0'25'109,"0"0"-109,0 0 16,0 25 0,-25-26-1,25 1-15,0 0 16,0 0 0,-25 24-16,25-24 15,0 0 1,0 0-1,0 24 1,-24-49-16,24 25 16,0 0 46</inkml:trace>
  <inkml:trace contextRef="#ctx0" brushRef="#br0" timeOffset="58576.77">11906 15329 0,'25'0'93,"-25"25"-77,50 0-16,-26 25 16,1-26-16,0 1 15,99 99 32,-124-99-47,25-25 16,-25 50-1,25-50-15,0 24 16,-25 1 46,0 0-46,24 0 0,1 0 62</inkml:trace>
  <inkml:trace contextRef="#ctx0" brushRef="#br0" timeOffset="63248.02">4266 1265 0,'25'-25'47,"0"50"-16,-25 0-31,25 24 15,0-24-15,-25 0 16,0 0-16,24 74 47,-24-74-47,25 49 0,-25-24 16,0 0-1,25-1-15,-25-24 16,0 0-1,0 0-15,25-1 79,0-24-17,-1 0-62,100 0 16,-49 0-1,24 0-15,75 0 16,-100 0 0,1 0-16,49 0 15,-75 0 1,26 0-16,-1 0 15,298 0 17,-273 0-32,1 0 15,-26 0-15,0 0 16,-24 0 0,-25 0-16,24 0 0,-24 0 31,0 0 47,0 0-62,0 0-16,24 0 15,26 0-15,148 0 47,-174 0-47,-24 0 16,0 0-16,25 0 15,-25 0 1,-1 0-16,1 0 16,74 0-1,-74 0-15,0 0 16,25 0 31,-26 0-16,1 0 0,0 0-31,0 0 31,0 0-15,-1 0 15,1 0-31,0 0 16,-25-24 140,0-26-140,0 0-16,0 1 15,0-1 1,0 0-16,0 26 16,0-100 15,0 99-31,0 0 16,0 0-1,0 0 48</inkml:trace>
  <inkml:trace contextRef="#ctx0" brushRef="#br0" timeOffset="64536.47">4936 2803 0,'0'-74'125,"0"24"-125,-25 25 15,1-49-15,-1 24 16,25-99 15,0 124-31,0-24 16,0 24-1,0 0 1,0 0-16,25 1 16,24-1-1,1 0 1,-25 25-16,-1 0 187,1 0-171</inkml:trace>
  <inkml:trace contextRef="#ctx0" brushRef="#br0" timeOffset="65049.79">4688 2480 0,'0'25'0,"0"0"63</inkml:trace>
  <inkml:trace contextRef="#ctx0" brushRef="#br0" timeOffset="65848.59">4688 2580 0,'50'0'94,"-1"0"-94,75 0 15,-99 0 1,0 0-16,0 0 16,0 0-16,-1 0 15,1 0 17</inkml:trace>
  <inkml:trace contextRef="#ctx0" brushRef="#br0" timeOffset="66273.94">5308 2505 0</inkml:trace>
  <inkml:trace contextRef="#ctx0" brushRef="#br0" timeOffset="66864.34">5308 2480 0,'0'50'125,"0"-25"-110,0 49 1,0-49 0,0 0-1,0 0 1,0 0-16,25-1 31,-25 1-31,0 0 0,25 0 16,0 0 15,-1 24 0,1-49 79,0 0-110,0 0 15</inkml:trace>
  <inkml:trace contextRef="#ctx0" brushRef="#br0" timeOffset="67432.8">5606 2456 0,'25'0'63,"-1"24"-63,1 1 15,25 25 1,-25-25-16,-25-1 16,24 1-16,26 25 47,-25-25-47,-25 0 31,25-25 0,-25 24-31</inkml:trace>
  <inkml:trace contextRef="#ctx0" brushRef="#br0" timeOffset="67967.91">5680 2927 0,'0'-25'16,"25"25"0,-25-25-16,25 25 15,0-49-15,24-1 16,-24 50-1,0-25-15,-25 1 16,74-51 15,-74 50-31,0 0 16,25 1-16,-25-1 62</inkml:trace>
  <inkml:trace contextRef="#ctx0" brushRef="#br0" timeOffset="68632.85">5953 2332 0,'25'0'78,"0"24"-78,0 26 16,-25-25-16,24 0 15,1 24-15,-25 1 16,25-1 0,0 26-16,0-50 15,-25 0-15,0 24 32,24 1-32,-24-25 15,0 49 1,0-49-16,25 49 31,-25-24 0,0-25 110</inkml:trace>
  <inkml:trace contextRef="#ctx0" brushRef="#br0" timeOffset="73583.92">7962 1042 0,'0'49'140,"0"-24"-140,0 25 16,0-1-16,0 75 47,0-99-47,0 0 0,0 0 15,0 0 1,0-1-16,0 1 156,25-25-140,99 0-1,-74 0 1,-1 0-16,26 0 16,272 0 31,-173 0-16,-50 25 0,-75-25-31,26 25 16,-50-25-1,123 25 17,-24-1-1,-74-24-16,-25 0-15,24 0 16,-24 0-16,174 0 47,-150 0-47,1 0 16,99 0 15,-100 0-31,1 0 0,248 0 47,-274 0-32,26 0-15,0 0 16,-26 0 0,51 0-16,-26 0 0,-24 0 15,74 0 1,-49 0-16,124 0 47,-125 0-47,-24 0 15,99 0 32,50 0 0,-149 0-31,24 0-16,50 0 62,-74 0-62,25 0 16,24 0 31,-49 0-47,0 0 15,0 0 1,24 0 0,-24 0 15,0 0-31,24-24 31,26 24 0,-26 0-15,-24 0-16,0 0 16,49-50 15,-74 25 47,0-74-62,0 49-1,0-123 16,0-50 1,0 123 30</inkml:trace>
  <inkml:trace contextRef="#ctx0" brushRef="#br0" timeOffset="75185.37">9699 2009 0,'-25'0'63,"0"0"-48,-25 0 1,26 25-1,-1 0-15,25 0 0,-50 148 63,50-123-63,0-25 16,0-1-1,25 1 32,49 0-16,1-99-15,-50 24 0,-25 25-16,24-24 15,-24 24 1,0 0-16,0-49 31,0 49-31,25 25 203,-25 25-203,25 24 16,0-24-1,0 0-15,-1 49 0,51 50 32,-50-74-32,-1-25 15,26 99 1,-50-25 46,-25-99-46,-173 50 31,173-50-47,0 0 47,0 0 0</inkml:trace>
  <inkml:trace contextRef="#ctx0" brushRef="#br0" timeOffset="75937.96">10120 2059 0,'25'-25'78,"-25"50"-63,25 0 1,25 24 0,-50 1-16,24-25 15,1 24-15,-25-24 16,75 99 15,-51-99-15,-24 0-16</inkml:trace>
  <inkml:trace contextRef="#ctx0" brushRef="#br0" timeOffset="77415.78">5854 2704 0,'25'0'62,"0"25"-46,-1-1 15,1 1-15,25 74 15,-25-99-15,-1 25-16,-24 0 15,0 0 48,25 0-48,-25-1 17,25-24-17</inkml:trace>
  <inkml:trace contextRef="#ctx0" brushRef="#br0" timeOffset="79879.97">10269 1712 0,'0'24'125,"0"1"-109,-25 0-1,25 0 1,0 24 0,0 26-1,0-50-15,0 24 16,0 26 0,0-51-16,25 1 15,0 0-15,25 99 47,-50-99-47,24 0 0,-24 24 16,100 50 31,-100-74-47,24 0 0,1 0 15,0-25 1,0 0 15,-25 25-15,25-25-1,-1 0 126</inkml:trace>
  <inkml:trace contextRef="#ctx0" brushRef="#br0" timeOffset="80447.99">10716 1984 0,'24'0'31,"1"0"0,25 50-15,123 124 15,-148-150-15,0 26-16,0-25 16,0 0-1,-1-1-15,1 1 31,0-25 1</inkml:trace>
  <inkml:trace contextRef="#ctx0" brushRef="#br0" timeOffset="80888.53">10914 2456 0,'0'0'0,"0"-75"15,25 75-15,0-74 32,-1 49-32,-24 0 15,50-99 1,0 50 31</inkml:trace>
  <inkml:trace contextRef="#ctx0" brushRef="#br0" timeOffset="81552.63">11137 1885 0,'25'0'78,"25"25"-62,-50 25-16,49-26 15,1 51 1,-50-50-16,74 99 31,-24 74 0,-50-49 1,0-75 15</inkml:trace>
  <inkml:trace contextRef="#ctx0" brushRef="#br0" timeOffset="85672.08">13543 1414 0,'0'-25'141,"0"0"-126,0 0-15,0 1 16,-24-1-1,-26-174 17,50 125-32,-25 24 15,25 1-15,0 24 16,-25-25 0,25 26-16,0-1 15,0 0 1,0 0-1,0 0 17,0-24 15,50 24-16,-25 25-31,49-25 47,-24 25-16,-25 0-31,49 0 47,-49 0-32,0 0 32,-1 0-47,26 0 16,-25 0-16,0 0 16,-1 0-16,26 0 46</inkml:trace>
  <inkml:trace contextRef="#ctx0" brushRef="#br0" timeOffset="86625.99">13419 1141 0,'25'0'172,"25"0"-156,-1 0-16,26 0 15,74 0 17,-125 0-17</inkml:trace>
  <inkml:trace contextRef="#ctx0" brushRef="#br0" timeOffset="87433.16">13940 1116 0,'0'25'109,"0"0"-93,0 24-1,25 1-15,0 24 47,-25-49-47,25 25 16,-25-25-16,49 49 47,-24-74 124</inkml:trace>
  <inkml:trace contextRef="#ctx0" brushRef="#br0" timeOffset="88048.01">14089 1141 0,'25'0'94,"0"0"-94,-1 25 16,1 0-16,25-1 15,49 76 16,-24-76 16,-75 1-47</inkml:trace>
  <inkml:trace contextRef="#ctx0" brushRef="#br0" timeOffset="88592.64">14312 1439 0,'-25'0'47,"25"-25"-32,0-50 17,0 51-17,0-1-15,0 0 16,0 0-16,0 0 15,0 1 17,0-1-1,25 0-15,-25 0 30,0 0-30,0 1 0</inkml:trace>
  <inkml:trace contextRef="#ctx0" brushRef="#br0" timeOffset="89240.76">14362 918 0,'25'0'62,"0"0"-46,-1 0-16,1 49 16,25 26-1,-50-50-15,25 24 16,-1-24-16,51 173 47,-50-148-47,-1-25 0,-24 0 15,50 123 32,-50-123-31,0 0 156,-50-25-157</inkml:trace>
  <inkml:trace contextRef="#ctx0" brushRef="#br0" timeOffset="91047.66">14858 794 0,'25'0'94,"0"0"-94,24 0 15,26 0 1,-51 0-16,1 0 16,25 0-16,24 0 46,-49 0-46,0 0 0,-25 25 32</inkml:trace>
  <inkml:trace contextRef="#ctx0" brushRef="#br0" timeOffset="91608.21">14957 1042 0,'0'25'47,"25"-1"-31,0-24-1,124 0 1,49 0 15,-99 0 32</inkml:trace>
  <inkml:trace contextRef="#ctx0" brushRef="#br0" timeOffset="92983.98">15875 595 0,'0'-24'78,"-25"24"-47,0 0-15,1 0-1,-51-25 1,50 25-1,1 0 1,-51-25 15,75 50 47,0 24-62,0 26-16,25-50 16,-25-1-1,25 26-15,0 0 16,-25-26-16,0 1 47,24 0-47,1-25 94,0 0-94,0 0 15,49 0 1,1 0-16,-51 25 15,224 49 17,-198-49-17,-50 0-15,25 0 16,0-1-16,24 1 47,-49 0-47,0 0 47,-25-25-32,1 0 1,-26 0-16,-421 0 62,446 0-62,-25 0 32</inkml:trace>
  <inkml:trace contextRef="#ctx0" brushRef="#br0" timeOffset="94040.93">16446 670 0,'24'25'109,"-24"-1"-109,25-24 16,0 25-16,99 25 46,-99-25-46,0-1 16,-1-24 0,1 25-16,0 0 15,25 0 1,-26-25-16,1 25 16,25-1-16,-1 26 15,-24-25 1,0-25-1,124 149 32,-124-149-47,-1 24 16</inkml:trace>
  <inkml:trace contextRef="#ctx0" brushRef="#br0" timeOffset="94720.25">16694 1265 0,'-25'0'16,"25"-25"15,0 0-15,0-123 31,0 73-47,25 1 15,-1 24-15,-24 1 16,25-75 15,-25 99-15,0 0 0,25 25 30,-25-25-14</inkml:trace>
  <inkml:trace contextRef="#ctx0" brushRef="#br0" timeOffset="95985.02">16818 248 0,'49'0'125,"1"0"-125,-25 25 16,-1 0-1,1-25 1,0 24-1,-25 1 1,0 0 125,0 0-110,0 0-15,25 24-1,-25-24-15,0 0 16,25 0-16,-1 0 15,1-25 32,0 0-47,0 0 141,24 24-125,1-24-1,49 25 16,-74 0-15</inkml:trace>
  <inkml:trace contextRef="#ctx0" brushRef="#br0" timeOffset="109240.58">17462 992 0,'25'0'125,"0"0"-110,0 0-15,0 0 16,0 0-16,49-25 16,-49 1-16,24 24 15,-24 0 1,25 0 0,49 0 30,-74 0-46,0 0 32</inkml:trace>
  <inkml:trace contextRef="#ctx0" brushRef="#br0" timeOffset="110656.12">18132 571 0,'0'-25'110,"50"25"-95,24 0-15,-24 0 16,-1 25-16,-24-25 16,50 24-1,-26 1 1,-49 0-1,0 0 17,0 24-17,0-24 157,0 0-172,25 0 16,25 0-1,-1 24 1,-24-49 15,-25 50 94,0-25-93,-25-25-17,1 24-15,24 26 16,-25-50-1,0 0 1,0 0 0,0 0-16,0 0 15,-49 0 32,24 0-47,26 0 16,24 25 203</inkml:trace>
  <inkml:trace contextRef="#ctx0" brushRef="#br0" timeOffset="118632.55">19000 719 0,'25'0'93,"0"0"-93,0 0 16,0 0 0,49 0-16,199 0 31,-199 0-16,-24 0-15,-25 0 16,24 0-16,26 0 47</inkml:trace>
  <inkml:trace contextRef="#ctx0" brushRef="#br0" timeOffset="119656.24">19819 595 0,'25'0'140,"24"0"-124,26 0-16,-1 0 15,-24 0-15,49 0 47,-74 0-47,0 0 47,-25 25-47,24-25 16,-24 25 15,0 0-31,0 24 16,0 1-1,-49-25 1,49 24-16,-50-49 0,50 25 16,-49 25 15,24-50-16,0 25-15,0-1 16,0-24 0,25 25 31,0 0 78,0 25-110</inkml:trace>
  <inkml:trace contextRef="#ctx0" brushRef="#br0" timeOffset="121161.71">20985 1191 0,'0'-25'94,"-25"25"-94,25-25 16,0-25-1,0 26-15,0-1 16,0 0-1,0 0-15,0 0 16,0-24 0,0-1-1,0 25 1,0-24 0,0 24-1,0 0-15,0-24 31,0-1-31,0 25 0,50-99 47,-1 99-31,-49 0-16,50 1 16,-1-26-1,-49 25-15,50 25 16,-50-25-16,25 1 47,0 24-16,-1 0 16,1 0 47</inkml:trace>
  <inkml:trace contextRef="#ctx0" brushRef="#br0" timeOffset="121959.69">20762 943 0,'24'0'63,"1"0"-48,0 0 1,0 0 0,0 0-1,-1 0-15,1 0 16,0 0-16,25 0 16,24 0 15,-49 0-16,0 0-15,-1 0 16,1 0 0,0 0-16,74 0 31,25 0 31</inkml:trace>
  <inkml:trace contextRef="#ctx0" brushRef="#br0" timeOffset="122639.64">21530 744 0,'0'25'62,"0"25"-46,0-1-16,0-24 31,0 25-31,50 24 31,24 50 32,-74-99-63,25 0 0,-25-1 15,25 1 1,0 0 15,0 0 63</inkml:trace>
  <inkml:trace contextRef="#ctx0" brushRef="#br0" timeOffset="123223.94">21803 794 0,'25'0'62,"0"0"-46,25 0-1,-26 25-15,1-1 16,25 1-16,49 74 47,-74-74-32,-25 0 1,25-25 0,-1 25 15,1-25-15</inkml:trace>
  <inkml:trace contextRef="#ctx0" brushRef="#br0" timeOffset="123736.53">21927 1067 0,'25'-50'62,"0"25"-46,0 0 0,-25 1-1,25-1-15,-25 0 16,0 0 0,0 0-1,24 1-15,1-1 16,-25-25-1,0 25 17</inkml:trace>
  <inkml:trace contextRef="#ctx0" brushRef="#br0" timeOffset="124408.3">22175 595 0,'50'0'78,"-50"25"-62,25 0-16,0 25 16,-1-1-1,26 26 1,-50-26 0,25-24-1,0 25 1,-25-26-1,0 1-15,0 0 16,0 0-16,0 0 16,0-1-1,0 1 1,0 0 15,0 25-15,-25-50 46,0 0-46,-25-25 15,26-25-31</inkml:trace>
  <inkml:trace contextRef="#ctx0" brushRef="#br0" timeOffset="125288.16">21555 174 0,'0'24'188,"0"1"-173,0 0-15,0 0 16,0 24 15</inkml:trace>
  <inkml:trace contextRef="#ctx0" brushRef="#br0" timeOffset="126119.98">22969 744 0,'25'0'141,"49"0"-126,1 0-15,-1 0 16,1 0-16,-1 0 16,-24 0-16,24 0 15</inkml:trace>
  <inkml:trace contextRef="#ctx0" brushRef="#br0" timeOffset="126871.7">23093 1141 0,'25'0'93,"0"0"-93,49 0 16,25 0 0,-49 0-16,-25 0 15,49 0 1,-49 0 0,0 0-1,0 0 1,-1 0-1</inkml:trace>
  <inkml:trace contextRef="#ctx0" brushRef="#br0" timeOffset="130599.95">24309 595 0,'-25'25'110,"0"25"-95,25 24-15,-25 1 16,0 24-16,-24 174 47,49-224-32,0-24-15,0 0 16</inkml:trace>
  <inkml:trace contextRef="#ctx0" brushRef="#br0" timeOffset="132200">24457 769 0,'0'50'141,"0"-26"-126,0 1-15,0 0 16,0 25-1,0-26-15,0 26 16,50 49 15,-50-74-15,25 0 15,-25 0-15,49-25-1,-49 24 17,25-24-32,0 0 15,0 0 1,24 0 15,-24 0-15,0 0-16,0 0 15,0-49 1,-1 24 0,1 0-1,-25 0-15,0-99 63,0 100-63,0-26 0,0 25 15,0 0-15,0 1 16,0-1-16,0 0 16,-25 25-16,25-50 47,-24 50 15,-1 0-15,0 0-31,0 0 15,0 0-16,1 0 1,-1 0 0,0 0 15,0 25-15,-24 0-1,49 0 32,-25 0 16,25-1 108,25-24-155</inkml:trace>
  <inkml:trace contextRef="#ctx0" brushRef="#br0" timeOffset="133024.35">25226 645 0,'50'0'156,"-50"50"-140,50-26-1,-50 26-15,49-25 16,-24 0-16,25-25 16,-26 49-1,1-24 1,0 25-1,25-1 17,-26-49-17,-24 25 1,25 0 15</inkml:trace>
  <inkml:trace contextRef="#ctx0" brushRef="#br0" timeOffset="133664.26">25326 1116 0,'0'-25'32,"0"1"-32,0-1 15,0 0-15,0-25 16,0 1 0,24-1-16,1 25 15,25-99 16,-25 100-15,-25-1-16,24 25 16</inkml:trace>
  <inkml:trace contextRef="#ctx0" brushRef="#br0" timeOffset="143384.16">13643 2629 0,'-25'0'16,"0"0"31,0 0 15,25 25-62,0 25 16,0-1 15,0-24-31,0 50 0,0-51 16,25 51 15,0-75 0,0 0-15,-1 0-16,1-25 16,0-25-1,0 26-15,-25-51 31,0 50-15,0-24 0,0-51 46,-25 100-46,25-24-1,0 48 142,25 26-157,-25-25 15,25 25-15,-1-1 32,-24-24-32,25 25 0,0-1 15,-25 174 16,0-148-15,0-1-16,0 1 16,0-51-16,0 26 15,0 0-15,0-1 16,-25-24-16,-74 74 47,74-99-47,0 0 15,-24 0 1,24 0 0,0 0-1,50-25 142</inkml:trace>
  <inkml:trace contextRef="#ctx0" brushRef="#br0" timeOffset="144264.88">14064 2580 0,'0'49'94,"0"-24"-94,0 0 16,0 0-16,0 49 15,0-49 1,0 124 15,0-124-31,25 173 32,25-74-1,-26-50 31,1-74 48,0 0-63</inkml:trace>
  <inkml:trace contextRef="#ctx0" brushRef="#br0" timeOffset="144912.45">14263 2629 0,'0'25'62,"0"0"-46,49 74 0,-49-49-1,75 99 32,-50-125-47,-25 1 0,0 0 16,49 74-1,-49-74 1,25 0 0,-25 24-1,25-49-15,-25 25 16,25 50 0,-1-75-16</inkml:trace>
  <inkml:trace contextRef="#ctx0" brushRef="#br0" timeOffset="145495.67">14362 3274 0,'0'-25'62,"0"1"-31,0-1-15,0-25 0,0 1-1,25 24-15,-25-25 0,49-24 31,-49 24-15,50-24 31,-50 49-31,0 0 30,25 0-30</inkml:trace>
  <inkml:trace contextRef="#ctx0" brushRef="#br0" timeOffset="146240.18">14709 2381 0,'0'25'94,"0"0"-94,25 24 16,-25-24-16,50 248 47,-50-248-47,24 49 15,-24-24-15,25 74 16,-25-99-1,0 0-15,0 49 16,0-24 0,0-26-16,0 1 15,0 124 17,0-99-32,-25-26 15,25 1 1,-24-25-1,24 25 157</inkml:trace>
  <inkml:trace contextRef="#ctx0" brushRef="#br0" timeOffset="147103.92">15280 2803 0,'0'-25'78,"24"25"-46,1 0-17,0 0 1,25 0-16,-25 25 16,-1-25-16,51 25 46,-50-25 111</inkml:trace>
  <inkml:trace contextRef="#ctx0" brushRef="#br0" timeOffset="147623.54">15329 3324 0,'25'0'94,"50"0"-94,-51 0 15,51 0 1,-26 0-16,75 0 31,-99 0 16</inkml:trace>
  <inkml:trace contextRef="#ctx0" brushRef="#br0" timeOffset="149159.76">15949 2356 0,'25'0'63,"0"0"-47,0 25-16,0 25 15,-1-25 1,1 24-1,124 199 32,-149-223-47,50 25 16,-26-1-16,1-24 16,75 124 15,-76-124-16,-24 24 1,25-24 15</inkml:trace>
  <inkml:trace contextRef="#ctx0" brushRef="#br0" timeOffset="149841.54">16222 3274 0,'0'-49'16,"-25"-1"0,1-49 15,24 74-15,0-25-1,0 1 1,24 24-16,-24 0 15,25-24 1,25-26 15,-1 1 1,26-75 30,-75 124 63,25 25-125,-25-25 16</inkml:trace>
  <inkml:trace contextRef="#ctx0" brushRef="#br0" timeOffset="150943.85">16495 1860 0,'0'25'93,"25"-25"-77,25 25 0,-26 0-1,1 0-15,0-1 16,-25 1-1,25 0-15,-25 74 47,0-49-47,0-25 0,0-1 16,-50 150 31,50-149 78,25 0-110,0-1 1,0-24-16,-1 0 16,1 25-1,0-25-15,-25 25 16,50-25 15,-26 0-31,1 0 63,0 0-48,0 25-15,24-25 47</inkml:trace>
  <inkml:trace contextRef="#ctx0" brushRef="#br0" timeOffset="151887.71">17462 2282 0,'0'-25'94,"0"50"-63,0 25-31,25 24 16,0-49-16,0 74 15,-25-49 1,0 24-16,0-24 16,0 99 15,0-125-31,0 1 15,0 0-15,0 25 63</inkml:trace>
  <inkml:trace contextRef="#ctx0" brushRef="#br0" timeOffset="152544.1">17363 2729 0,'25'0'94,"25"0"-78,-26 0-1,1 0 1,0 0-16,25 0 15,-1 0 1,-24 0 0,0 0 15,0 0-15</inkml:trace>
  <inkml:trace contextRef="#ctx0" brushRef="#br0" timeOffset="153296.44">17934 2456 0,'25'-25'47,"-1"25"15,1 25-62,0-25 16,25 74-1,-26-49-15,1 24 16,0-49-16,25 100 47,-26-75-47,1-1 15,0-24-15,0 75 47,0-75-31,-1 49 0,1-24 30,0-25-30,-25 25 78</inkml:trace>
  <inkml:trace contextRef="#ctx0" brushRef="#br0" timeOffset="153951.97">18058 3001 0,'0'-49'15,"0"24"-15,0 0 32,0-24-17,25-125 32,-25 149-47,0 0 16,49-99-1,-24 75 1,-25 24-16,0 0 16,25-49 15,0 49 47</inkml:trace>
  <inkml:trace contextRef="#ctx0" brushRef="#br0" timeOffset="154855.42">18653 2208 0,'0'24'78,"0"26"-62,25 0 0,0-1-16,-25 1 15,25-1 1,-25 1 0,0-25-16,0 24 15,0-24 1,0 0-1,0 0-15,0 0 16,0 0 0,0 49 15,24-49-31,-24 24 16,25-24-1,-25 0 1</inkml:trace>
  <inkml:trace contextRef="#ctx0" brushRef="#br0" timeOffset="155607.94">18554 2480 0,'25'0'156,"24"25"-156,1 0 16,-25 0-16,0-25 16,99 25 15,-100-25-15,1 0-1</inkml:trace>
  <inkml:trace contextRef="#ctx0" brushRef="#br0" timeOffset="156471.79">19100 2158 0,'0'25'93,"0"0"-93,0 49 16,0-49-16,0 0 16,-25-1-16,25 1 15,0 0 1,0 0-1,0 0 1,0-1 0,0 1 93,25-25-78,-1 0-15,-24 25-16,25-25 31,0 0-31,25 0 31,24 25 1,-49-25 15</inkml:trace>
  <inkml:trace contextRef="#ctx0" brushRef="#br0" timeOffset="157223.96">19323 2232 0,'0'50'141,"25"24"-141,-25-49 15,0 0-15,49 149 47,-49-150-47,0 1 0,0 0 16,0 0-16,25 49 47,-25-24-47,0-25 15,0 24 1,25 1 0</inkml:trace>
  <inkml:trace contextRef="#ctx0" brushRef="#br0" timeOffset="158136.4">19869 2604 0,'24'0'156,"-24"25"-156,25-25 16,0 0-16,25 0 46,-26 0-46,1 0 16,0 0 0,0 0-1,0 0 1,-1 0-16,1 0 16,0 0 15</inkml:trace>
  <inkml:trace contextRef="#ctx0" brushRef="#br0" timeOffset="158983.59">20191 2381 0,'25'25'125,"24"-25"-125,1 0 16,-25 0-16,24 25 16,26 0 15,-50-25-31,-1 0 15,-24 24-15,0 1 32,0 0-1,0 49 0,0-24-31,0 0 16,-74 49 31,49-74-47,25 0 15,-49-1-15,24 1 32,0 25-32,0-25 46</inkml:trace>
  <inkml:trace contextRef="#ctx0" brushRef="#br0" timeOffset="161904.07">21506 2381 0,'-25'-25'15,"0"25"63,25 25-78,-25 25 16,0-25-16,1 49 16,24-49-1,0 0-15,0 24 16,0 1 15,0-25 16,24-25-31,51-25-1,173-174 48,-248 175-48,0-1 1,0-74 15,-25 99-31,0 0 32,25 24 124,0 1-141,0 0-15,0 0 16,0 0 0,0-1-16,0 1 15,0 25 1,0-25-16,0-1 0,25 1 16,-25 25-1,0 0-15,0-26 16,25 51-1,-25-50 1,0 24-16,25 1 16,-25-25-16,0 173 31,-25-49 16,-25-50 0,25-99-32,1 0 17,-26 0-17,0-25 16,50 0 48,25-24-79,0 24 15</inkml:trace>
  <inkml:trace contextRef="#ctx0" brushRef="#br0" timeOffset="163136.69">22002 2208 0,'0'24'94,"0"1"31,0 0-125,0 25 16,0 98 31,0-98-47,0 0 0,0 24 15,0-24-15,49 49 16,-24-74 0,-25 0-16,25 24 15,25-24 1,-50 0 15,24-25-31,1 25 63,0-25 15,0 0-63,0 0-15,24-50 16</inkml:trace>
  <inkml:trace contextRef="#ctx0" brushRef="#br0" timeOffset="163744.42">22423 2232 0,'0'25'109,"0"0"-93,25 0-16,0 24 15,149 150 32,-125-125-47,-24-49 0,0 0 16,0 25-16,74 49 47,-99-74-47,0-1 15</inkml:trace>
  <inkml:trace contextRef="#ctx0" brushRef="#br0" timeOffset="164271.45">22547 2902 0,'0'-25'16,"0"1"-16,0-1 15,0-50 17,0 51-17,0-26-15,0 25 31,25-49-31,-25 24 16,124-99 31</inkml:trace>
  <inkml:trace contextRef="#ctx0" brushRef="#br0" timeOffset="165016.51">22820 2034 0,'0'25'94,"0"0"-79,0-1-15,50 51 31,-50-50-31,0-1 0,25 26 16,49 99 15,-49-124-15,-25-1-16,0 26 16,25 24-16,-25-49 15,25 50-15,-25-50 16,24 99-1,-24-100 1,0 51 0,-24-100 140,-1 0-156,0-24 16</inkml:trace>
  <inkml:trace contextRef="#ctx0" brushRef="#br0" timeOffset="166007.99">21729 1761 0,'0'25'110,"0"0"-95,0 0-15,0 24 16,0 1-16,0-25 16,0-1-16,0 1 15,-25 25 1</inkml:trace>
  <inkml:trace contextRef="#ctx0" brushRef="#br0" timeOffset="166928.17">23366 2332 0,'25'0'109,"0"24"-93,-1-24-16,51 0 15,98 25 17,-123 0-17,0-25 1,-26 0 15</inkml:trace>
  <inkml:trace contextRef="#ctx0" brushRef="#br0" timeOffset="167592.42">23614 2803 0,'50'25'62,"-50"0"-62,24-25 16,1 0-16,0 0 15,99 0 17,-74 0-32,-25-25 47,-1 25-1,1 0 17,0 0-16</inkml:trace>
  <inkml:trace contextRef="#ctx0" brushRef="#br0" timeOffset="183448.35">24209 2208 0,'0'-50'78,"25"50"-78,25 0 16,-25 0 0,-1 0-1,1 0 1,50 0 15,-51 0-31,1 25 16,0 0-16,-25 24 15,0 125 32,-25-100-47,0-24 0,-49 74 31,49-124-31,25 25 16,0 0 93,25 24-109,0-49 16,0 25-16,49 0 16,0-25-1,-24 0-15,0 0 16,148 0 31,-173 0 93,0-25-140,-25-25 16</inkml:trace>
  <inkml:trace contextRef="#ctx0" brushRef="#br0" timeOffset="184032.67">25078 1860 0,'24'25'47,"1"0"-47,0 25 0,74 74 31,-49-75-15,-1 26-1,26-1 16,49 75 32,-124-124-63,25-1 16,-1 1-16,-24 0 15,25 25 16,-25-26-15,25-24 0,-25 25 15,0 0 0</inkml:trace>
  <inkml:trace contextRef="#ctx0" brushRef="#br0" timeOffset="184655.83">25326 2753 0,'0'-74'15,"0"-125"32,0 150-47,0-1 16,0-24-16,0-25 31,0 49-31,0 0 16,0 1-16,0-1 31,0 25 47,0 1 0</inkml:trace>
  <inkml:trace contextRef="#ctx0" brushRef="#br0" timeOffset="189759.89">26144 2009 0,'0'25'172,"0"25"-157,0-26-15,0 76 16,0-51 0,0 1-16,0 24 15,0-49 1,0 25-16,0-26 16,0 26 15,0-25-16</inkml:trace>
  <inkml:trace contextRef="#ctx0" brushRef="#br0" timeOffset="190560.44">25871 2307 0,'0'-25'93,"25"25"-77,50 0 0,-26 0-16,-24 0 15,25 0 1,-26 0-1,51 0 17,-1 0-1,1 0 16,-51 0-47,1 0 109,0 0-78,0 0 48,0 0-64,-1 0 16</inkml:trace>
  <inkml:trace contextRef="#ctx0" brushRef="#br0" timeOffset="193311.93">26913 1860 0,'0'25'94,"0"25"-78,0-1-16,0 1 15,0 0-15,25-1 16,0 100 31,-25-124-47,0 0 16,24-1-1,-24 1 1,0 25-1,0-25 1,0 24 15,25-24-31,-25 0 32,25 24-1</inkml:trace>
  <inkml:trace contextRef="#ctx0" brushRef="#br0" timeOffset="-199048.75">16818 4341 0,'0'25'125,"0"-1"-109,0 26 0,0 24-16,0 1 15,0-50 1,0 24-16,0-24 16,0 25 15,0-26-31,0 1 125,0 0-94</inkml:trace>
  <inkml:trace contextRef="#ctx0" brushRef="#br0" timeOffset="-196984.79">17115 4366 0,'0'49'140,"-25"1"-124,25-25 0,0 99 30,0-75-46,0-24 0,0 0 16,0 0 0,0 24 15,0-24-31,0 0 47,25-25 156,0 0-187,0-25-16,49-25 46,-24 26-30,-25-1 15,-1 25 1,1 0-1,0-25-31,-25 0 47,25 25-32,-25-25 1,25 1 0,-25-26 15,0 25-16,0 0 1,0-24 15,-25 24 110,0 0-125,0 25-1,0 0 16,1 0-31,-1 0 47,0 0 78,0 0-78,0 0-16</inkml:trace>
  <inkml:trace contextRef="#ctx0" brushRef="#br0" timeOffset="-193728.75">17760 4217 0,'0'-25'63,"25"25"-48,0 25 1,24 0-1,1 24-15,-25-49 16,24 25-16,1 0 16,-25 0-16,24 24 15,-49-24-15,50 0 16,-25 0 0,24-1 15,-24 1-31,0-25 15,0 25 17,0 0-32,-25 0 31,24-25-31,1 24 47,0 1-16,-50-25 32</inkml:trace>
  <inkml:trace contextRef="#ctx0" brushRef="#br0" timeOffset="-193032.72">18008 4638 0,'0'0'0,"0"-24"16,0-1 31,0 0-47,0 0 15,0 0 1,0-24-1,25 49-15,-25-25 16,25-25 0,0 26-16,-25-1 15,24-25-15,1 25 16,50-123 31,-51 148-47,-24-25 94</inkml:trace>
  <inkml:trace contextRef="#ctx0" brushRef="#br0" timeOffset="-189280.24">19248 3845 0,'-24'25'141,"24"-1"-141,-25 26 15,25 0 1,0-1-16,-25 26 16,0-26-16,25 199 62,0-173-62,25-1 0,0-49 16,-25 0-16,25 49 47,-1 0-47,1-74 0,-25 25 15,25 0 1,0 0 0,0 0 15,-1-25 125,1 25-140</inkml:trace>
  <inkml:trace contextRef="#ctx0" brushRef="#br0" timeOffset="-184264.98">19596 4118 0,'25'0'78,"-1"0"-62,1 0-16,0 24 15,0-24-15,0 25 16,49 25 0,-24-25 15,24 24 0,-49-24-31,0 0 16,-1 0-16,76 99 47,-76-100-47,1 1 15,-25 25-15,25-50 16,0 25-1</inkml:trace>
  <inkml:trace contextRef="#ctx0" brushRef="#br0" timeOffset="-183185.32">19893 4614 0,'0'-25'109,"0"0"-93,0 0-16,0-49 15,0 49 1,0 0-16,25-74 16,-25 74-1,0-24 1,0 24-1,25 0-15,0 0 32,-25 0-1,25-24 0,-25-1 16,24 25-31</inkml:trace>
  <inkml:trace contextRef="#ctx0" brushRef="#br0" timeOffset="-181007.52">20042 3572 0,'25'0'125,"25"0"-109,-26 25 15,1-25-31,50 49 47,-51-24-47,-24 0 16,0 0 15,0 0-31,0-1 0,0 26 16,0-25-1,0 0-15,-24-1 16,48 1 140,26-25-140,0 25-1,24-25 17,-49 0-17,0 0 17,-1 0 139,1 25-139,25-25-17</inkml:trace>
  <inkml:trace contextRef="#ctx0" brushRef="#br0" timeOffset="-179904.54">20886 3894 0,'24'25'94,"-24"0"-94,25 49 15,0-24 1,-25-25-16,25 24 0,0 1 15,-1 24 17,-24-49-17,25 0-15,-25 0 32,25 0-1,-25-1-31,0 1 15,50 74 32,-50-49-31,24-25-16,1 0 16,-25 24 15</inkml:trace>
  <inkml:trace contextRef="#ctx0" brushRef="#br0" timeOffset="-178905.15">20910 4490 0,'25'-25'172,"0"25"-172,0-25 16,49 25-1,-49-25-15,25 0 32,-1 25-32,-24-24 31,49-1 31,-49 25 1</inkml:trace>
  <inkml:trace contextRef="#ctx0" brushRef="#br0" timeOffset="-177623.64">21506 3919 0,'24'50'94,"1"-50"-94,25 25 16,-25 24-16,74 1 31,-74-25-31,99 74 31,0 25 1,-50-50 14,-49-49-30,0 0 15</inkml:trace>
  <inkml:trace contextRef="#ctx0" brushRef="#br0" timeOffset="-177048.36">21828 4514 0,'0'0'0,"0"-49"15,0-1 1,0 25-1,0-24 1,0 24-16,25-25 16,-25 26-1,0-76 17,0 76-32,0-26 0,25 0 15,-25 26-15,0-1 16,25 0-16,-25 0 15,24 0 17,1 25 77</inkml:trace>
  <inkml:trace contextRef="#ctx0" brushRef="#br0" timeOffset="-176334.4">22225 3746 0,'0'-25'78,"25"25"-78,-25 25 15,49 148 17,-24-148-32,0 25 15,-25-1-15,25-24 16,0 0 0,-25 24-16,24 1 31,1-25-31,-25 0 15,0-1 1,25 1 47,-25 0-48,0 0 110</inkml:trace>
  <inkml:trace contextRef="#ctx0" brushRef="#br0" timeOffset="-175712.42">22200 4142 0,'25'-24'78,"-25"-1"-78,50 25 16,-26 0 0,1 0-1,0 0-15,0 0 16,24 0 15,-24 0-15,0 0-16,49 0 47</inkml:trace>
  <inkml:trace contextRef="#ctx0" brushRef="#br0" timeOffset="-174896.72">22721 3746 0,'0'24'110,"0"1"-95,25 25-15,-25-25 16,0-1-16,25 26 16,-25-25-16,25 24 31,24-49 63,-24 0-94,49 0 31,-49 0-31,0 0 15,-25-24 142,0-1-157</inkml:trace>
  <inkml:trace contextRef="#ctx0" brushRef="#br0" timeOffset="-174353.32">22994 3621 0,'25'0'62,"-25"25"-46,25 25-16,-25-25 15,0 0 1,24 24-16,-24-24 16,0 0-1,25 49-15,-25-24 16,0-1-1,25 75 17,-25-99-32,0 0 0,0 0 15,0 0-15</inkml:trace>
  <inkml:trace contextRef="#ctx0" brushRef="#br0" timeOffset="-161808.71">23391 3373 0,'0'25'141,"0"0"-141,25 25 16,-1-1-1,1 1-15,-25-25 16,75 99 31,-51-75-47,1-24 15,-25 0-15,50 74 47,-50-49-47,0-25 16,25 49-16,49 149 47,-74-173-32,0-25 1,25-1 0,-25 1 93,-25 25-93,0-50 15,0 49 0,1-49-15,-1 50-1</inkml:trace>
  <inkml:trace contextRef="#ctx0" brushRef="#br0" timeOffset="-160136.64">24383 3522 0,'0'25'109,"0"0"-93,0 24-16,0-24 15,0 25 1,25 0-16,0-26 16,-25 1-16,74 99 46,-49-99-46,-25 0 16,25 0 0,-25-1-1,24 26 1,1-25 0,-25 0-1,25-1 16</inkml:trace>
  <inkml:trace contextRef="#ctx0" brushRef="#br0" timeOffset="-159353.3">24259 3994 0,'25'-25'78,"24"0"-78,26 0 15,-26 0-15,1 25 16,223-49 15,-199 49-31,-49 0 16,0 0 0,0 0-1,0 0-15,-25-25 78</inkml:trace>
  <inkml:trace contextRef="#ctx0" brushRef="#br0" timeOffset="-151593.52">25450 3101 0,'0'-25'63,"-50"50"-32,0-25-15,26 0-1,-1 0 17,0 0-17,0 24 1,0 1-16,1-25 31,24 25 0,0 0-31,0 24 32,0 26-32,49 24 31,-24-99-31,25 50 31,-50-26 16,24-24-31,51 0 31,-50 0-47,24-24 0,-24 24 31,25 0 0,-26 0-15,26 0-16,-25 0 15,0 24 1,-1-24-16,1 0 16,0 0 15,-25 25-16,25 0 1,-25 0-16,0 49 47,0-24-47,-25 0 16,-25 24 30,1-49-46,49 0 0,-50-25 16,50 24-16,-25-24 16,1 0-1,-1 0 32</inkml:trace>
  <inkml:trace contextRef="#ctx0" brushRef="#br0" timeOffset="-150792.41">26119 3076 0,'25'0'109,"25"49"-93,-1-24-1,1 25-15,0-25 16,74 99 15,-100-75-31,1-49 16,0 50-16,0-50 15,24 49 1,-49-24-16,25-25 16,0 50 15,25-50-16,-50 25 1,24-25 0,1 24 15,-25 1 16,0 0-16</inkml:trace>
  <inkml:trace contextRef="#ctx0" brushRef="#br0" timeOffset="-150177.41">26367 3795 0,'0'0'0,"0"-49"31,25-1-31,-25 0 16,0 25-1,25-49 1,0 24-16,-25 26 0,0-200 62,0 200-46,0-1-16,0 0 16,0 0-1,0 0 32,25 1-31,-1 24 15</inkml:trace>
  <inkml:trace contextRef="#ctx0" brushRef="#br0" timeOffset="-148744.62">26467 2729 0,'24'0'47,"1"0"-31,0 0-1,0 24 1,0-24-16,-1 25 47,-24 0 0,0 0-47,0 0 15,0 49 32,0-49-47,0 0 16,0-1 31,0 1-32,25-25 32,0 0-31,99 0 15,-25-25 16,-74 25 0,0 0 15,0 0-46,-1 25 15</inkml:trace>
  <inkml:trace contextRef="#ctx0" brushRef="#br0" timeOffset="-147848.89">27409 2902 0,'0'25'125,"0"25"-109,0-1-16,0-24 15,0 25-15,50 148 47,-50-148-47,0-1 16,25 1-16,-1-25 15,-24-1 1,0 1 0,0 0 31</inkml:trace>
  <inkml:trace contextRef="#ctx0" brushRef="#br0" timeOffset="-147271.89">27260 3398 0,'0'-49'47,"75"24"-16,-50 25-31,173-25 32,-148 0-32,74 0 31,-25 1 0,-74 24 32</inkml:trace>
  <inkml:trace contextRef="#ctx0" brushRef="#br0" timeOffset="-146240.89">27806 2902 0,'25'0'110,"0"0"-95,-1 0-15,26 0 16,0 25 15,-26 25-15,-24-26-1,0 76 17,0-76-32,0 1 15,0 0-15,0 25 94,25-50-78,0 0-16,198 49 47,-198-24-32,-25 0-15,25-25 16,0 25 15,-25-1-31,0 1 16,0 0-1,0 0 1,-25 0 0,25-1-16,-50-24 15,1 25 1,49 0-16,-25-25 15,0 0-15,-49 25 32,49 0-17</inkml:trace>
  <inkml:trace contextRef="#ctx0" brushRef="#br0" timeOffset="-144937.1">24805 2902 0,'24'0'16,"1"0"-1,0 25 1,0 0-1,-25 0-15,50 148 47,-26-148-47,-24 0 16,0 0 0,25 24-1,-25-24-15,0 74 31,0-49-31,75 198 63,-51-198-63,1-1 0,-25 1 16,50-1-16,74 150 46,-99-125-46,-1-49 0,26 0 16,-25 0-16,0 24 16,24-49-16,-24 25 15,0-25-15,0 0 16,-25 25 0,24-25-1,1 0 79,0 0-78,0-25-1,0 0-15,-25 0 16,24 1-16,-24-1 15</inkml:trace>
  <inkml:trace contextRef="#ctx0" brushRef="#br0" timeOffset="-143839.77">27955 2257 0,'25'0'78,"24"0"-78,1 25 15,0 0-15,198 148 47,-199-148-47,1 50 0,-1-51 16,75 175 0,50 99 15,-100 24 31,-74-297-62,0 0 16,0-1-16,0 1 16,0 124 15,0-124-16,0 0-15,-24 0 16,-1-1 0,0 1-1,25 0 142</inkml:trace>
  <inkml:trace contextRef="#ctx0" brushRef="#br0" timeOffset="-140353.11">28972 2282 0,'223'521'203,"-198"-471"-203,0-1 0,0-24 16,-1 0-16,1 0 15,74 74 16,-74-74-15,0-1 0,-25 1-1,25-25 1,0 25-16,24 25 31,-24-50-15,0 0 46,0 24-46,-1-24 0</inkml:trace>
  <inkml:trace contextRef="#ctx0" brushRef="#br0" timeOffset="-138424.11">29270 2505 0,'24'0'31,"1"0"1,0 0-17,0 0 1,-25-25-16,25 25 16,-1 0 46,1 0-62,0 0 16,25 50-1,-26 0-15,26 173 47,-50-198-31,0 0-1,0-1-15,0 1 16,25 0 0,-25 0 15,0 0-15,25-25 15,-1 24-16,26 1 1,49-25 0,-74 0-16,25 0 15,98 0 32,-123 0 94,0 0-126,-25-25 1</inkml:trace>
  <inkml:trace contextRef="#ctx0" brushRef="#br0" timeOffset="-137561.36">30162 2456 0,'25'0'219,"0"0"-219,25 74 15,49 25 1,-49-49-16,-1-25 16,-24 0-16,99 49 46,-99-49-46,-25 0 16,25-1 0,24-24 31,-49 25-1,25-25-30,-25 25 0,25 0-1</inkml:trace>
  <inkml:trace contextRef="#ctx0" brushRef="#br0" timeOffset="-136945.16">30535 3051 0,'0'0'0,"0"-25"15,0 0 1,0-123 15,0 123-31,0 0 16,0-49-16,24 49 16,-24-75 15,0 76-31,0-1 15,0 0 1,0 0 15,25 0-15,0-24 0,-25-1-1,25 1 16,0 49-15</inkml:trace>
  <inkml:trace contextRef="#ctx0" brushRef="#br0" timeOffset="-136224.7">30882 2158 0,'25'0'78,"-1"50"-78,1 24 15,0-24-15,49 49 16,-24 0 0,-25-49-16,0-1 15,74 125 16,-49-149-31,-50 0 16,24 24 0</inkml:trace>
  <inkml:trace contextRef="#ctx0" brushRef="#br0" timeOffset="-135729.37">31105 2753 0,'0'-24'16,"25"-26"15,24 50-15,1-25-16,-25 25 15,49-25 1,-49 25-16,0 0 16,25-25 31</inkml:trace>
  <inkml:trace contextRef="#ctx0" brushRef="#br0" timeOffset="-135137.25">31452 2208 0,'25'24'78,"0"26"-78,0 0 16,0-1-16,-1 75 15,1-99 1,0 0-16,25 99 47,-26-74-47,1-26 15,-25 26 17,25-50-17,-25 25 1,0 0 31</inkml:trace>
  <inkml:trace contextRef="#ctx0" brushRef="#br0" timeOffset="-134369.16">31676 1960 0,'49'0'109,"-49"24"-93,25 51-16,0-50 15,-25-1-15,99 125 32,-74-99-17,0-25-15,-1 24 16,1-24-16,25 74 16,-50-24-1,25-51 1,24 175 15,-49-149-31,0-1 16,0-24-16,0 0 15,0 24 17,0-24-32,0 0 109,-25-25-109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2:01:21.5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17140 5680 0,'0'25'94,"25"0"-94,-25 0 16,0 24-1,0 1-15,0 24 16,0-24-16,0 24 16,0 125 15,0-174-16,0-1-15,0 1 16,0 0 0,0 0-1,25-25 79</inkml:trace>
  <inkml:trace contextRef="#ctx0" brushRef="#br0" timeOffset="1203.64">17487 5854 0,'0'50'94,"0"-1"-78,0 1-16,0-1 15,0 75 17,0-99-32,0 0 15,0 25 32,25-50-31,-25 24-16,25 1 15,0 0-15,0 0 32,24-25-17,-24 0-15,-25 25 16,50-25 0,-1 0 15,-24 0-31,0 0 47,-25-50-16,0 25-31,0 0 0,0-99 31,0 75-31,0 24 16,-50-198 31,25 198-47,25 0 0,-24 0 15,-1 0 1,0 25 15,25-24-15,-25 24-16,0 0 31,-24 0-15,24 0-1,0 0 1,0 0 0,0 24 30,25 1-14,0 0-17,0 0 1,0 0 0</inkml:trace>
  <inkml:trace contextRef="#ctx0" brushRef="#br0" timeOffset="3486.93">18033 5680 0,'-25'0'16,"25"25"0,25 0-1,0 0 16,0-1-15,99 175 31,-124-149-47,49-1 16,-49-24-16,50 25 31,-25-1-31,-1 1 15,1-50 1,0 49-16,74 1 47</inkml:trace>
  <inkml:trace contextRef="#ctx0" brushRef="#br0" timeOffset="4222.95">18281 6548 0,'0'0'0,"0"-49"16,0 24-16,0 0 15,0 0-15,0 1 16,0-1-16,0-25 16,0-24 15,0-1-31,0 26 0,0 24 16,0-25-16,0-49 15,0 50 1,0 24-1,0-50 32,0 50-47,0 1 16</inkml:trace>
  <inkml:trace contextRef="#ctx0" brushRef="#br0" timeOffset="10327.66">18207 5308 0,'24'0'187,"1"0"-171,0 0-1,25 25 1,-1-25 31,-49 25-32,0 0 17,0-1 30,0 1-62,0 0 235,25 0-220,0-25 16,0 0-31,-1 0 0,1 0 16,0 25 31,0-25-31,-25 24-16,25-24 46,-25 25 17,0 0-47,0 0-1,0 0 1,-25-25-16,25 24 15,-25-24 17,-25 25-1,26-25-15,-1 0-1,0 0 16,-25 0 16</inkml:trace>
  <inkml:trace contextRef="#ctx0" brushRef="#br0" timeOffset="12911.64">19000 5730 0,'0'25'109,"0"-1"-109,25 26 16,0-25-16,0 25 15,24 74 17,-49-100-32,0 1 15,0 0-15,0 0 32,25-25-17,-25 25 16,0-1 1,0 1-1</inkml:trace>
  <inkml:trace contextRef="#ctx0" brushRef="#br0" timeOffset="13623.63">18976 6028 0,'0'-25'63,"24"25"-47,1-25-1,25 25 16,-25-25-31,-1 25 16,76 0 15,-76-25-31,1 25 16,0 0 31,0 0-32,0-24 1</inkml:trace>
  <inkml:trace contextRef="#ctx0" brushRef="#br0" timeOffset="15950.96">19645 5556 0,'0'50'125,"25"-1"-109,-25 26-16,25-26 16,-25 1-16,50 124 46,-50-149-46,0 24 16</inkml:trace>
  <inkml:trace contextRef="#ctx0" brushRef="#br0" timeOffset="17262.83">20042 5556 0,'0'25'109,"0"25"-93,0-26 15,0 1-31,0 124 47,0-74-47,25-26 15,-25-24 1,25 25 0,0-50-16,-25 24 0,24-24 31,1 50-16,0-25 64,0-25-64,0 0 1,24 0-1,-24 0 1,49-50 0,75-74 31,-149 99-16,0 1-31,0-1 15,0 0-15,0-25 16,-25 25-16,-49-99 47,49 100-47,25-1 0,-25 0 16,1 25 30,-1-25-30,-25 0 0,25 25 15,-74 0 16,50 25-47,24-25 15,0 25-15,-25 0 32</inkml:trace>
  <inkml:trace contextRef="#ctx0" brushRef="#br0" timeOffset="20095.31">20613 5383 0,'0'-25'63,"49"25"-32,-24 25-15,74 49-1,-74-49 1,25 0-16,-1-1 15,1 1-15,49 25 47,-99-25-47,25-1 16,-25 1-16,25-25 16,0 0 15,-25 25-16,24 0 17,26-25-1,-50 25 0,25-1-15,0 1 31,-1-25-47,1 25 15,0 0 1,0 0 46</inkml:trace>
  <inkml:trace contextRef="#ctx0" brushRef="#br0" timeOffset="20767.07">21034 6052 0,'0'0'0,"0"-24"0,0-1 16,-24-25 0,24 1 15,0 24-31,0 0 15,0 0-15,0-173 47,0 148-31,0-24-16,0-1 31,0-24 16,24 74-31</inkml:trace>
  <inkml:trace contextRef="#ctx0" brushRef="#br0" timeOffset="24136.02">20935 5011 0,'25'0'140,"-25"-25"-140,25 25 16,24 0-1,1 0-15,-25 0 16,0 0 31,-1 0-47,1 0 16,0 25 30,-25 24-46,0 1 16,0 24 0,-25-74-1,25 25 1,-25-25 15,25 25 79,0 0-95,25-1 16,25-24-31,-50 25 16,25-25-16,24 0 16,1 0 15,-25 0-31,-1 0 16,1 0 187</inkml:trace>
  <inkml:trace contextRef="#ctx0" brushRef="#br0" timeOffset="25288.05">21779 5333 0,'24'25'110,"-24"0"-95,25 49-15,-25-49 16,25 49 0,-25-49-16,0 0 15,0 0 1,25 24-16,-25-24 31,25 0-31,-25 0 16,24 24 15,-24-24-31,0 0 31,25-25 0,0 50-15,-25-26 15,0 1 63,0 0-78</inkml:trace>
  <inkml:trace contextRef="#ctx0" brushRef="#br0" timeOffset="26087.37">21630 5655 0,'24'0'141,"1"0"-126,0 0 1,0 0-16,25 0 16,-26 0-16,76-49 47,-51 49-47,-24 0 0,0 0 15,0 0-15,24 0 31,1 0-15</inkml:trace>
  <inkml:trace contextRef="#ctx0" brushRef="#br0" timeOffset="29559.71">22175 5383 0,'25'24'109,"-25"1"-109,0 0 16,25 25-16,0-1 15,-25-24 1,0 25 0,0-26-1,0 1 1,49 74 15,-49-74-15,0 0-16,0 0 15,25 25 32,-25-26-16,0 1 1,25 0-17,0-25 360,24 0-359,-49-25-16,25 25 16,-25-25-16,50-24 46,-50 24-46,25 0 0</inkml:trace>
  <inkml:trace contextRef="#ctx0" brushRef="#br0" timeOffset="30239.93">22572 5482 0,'0'25'93,"0"-1"-93,0 1 16,25 50 0,0-1-16,-25-49 0,0 24 15,0 26 1,0-25-16,0-26 16,0 26-1,0-25 1,0 0-16,0-1 15,0 1-15,0 0 16,0 49 31,0-49-47,25 0 16,-25 0 30,0 0-30,24-1 15,-24-48 47</inkml:trace>
  <inkml:trace contextRef="#ctx0" brushRef="#br0" timeOffset="31487.74">22820 5556 0,'0'50'78,"0"-25"-78,0 24 16,0-24-1,0 124 32,0-124-47,0 0 0,0-1 16,0 26-1,0-25-15,0 24 32,0-24-1,25-25-31,-25 25 16,25 0-1,-25 0 1,25-1-16,0 1 31,-1 0 0,1-25 1,0 25 14,0-25-30,99-99 31,-124 74-47,0 0 16,0 0-1,0 0 1,0-24-16,0-1 15,0-74 1,0 74-16,-75-74 31,51 100-31,-1-1 16,-25-25 31,50 25-32,-25 25 17,1 0-17,-1-24-15</inkml:trace>
  <inkml:trace contextRef="#ctx0" brushRef="#br0" timeOffset="34263.06">23515 5482 0,'25'49'156,"-25"-24"-156,24 0 16,1 25-16,50 24 31,-75-49-15,0 0-16,24-1 16,-24 1-1,25 0 1,0 0-16,-25 0 15,50 49 17,-26-49-1,-24 0 0,25 0-31,-25-1 16</inkml:trace>
  <inkml:trace contextRef="#ctx0" brushRef="#br0" timeOffset="34958.94">23564 6176 0,'-24'0'31,"24"-74"-16,24 24-15,-24 26 16,25-26-16,25-49 31,-1-25 1,1 0 30,-25 74-62,-25 25 47</inkml:trace>
  <inkml:trace contextRef="#ctx0" brushRef="#br0" timeOffset="38119.69">24383 5308 0,'0'25'125,"0"0"-125,25 0 15,-25 24-15,49 75 47,-49-99-47,0 0 16,0 0-16,0-1 15,0 26-15,25-50 16,0 74 31,-25-49 15,0 0-46,25 0-16,-25 0 31,0 24 0,0-24 1,0 0-17</inkml:trace>
  <inkml:trace contextRef="#ctx0" brushRef="#br0" timeOffset="38920.61">24333 5680 0,'0'-25'47,"25"25"-16,0 0-15,0 0 0,24 0-16,-24 0 15,50 0 32,-51 0-47,1 0 16,0 0-16,49 0 47</inkml:trace>
  <inkml:trace contextRef="#ctx0" brushRef="#br0" timeOffset="49007.79">26491 3795 0,'25'0'281,"0"0"-249,0 0-17,-25 50 1,0-1-1,25-49-15,-25 25 16,24 0-16,1 49 47,-25-49-47,0 0 31,25 0-31,0 0 16,0-25 296,24 0-296,26 0-16,-51 0 16,1 0-16,149 0 46,-124 0-46,-1 0 0,-24 0 16,49-25-16,50 0 47,-99 25-47,0 0 0,0 0 16,24 0-16,1-25 31,0 25-31,-26 0 15,26 0 1,0 0-16,24-25 31,-49 25-31,49 0 32,-49 0-1,0 0-31,99-49 62,-99 49-62,0 0 16,-1 0-16,26 0 31,-25 0-31,0 0 0,24 0 16,26-25 15,-51 25-31,1 0 16,0-25-1,0 25 17,24-25-17,100 1 32,-124 24-31,198-50 31,-173 50-32,-25-25-15,-1 25 16,26 0 15,-25 0 0,0-25-31,24 25 16,26-24 0,-26 24-1,-24 0 1,99-25 31,-99 25-32,0-25-15,124 0 47,-125 25-31,1 0-1,0-25 1,0 25 15,0 0-15,-1 0 15,1-25-31,0 1 94,0 24-47,24 0 0,-49-25-32,25 25 1,0 0 0,0 0-1,24-50 16,-24 50-31,25 0 16,-25-25 0,-1 25-1,1 0 142,-25-24 14,0-1-155,0 0 0,0-49 31,0 49-47,0 0 0,-25 0 31</inkml:trace>
  <inkml:trace contextRef="#ctx0" brushRef="#br0" timeOffset="54335.38">25053 5209 0,'-25'25'78,"50"24"-62,-25-24 15,0 25-31,0-1 0,49 51 31,-49 172 32,0-222-63,25-25 47,0-75 109</inkml:trace>
  <inkml:trace contextRef="#ctx0" brushRef="#br0" timeOffset="55607.58">25375 5259 0,'25'49'110,"-25"-24"-110,0 0 15,0 0 1,0 49 0,0-49-1,0 0-15,0-1 16,0 1-16,0 0 15,0 0 1,0 0 0,25-1-1,0 26 1,-1 24 15,1-49-31,-25 0 16,25-25-16,0 25 47,0-25-32,-1 0 1,1 25 0,0-25 15,0 0-16,0 0-15,24-50 16,-49 25 0,25 25 15,-25-25-31,0 1 0,-25-150 47,25 149-32,0-24-15,-124-224 63,124 248-63,-25 0 31,1 0-15,-1 25-1,-25-24-15,25 24 79,1 0-64,-1 24 1,0 1-1,0 25 17,25-25-17,0-1 1,-25 26-16,25-25 47,0 24-32</inkml:trace>
  <inkml:trace contextRef="#ctx0" brushRef="#br0" timeOffset="57495.37">25971 5135 0,'49'0'78,"-24"0"-63,0 24-15,24 1 16,51 50 15,-76-51-31,1 1 16,0 25-16,-25-1 16,25-24-1,0 0-15,-1 0 0,1 24 16,50 100 15,-51-99-15,1-50-16,0 49 15,-25-24 1,50 25 15</inkml:trace>
  <inkml:trace contextRef="#ctx0" brushRef="#br0" timeOffset="58407.6">26070 5755 0,'0'-50'31,"0"25"-15,49-99 30,-49 99-46,25-49 16,0 24-16,-25 1 16,50-150 15,-26 150-31,-24 24 16,0 0-1,0 0 32</inkml:trace>
  <inkml:trace contextRef="#ctx0" brushRef="#br0" timeOffset="62057.23">26219 4638 0,'0'0'0,"24"-24"16,1 24-16,25 0 94,-1-25-79,-24 25 1,0 0-16,0 0 15,0 0 1,-1 0 0,26 0-1,-25 0 1,0 25 46,-25 24-62,-75 125 47,50-174-15,1 25-17,-1-25 126,25 25-110,25-1-15,24-24-1,50 25 17,-74-25-17,0 0 1,25 25 31,-26-25 0,1 25-32,0-25-15,-25 25 31,0-1 1,0 26 15,-50-25-32,26-25 16,-1 0-15,0 0 15,0 0-31,-24 0 16,-26 0-16,50 0 16,-49 0 15</inkml:trace>
  <inkml:trace contextRef="#ctx0" brushRef="#br0" timeOffset="66758.84">30287 3522 0,'24'0'328,"26"0"-328,0 0 16,24 0 0,-49 0-16,24 0 15,1 0-15,24-25 47,-49 25-31,0 0-1,0 0 1,0 0-16,-1 0 16,1 0-1,0 0-15,0 0 0,49-24 31,-24 24-31,-25-25 16,148 0 31,-123 0-47,-25 25 16,74-25 30,-74 25-30,0 0 0,-1 0-1,1-24-15,0 24 32,0 0-32,24 0 15,-49-25 1,75 25-1,-26-50 32,26 50-15,-1 0 14,-49-25 48,-25 1-31,0-1-63,0-25 15,0 25-15,-25 1 16,25-51 31,-25 50-16</inkml:trace>
  <inkml:trace contextRef="#ctx0" brushRef="#br0" timeOffset="68862.86">27186 5159 0,'0'50'109,"0"0"-93,0-1-16,0 1 16,0 74-1,0-75-15,0 1 16,0 0-1,0-1-15,0-24 16,0 0-16,0 0 47</inkml:trace>
  <inkml:trace contextRef="#ctx0" brushRef="#br0" timeOffset="69551.56">26913 5631 0,'0'-25'16,"50"0"0,49-25 15,-74 50-31,0-24 15,-1 24 17,1 0-17,25-25-15,-1 25 16,-24-25-16,99 0 62,-99 25-62,0 0 32</inkml:trace>
  <inkml:trace contextRef="#ctx0" brushRef="#br0" timeOffset="73040.02">27930 4837 0,'-25'-25'31,"25"0"-31,-25 25 16,1 0-16,-1 0 15,0 0 1,0-25 31,0 25 15,25 25-46,0 0-1,0 0 1,0 0 0,0 49 15,0-49-15,25 0-16,0 24 31,0-24 16,-25 0-16,25-25-15,-1 0-1,1 0 1,149 25 15,-149-25-15,0 0-1,-1 25-15,1 24 32,0-24-32,-25 49 31,0-24-31,0 24 15,-25-49-15,0 25 16,-198 123 15,173-148-15,1-25 0,24 0-1,0 0 16,0 0 63,75 0 0</inkml:trace>
  <inkml:trace contextRef="#ctx0" brushRef="#br0" timeOffset="73862.92">28352 4887 0,'25'0'93,"-1"0"-77,1 0-16,0 24 16,99 51 15,-74-26-15,-26-24-16,26 25 15,124 148 32,-174-173-47,24-25 16,51 99 31,-50-99-47,-25 25 31</inkml:trace>
  <inkml:trace contextRef="#ctx0" brushRef="#br0" timeOffset="74449.86">28575 5457 0,'0'-25'16,"25"25"-16,-25-49 16,25 24-1,-25 0-15,24-49 16,51-75 15,-75 124-15,0 0-16,25-24 15,-1 24-15,-24-25 47,0 25-47,0 1 16,0-1 93,0 0-109</inkml:trace>
  <inkml:trace contextRef="#ctx0" brushRef="#br0" timeOffset="75536.62">28773 4341 0,'0'-25'62,"25"25"-46,50 0 0,-26 0-16,50 25 15,-74-25 1,0 25-1,0-1 17,-25 1-32,0 0 15,0 25 17,0-1-32,0-24 0,-25 25 62,25-26-62,0 1 31,-25 0 47,25 0-62,25-25 15,0 0-15,25 0 0,-26 0-16,1 0 15,0 0 1,0 0 46,0 0 110,-1 0-141,-24 25-15</inkml:trace>
  <inkml:trace contextRef="#ctx0" brushRef="#br0" timeOffset="79416.92">27930 2902 0,'-25'0'110,"25"-25"-110,-25 25 15,1-49 1,-1 24-16,25 0 16,-50-49-1,50 24 1,-25 25-16,1-24 16,-26-100 15,25 124-31,25 0 15,0 0-15,-25 1 16,1-51 15,24 50-31,-25-24 16,-25-75 46,50 99-46,0 0 15,-25 25-15,25-49 250,25 49-266,0 0 15,0 0-15,99-25 16,-50 25-1,100 0 17,-125 0-32,1 0 0,124 0 31,198 0 31,-323 0-62,1 0 16,173 0 31,-173 0-47,49-25 16,-24 0-16,-1 25 15,0-25 1,-24 1-16,-25 24 15,0 0 32,-1 0-31,1 0 0,25 0-16,-1-25 15,1 0 32,-25 25-47,0 0 16,-1 0-16,100 0 47,-99 0-47,0 0 15,0 0 32,0 0 109,-25 25-140,0 0 0,24 24-1,1-24-15,-25 0 16,0 24 15,0-24 0,0 0 1,25-25-17</inkml:trace>
  <inkml:trace contextRef="#ctx0" brushRef="#br0" timeOffset="81174.83">29691 4911 0,'25'0'218,"0"25"-171,-25 25-31,25-25-16,-1-1 16,1 76 15,0-51-31,-25-24 31,0 0-31,0 0 31,0-1-15,25 1 0,-25 0-1,0 0 16</inkml:trace>
  <inkml:trace contextRef="#ctx0" brushRef="#br0" timeOffset="81950.89">29617 5159 0,'0'-24'62,"25"24"-46,49-25-1,0 25 1,50-25 47,-99 25-63,25-25 15,-25 25 1,24 0-1,-24-25 32</inkml:trace>
  <inkml:trace contextRef="#ctx0" brushRef="#br0" timeOffset="86238.78">30435 4514 0,'0'25'110,"0"0"-95,0 25-15,0-26 31,0 51-31,0-26 16,0-24-16,0 25 31,0-25-31,0 0 16,0 24 15,0-24-15,0 0 15,25 24 0,0-24 47,-25-50 94,0 1-156,0-1-16,0 0 16,0 0 46,0 0-31,0 1 32,50 24 265,-50 24-266,0 1-46,0 0 0,0 0 15,0 24-15,24-49-1,-24 25 32,25 0 16,0-25 62,0 0-125,0 0 15,-1 0 1,1-25-16,0 0 94,-25 1-79,0-51 16,0 50-15,0 1 0,0-1 15,0 0-15,0 0-1,0 0 32,-25 0 31,0 25-15,1 0-48,-1 0-15,25 25 16,-50-25 0,50 25-16,-25 0 15,1 0 1,-1 0 15,25-1-15,0 1-1,0 0 95,0 0-79,0 0 16,25-1-32,-25 1 1</inkml:trace>
  <inkml:trace contextRef="#ctx0" brushRef="#br0" timeOffset="88614.83">30956 4415 0,'0'25'62,"0"0"-31,0 0-15,25-1-16,-25 1 16,25 0-16,0 0 15,74 198 32,-74-198-47,-25 25 0,24-50 16,1 49-16,-25-24 47,25-25-47,-25 25 31,0 0 0</inkml:trace>
  <inkml:trace contextRef="#ctx0" brushRef="#br0" timeOffset="89030.83">31031 4986 0</inkml:trace>
  <inkml:trace contextRef="#ctx0" brushRef="#br0" timeOffset="90175.97">30956 5085 0,'0'-25'78,"0"0"-62,0 1-16,0-1 16,0 0-1,0-25 1,25-74 15,0 75-15,-25 24-16,25 0 15,-1 0-15,1-49 47,-25 49-47,0 0 31,25-24-15,-25 24 15,25 0 1,-25 0-32,0 0 31,25 1-16</inkml:trace>
  <inkml:trace contextRef="#ctx0" brushRef="#br0" timeOffset="93998.94">29815 1712 0,'50'0'109,"-1"0"-109,1 0 16,0 0-1,173 0 17,-173 0-17,-1 0-15,1 0 16,24 0 0,-49 0-16,25 0 15,49 0 16,-74 0-15,-1 0 0,1 0-1,149 0 17,-125 0-32,-24 0 15,25 0 32,-25 0 0,-1 0-31,26 0-1,24 0 16,-49 0-15,0 0-16,0 0 16,0 0-16,0 0 15,24 0 126,-49 24-125,0 1-16,0 0 15,0 0 1,0 24-16,0 1 15,0-25 17,0 0-17,0-1 1,0 1 0</inkml:trace>
  <inkml:trace contextRef="#ctx0" brushRef="#br0" timeOffset="95886.92">31601 4465 0,'25'-25'63,"0"50"-32,0 0-31,-25 24 16,24-24-16,1 74 15,0-74 1,-25 0-16,25 0 15,0 49 17,-1-24-17,-24-25 1,0 24 0,25-49-16,-25 25 15,0 0 48,0 0-48,0-1 17</inkml:trace>
  <inkml:trace contextRef="#ctx0" brushRef="#br0" timeOffset="96462.94">31552 4812 0,'24'0'15,"1"0"1,25 0 0,24-25-1,-49 0-15,0 25 16,24-24-16,-24-1 15,50 25 1,222-124 47,-247 124-63,-25-25 62</inkml:trace>
  <inkml:trace contextRef="#ctx0" brushRef="#br0" timeOffset="98335.66">32172 4068 0,'0'-25'16,"49"25"15,26 0-15,-1 0-16,1 0 15,-1 0-15,-24 0 16,49 0 15,-50 0-15,-49 25 0,0 0-16,25 24 15,0 1-15,-25 0 16,-25 24 31,25-49 46,0 0-77,25-25-16,0 24 16,49-24-1,-49 0-15,25 25 16,-50 0-16,49 49 47,-24-49-47,0 0 15,-25 0 1,0 24 0,0 1-1,0-25-15,-25-25 16,-25 0 0,1 0-1,24 0 1,-25 25-1,26-1-15,-26-24 16,0 0 0,1 25-16,24 0 31,0-25 0,0 0 16,25 50 47</inkml:trace>
  <inkml:trace contextRef="#ctx0" brushRef="#br1" timeOffset="110007.77">16768 6573 0,'25'0'94,"-25"50"-94,25-25 16,-1-1-16,-24 51 15,25 74 16,0-124-31,-25-1 16,25 1 31,0 25-16,-1-50-15,1 0 31,25 0-47,49 0 31,-49 0-31,-26 0 0,150 0 47,-149 0-47,24 0 15,1 0-15,0 0 16,24 0 0,25 0-16,-49-25 15,-25 25-15,148 0 47,-148 0-47,25 0 16,-1 0-16,26 0 15,74 0 17,-125 0-17,1 0 17,0 0-17,0 0 1,0 0-1,-1 0 1,1 0-16,0 0 16,0 0-16,99 0 47,-99 0-47,0 0 15,-1 0 1,1 0-1,-25-25 189,0 0-189,0-24 1,0-26 15,0 50-31,0-24 16,0-26 15,-49 1 0,49 24-15,-50-74 46,50 100-46,0-1-16</inkml:trace>
  <inkml:trace contextRef="#ctx0" brushRef="#br1" timeOffset="114791.96">24929 5804 0,'49'0'125,"-24"0"-125,0 25 15,0 25-15,0-1 16,-1 75 15,1-49-15,-25-26-16,50 150 62,-25-199 32,-1 0-78,1 0-1,25 0 1,-1 0-16,26 0 0,24 0 31,199-75 16,-274 75-31,1 0-16,50-24 15,-26-1-15,249-25 47,-273 50-47,0 0 16,74 0 31,-74 0-32,-1 0 1,1 0-1,0 0-15,0 0 16,0 0 0,99 0 31,-100 0-32,1 0-15,0 0 16,0 0-1,0-25 79,-1 25-63,1 0 32,-25-24-32,0-26 0,0-24-15,-25 49 0,-24-99-1,24 49 1,25 50-16,-25-24 31,0-26 16,1 75-31,24-24 31</inkml:trace>
  <inkml:trace contextRef="#ctx0" brushRef="#br1" timeOffset="200838.91">16545 17959 0,'25'0'47,"-1"-25"-16,1-50-31,0 51 15,0-1-15,-25 0 16,25-273 31,-1 224-31,-24 49-16,0-25 15,0 26-15,25-76 31,-25 76-15,25-1 47,25 25-48,24 0-15,348 25 47,-298-25-47,25 0 16,-25 0-16,148 0 31,-98 0-31,-75-25 0,199-25 47,-248 50-47,24-25 15,-24 25-15,-26 0 32,1 0 77,0 0-78,0 0-15,0 0-16,24 0 0,-24 0 47,-25 50 78,0 0-110,0-26-15,-25 1 16,-24 99 15,24-74-31,0-25 16,25 24-16,-25 1 16,0 0-1,1-1-15,24-24 0,0 25 47,0-26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10-05T22:08:59.65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19571 6127 0,'-25'0'78,"25"25"-78,25-1 15,0 26-15,-25-25 16,25 0-16,-1-1 16,-24 1-16,75 50 47,-75-51-47,25 26 15,-25-25 1,49 74 15,-49-49-15,25-26-1,0 1-15,0 50 32,-1-51-17,1-24 63,0 0-78,25 0 16,123-74 15,-98 49-31,-26 0 16,1 1-16,24-26 15,100 25 17,-149 25-32,24 0 15,1-25-15,-25 25 16,74-24 31,-74 24-47,0 0 0,24-25 15,75 25 32,-99-25-47,0 25 16,0 0 0,-1 0-1,1 0-15,0 0 0,99 0 47,-99 0-31,0 0-1,-1 0-15,26-50 47,-25 50-47,0-24 0,24-1 31,-49 0 1,25 25-32,-25-25 172,0 0-157,0 1 1,0-26-16,0 25 15,-25-24 32,25 24-47,-25 0 16,25 0 15,0 0 0,-24-24-15,-1 49-16,25-25 16,-25 0 15,25 0 0</inkml:trace>
  <inkml:trace contextRef="#ctx0" brushRef="#br0" timeOffset="4384.47">27657 5730 0,'25'0'109,"0"0"-93,-25 25-1,25 24 1,-1-24-16,-24 0 16,25 74-1,50 75 48,-51-125-63,1-49 0,-25 25 15,0 0 32,25-25 16,0 0-48,24-50 1,-24 50-16,25-49 16,0 24-16,222-49 47,-247 49-47,0 0 15,25 25 1,123-50 15,-148 50-15,49 0-16,1-24 0,24-1 31,50 0 16,-99 0-47,98 0 47,-123 25-32,99-25 17,0-24-17,-74 49 1,-25 0-16,123-75 31,-48 1 0,-100 49 126,0 0-142,-50 1 1,25 24-1,0-50-15,-223-99 63,199 124-63,24 1 0,0 24 16,-74-75 15</inkml:trace>
  <inkml:trace contextRef="#ctx0" brushRef="#br0" timeOffset="16688.66">19571 17983 0,'0'-49'63,"0"-1"-48,0 1-15,-25-26 16,0 26 0,25-1-16,-25 0 0,-24-99 46,49 125-30,0-26 0,0 25-1,0 0 63,0 1-46,0-1 46,25 25-63,49 0-15,1 0 16,371 0 31,-372 0-47,-24 0 16,24 0-16,-24 0 15,0 0-15,-1 0 16,125-25-1,-100 25 1,-24-25-16,173 0 47,-173 25-31,-25 0-16,247 0 46,-222 25-30,0-25-16,-1 0 16,26 0-1,-51 0-15,1 0 16,25 0 31,-25 0-47,-1 0 15,26 0 17,-25 0 15,-25 25 140,0 25-187,0-26 16,0 26-1,0-25-15,0 0 16,25 24-16,0-24 16,-25 25-1,0-25 16,24-25-15,-24 24 0,25 1 93</inkml:trace>
  <inkml:trace contextRef="#ctx0" brushRef="#br1" timeOffset="28031.73">22250 6276 0,'25'24'63,"-25"1"-63,24 0 16,-24 0-16,25-25 15,0 25-15,-25-1 16,74 150 31,-74-124-47,25-26 15,-25 1-15,50 99 32,-50-99-32,25 25 15,-25-25 1,24-1-1,1-24 64,25 0-64,-1 0-15,1-49 16,25 24-16,222-124 47,-222 124-47,-26 25 15,26-25-15,-26 1 16,26 24 15,-51 0-31,1 0 78,0 0-78,0 0 16,74-50 31,-74 50-47,24 0 15,1-25-15,24 0 16,100 25 15,-124 0-31,-1 0 16,-24 0-16,0 0 16,25-24-1,-1-1-15,-24 25 47,0 0-31,0-25 109,-25 0-110,0 0 1,-50-123 15,50 73-15,-25 26-16,25 24 15,-25-25-15,1-74 47,-1 124-31</inkml:trace>
  <inkml:trace contextRef="#ctx0" brushRef="#br1" timeOffset="33216.11">30460 5432 0,'25'25'78,"0"0"-62,0-25 15,-1 25-31,1-1 0,0-24 16,0 0 31,0 0-32,-1 0-15,200 50 47,-150-50-31,-24 0-16,24 0 16,-24-25-16,99 0 46,-125 25-46,1 0 0,-25-24 16,25 24 0,0 0-16,0-25 15,24 25 17,-49-25 155,0 0-171,0 0-1,0 1-15,0-26 16,0 25-16,0-24 31,0 24-31,0-50 63,0 51 46,0-1-109,-25 0 16</inkml:trace>
  <inkml:trace contextRef="#ctx0" brushRef="#br1" timeOffset="83288.49">29642 4887 0,'24'0'32,"1"0"-17,0 0 17,0 0-17,0 0 1,-1 24-1,1-24 17,0 0-17,0 0 48,0 25-63,-1 0 31,1 0-15,0 24-1,49 51 17,-49-76-17,-25 1 1,25 0 31,-25 0-16,25 0-15</inkml:trace>
  <inkml:trace contextRef="#ctx0" brushRef="#br1" timeOffset="84520.21">29890 5333 0,'-25'0'63,"25"-50"-32,0 26-15,25-76-1,-25 76 1,24-26 31,1 50-32,-25-25 32,0 0 94,0 1-110,0-1-31,0 0 16,0 0-1,0 0 1,25 1 15,0-1-15,-25 0 31,0 0-32,0 0 79</inkml:trace>
  <inkml:trace contextRef="#ctx0" brushRef="#br1" timeOffset="86863.6">29815 4986 0,'0'25'0,"0"-1"16,0 1-1,0 0-15,0 25 32,0-26-1,25-24 31,0 0-46,-25-49 15,0 24-31,0-49 16,-75-26 15,75 150 47,0 0-62,0-26-16,0 76 16,0-51-1,0 1 1,50-25 15,-25-25-15,0 0-1,-1 0 1,1 0 0,25 0-1,-25-25-15,-1 0 31,-24 0-15,0 0 0,0-24-16,-24 24 15,-1 0 17,0 0-32,25 1 0,-25 24 15,0 0 32,1 0-31,-1 24-16,25 76 62,0-76-62,0 26 31,25-50 16,-1 0-47,1 0 16,0 0 0,0 0 30,-25-50-30,-25 26-16,-49-51 31,24 50-31,25 1 32,-24 24 14,49 74-14,0-49-32,0 0 15,0 24-15,24 26 16,1-75 62,0 0-62,0 0-16,0 0 15,99 0 17,-100 0-17,1 0 16,-25-25 1,0 0-32,0-25 0,-25 26 15,1-26 1,-1 25 0,0 25-16,25-25 15,-50 25 16,50 25 63</inkml:trace>
  <inkml:trace contextRef="#ctx0" brushRef="#br1" timeOffset="88127.97">29741 4663 0,'25'0'203,"-1"0"-188,26 0 1,-25 0 0,0 0-1,24 0 16,-24 0-31,0 0 16,0 0 0,-1 0-1,1 0-15,0 0 16</inkml:trace>
  <inkml:trace contextRef="#ctx0" brushRef="#br1" timeOffset="89344.04">31948 4688 0,'-24'0'16</inkml:trace>
  <inkml:trace contextRef="#ctx0" brushRef="#br1" timeOffset="91825.07">31899 4663 0,'0'0'0,"-25"0"31,0 0-15,0 0-16,1 25 16,-26 49-1,50-24-15,0 0 16,-25-25-16,25 99 47,0-100-47,25-24 31,49 0 0,-49 0-31,0 0 0,0 0 16,49 0-16,125-124 47,-199 100-32,0-1-15,0-25 32,0 25-32,0-24 15,-100-75 32,76 148 16,-1 26-63,25-25 15,0 74 1,0-74 0,0 0-16,0 0 31,25-1-31,74-24 62,-74 0-62,74 0 32,-74 0-32,-25-24 31,25 24-16,-25-25 1,0 0 0,-25 0-16,-25-25 15,-49 1 17,49 24-32,25 25 31,-24 0-16,24 25 1,-25 74 31,50-74-47,0 0 0,25 0 62,0-1-62,0-24 16,0 0 31,-1 0-16,-24-49-15,-74-1 15,74 25-31,-25 25 31,-74 25 1,74 0-32,0 25 31,25-26 16,25-24 0,25 0-32,-1 0-15,1 0 16,0 0-16,-26 0 31,26 0-31,-25-49 31,-25-100 1,-273-124 30,223 273-62,26 0 16,-51 25-1,50 0 1,1 24-16,-1-24 16,25 99 15,0-99-31,0 0 15,0 24-15,25 26 32,-1-50-17,-24 24 1,75-49 15,-50 25-31,49 0 0,-49-25 16,74 0-1,50 0 17,-50-50 30,-99 25-46,-25-49 15,0 74-31,1 0 16,-1 0-16,0 0 15,-25 0 32,26 0-47,-1 25 16,25 74 31,0-74-47,25 0 15,-25 24-15,49-24 47,-24-25 63</inkml:trace>
  <inkml:trace contextRef="#ctx0" brushRef="#br1" timeOffset="93223.74">31700 4390 0,'25'0'203,"0"0"-188,25 0-15,-1-24 16,-24 24 0,99 0-1,-74-25 1,-26 25 0,1 0 15,25 0-16,-25 0 1,24 0 15,1 0 1,99 0 14,-124-25-30</inkml:trace>
  <inkml:trace contextRef="#ctx0" brushRef="#br1" timeOffset="98360.83">22399 18008 0,'-25'0'47,"25"-25"-32,0 1 1,0-1-1,0-74 1,0 74-16,0 0 16,0 0-16,0-99 47,0 99 62,49 25-93,26 25-1,-26-25-15,175 0 47,-175 0-47,1 0 0,24 0 16,1 0-16,49 0 15,-75 0 1,1-25-16,148 25 47,-148 0-47,0 0 15,-1 0-15,1 0 16,173 0 15,-173 0-31,-1 0 16,-24 0 0,0 25-16,25-25 46,-26 0-46,1 0 16,0 0 0,0 0-1,0 25 173,-25 0-173,-50 24 1,50-24 0,-25 0-16,-24 74 47,24-49-32,0-50-15,25 25 16,0-1-1,0 1 220,25 0-235</inkml:trace>
  <inkml:trace contextRef="#ctx0" brushRef="#br1" timeOffset="168783.64">23416 8905 0</inkml:trace>
  <inkml:trace contextRef="#ctx0" brushRef="#br1" timeOffset="170759.54">23639 10393 0</inkml:trace>
  <inkml:trace contextRef="#ctx0" brushRef="#br1" timeOffset="170969.44">23639 10393 0</inkml:trace>
  <inkml:trace contextRef="#ctx0" brushRef="#br1" timeOffset="171184.4">23639 10393 0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6B3CD-8BE2-46A3-832A-7263F5D54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6AB4C1-7F55-4840-B168-154594D07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86D28C-05ED-4E80-9C20-9443D05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145B73-5F41-4676-8398-F0BAAE9D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CD989-D2F6-461D-8241-DD2D2EE4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3411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3A6C4-D50E-466D-9308-D5B96A95F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3CA65-E15D-4A4B-BC90-AA7671C9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B35FF-35A0-4D22-80C4-5FC19BB0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513C49-BB5C-4810-BC98-09B569FB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60DC9F-E440-4CF7-8A32-180E909B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4389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89-6CA4-4528-9A95-C0801F828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B2B1B5-3F23-40DB-8337-10800DCA5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D212E4-4E0E-4CC3-BBBE-DD483185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A8D352-A2C3-4D61-94DF-511B0932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5D8CE-A595-46F0-82BC-5323CB2D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3488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3DCE4-4C29-432F-A2C4-48A89BDD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EF6DF-50D5-4723-9EFB-A46DBE4A0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E804C8-FAB3-4DBC-BA61-C3A6EE345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822A22-0773-4089-B876-1791626A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F8C6BC-FCC2-4660-850C-E7D46E9C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351799-6D46-4108-89AC-9DE49911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9287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32A4E-F906-4916-BB9F-47AEA971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9117F7-FDE6-4CE8-A1A1-E8FB7932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B48515-4AE2-4163-AD62-98F968307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5E26782-8A7F-4AE1-BF5D-F8E99D49A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991A510-079A-469C-9989-56436A16A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BA27DD-785A-41A2-ADBE-79B096A0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6C6630-9784-4723-9727-D49A153A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742F7D-C6AA-4000-A66A-ED7F0BD4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1770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B2AF3-9991-4BD4-AC08-C127ED6B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55EDFF-C467-432E-94FE-A8D038E5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7B3096-ACD7-4A19-998C-9BAE39D3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C5BE09-12E8-46C5-B3D0-E9082B14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2489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AFB037-47A2-4938-9B05-FC199569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C4DCE4-3C9A-4099-A837-D7A2641C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5E0F6F-5668-4A3E-B9ED-0E258624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3372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AD142-3826-41C9-88E7-3D966D92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30295-3C23-435B-8B7D-5BFE84F8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B46C33-7756-4DF6-8918-1148A3A30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BD3973-1AEB-47E8-8496-24211030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75404-6A01-4A9E-BA9A-F6754BC5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2E139-C05D-4F70-AD68-0CC6636D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117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DFDA3-B538-4056-BF36-402FAE96B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BE3C82-1A98-4E4E-B0E7-51501B866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753095-A815-4BE2-AE5C-95987BC23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5FCB55-8242-4561-85B0-702FF37A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365362-C824-4723-A669-7775559E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BDF273-9D8F-4759-8387-3EF5B81F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452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F51AD-4403-4135-AB32-19C3A582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6A1679-56AD-4950-8A43-72635027D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73EEE-AEEE-4330-BE1A-B6FB8E45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A46DCE-919A-4F3B-9124-4214A92E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F8DF9-A7FC-4B0C-B042-A2CA7EA8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252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772F3A-91A8-41D7-9E46-189F698AC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D73EF8-AEC0-401C-A63F-8E0933CC7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F6D441-6D48-4BB2-AF43-69B5B3F0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64246B-BB9E-43E5-AC8B-13611908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614182-68AF-43DD-97DE-5C353C5D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8649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A409B8-EDEB-4591-94C4-4C87CD48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DC2B49-826E-4E0E-8323-5D2580B48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3302FF-CC47-45D0-A4FD-D3B8FE616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D6978-8CA2-4D11-BE5B-13BCF30D4A08}" type="datetimeFigureOut">
              <a:rPr lang="es-NI" smtClean="0"/>
              <a:t>5/10/2021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87B656-BDEF-48A9-AB73-1EAB46063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F9679-76C8-42B3-BA24-D520BF74D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F034F-FFC5-41F3-9313-DA61B4BACC8E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7343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image" Target="../media/image28.png"/><Relationship Id="rId4" Type="http://schemas.openxmlformats.org/officeDocument/2006/relationships/customXml" Target="../ink/ink8.xml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366C6F-394E-4285-8F39-DEE500F06C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6" b="66776"/>
          <a:stretch/>
        </p:blipFill>
        <p:spPr>
          <a:xfrm>
            <a:off x="330559" y="1125414"/>
            <a:ext cx="7043635" cy="9762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070E4F-B1BF-44D1-A54E-29B73ED0C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" t="79222" r="-153" b="233"/>
          <a:stretch/>
        </p:blipFill>
        <p:spPr>
          <a:xfrm>
            <a:off x="330558" y="2001033"/>
            <a:ext cx="6833095" cy="91893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937367E-72E4-43D0-AC07-1FD9A3665D2E}"/>
              </a:ext>
            </a:extLst>
          </p:cNvPr>
          <p:cNvSpPr/>
          <p:nvPr/>
        </p:nvSpPr>
        <p:spPr>
          <a:xfrm>
            <a:off x="3364579" y="81940"/>
            <a:ext cx="55358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Reglas para derivar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A06E8FF-7C07-4568-963C-1F3F9B2B9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" t="58482" r="-153" b="20973"/>
          <a:stretch/>
        </p:blipFill>
        <p:spPr>
          <a:xfrm>
            <a:off x="435824" y="4154436"/>
            <a:ext cx="6833103" cy="9189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9EBA28D-67B7-4D63-95B9-84625D832D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29" b="45963"/>
          <a:stretch/>
        </p:blipFill>
        <p:spPr>
          <a:xfrm>
            <a:off x="330559" y="2919969"/>
            <a:ext cx="6366296" cy="875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90262EA-EBA4-428E-B7CF-757B2C2A3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348" y="940512"/>
            <a:ext cx="3102076" cy="133561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8BD3C66-596A-4602-BC18-7AC3F48BE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348" y="2283502"/>
            <a:ext cx="4525386" cy="14232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C1009A-FD12-4CE2-A05E-4A013D765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348" y="3996056"/>
            <a:ext cx="3991495" cy="123569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A0BF71-FCC2-4377-997B-5F3E80C63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6201" y="5352842"/>
            <a:ext cx="3856462" cy="142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1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937367E-72E4-43D0-AC07-1FD9A3665D2E}"/>
              </a:ext>
            </a:extLst>
          </p:cNvPr>
          <p:cNvSpPr/>
          <p:nvPr/>
        </p:nvSpPr>
        <p:spPr>
          <a:xfrm>
            <a:off x="3431813" y="81940"/>
            <a:ext cx="54014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Ejercicios derivada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2802F2-E31F-4409-8AEB-A5D7E4AC7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75" y="1211747"/>
            <a:ext cx="4045206" cy="523253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BDB57F7-8C9A-4870-8323-CB7D7DE02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133" y="1005270"/>
            <a:ext cx="4982190" cy="511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3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77C7B8-8A5D-4EF6-A6D5-AA808E13B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275" y="1535676"/>
            <a:ext cx="7993166" cy="35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8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77C7B8-8A5D-4EF6-A6D5-AA808E13B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3275" y="1601988"/>
            <a:ext cx="7993166" cy="34198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900DAE3D-9584-489E-9937-073712D11103}"/>
                  </a:ext>
                </a:extLst>
              </p14:cNvPr>
              <p14:cNvContentPartPr/>
              <p14:nvPr/>
            </p14:nvContentPartPr>
            <p14:xfrm>
              <a:off x="4348800" y="919800"/>
              <a:ext cx="5527800" cy="20185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900DAE3D-9584-489E-9937-073712D111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9440" y="910440"/>
                <a:ext cx="5546520" cy="20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03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551D52-EA62-4E1C-94E9-AFB017594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88" y="480858"/>
            <a:ext cx="3128705" cy="10382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CE8232-EBC4-4C6C-A0F1-9F7EF5303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52" y="2183682"/>
            <a:ext cx="2291803" cy="8839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6878F80-1738-4B1F-97AF-B39CC6A4F528}"/>
                  </a:ext>
                </a:extLst>
              </p14:cNvPr>
              <p14:cNvContentPartPr/>
              <p14:nvPr/>
            </p14:nvContentPartPr>
            <p14:xfrm>
              <a:off x="2393280" y="535680"/>
              <a:ext cx="4322160" cy="20185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6878F80-1738-4B1F-97AF-B39CC6A4F5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3920" y="526320"/>
                <a:ext cx="4340880" cy="20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453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DED7BAD-8EA1-4891-AA65-E893921E9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809" y="1726252"/>
            <a:ext cx="7344381" cy="34054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A0A52BD-5DB2-47DA-9337-C396C0C5DCD5}"/>
                  </a:ext>
                </a:extLst>
              </p14:cNvPr>
              <p14:cNvContentPartPr/>
              <p14:nvPr/>
            </p14:nvContentPartPr>
            <p14:xfrm>
              <a:off x="241200" y="142920"/>
              <a:ext cx="10349640" cy="5135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A0A52BD-5DB2-47DA-9337-C396C0C5DC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840" y="133560"/>
                <a:ext cx="10368360" cy="515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126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222CA6-6EA4-4360-8482-F8FEC8E2C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74" y="456892"/>
            <a:ext cx="4261823" cy="27180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E62399B-389D-4067-BD81-4FEEE4300FE8}"/>
                  </a:ext>
                </a:extLst>
              </p14:cNvPr>
              <p14:cNvContentPartPr/>
              <p14:nvPr/>
            </p14:nvContentPartPr>
            <p14:xfrm>
              <a:off x="2205720" y="62640"/>
              <a:ext cx="6402960" cy="37238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E62399B-389D-4067-BD81-4FEEE4300F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6360" y="53280"/>
                <a:ext cx="6421680" cy="37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589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2FA05A-CC19-4484-99B8-A3BC8C90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" y="171757"/>
            <a:ext cx="6086015" cy="587384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EEBCBE6-F71C-4DC0-9B9B-8C968348DE1B}"/>
                  </a:ext>
                </a:extLst>
              </p14:cNvPr>
              <p14:cNvContentPartPr/>
              <p14:nvPr/>
            </p14:nvContentPartPr>
            <p14:xfrm>
              <a:off x="633960" y="241200"/>
              <a:ext cx="10269720" cy="5893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EEBCBE6-F71C-4DC0-9B9B-8C968348DE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600" y="231840"/>
                <a:ext cx="10288440" cy="591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458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5B9CEF2-F200-4A34-8C48-144FF48F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" y="368711"/>
            <a:ext cx="8010439" cy="62229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70701D-982F-4FC7-AFD9-455F0C386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158" y="3228236"/>
            <a:ext cx="3024803" cy="36297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83E6C53F-5B45-4459-A7E4-B272EC0E90EC}"/>
                  </a:ext>
                </a:extLst>
              </p14:cNvPr>
              <p14:cNvContentPartPr/>
              <p14:nvPr/>
            </p14:nvContentPartPr>
            <p14:xfrm>
              <a:off x="767880" y="223200"/>
              <a:ext cx="11421360" cy="64209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83E6C53F-5B45-4459-A7E4-B272EC0E90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520" y="213840"/>
                <a:ext cx="11440080" cy="64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88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E5DA82-6894-4D2F-B752-4EEB6C5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72" y="0"/>
            <a:ext cx="5625808" cy="68495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8707CB-48A3-48FD-BDBC-66D1CC51C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36" y="3424750"/>
            <a:ext cx="4042883" cy="32673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7EA5348-E522-4A4A-AEE2-9A9BC16C4F57}"/>
                  </a:ext>
                </a:extLst>
              </p14:cNvPr>
              <p14:cNvContentPartPr/>
              <p14:nvPr/>
            </p14:nvContentPartPr>
            <p14:xfrm>
              <a:off x="1723320" y="18000"/>
              <a:ext cx="9358920" cy="28756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7EA5348-E522-4A4A-AEE2-9A9BC16C4F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3960" y="8640"/>
                <a:ext cx="9377640" cy="28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031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143CD9-EED9-4FB2-B3D7-93D5D244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97"/>
            <a:ext cx="4690141" cy="41022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F99375-B948-4A96-9056-7584840E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41" y="2589209"/>
            <a:ext cx="7238385" cy="42687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6CBD305-9C4E-4FC0-BC62-75F17D21676F}"/>
                  </a:ext>
                </a:extLst>
              </p14:cNvPr>
              <p14:cNvContentPartPr/>
              <p14:nvPr/>
            </p14:nvContentPartPr>
            <p14:xfrm>
              <a:off x="0" y="62640"/>
              <a:ext cx="11555280" cy="61794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6CBD305-9C4E-4FC0-BC62-75F17D2167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60" y="53280"/>
                <a:ext cx="11574000" cy="61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3DC1DB0-FDCD-4BC6-9FD1-D9C999F5F3F0}"/>
                  </a:ext>
                </a:extLst>
              </p14:cNvPr>
              <p14:cNvContentPartPr/>
              <p14:nvPr/>
            </p14:nvContentPartPr>
            <p14:xfrm>
              <a:off x="5956200" y="616320"/>
              <a:ext cx="5938560" cy="58492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3DC1DB0-FDCD-4BC6-9FD1-D9C999F5F3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6840" y="606960"/>
                <a:ext cx="5957280" cy="58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1F4D597-B3C3-4F94-A366-BBB362597919}"/>
                  </a:ext>
                </a:extLst>
              </p14:cNvPr>
              <p14:cNvContentPartPr/>
              <p14:nvPr/>
            </p14:nvContentPartPr>
            <p14:xfrm>
              <a:off x="7000920" y="1553760"/>
              <a:ext cx="4679640" cy="49384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1F4D597-B3C3-4F94-A366-BBB3625979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1560" y="1544400"/>
                <a:ext cx="4698360" cy="49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7351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</Words>
  <Application>Microsoft Office PowerPoint</Application>
  <PresentationFormat>Panorámica</PresentationFormat>
  <Paragraphs>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2</cp:revision>
  <dcterms:created xsi:type="dcterms:W3CDTF">2021-10-05T18:24:49Z</dcterms:created>
  <dcterms:modified xsi:type="dcterms:W3CDTF">2021-10-05T22:14:21Z</dcterms:modified>
</cp:coreProperties>
</file>