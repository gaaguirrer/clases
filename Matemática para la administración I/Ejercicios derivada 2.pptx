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5" d="100"/>
          <a:sy n="65" d="100"/>
        </p:scale>
        <p:origin x="83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905DB-C0BA-4FA3-99E3-396C95DA68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D5E258-50D3-42CB-B1B3-7BEA103BFA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D11D33-2224-4AD7-9B2F-540A09158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87A24-0E03-4F98-A668-5A83735CD86A}" type="datetimeFigureOut">
              <a:rPr lang="es-NI" smtClean="0"/>
              <a:t>12/10/2021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59AA4F-AA93-45D5-B51A-E5F0F5AB9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4C1C55F-9E80-40FE-B44A-AE53F9E2B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F2292-1545-4D75-A3BE-05F1EC5E1EC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627451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67D7C8-D403-4549-BCBF-CE762DC17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A0FB60-D5B1-406A-8A38-7FD504974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D8D5F3-2784-4241-8E79-BF620D904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87A24-0E03-4F98-A668-5A83735CD86A}" type="datetimeFigureOut">
              <a:rPr lang="es-NI" smtClean="0"/>
              <a:t>12/10/2021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38E8A2-2CD5-4904-B198-D67664D0D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563384-AE96-492D-9466-72F9F506A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F2292-1545-4D75-A3BE-05F1EC5E1EC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694167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D0D7C2-8D3A-4691-A450-4824E48DD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ADD0799-CE35-42C8-A5DA-AA09E8E30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43C969-8AED-4844-846D-F6ED437D2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87A24-0E03-4F98-A668-5A83735CD86A}" type="datetimeFigureOut">
              <a:rPr lang="es-NI" smtClean="0"/>
              <a:t>12/10/2021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6BFFCD-B950-4F05-BC44-637655F08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00A155-D16A-4279-AE55-B4FF565A3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F2292-1545-4D75-A3BE-05F1EC5E1EC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88714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927F80-41E5-4EFA-89BE-CA61308C3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4B8A89-D755-427B-B1DB-8438E813D1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44263D-1DAA-4E67-92E2-5FCCB63692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B5147FB-53D2-4102-A1DA-BFB367F98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87A24-0E03-4F98-A668-5A83735CD86A}" type="datetimeFigureOut">
              <a:rPr lang="es-NI" smtClean="0"/>
              <a:t>12/10/2021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D5817B7-1FA9-4EA4-94F6-3575F4E6D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E6C9702-5DCA-46B4-A921-3F873D5AF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F2292-1545-4D75-A3BE-05F1EC5E1EC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183225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0BD18B-D89D-425B-9F36-4F2BE051A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AA78C4D-E8DE-4B58-BEAB-F25B6978B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EFF3290-E8A4-43DB-8E5D-BB54F5A05E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4195A38-6DC2-45F8-B15E-99E2D0465D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036554D-DEDA-4951-A41C-3670A7E0B3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45E883F-27A5-4F2E-98EE-643DFD164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87A24-0E03-4F98-A668-5A83735CD86A}" type="datetimeFigureOut">
              <a:rPr lang="es-NI" smtClean="0"/>
              <a:t>12/10/2021</a:t>
            </a:fld>
            <a:endParaRPr lang="es-NI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4047E0C-9202-4DB9-8E2B-D209E77D9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A23E573-8F66-4BAA-96D2-CD8B61E6B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F2292-1545-4D75-A3BE-05F1EC5E1EC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459112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D5AE7E-22C3-4B4B-A93F-755E0C659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839B91E-782D-4011-B477-B9C5D3A7B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87A24-0E03-4F98-A668-5A83735CD86A}" type="datetimeFigureOut">
              <a:rPr lang="es-NI" smtClean="0"/>
              <a:t>12/10/2021</a:t>
            </a:fld>
            <a:endParaRPr lang="es-NI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3B2B932-C639-4041-946E-611079C9F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7B1EE3D-45AF-41B8-98DF-16C46176A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F2292-1545-4D75-A3BE-05F1EC5E1EC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780056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F7190A6-15C6-4DE1-8C72-1B5425CB4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87A24-0E03-4F98-A668-5A83735CD86A}" type="datetimeFigureOut">
              <a:rPr lang="es-NI" smtClean="0"/>
              <a:t>12/10/2021</a:t>
            </a:fld>
            <a:endParaRPr lang="es-NI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C52A286-4974-4C49-87DF-65EC164EC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380CD75-E64E-44F4-8F9A-6E553D189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F2292-1545-4D75-A3BE-05F1EC5E1EC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053575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466A6E-C396-4775-AC7B-312FA3358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ED27CF-382E-4548-A282-59F389C7B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B6C325B-AA3B-4FD5-9B90-1887ADE152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9BB3C9E-B795-41DF-83F5-8321CA857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87A24-0E03-4F98-A668-5A83735CD86A}" type="datetimeFigureOut">
              <a:rPr lang="es-NI" smtClean="0"/>
              <a:t>12/10/2021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1F7B3F6-206F-4BF5-95CA-D9E369D5E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22BE0E-1912-45AE-84AD-686634CD8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F2292-1545-4D75-A3BE-05F1EC5E1EC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522313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19C403-AD16-467A-A1F8-EC0F803C0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2ACA416-70A7-4EA6-B045-2B23DD3613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D789B5E-B741-4084-A79A-D358274EF2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F3666E9-BB6F-4B2A-8AAF-63E3D86B6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87A24-0E03-4F98-A668-5A83735CD86A}" type="datetimeFigureOut">
              <a:rPr lang="es-NI" smtClean="0"/>
              <a:t>12/10/2021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7D5C96B-E9E7-4E08-A356-8EF1E8E30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14A90D1-1279-4A3A-9EB5-923EFA133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F2292-1545-4D75-A3BE-05F1EC5E1EC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38293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1565A6-C75F-4519-8B48-1616A83CA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0558990-7163-44C7-A95D-2DDBBCB474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66E65BC-8140-4494-83F2-5DD76BDF5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87A24-0E03-4F98-A668-5A83735CD86A}" type="datetimeFigureOut">
              <a:rPr lang="es-NI" smtClean="0"/>
              <a:t>12/10/2021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35634A-2CED-4D86-8355-429B44D62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A8E65C-5CB4-4CD6-A535-DAA743C6B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F2292-1545-4D75-A3BE-05F1EC5E1EC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747918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C8A39FA-4C44-4609-86BB-5D68B65A66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14AD81D-9FA7-45FE-9255-7A3F6C1F8C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9FD8B8-1A30-4290-85B1-2147DE551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87A24-0E03-4F98-A668-5A83735CD86A}" type="datetimeFigureOut">
              <a:rPr lang="es-NI" smtClean="0"/>
              <a:t>12/10/2021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0C099D-5BCF-4400-8D06-B1BED8115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66B5C9-243C-402B-836D-D29EAD4B7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F2292-1545-4D75-A3BE-05F1EC5E1EC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09769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30CCD14-C16C-4935-96A9-947309166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BF6464C-E654-4871-B39C-BC75BF777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19EA39D-60EE-4349-99D0-9DE69F4995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187A24-0E03-4F98-A668-5A83735CD86A}" type="datetimeFigureOut">
              <a:rPr lang="es-NI" smtClean="0"/>
              <a:t>12/10/2021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BAC7AC-A56B-4BA1-93B9-604673A8B0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BDEDC2-4740-4E0D-A100-97A22CC303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3F2292-1545-4D75-A3BE-05F1EC5E1EC0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675992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1C5F58D-4801-4146-B195-CDE76F9B8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899" y="272384"/>
            <a:ext cx="3376153" cy="610009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B25D32F-668A-4253-BE89-0BA1D5E0B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6723" y="1795271"/>
            <a:ext cx="4818499" cy="280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32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89178FB-CCF3-42F3-AD62-44E15EF3C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711" y="62668"/>
            <a:ext cx="6489290" cy="6347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280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C9F6D41-C47A-4D47-9B8C-7BD1E7785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2194" y="251445"/>
            <a:ext cx="6725954" cy="6488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964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8D1EADD-3347-4659-90EC-8DC871059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181" y="297643"/>
            <a:ext cx="6341805" cy="62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333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C46C448-3AEB-4342-83EE-5224F621C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181" y="277800"/>
            <a:ext cx="6312309" cy="626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100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8A99210-AC66-46ED-802C-619BD7CF3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9174" y="168512"/>
            <a:ext cx="6356555" cy="664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570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C27F888-93D2-4206-A2DD-0111791AB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181" y="253181"/>
            <a:ext cx="6459793" cy="6459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605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E59C2C5-4CE0-4136-BBFD-006615DA6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781" y="722671"/>
            <a:ext cx="8128354" cy="5454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5798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Panorámica</PresentationFormat>
  <Paragraphs>0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 Aguirre</dc:creator>
  <cp:lastModifiedBy>Guillermo Aguirre</cp:lastModifiedBy>
  <cp:revision>1</cp:revision>
  <dcterms:created xsi:type="dcterms:W3CDTF">2021-10-12T19:27:41Z</dcterms:created>
  <dcterms:modified xsi:type="dcterms:W3CDTF">2021-10-12T19:33:09Z</dcterms:modified>
</cp:coreProperties>
</file>