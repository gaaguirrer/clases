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DABAB-0A82-4E04-9323-B370BB39F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6621BC-6E3E-4339-820D-30FF3D455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9A414D-EA7D-4269-9015-686CE671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5ABEE-5854-43D4-B849-9083E556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73080-53BE-4081-A549-C901DC64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48652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16DB7-0D91-4D8E-8B77-657EF679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150E2C-4DDF-4502-B201-B60A7F872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A2AB35-3FB2-439C-B2AC-0D9EFBC1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B175A9-34FA-4901-9946-11CEA2AD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E6FA5B-34CF-4749-B16D-D165A488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4124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33747-C287-41D9-BCAD-457D35E9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5AABD1-53F5-4843-AADD-D550756FE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7EEBF-44D7-49CB-AE4C-4E7A30CD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A2B0AF-0BF3-4764-81A6-D3648DA7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E0F73B-DCBF-4011-9381-318E8EA1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8097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D7092-507D-476D-898A-635B94BB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F9200-60C0-4DD1-A8AC-7C4778B01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0DBDEF-0096-463B-BA5B-F71EA9132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2199B0-769A-41D7-9648-F93E8FB3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19277D-A7E6-430D-8F18-3D74051E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B50F69-A4D5-4C06-8D1F-F81D7BEB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5678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BE6A5-EFF6-440F-8FFE-BEAB22D9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EBA73-62D8-48CA-8929-EE597D1A7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D4B86E-031A-4DDF-ADD0-555C4CD21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4C005B-6B04-4371-A545-C8D817A36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41FB6E-6D82-4806-A830-35A843A01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9B07A3-6120-4514-B7C2-7C7303AF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65965A-1E2F-4849-9B0E-AE214D23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FBA678-8F70-4A76-BD54-2165DE24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6198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745BC-A28A-47B9-90FA-0931EF38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120568-1EFE-4108-B92D-76EFECE3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6549C7-2CDF-4BD1-BBCE-AE03D9D7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052783-FC4F-4A49-B7F9-F967872E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4318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198AB8-3C6E-42C7-8D5C-9C31EF70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7DE363-4E3C-4FB2-BF59-6E46CDF9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72B3DD-44FF-4CEC-BC83-1B2424C3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1914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A5106-8A8C-4642-9114-95333DB7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6C8CE2-C933-4B39-9136-97F87C14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3CC8B7-289B-455E-9F99-B174D82E8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A5E55-F99C-4CC9-A54F-0F1EAD90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61F901-FE1B-45B3-9059-8AF3F35B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8EF44A-C740-49EA-8ACB-0677EAD5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3044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06EDE-84C4-44B9-9A98-21B9EBD2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F89761-41CF-46E3-80CF-C9289D5DD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2BAAC-4500-4E89-B135-DE3F2FC8D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4F39C5-5C2D-47A2-8632-C802B4EC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F8B30D-AFD3-42A4-9C1B-275135A0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2A8DF7-4FCB-4734-B25D-72FFB701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3972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520EE-57D1-471A-9152-3B8EBE9A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C64B27-B5B8-4179-98D9-96B45A6D5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DBB788-651B-480D-A150-F6A1FEEF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1548C5-B635-406A-9153-39757944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0C80E-F9EF-48A1-9D11-17138286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6720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C994C7-DF83-4684-83B1-AF566A0D8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4501E4-3666-4A6A-ACFE-E9500B0AB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DABCFD-8D84-427F-9527-0A9EDFD5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926C36-09CF-49BF-98CB-B9F54910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7C702F-1D7C-4060-97E4-58AF04AF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9194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13BAF1-26E3-4194-904A-0301924B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35A42-6962-4B32-95EE-632459690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F2479-ECD4-41FF-9B29-76B7E541B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D0536-3F40-47DF-968C-130D4F01C621}" type="datetimeFigureOut">
              <a:rPr lang="es-NI" smtClean="0"/>
              <a:t>28/9/2021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1BC845-97B2-4D1D-9D04-7BA822D31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4D44A-8F3D-4FB2-9671-7255CE3D1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CCE34-98FC-4793-8BA8-208A91A8A22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8337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2C55F05-F693-467A-9AD4-725EBB183A5E}"/>
                  </a:ext>
                </a:extLst>
              </p:cNvPr>
              <p:cNvSpPr txBox="1"/>
              <p:nvPr/>
            </p:nvSpPr>
            <p:spPr>
              <a:xfrm>
                <a:off x="656303" y="1290483"/>
                <a:ext cx="4559903" cy="168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→−6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NI" sz="5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sz="5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NI" sz="5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−36</m:t>
                              </m:r>
                            </m:e>
                          </m:d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2C55F05-F693-467A-9AD4-725EBB183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03" y="1290483"/>
                <a:ext cx="4559903" cy="16812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C5495A74-0DBF-4BB6-8367-9A2730DF8CFB}"/>
              </a:ext>
            </a:extLst>
          </p:cNvPr>
          <p:cNvSpPr/>
          <p:nvPr/>
        </p:nvSpPr>
        <p:spPr>
          <a:xfrm>
            <a:off x="2493443" y="0"/>
            <a:ext cx="7205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La suma por la diferencia</a:t>
            </a:r>
            <a:endParaRPr lang="es-E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07EC47-1778-491F-850A-E519BE3A13CE}"/>
                  </a:ext>
                </a:extLst>
              </p:cNvPr>
              <p:cNvSpPr txBox="1"/>
              <p:nvPr/>
            </p:nvSpPr>
            <p:spPr>
              <a:xfrm>
                <a:off x="6501580" y="1118418"/>
                <a:ext cx="4268156" cy="1663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NI" sz="5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sz="5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NI" sz="5400" b="0" i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NI" sz="54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d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5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07EC47-1778-491F-850A-E519BE3A1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580" y="1118418"/>
                <a:ext cx="4268156" cy="1663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902E5A5-0032-413A-9480-EFBD92017B9F}"/>
                  </a:ext>
                </a:extLst>
              </p:cNvPr>
              <p:cNvSpPr txBox="1"/>
              <p:nvPr/>
            </p:nvSpPr>
            <p:spPr>
              <a:xfrm>
                <a:off x="484239" y="3886224"/>
                <a:ext cx="4189417" cy="1612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5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NI" sz="54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NI" sz="5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d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5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144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902E5A5-0032-413A-9480-EFBD92017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39" y="3886224"/>
                <a:ext cx="4189417" cy="1612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94AA1D-DE06-4168-98BF-87A359E5E18D}"/>
                  </a:ext>
                </a:extLst>
              </p:cNvPr>
              <p:cNvSpPr txBox="1"/>
              <p:nvPr/>
            </p:nvSpPr>
            <p:spPr>
              <a:xfrm>
                <a:off x="6698226" y="3625669"/>
                <a:ext cx="3514552" cy="1612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5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NI" sz="54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NI" sz="54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NI" sz="5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5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94AA1D-DE06-4168-98BF-87A359E5E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226" y="3625669"/>
                <a:ext cx="3514552" cy="16128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96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EBDCA16-F8CA-4F6F-8ABF-0136F4C2487A}"/>
              </a:ext>
            </a:extLst>
          </p:cNvPr>
          <p:cNvSpPr/>
          <p:nvPr/>
        </p:nvSpPr>
        <p:spPr>
          <a:xfrm>
            <a:off x="4079586" y="0"/>
            <a:ext cx="40328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Factor común</a:t>
            </a:r>
            <a:endParaRPr lang="es-E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62CDBFA-7607-4E20-A634-20026C3C76AA}"/>
                  </a:ext>
                </a:extLst>
              </p:cNvPr>
              <p:cNvSpPr txBox="1"/>
              <p:nvPr/>
            </p:nvSpPr>
            <p:spPr>
              <a:xfrm>
                <a:off x="936523" y="1334729"/>
                <a:ext cx="4390817" cy="1667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−35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62CDBFA-7607-4E20-A634-20026C3C7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23" y="1334729"/>
                <a:ext cx="4390817" cy="16674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F15F58A-4D1D-4E8C-B42A-8E74D4821C36}"/>
                  </a:ext>
                </a:extLst>
              </p:cNvPr>
              <p:cNvSpPr txBox="1"/>
              <p:nvPr/>
            </p:nvSpPr>
            <p:spPr>
              <a:xfrm>
                <a:off x="0" y="4151672"/>
                <a:ext cx="5478423" cy="1591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→−5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10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+50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F15F58A-4D1D-4E8C-B42A-8E74D4821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51672"/>
                <a:ext cx="5478423" cy="1591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FF1B3B0-A383-44C6-968F-4074F88CF443}"/>
                  </a:ext>
                </a:extLst>
              </p:cNvPr>
              <p:cNvSpPr txBox="1"/>
              <p:nvPr/>
            </p:nvSpPr>
            <p:spPr>
              <a:xfrm>
                <a:off x="5865460" y="4833126"/>
                <a:ext cx="6326540" cy="1575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+9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+27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FF1B3B0-A383-44C6-968F-4074F88CF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460" y="4833126"/>
                <a:ext cx="6326540" cy="1575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7949AD6-4572-4F3A-A13F-E1E82DCA5BD2}"/>
                  </a:ext>
                </a:extLst>
              </p:cNvPr>
              <p:cNvSpPr txBox="1"/>
              <p:nvPr/>
            </p:nvSpPr>
            <p:spPr>
              <a:xfrm>
                <a:off x="6496664" y="1410262"/>
                <a:ext cx="4413965" cy="1591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→−2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+30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7949AD6-4572-4F3A-A13F-E1E82DCA5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64" y="1410262"/>
                <a:ext cx="4413965" cy="1591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91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EBDCA16-F8CA-4F6F-8ABF-0136F4C2487A}"/>
              </a:ext>
            </a:extLst>
          </p:cNvPr>
          <p:cNvSpPr/>
          <p:nvPr/>
        </p:nvSpPr>
        <p:spPr>
          <a:xfrm>
            <a:off x="4117003" y="0"/>
            <a:ext cx="39580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De la forma 1</a:t>
            </a:r>
            <a:endParaRPr lang="es-E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FD848B2-394B-45A9-851E-A6BF6281FFC1}"/>
                  </a:ext>
                </a:extLst>
              </p:cNvPr>
              <p:cNvSpPr txBox="1"/>
              <p:nvPr/>
            </p:nvSpPr>
            <p:spPr>
              <a:xfrm>
                <a:off x="0" y="1069258"/>
                <a:ext cx="5966570" cy="168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→−4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+14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+40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FD848B2-394B-45A9-851E-A6BF6281F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69258"/>
                <a:ext cx="5966570" cy="16812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59FA1F-F5C0-4ED9-9879-EED81B96269F}"/>
                  </a:ext>
                </a:extLst>
              </p:cNvPr>
              <p:cNvSpPr txBox="1"/>
              <p:nvPr/>
            </p:nvSpPr>
            <p:spPr>
              <a:xfrm>
                <a:off x="6912572" y="1069258"/>
                <a:ext cx="5216364" cy="1667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→8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−24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−8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59FA1F-F5C0-4ED9-9879-EED81B962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572" y="1069258"/>
                <a:ext cx="5216364" cy="166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C54F01C-8743-4B19-8D5C-D64B2C11CB57}"/>
                  </a:ext>
                </a:extLst>
              </p:cNvPr>
              <p:cNvSpPr txBox="1"/>
              <p:nvPr/>
            </p:nvSpPr>
            <p:spPr>
              <a:xfrm>
                <a:off x="88139" y="4107449"/>
                <a:ext cx="5216364" cy="1575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→3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+8</m:t>
                          </m:r>
                        </m:num>
                        <m:den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C54F01C-8743-4B19-8D5C-D64B2C11C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9" y="4107449"/>
                <a:ext cx="5216364" cy="1575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686C755-995B-4259-9E36-088DFCABEB67}"/>
                  </a:ext>
                </a:extLst>
              </p:cNvPr>
              <p:cNvSpPr txBox="1"/>
              <p:nvPr/>
            </p:nvSpPr>
            <p:spPr>
              <a:xfrm>
                <a:off x="6331622" y="4011585"/>
                <a:ext cx="5216363" cy="1591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→3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NI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b="0" i="0" smtClean="0">
                              <a:latin typeface="Cambria Math" panose="02040503050406030204" pitchFamily="18" charset="0"/>
                            </a:rPr>
                            <m:t>−15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686C755-995B-4259-9E36-088DFCABE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622" y="4011585"/>
                <a:ext cx="5216363" cy="1591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10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EBDCA16-F8CA-4F6F-8ABF-0136F4C2487A}"/>
              </a:ext>
            </a:extLst>
          </p:cNvPr>
          <p:cNvSpPr/>
          <p:nvPr/>
        </p:nvSpPr>
        <p:spPr>
          <a:xfrm>
            <a:off x="4117003" y="0"/>
            <a:ext cx="39580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De la forma 2</a:t>
            </a:r>
            <a:endParaRPr lang="es-E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42246-1990-4A5F-BDCE-A67F7494B40F}"/>
                  </a:ext>
                </a:extLst>
              </p:cNvPr>
              <p:cNvSpPr txBox="1"/>
              <p:nvPr/>
            </p:nvSpPr>
            <p:spPr>
              <a:xfrm>
                <a:off x="0" y="1039761"/>
                <a:ext cx="5966570" cy="168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→−3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+18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+9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42246-1990-4A5F-BDCE-A67F7494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39761"/>
                <a:ext cx="5966570" cy="16812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29A57EC-CD82-4994-A784-F68C1BB25036}"/>
                  </a:ext>
                </a:extLst>
              </p:cNvPr>
              <p:cNvSpPr txBox="1"/>
              <p:nvPr/>
            </p:nvSpPr>
            <p:spPr>
              <a:xfrm>
                <a:off x="213851" y="3945194"/>
                <a:ext cx="5216364" cy="20360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−10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29A57EC-CD82-4994-A784-F68C1BB25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51" y="3945194"/>
                <a:ext cx="5216364" cy="2036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D297C89-61B4-4103-9D25-4424CBB307E4}"/>
                  </a:ext>
                </a:extLst>
              </p:cNvPr>
              <p:cNvSpPr txBox="1"/>
              <p:nvPr/>
            </p:nvSpPr>
            <p:spPr>
              <a:xfrm>
                <a:off x="6865538" y="1039761"/>
                <a:ext cx="5200334" cy="168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→−1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D297C89-61B4-4103-9D25-4424CBB3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538" y="1039761"/>
                <a:ext cx="5200334" cy="1681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B6C9673-2F6D-482A-A942-64FA98C740ED}"/>
                  </a:ext>
                </a:extLst>
              </p:cNvPr>
              <p:cNvSpPr txBox="1"/>
              <p:nvPr/>
            </p:nvSpPr>
            <p:spPr>
              <a:xfrm>
                <a:off x="6482156" y="4175673"/>
                <a:ext cx="5599482" cy="1575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→3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5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−14</m:t>
                          </m:r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B6C9673-2F6D-482A-A942-64FA98C74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156" y="4175673"/>
                <a:ext cx="5599482" cy="15750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46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EBDCA16-F8CA-4F6F-8ABF-0136F4C2487A}"/>
              </a:ext>
            </a:extLst>
          </p:cNvPr>
          <p:cNvSpPr/>
          <p:nvPr/>
        </p:nvSpPr>
        <p:spPr>
          <a:xfrm>
            <a:off x="4691296" y="0"/>
            <a:ext cx="28094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Radicales</a:t>
            </a:r>
            <a:endParaRPr lang="es-E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C536249-9C26-4282-B9E4-85C6EB564E31}"/>
                  </a:ext>
                </a:extLst>
              </p:cNvPr>
              <p:cNvSpPr txBox="1"/>
              <p:nvPr/>
            </p:nvSpPr>
            <p:spPr>
              <a:xfrm>
                <a:off x="818536" y="1054510"/>
                <a:ext cx="3644075" cy="1679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→16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−16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C536249-9C26-4282-B9E4-85C6EB56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36" y="1054510"/>
                <a:ext cx="3644075" cy="1679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35D5683-3719-4561-A144-8C69EB17AFB6}"/>
                  </a:ext>
                </a:extLst>
              </p:cNvPr>
              <p:cNvSpPr txBox="1"/>
              <p:nvPr/>
            </p:nvSpPr>
            <p:spPr>
              <a:xfrm>
                <a:off x="1123107" y="3900948"/>
                <a:ext cx="3339504" cy="1716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→9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−9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35D5683-3719-4561-A144-8C69EB17A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07" y="3900948"/>
                <a:ext cx="3339504" cy="1716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F2787C-0ADE-410A-B621-45B1D449E3AD}"/>
                  </a:ext>
                </a:extLst>
              </p:cNvPr>
              <p:cNvSpPr txBox="1"/>
              <p:nvPr/>
            </p:nvSpPr>
            <p:spPr>
              <a:xfrm>
                <a:off x="7189839" y="1319980"/>
                <a:ext cx="3352328" cy="1679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→4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F2787C-0ADE-410A-B621-45B1D449E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839" y="1319980"/>
                <a:ext cx="3352328" cy="1679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A01DFA3-ADB1-4DE6-BC2E-B23022BBC164}"/>
                  </a:ext>
                </a:extLst>
              </p:cNvPr>
              <p:cNvSpPr txBox="1"/>
              <p:nvPr/>
            </p:nvSpPr>
            <p:spPr>
              <a:xfrm>
                <a:off x="6898092" y="4151882"/>
                <a:ext cx="3644075" cy="1733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5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5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→25</m:t>
                          </m:r>
                        </m:lim>
                      </m:limLow>
                      <m:f>
                        <m:fPr>
                          <m:ctrlPr>
                            <a:rPr lang="es-NI" sz="5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−25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NI" sz="5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5400" i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es-NI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A01DFA3-ADB1-4DE6-BC2E-B23022BBC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092" y="4151882"/>
                <a:ext cx="3644075" cy="17334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96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83CBFC9-8559-4A1D-B60A-CC4AFE345BE0}"/>
                  </a:ext>
                </a:extLst>
              </p:cNvPr>
              <p:cNvSpPr txBox="1"/>
              <p:nvPr/>
            </p:nvSpPr>
            <p:spPr>
              <a:xfrm>
                <a:off x="567812" y="376083"/>
                <a:ext cx="2024465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→−6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NI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NI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−36</m:t>
                              </m:r>
                            </m:e>
                          </m:d>
                        </m:num>
                        <m:den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83CBFC9-8559-4A1D-B60A-CC4AFE34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12" y="376083"/>
                <a:ext cx="2024465" cy="747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DE4C925-61A8-4F0A-89F3-4D2C03B41E1E}"/>
                  </a:ext>
                </a:extLst>
              </p:cNvPr>
              <p:cNvSpPr txBox="1"/>
              <p:nvPr/>
            </p:nvSpPr>
            <p:spPr>
              <a:xfrm>
                <a:off x="650206" y="1511734"/>
                <a:ext cx="1859675" cy="716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NI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NI" sz="2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NI" sz="24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NI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d>
                        </m:num>
                        <m:den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400" b="0" i="1" smtClean="0">
                              <a:latin typeface="Cambria Math" panose="02040503050406030204" pitchFamily="18" charset="0"/>
                            </a:rPr>
                            <m:t>144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DE4C925-61A8-4F0A-89F3-4D2C03B41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6" y="1511734"/>
                <a:ext cx="1859675" cy="716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E16CBEE-E5F8-462D-B85A-0333263DDB36}"/>
                  </a:ext>
                </a:extLst>
              </p:cNvPr>
              <p:cNvSpPr txBox="1"/>
              <p:nvPr/>
            </p:nvSpPr>
            <p:spPr>
              <a:xfrm>
                <a:off x="650206" y="2811395"/>
                <a:ext cx="1948226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−35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E16CBEE-E5F8-462D-B85A-0333263D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6" y="2811395"/>
                <a:ext cx="1948226" cy="741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CFB305-3DC4-48CA-96B7-7F63C029A60D}"/>
                  </a:ext>
                </a:extLst>
              </p:cNvPr>
              <p:cNvSpPr txBox="1"/>
              <p:nvPr/>
            </p:nvSpPr>
            <p:spPr>
              <a:xfrm>
                <a:off x="567812" y="4135422"/>
                <a:ext cx="2431756" cy="707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→−5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10</m:t>
                          </m:r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+50</m:t>
                          </m:r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CFB305-3DC4-48CA-96B7-7F63C029A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12" y="4135422"/>
                <a:ext cx="2431756" cy="707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10521FF-E9CB-40B3-8E97-B313743F88D6}"/>
                  </a:ext>
                </a:extLst>
              </p:cNvPr>
              <p:cNvSpPr txBox="1"/>
              <p:nvPr/>
            </p:nvSpPr>
            <p:spPr>
              <a:xfrm>
                <a:off x="567812" y="5425850"/>
                <a:ext cx="2647713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→−4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+14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+40</m:t>
                          </m:r>
                        </m:num>
                        <m:den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10521FF-E9CB-40B3-8E97-B313743F8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12" y="5425850"/>
                <a:ext cx="2647713" cy="747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A08C72D-F7EA-4D32-9B12-6AB0CFE50A49}"/>
                  </a:ext>
                </a:extLst>
              </p:cNvPr>
              <p:cNvSpPr txBox="1"/>
              <p:nvPr/>
            </p:nvSpPr>
            <p:spPr>
              <a:xfrm>
                <a:off x="6592178" y="91500"/>
                <a:ext cx="2314287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→3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+8</m:t>
                          </m:r>
                        </m:num>
                        <m:den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A08C72D-F7EA-4D32-9B12-6AB0CFE5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78" y="91500"/>
                <a:ext cx="2314287" cy="7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D6BAC03-36BA-4670-B081-B351BD32D567}"/>
                  </a:ext>
                </a:extLst>
              </p:cNvPr>
              <p:cNvSpPr txBox="1"/>
              <p:nvPr/>
            </p:nvSpPr>
            <p:spPr>
              <a:xfrm>
                <a:off x="6592178" y="1481213"/>
                <a:ext cx="2647713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→−3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+18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+9</m:t>
                          </m:r>
                        </m:num>
                        <m:den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D6BAC03-36BA-4670-B081-B351BD32D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78" y="1481213"/>
                <a:ext cx="2647713" cy="747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02343F-EC88-4D9B-A60A-81755CD50F3A}"/>
                  </a:ext>
                </a:extLst>
              </p:cNvPr>
              <p:cNvSpPr txBox="1"/>
              <p:nvPr/>
            </p:nvSpPr>
            <p:spPr>
              <a:xfrm>
                <a:off x="6592177" y="2638530"/>
                <a:ext cx="2314287" cy="904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−10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02343F-EC88-4D9B-A60A-81755CD50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77" y="2638530"/>
                <a:ext cx="2314287" cy="9047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C4739DF-5427-452D-A451-51C17DE956F4}"/>
                  </a:ext>
                </a:extLst>
              </p:cNvPr>
              <p:cNvSpPr txBox="1"/>
              <p:nvPr/>
            </p:nvSpPr>
            <p:spPr>
              <a:xfrm>
                <a:off x="6592177" y="3953326"/>
                <a:ext cx="1481175" cy="762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→9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−9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C4739DF-5427-452D-A451-51C17DE9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77" y="3953326"/>
                <a:ext cx="1481175" cy="76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6F10E6B-3C62-43AF-B004-92B8E19B2A0D}"/>
                  </a:ext>
                </a:extLst>
              </p:cNvPr>
              <p:cNvSpPr txBox="1"/>
              <p:nvPr/>
            </p:nvSpPr>
            <p:spPr>
              <a:xfrm>
                <a:off x="6592177" y="5126289"/>
                <a:ext cx="1617430" cy="7463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NI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NI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→16</m:t>
                          </m:r>
                        </m:lim>
                      </m:limLow>
                      <m:f>
                        <m:fPr>
                          <m:ctrlPr>
                            <a:rPr lang="es-NI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NI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−16</m:t>
                          </m:r>
                        </m:den>
                      </m:f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6F10E6B-3C62-43AF-B004-92B8E19B2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77" y="5126289"/>
                <a:ext cx="1617430" cy="74635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85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76</Words>
  <Application>Microsoft Office PowerPoint</Application>
  <PresentationFormat>Panorámica</PresentationFormat>
  <Paragraphs>35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4</cp:revision>
  <dcterms:created xsi:type="dcterms:W3CDTF">2021-09-14T14:21:37Z</dcterms:created>
  <dcterms:modified xsi:type="dcterms:W3CDTF">2021-09-28T19:48:33Z</dcterms:modified>
</cp:coreProperties>
</file>