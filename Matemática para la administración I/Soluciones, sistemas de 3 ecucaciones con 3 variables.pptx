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62" d="100"/>
          <a:sy n="62" d="100"/>
        </p:scale>
        <p:origin x="252" y="144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BC3A9-BBD1-4A58-8C46-C01A67282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BF9210-54FD-492C-8636-1640D2DB5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CE95F8-4206-43F8-B144-696B18B7F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5C836-82DF-4EED-8B83-454F1E55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D40F55-45A0-4B2A-ACB6-322B0BA0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6785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93834-39BD-4D2B-AE08-3C37F452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9DCF6B-9643-486B-8120-40A11AA47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BC45C-2306-4CFF-8D82-1264DF25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4A1F20-9DE2-4698-8F9F-A9969A0C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C481A7-372B-45EB-905B-A3C87E42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8917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3CD8-91B6-45B3-840D-3A32138DA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65492A-4420-453D-BE16-A412D3B48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BCC167-D083-4DAB-8062-82369C3E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AE70CA-1CA3-4EA8-8FBA-9FEA36EC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B90B0-2C43-4D82-94EC-9EBBCA9C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9081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02BB5-B195-4976-A4E6-240FB66C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028C8-FC9F-4711-ADF5-E5026F305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C4F3D8-3408-4220-BF24-05F26AE3D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2203DE-1895-42F4-984F-2F48D629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03617F-8A55-4F31-ADC2-6F64FB23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6E619-680E-4EDD-B4CB-4FB355A2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6381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FA339-CFE2-4A75-91AC-AEC8752D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BF89CE-A448-422A-9B30-0FF5E6D81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547450-0F29-4427-AE0B-E76FB753F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C6ACC3-FF97-4B87-86AD-D2BA75CB4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43C1C13-9E88-4929-8312-D116C027A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F965C22-10DF-409A-8DEF-638B7144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C27646-A00E-47D1-B78A-9708D29D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0B4B90-C785-4C03-868F-9811CB9D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2528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323CF-59CC-46F3-88CD-5CFCAB8F1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9D9CF3-71FA-4325-9EC3-BAC93083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AB841D-4777-459E-838F-46C82F79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49B339-2E90-4962-8BC2-D04D2F05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51249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BCB25E-3079-4959-B548-54934268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683356-CB11-4A5C-A296-0694967A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448ACC-E3D2-4B93-9DB7-5BBD1B1A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4152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DE1F6-59BB-498C-A4A5-742BB682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20A1D-8F10-41B4-8205-A7724D132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3A49B6-42FB-46D6-B1E1-29C8C7546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56A1F-2B6D-4F5C-A3FC-B7E26287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3B9C93-E13A-49BD-8E8E-BF5D2A20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116B61-F2FB-4C7F-B97B-507E1E8E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9959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AAAAC-F0DC-4F6E-BB72-B6FBB6410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509C94-DEA2-4BDA-A273-3633EDEF0F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7A7668-6D58-4304-83F3-9B109BC9E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E49C79-1503-4086-B26D-BE826A07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897F05-695E-4C15-94DF-37D18AA9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200914-6710-421F-A070-E319436B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1612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1915B-08A1-4A95-B1FB-99BFA027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2601CF-2D70-4A99-B2B3-4C84CBB7E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B4B45E-3DA3-470B-BC21-98BFC926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6D46CD-3572-4F30-BEB1-D6B34FD7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E430B3-A3CC-4D2F-8708-123E87F9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6877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13E82B-E68A-48F9-AC12-0F0187AA2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A09032-EF40-46BA-8829-F50A56C24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B88FD9-C3A7-4B1A-8F3F-7AAA0748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A6748-33F4-47D5-9F46-81BB4B52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C375BC-BA1E-4772-B228-E9B9D095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2318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F5444D-C03A-4248-A074-22C485A2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4353AC-54B7-47A3-9E13-70003DF99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181AC1-CC6A-4CB4-80A5-879590E50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5DADD-3014-413C-9B47-692E931A8284}" type="datetimeFigureOut">
              <a:rPr lang="es-NI" smtClean="0"/>
              <a:t>26/8/2021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DA023B-85B6-47F4-8332-223FD98A2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ACC9B6-52B2-4444-8E4B-C871E48F2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FD4FE-AB7E-40AA-B3E2-CA38748739B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0691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86C78A29-C695-4367-8C36-BFFBDC922A5B}"/>
              </a:ext>
            </a:extLst>
          </p:cNvPr>
          <p:cNvGrpSpPr/>
          <p:nvPr/>
        </p:nvGrpSpPr>
        <p:grpSpPr>
          <a:xfrm>
            <a:off x="421953" y="170383"/>
            <a:ext cx="2958059" cy="1246239"/>
            <a:chOff x="1395347" y="966796"/>
            <a:chExt cx="2958059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3B4F4E64-3C7A-4A4C-8960-23AE626D6507}"/>
                    </a:ext>
                  </a:extLst>
                </p:cNvPr>
                <p:cNvSpPr txBox="1"/>
                <p:nvPr/>
              </p:nvSpPr>
              <p:spPr>
                <a:xfrm>
                  <a:off x="1954160" y="1128251"/>
                  <a:ext cx="20449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3B4F4E64-3C7A-4A4C-8960-23AE626D6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160" y="1128251"/>
                  <a:ext cx="204498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791" r="-3284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72351194-CDB9-4E7A-A3AE-2E9431567AC5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72351194-CDB9-4E7A-A3AE-2E9431567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336" r="-2336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E744A304-9258-42A7-933A-488DA9429466}"/>
                    </a:ext>
                  </a:extLst>
                </p:cNvPr>
                <p:cNvSpPr txBox="1"/>
                <p:nvPr/>
              </p:nvSpPr>
              <p:spPr>
                <a:xfrm>
                  <a:off x="1825920" y="1820748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E744A304-9258-42A7-933A-488DA9429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920" y="1820748"/>
                  <a:ext cx="221490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030" r="-2755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Abrir llave 6">
              <a:extLst>
                <a:ext uri="{FF2B5EF4-FFF2-40B4-BE49-F238E27FC236}">
                  <a16:creationId xmlns:a16="http://schemas.microsoft.com/office/drawing/2014/main" id="{EB71BC3F-0A57-49EB-B420-B8D9429348C4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AC4F1E5-A52A-462F-B345-74B847166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360264"/>
              </p:ext>
            </p:extLst>
          </p:nvPr>
        </p:nvGraphicFramePr>
        <p:xfrm>
          <a:off x="2255448" y="2007624"/>
          <a:ext cx="1806678" cy="942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3339">
                  <a:extLst>
                    <a:ext uri="{9D8B030D-6E8A-4147-A177-3AD203B41FA5}">
                      <a16:colId xmlns:a16="http://schemas.microsoft.com/office/drawing/2014/main" val="1137125238"/>
                    </a:ext>
                  </a:extLst>
                </a:gridCol>
                <a:gridCol w="903339">
                  <a:extLst>
                    <a:ext uri="{9D8B030D-6E8A-4147-A177-3AD203B41FA5}">
                      <a16:colId xmlns:a16="http://schemas.microsoft.com/office/drawing/2014/main" val="42975515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000" u="none" strike="noStrike">
                          <a:effectLst/>
                        </a:rPr>
                        <a:t>X</a:t>
                      </a:r>
                      <a:endParaRPr lang="es-NI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000" u="none" strike="noStrike" dirty="0">
                          <a:effectLst/>
                        </a:rPr>
                        <a:t>2.31</a:t>
                      </a:r>
                      <a:endParaRPr lang="es-NI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77987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000" u="none" strike="noStrike">
                          <a:effectLst/>
                        </a:rPr>
                        <a:t>Y</a:t>
                      </a:r>
                      <a:endParaRPr lang="es-NI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000" u="none" strike="noStrike">
                          <a:effectLst/>
                        </a:rPr>
                        <a:t>1.239</a:t>
                      </a:r>
                      <a:endParaRPr lang="es-NI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31938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000" u="none" strike="noStrike">
                          <a:effectLst/>
                        </a:rPr>
                        <a:t>Z</a:t>
                      </a:r>
                      <a:endParaRPr lang="es-NI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000" u="none" strike="noStrike" dirty="0">
                          <a:effectLst/>
                        </a:rPr>
                        <a:t>-1.82</a:t>
                      </a:r>
                      <a:endParaRPr lang="es-NI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4277382"/>
                  </a:ext>
                </a:extLst>
              </a:tr>
            </a:tbl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62CE16B9-71CD-4D37-BF15-0123FEDACE4A}"/>
              </a:ext>
            </a:extLst>
          </p:cNvPr>
          <p:cNvGrpSpPr/>
          <p:nvPr/>
        </p:nvGrpSpPr>
        <p:grpSpPr>
          <a:xfrm>
            <a:off x="6473708" y="170383"/>
            <a:ext cx="2560001" cy="1246239"/>
            <a:chOff x="1395347" y="966796"/>
            <a:chExt cx="2560001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C45686A0-0530-4622-98B1-762813098374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59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4</a:t>
                  </a:r>
                </a:p>
              </p:txBody>
            </p:sp>
          </mc:Choice>
          <mc:Fallback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C45686A0-0530-4622-98B1-762813098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599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670" t="-24590" r="-7418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C20F2D8F-AC65-4BB2-8226-9D04E4749AB9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</a:t>
                  </a:r>
                </a:p>
              </p:txBody>
            </p:sp>
          </mc:Choice>
          <mc:Fallback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C20F2D8F-AC65-4BB2-8226-9D04E4749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4945" t="-26667" r="-7418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C9778601-C23E-4CE1-BB75-7AFCEC97AB51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C9778601-C23E-4CE1-BB75-7AFCEC97AB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060" t="-24590" r="-8036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brir llave 13">
              <a:extLst>
                <a:ext uri="{FF2B5EF4-FFF2-40B4-BE49-F238E27FC236}">
                  <a16:creationId xmlns:a16="http://schemas.microsoft.com/office/drawing/2014/main" id="{C16A4DE7-13E3-41EA-8486-13FDD829522A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8410E63C-9126-4537-9AD1-1CC477A40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929882"/>
              </p:ext>
            </p:extLst>
          </p:nvPr>
        </p:nvGraphicFramePr>
        <p:xfrm>
          <a:off x="3085691" y="4993006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26102299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9823408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-4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21328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 dirty="0">
                          <a:effectLst/>
                        </a:rPr>
                        <a:t>Y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6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6715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1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3148991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28879326-EE12-4AE4-8BBB-C865D099634F}"/>
              </a:ext>
            </a:extLst>
          </p:cNvPr>
          <p:cNvGrpSpPr/>
          <p:nvPr/>
        </p:nvGrpSpPr>
        <p:grpSpPr>
          <a:xfrm>
            <a:off x="213851" y="3746767"/>
            <a:ext cx="2560001" cy="1246239"/>
            <a:chOff x="1395347" y="966796"/>
            <a:chExt cx="2560001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677C957-2296-4B49-916B-57F74556FE2F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677C957-2296-4B49-916B-57F74556FE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5373" t="-24590" r="-8060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6E65E34F-43A1-4720-AF86-D8543713C521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</a:t>
                  </a:r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6E65E34F-43A1-4720-AF86-D8543713C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5234" t="-26667" r="-7438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2255551C-1CDB-4F59-8351-45096B9CC83F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17062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2255551C-1CDB-4F59-8351-45096B9CC8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1706236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4659" t="-26667" r="-10036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Abrir llave 19">
              <a:extLst>
                <a:ext uri="{FF2B5EF4-FFF2-40B4-BE49-F238E27FC236}">
                  <a16:creationId xmlns:a16="http://schemas.microsoft.com/office/drawing/2014/main" id="{C17FAF3E-E7BB-43FF-AB6A-639FD371F15C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pic>
        <p:nvPicPr>
          <p:cNvPr id="1028" name="Picture 4" descr="\begin{cases}5x-3y-z=1 \\ x+4y-6z=-1 \\ 2x+3y+4z=9 \end{cases}">
            <a:extLst>
              <a:ext uri="{FF2B5EF4-FFF2-40B4-BE49-F238E27FC236}">
                <a16:creationId xmlns:a16="http://schemas.microsoft.com/office/drawing/2014/main" id="{0C982459-19B8-4806-94C0-44851DFB5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41" y="3746767"/>
            <a:ext cx="2753635" cy="140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2671B89A-E6FC-4AD4-8F3A-2216A9A1E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00106"/>
              </p:ext>
            </p:extLst>
          </p:nvPr>
        </p:nvGraphicFramePr>
        <p:xfrm>
          <a:off x="7614058" y="1970630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26102299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9823408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-4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21328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 dirty="0">
                          <a:effectLst/>
                        </a:rPr>
                        <a:t>Y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6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6715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1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3148991"/>
                  </a:ext>
                </a:extLst>
              </a:tr>
            </a:tbl>
          </a:graphicData>
        </a:graphic>
      </p:graphicFrame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1B53DCD9-949F-4202-A751-1370ACFDB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923391"/>
              </p:ext>
            </p:extLst>
          </p:nvPr>
        </p:nvGraphicFramePr>
        <p:xfrm>
          <a:off x="9313606" y="5175886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4178214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8471800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94025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02695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1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6031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722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begin{cases} 2x-y+2z=6 \\ 3x+2y-z=4 \\ 4x+3y-3z=1 \end{cases}">
            <a:extLst>
              <a:ext uri="{FF2B5EF4-FFF2-40B4-BE49-F238E27FC236}">
                <a16:creationId xmlns:a16="http://schemas.microsoft.com/office/drawing/2014/main" id="{C600B20A-F176-4F06-BA0A-5D9B359CA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64" y="424170"/>
            <a:ext cx="2457633" cy="128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C91BFC7-C76C-405F-BFD8-8C8670E13FFA}"/>
              </a:ext>
            </a:extLst>
          </p:cNvPr>
          <p:cNvGrpSpPr/>
          <p:nvPr/>
        </p:nvGrpSpPr>
        <p:grpSpPr>
          <a:xfrm>
            <a:off x="6585154" y="590612"/>
            <a:ext cx="2558912" cy="1246239"/>
            <a:chOff x="1395347" y="966796"/>
            <a:chExt cx="2558912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C079F07-1571-4C7F-AD92-E6EC1DC5C7F2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8</a:t>
                  </a:r>
                </a:p>
              </p:txBody>
            </p:sp>
          </mc:Choice>
          <mc:Fallback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C079F07-1571-4C7F-AD92-E6EC1DC5C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5373" t="-24590" r="-8060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1D19D1E1-A140-422E-BDED-715CD4FF5901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1D19D1E1-A140-422E-BDED-715CD4FF5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1490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306" r="-2755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3610881E-655D-48F7-8AAB-4623EE859C0E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3610881E-655D-48F7-8AAB-4623EE859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5373" t="-26230" r="-8060" b="-47541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Abrir llave 6">
              <a:extLst>
                <a:ext uri="{FF2B5EF4-FFF2-40B4-BE49-F238E27FC236}">
                  <a16:creationId xmlns:a16="http://schemas.microsoft.com/office/drawing/2014/main" id="{6E0D0DC3-9F94-4A28-9272-0B9F77619464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3C0700B-51C7-4130-BE21-5501527F0185}"/>
              </a:ext>
            </a:extLst>
          </p:cNvPr>
          <p:cNvGrpSpPr/>
          <p:nvPr/>
        </p:nvGrpSpPr>
        <p:grpSpPr>
          <a:xfrm>
            <a:off x="345664" y="3801522"/>
            <a:ext cx="2765398" cy="1246239"/>
            <a:chOff x="1395347" y="966796"/>
            <a:chExt cx="2765398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906B866A-1106-4C24-B117-4259957EC9A5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015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12</a:t>
                  </a:r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906B866A-1106-4C24-B117-4259957EC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01565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4709" t="-24590" r="-7479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4E2FE908-659F-497C-A927-05F23FCA9E0A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4E2FE908-659F-497C-A927-05F23FCA9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340" r="-2949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6CB39DB0-48EE-4FCF-B6B2-64C85C01F59B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6CB39DB0-48EE-4FCF-B6B2-64C85C01F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558" r="-2813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Abrir llave 11">
              <a:extLst>
                <a:ext uri="{FF2B5EF4-FFF2-40B4-BE49-F238E27FC236}">
                  <a16:creationId xmlns:a16="http://schemas.microsoft.com/office/drawing/2014/main" id="{CB6EC9A6-CD6D-4A94-88A0-4BD0433A66B1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3A0D1FA-08A8-420D-9616-626AA6E72CAA}"/>
              </a:ext>
            </a:extLst>
          </p:cNvPr>
          <p:cNvGrpSpPr/>
          <p:nvPr/>
        </p:nvGrpSpPr>
        <p:grpSpPr>
          <a:xfrm>
            <a:off x="6378668" y="3624229"/>
            <a:ext cx="2765398" cy="1246239"/>
            <a:chOff x="1395347" y="966796"/>
            <a:chExt cx="2765398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57EECF4D-84A4-4AEE-AAC8-BB30ADBB6E00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28</a:t>
                  </a:r>
                </a:p>
              </p:txBody>
            </p:sp>
          </mc:Choice>
          <mc:Fallback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57EECF4D-84A4-4AEE-AAC8-BB30ADBB6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4627" t="-24590" r="-6684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7AD4E0C-8959-4D8F-B091-84D94AF9F19C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015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19</a:t>
                  </a:r>
                </a:p>
              </p:txBody>
            </p:sp>
          </mc:Choice>
          <mc:Fallback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7AD4E0C-8959-4D8F-B091-84D94AF9F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01565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4986" t="-24590" r="-7202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6C0C65D3-AF13-4A98-8915-6821FE796A70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6C0C65D3-AF13-4A98-8915-6821FE796A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813" r="-2558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brir llave 16">
              <a:extLst>
                <a:ext uri="{FF2B5EF4-FFF2-40B4-BE49-F238E27FC236}">
                  <a16:creationId xmlns:a16="http://schemas.microsoft.com/office/drawing/2014/main" id="{2C66B9D7-86A1-4834-8633-D5D541FB8620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4ECF5CE-7298-478F-B442-4F0AB68E8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621880"/>
              </p:ext>
            </p:extLst>
          </p:nvPr>
        </p:nvGraphicFramePr>
        <p:xfrm>
          <a:off x="3130464" y="1710813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13291557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401955484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673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33332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3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4972494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3F7C8053-0B2B-4914-A8C6-77293E4B8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83253"/>
              </p:ext>
            </p:extLst>
          </p:nvPr>
        </p:nvGraphicFramePr>
        <p:xfrm>
          <a:off x="9985589" y="1710813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2656239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553356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035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07961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3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4724736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7BAB66D5-684E-4128-B265-06685DAC8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54494"/>
              </p:ext>
            </p:extLst>
          </p:nvPr>
        </p:nvGraphicFramePr>
        <p:xfrm>
          <a:off x="3592780" y="4484833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82271743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6724795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3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19614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6183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-1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1089402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C06C85B8-7465-431D-8A1D-27CD3E41C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451117"/>
              </p:ext>
            </p:extLst>
          </p:nvPr>
        </p:nvGraphicFramePr>
        <p:xfrm>
          <a:off x="9604589" y="4718342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1317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7868534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5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79046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30691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-1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6616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39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A89DB390-ABE2-41D3-9234-1665832EA855}"/>
              </a:ext>
            </a:extLst>
          </p:cNvPr>
          <p:cNvGrpSpPr/>
          <p:nvPr/>
        </p:nvGrpSpPr>
        <p:grpSpPr>
          <a:xfrm>
            <a:off x="314133" y="427701"/>
            <a:ext cx="2958059" cy="1246239"/>
            <a:chOff x="1395347" y="966796"/>
            <a:chExt cx="2958059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26013379-27C1-4C58-99D3-1809509C0D25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26013379-27C1-4C58-99D3-1809509C0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030" r="-2755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3A026D89-6369-474B-8E7B-CB0CBFEEBA4E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3A026D89-6369-474B-8E7B-CB0CBFEEB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331" r="-2098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052CE759-754A-4DEF-99B4-3FB393FBDFCB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7421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052CE759-754A-4DEF-99B4-3FB393FBD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7421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217" r="-2681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brir llave 5">
              <a:extLst>
                <a:ext uri="{FF2B5EF4-FFF2-40B4-BE49-F238E27FC236}">
                  <a16:creationId xmlns:a16="http://schemas.microsoft.com/office/drawing/2014/main" id="{DECD6859-F977-443E-9D74-0D51AD3C79CF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5B3959F0-E513-4153-8119-1A690215168D}"/>
              </a:ext>
            </a:extLst>
          </p:cNvPr>
          <p:cNvGrpSpPr/>
          <p:nvPr/>
        </p:nvGrpSpPr>
        <p:grpSpPr>
          <a:xfrm>
            <a:off x="6583554" y="404746"/>
            <a:ext cx="2788141" cy="1246239"/>
            <a:chOff x="1395347" y="966796"/>
            <a:chExt cx="2788141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571552BC-1711-4798-8EAD-70A1EA3DBEA5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+4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571552BC-1711-4798-8EAD-70A1EA3DB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38482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551" r="-2551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806FE436-63F7-4C5A-A7B6-597D5BBC461B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4441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−7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806FE436-63F7-4C5A-A7B6-597D5BBC4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44413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743" r="-2743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52294B05-56FC-4CDB-8806-EDECC3CE3727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52294B05-56FC-4CDB-8806-EDECC3CE3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747" r="-2747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Abrir llave 10">
              <a:extLst>
                <a:ext uri="{FF2B5EF4-FFF2-40B4-BE49-F238E27FC236}">
                  <a16:creationId xmlns:a16="http://schemas.microsoft.com/office/drawing/2014/main" id="{907D58F1-A51A-4131-9516-0EEE8B7DBDBB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43CC84A-DC92-4AC2-8FC1-FB4453330C88}"/>
              </a:ext>
            </a:extLst>
          </p:cNvPr>
          <p:cNvGrpSpPr/>
          <p:nvPr/>
        </p:nvGrpSpPr>
        <p:grpSpPr>
          <a:xfrm>
            <a:off x="504422" y="3962498"/>
            <a:ext cx="2765398" cy="1246239"/>
            <a:chOff x="1395347" y="966796"/>
            <a:chExt cx="2765398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6C02584-D3E9-4CC4-BD8F-83169E6119C6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6C02584-D3E9-4CC4-BD8F-83169E611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747" r="-2747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E7D28C5D-763E-4E55-95BB-3F58E5C03028}"/>
                    </a:ext>
                  </a:extLst>
                </p:cNvPr>
                <p:cNvSpPr txBox="1"/>
                <p:nvPr/>
              </p:nvSpPr>
              <p:spPr>
                <a:xfrm>
                  <a:off x="1870100" y="1428461"/>
                  <a:ext cx="18750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E7D28C5D-763E-4E55-95BB-3F58E5C03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0100" y="1428461"/>
                  <a:ext cx="1875065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954" r="-3583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85430D58-3D5A-4EEF-A609-30224F267865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85430D58-3D5A-4EEF-A609-30224F267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558" r="-2813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Abrir llave 15">
              <a:extLst>
                <a:ext uri="{FF2B5EF4-FFF2-40B4-BE49-F238E27FC236}">
                  <a16:creationId xmlns:a16="http://schemas.microsoft.com/office/drawing/2014/main" id="{394CF99D-5761-404D-845C-455632044F90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A253DF6-9132-43EA-9817-58506BC9B17C}"/>
              </a:ext>
            </a:extLst>
          </p:cNvPr>
          <p:cNvGrpSpPr/>
          <p:nvPr/>
        </p:nvGrpSpPr>
        <p:grpSpPr>
          <a:xfrm>
            <a:off x="6698546" y="4038993"/>
            <a:ext cx="2958059" cy="1246239"/>
            <a:chOff x="1395347" y="966796"/>
            <a:chExt cx="2958059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87C35DE6-0056-4BAE-97D8-80D77BF9F301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4441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=−10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87C35DE6-0056-4BAE-97D8-80D77BF9F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444131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247" r="-2743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0F50360-BB71-460C-93C5-E2CADA88A356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−14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0F50360-BB71-460C-93C5-E2CADA88A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2098" r="-2564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3C2FD86-9B08-4B5A-8E0B-2EFFA4D20A2B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3C2FD86-9B08-4B5A-8E0B-2EFFA4D20A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747" r="-2747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Abrir llave 20">
              <a:extLst>
                <a:ext uri="{FF2B5EF4-FFF2-40B4-BE49-F238E27FC236}">
                  <a16:creationId xmlns:a16="http://schemas.microsoft.com/office/drawing/2014/main" id="{FC72C0C8-11EE-4330-82A8-F145D9923D09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4F6AE512-98D9-4CCD-BB9C-C7C73476D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628050"/>
              </p:ext>
            </p:extLst>
          </p:nvPr>
        </p:nvGraphicFramePr>
        <p:xfrm>
          <a:off x="3296634" y="1628030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40298199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55784551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25915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64794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2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2042500"/>
                  </a:ext>
                </a:extLst>
              </a:tr>
            </a:tbl>
          </a:graphicData>
        </a:graphic>
      </p:graphicFrame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458B8ABD-52E2-40FF-AAAC-4F15F5F6B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596562"/>
              </p:ext>
            </p:extLst>
          </p:nvPr>
        </p:nvGraphicFramePr>
        <p:xfrm>
          <a:off x="9489052" y="1628029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492375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3976876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82310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139613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0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3400982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46927083-286C-449D-85A6-5C5062114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6528"/>
              </p:ext>
            </p:extLst>
          </p:nvPr>
        </p:nvGraphicFramePr>
        <p:xfrm>
          <a:off x="3410773" y="5077611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62914454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7641116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0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4894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0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006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0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5079484"/>
                  </a:ext>
                </a:extLst>
              </a:tr>
            </a:tbl>
          </a:graphicData>
        </a:graphic>
      </p:graphicFrame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5BE26DBD-BC1F-4593-9DB1-2AD769448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390963"/>
              </p:ext>
            </p:extLst>
          </p:nvPr>
        </p:nvGraphicFramePr>
        <p:xfrm>
          <a:off x="10037183" y="4722304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7749228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432152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98968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4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8026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8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71363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90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F4927860-99AD-4263-A678-8592119772E5}"/>
              </a:ext>
            </a:extLst>
          </p:cNvPr>
          <p:cNvGrpSpPr/>
          <p:nvPr/>
        </p:nvGrpSpPr>
        <p:grpSpPr>
          <a:xfrm>
            <a:off x="209454" y="363891"/>
            <a:ext cx="2715493" cy="1246239"/>
            <a:chOff x="1395347" y="966796"/>
            <a:chExt cx="2715493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2AE92F81-4E02-4890-ABDA-B3A7B626F301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2AE92F81-4E02-4890-ABDA-B3A7B626F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030" r="-3030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63B8B49B-CAF2-4386-BFA7-35E235539BCE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3714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22</a:t>
                  </a:r>
                </a:p>
              </p:txBody>
            </p:sp>
          </mc:Choice>
          <mc:Fallback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63B8B49B-CAF2-4386-BFA7-35E235539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37148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884" t="-26667" r="-6684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075BE3F5-F3E0-4F1F-9343-1997333785A1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0688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075BE3F5-F3E0-4F1F-9343-199733378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0688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76" r="-2762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brir llave 5">
              <a:extLst>
                <a:ext uri="{FF2B5EF4-FFF2-40B4-BE49-F238E27FC236}">
                  <a16:creationId xmlns:a16="http://schemas.microsoft.com/office/drawing/2014/main" id="{C8214AA9-C093-4C6E-A39E-0F4A2DF91138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9D8898FE-05C8-4870-81F1-5832A9DE8182}"/>
              </a:ext>
            </a:extLst>
          </p:cNvPr>
          <p:cNvGrpSpPr/>
          <p:nvPr/>
        </p:nvGrpSpPr>
        <p:grpSpPr>
          <a:xfrm>
            <a:off x="6332461" y="594723"/>
            <a:ext cx="2425561" cy="1246239"/>
            <a:chOff x="1395347" y="966796"/>
            <a:chExt cx="2425561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6129AEB9-EE6B-46FD-A282-164E36103E69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186172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12</a:t>
                  </a:r>
                </a:p>
              </p:txBody>
            </p:sp>
          </mc:Choice>
          <mc:Fallback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6129AEB9-EE6B-46FD-A282-164E36103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186172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922" t="-24590" r="-8824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EF575794-1167-48A0-A43E-CA65EC617C36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18761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7</a:t>
                  </a:r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EF575794-1167-48A0-A43E-CA65EC617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1876155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5519" t="-24590" r="-9091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BE3C0F7-980F-4A6B-A053-1DB13CFD9FE1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0449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BE3C0F7-980F-4A6B-A053-1DB13CFD9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04498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488" r="-3274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Abrir llave 10">
              <a:extLst>
                <a:ext uri="{FF2B5EF4-FFF2-40B4-BE49-F238E27FC236}">
                  <a16:creationId xmlns:a16="http://schemas.microsoft.com/office/drawing/2014/main" id="{C98C52BF-FBEA-4427-8E01-04EB8CB54F60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80E1862-6614-4D86-BAE4-27D617846952}"/>
              </a:ext>
            </a:extLst>
          </p:cNvPr>
          <p:cNvGrpSpPr/>
          <p:nvPr/>
        </p:nvGrpSpPr>
        <p:grpSpPr>
          <a:xfrm>
            <a:off x="363718" y="4089413"/>
            <a:ext cx="2824709" cy="1246239"/>
            <a:chOff x="1395347" y="966796"/>
            <a:chExt cx="2824709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ED31520-F982-460D-BEB3-3013C1FEB145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11</a:t>
                  </a:r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ED31520-F982-460D-BEB3-3013C1FEB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4370" t="-24590" r="-6941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67546669-3A14-4F4D-96DF-DC2014549F8D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67546669-3A14-4F4D-96DF-DC2014549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340" r="-2949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A190C2C7-D4A1-45BB-BF5B-10809A40D7E1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4441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A190C2C7-D4A1-45BB-BF5B-10809A40D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444131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49" r="-2993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Abrir llave 15">
              <a:extLst>
                <a:ext uri="{FF2B5EF4-FFF2-40B4-BE49-F238E27FC236}">
                  <a16:creationId xmlns:a16="http://schemas.microsoft.com/office/drawing/2014/main" id="{50840DD0-1721-43B8-B6F9-E67D0A34B255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229A6BB-E884-46FD-96C6-C293716792EB}"/>
              </a:ext>
            </a:extLst>
          </p:cNvPr>
          <p:cNvGrpSpPr/>
          <p:nvPr/>
        </p:nvGrpSpPr>
        <p:grpSpPr>
          <a:xfrm>
            <a:off x="5933313" y="4098948"/>
            <a:ext cx="3127977" cy="1246239"/>
            <a:chOff x="1395347" y="966796"/>
            <a:chExt cx="3127977" cy="12462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45E6777-26DD-4E26-BFC0-9E8DDC0ECA92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015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24</a:t>
                  </a:r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45E6777-26DD-4E26-BFC0-9E8DDC0ECA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01565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5263" t="-26230" r="-7202" b="-47541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7152992D-3149-4785-9F77-F26F5A6DA5CC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78396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−14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7152992D-3149-4785-9F77-F26F5A6DA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78396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2193" r="-2412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39281E18-5CD9-44D1-97A6-B0FA01FC27EA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26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39281E18-5CD9-44D1-97A6-B0FA01FC2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1535" r="-2558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Abrir llave 20">
              <a:extLst>
                <a:ext uri="{FF2B5EF4-FFF2-40B4-BE49-F238E27FC236}">
                  <a16:creationId xmlns:a16="http://schemas.microsoft.com/office/drawing/2014/main" id="{55EF108C-C39D-4C7E-B0DE-F6FA2D03B231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B063BD91-DE25-475F-BFA4-AD8F745C5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833830"/>
              </p:ext>
            </p:extLst>
          </p:nvPr>
        </p:nvGraphicFramePr>
        <p:xfrm>
          <a:off x="3079210" y="1818007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401860304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4923767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3615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95326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6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6602517"/>
                  </a:ext>
                </a:extLst>
              </a:tr>
            </a:tbl>
          </a:graphicData>
        </a:graphic>
      </p:graphicFrame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C923A9AC-4035-49DB-B359-D6084F5E6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234690"/>
              </p:ext>
            </p:extLst>
          </p:nvPr>
        </p:nvGraphicFramePr>
        <p:xfrm>
          <a:off x="9571455" y="2027372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94488803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5588964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3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97413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4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27538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 dirty="0">
                          <a:effectLst/>
                        </a:rPr>
                        <a:t>Z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5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3008227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BE0EBF15-4713-4532-8598-D3FA7EF74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134046"/>
              </p:ext>
            </p:extLst>
          </p:nvPr>
        </p:nvGraphicFramePr>
        <p:xfrm>
          <a:off x="3460210" y="5288771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46035404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80932354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19695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-3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0008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0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2015301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5190AA27-E47E-4503-9641-459296960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864702"/>
              </p:ext>
            </p:extLst>
          </p:nvPr>
        </p:nvGraphicFramePr>
        <p:xfrm>
          <a:off x="9265264" y="5098142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4875757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95913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3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970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802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5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002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0898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494</Words>
  <Application>Microsoft Office PowerPoint</Application>
  <PresentationFormat>Panorámica</PresentationFormat>
  <Paragraphs>138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2</cp:revision>
  <dcterms:created xsi:type="dcterms:W3CDTF">2021-08-26T16:00:15Z</dcterms:created>
  <dcterms:modified xsi:type="dcterms:W3CDTF">2021-08-26T21:33:58Z</dcterms:modified>
</cp:coreProperties>
</file>