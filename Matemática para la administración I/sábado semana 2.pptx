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60" r:id="rId4"/>
    <p:sldId id="264" r:id="rId5"/>
    <p:sldId id="265" r:id="rId6"/>
    <p:sldId id="266" r:id="rId7"/>
    <p:sldId id="267" r:id="rId8"/>
    <p:sldId id="268" r:id="rId9"/>
    <p:sldId id="292" r:id="rId10"/>
    <p:sldId id="261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93" r:id="rId19"/>
    <p:sldId id="262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94" r:id="rId30"/>
    <p:sldId id="288" r:id="rId31"/>
    <p:sldId id="289" r:id="rId32"/>
    <p:sldId id="263" r:id="rId33"/>
    <p:sldId id="291" r:id="rId34"/>
    <p:sldId id="287" r:id="rId35"/>
    <p:sldId id="290" r:id="rId36"/>
    <p:sldId id="295" r:id="rId37"/>
    <p:sldId id="285" r:id="rId38"/>
    <p:sldId id="286" r:id="rId39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C7D"/>
    <a:srgbClr val="C00812"/>
    <a:srgbClr val="FFFFFF"/>
    <a:srgbClr val="B60039"/>
    <a:srgbClr val="3614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EDD4DB-B428-4DFD-B8FE-E2969F34D415}" v="944" dt="2022-06-03T16:54:47.9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45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AntonioAguirre" userId="42908199-65f4-4d4a-8e05-6e659ccb82ce" providerId="ADAL" clId="{9BEDD4DB-B428-4DFD-B8FE-E2969F34D415}"/>
    <pc:docChg chg="undo custSel addSld delSld modSld sldOrd">
      <pc:chgData name="Guillermo AntonioAguirre" userId="42908199-65f4-4d4a-8e05-6e659ccb82ce" providerId="ADAL" clId="{9BEDD4DB-B428-4DFD-B8FE-E2969F34D415}" dt="2022-06-03T16:56:27.567" v="6560" actId="1076"/>
      <pc:docMkLst>
        <pc:docMk/>
      </pc:docMkLst>
      <pc:sldChg chg="modSp mod">
        <pc:chgData name="Guillermo AntonioAguirre" userId="42908199-65f4-4d4a-8e05-6e659ccb82ce" providerId="ADAL" clId="{9BEDD4DB-B428-4DFD-B8FE-E2969F34D415}" dt="2022-06-03T02:50:43.238" v="4136" actId="20577"/>
        <pc:sldMkLst>
          <pc:docMk/>
          <pc:sldMk cId="2535187400" sldId="256"/>
        </pc:sldMkLst>
        <pc:spChg chg="mod">
          <ac:chgData name="Guillermo AntonioAguirre" userId="42908199-65f4-4d4a-8e05-6e659ccb82ce" providerId="ADAL" clId="{9BEDD4DB-B428-4DFD-B8FE-E2969F34D415}" dt="2022-06-03T02:49:52.534" v="4054" actId="1076"/>
          <ac:spMkLst>
            <pc:docMk/>
            <pc:sldMk cId="2535187400" sldId="256"/>
            <ac:spMk id="7" creationId="{971005EE-06FF-28F0-0AE3-5BFD9BB77A2E}"/>
          </ac:spMkLst>
        </pc:spChg>
        <pc:spChg chg="mod">
          <ac:chgData name="Guillermo AntonioAguirre" userId="42908199-65f4-4d4a-8e05-6e659ccb82ce" providerId="ADAL" clId="{9BEDD4DB-B428-4DFD-B8FE-E2969F34D415}" dt="2022-06-03T02:50:43.238" v="4136" actId="20577"/>
          <ac:spMkLst>
            <pc:docMk/>
            <pc:sldMk cId="2535187400" sldId="256"/>
            <ac:spMk id="8" creationId="{C3E8318D-99F4-752C-5276-6547285795E4}"/>
          </ac:spMkLst>
        </pc:spChg>
        <pc:spChg chg="mod">
          <ac:chgData name="Guillermo AntonioAguirre" userId="42908199-65f4-4d4a-8e05-6e659ccb82ce" providerId="ADAL" clId="{9BEDD4DB-B428-4DFD-B8FE-E2969F34D415}" dt="2022-06-03T02:49:57.120" v="4078" actId="1035"/>
          <ac:spMkLst>
            <pc:docMk/>
            <pc:sldMk cId="2535187400" sldId="256"/>
            <ac:spMk id="9" creationId="{384E300F-568B-6599-D22F-AD14BECE8370}"/>
          </ac:spMkLst>
        </pc:spChg>
      </pc:sldChg>
      <pc:sldChg chg="addSp delSp modSp mod">
        <pc:chgData name="Guillermo AntonioAguirre" userId="42908199-65f4-4d4a-8e05-6e659ccb82ce" providerId="ADAL" clId="{9BEDD4DB-B428-4DFD-B8FE-E2969F34D415}" dt="2022-06-03T15:52:08.822" v="6008" actId="2711"/>
        <pc:sldMkLst>
          <pc:docMk/>
          <pc:sldMk cId="1461893997" sldId="257"/>
        </pc:sldMkLst>
        <pc:spChg chg="mod">
          <ac:chgData name="Guillermo AntonioAguirre" userId="42908199-65f4-4d4a-8e05-6e659ccb82ce" providerId="ADAL" clId="{9BEDD4DB-B428-4DFD-B8FE-E2969F34D415}" dt="2022-06-03T15:29:53.467" v="5315" actId="207"/>
          <ac:spMkLst>
            <pc:docMk/>
            <pc:sldMk cId="1461893997" sldId="257"/>
            <ac:spMk id="9" creationId="{4F587474-DFF0-4DDD-0B03-43D940ECF747}"/>
          </ac:spMkLst>
        </pc:spChg>
        <pc:spChg chg="mod">
          <ac:chgData name="Guillermo AntonioAguirre" userId="42908199-65f4-4d4a-8e05-6e659ccb82ce" providerId="ADAL" clId="{9BEDD4DB-B428-4DFD-B8FE-E2969F34D415}" dt="2022-06-03T15:30:28.483" v="5318" actId="207"/>
          <ac:spMkLst>
            <pc:docMk/>
            <pc:sldMk cId="1461893997" sldId="257"/>
            <ac:spMk id="13" creationId="{58657EDB-4F7A-C405-C206-F910C85CC54C}"/>
          </ac:spMkLst>
        </pc:spChg>
        <pc:spChg chg="del mod">
          <ac:chgData name="Guillermo AntonioAguirre" userId="42908199-65f4-4d4a-8e05-6e659ccb82ce" providerId="ADAL" clId="{9BEDD4DB-B428-4DFD-B8FE-E2969F34D415}" dt="2022-06-03T15:28:32.631" v="5272" actId="478"/>
          <ac:spMkLst>
            <pc:docMk/>
            <pc:sldMk cId="1461893997" sldId="257"/>
            <ac:spMk id="15" creationId="{B84E9A9D-7B65-069B-0EE8-BEBD38CD3037}"/>
          </ac:spMkLst>
        </pc:spChg>
        <pc:spChg chg="del mod">
          <ac:chgData name="Guillermo AntonioAguirre" userId="42908199-65f4-4d4a-8e05-6e659ccb82ce" providerId="ADAL" clId="{9BEDD4DB-B428-4DFD-B8FE-E2969F34D415}" dt="2022-06-03T15:28:32.631" v="5272" actId="478"/>
          <ac:spMkLst>
            <pc:docMk/>
            <pc:sldMk cId="1461893997" sldId="257"/>
            <ac:spMk id="16" creationId="{62B4FA90-8E16-DB86-C274-BE37537638B9}"/>
          </ac:spMkLst>
        </pc:spChg>
        <pc:spChg chg="del mod">
          <ac:chgData name="Guillermo AntonioAguirre" userId="42908199-65f4-4d4a-8e05-6e659ccb82ce" providerId="ADAL" clId="{9BEDD4DB-B428-4DFD-B8FE-E2969F34D415}" dt="2022-06-03T15:28:32.631" v="5272" actId="478"/>
          <ac:spMkLst>
            <pc:docMk/>
            <pc:sldMk cId="1461893997" sldId="257"/>
            <ac:spMk id="17" creationId="{D4852D38-F68E-C823-ED40-273386E9AC7D}"/>
          </ac:spMkLst>
        </pc:spChg>
        <pc:spChg chg="add mod ord">
          <ac:chgData name="Guillermo AntonioAguirre" userId="42908199-65f4-4d4a-8e05-6e659ccb82ce" providerId="ADAL" clId="{9BEDD4DB-B428-4DFD-B8FE-E2969F34D415}" dt="2022-06-03T15:30:47.723" v="5320" actId="207"/>
          <ac:spMkLst>
            <pc:docMk/>
            <pc:sldMk cId="1461893997" sldId="257"/>
            <ac:spMk id="19" creationId="{AFEF809A-9C84-2E47-B772-DC4D9BAD211D}"/>
          </ac:spMkLst>
        </pc:spChg>
        <pc:spChg chg="add mod ord">
          <ac:chgData name="Guillermo AntonioAguirre" userId="42908199-65f4-4d4a-8e05-6e659ccb82ce" providerId="ADAL" clId="{9BEDD4DB-B428-4DFD-B8FE-E2969F34D415}" dt="2022-06-03T15:19:08.007" v="5198" actId="167"/>
          <ac:spMkLst>
            <pc:docMk/>
            <pc:sldMk cId="1461893997" sldId="257"/>
            <ac:spMk id="20" creationId="{1AA71C8E-3406-C030-CFB0-5BBC7C96DA2B}"/>
          </ac:spMkLst>
        </pc:spChg>
        <pc:spChg chg="mod">
          <ac:chgData name="Guillermo AntonioAguirre" userId="42908199-65f4-4d4a-8e05-6e659ccb82ce" providerId="ADAL" clId="{9BEDD4DB-B428-4DFD-B8FE-E2969F34D415}" dt="2022-06-03T15:52:08.822" v="6008" actId="2711"/>
          <ac:spMkLst>
            <pc:docMk/>
            <pc:sldMk cId="1461893997" sldId="257"/>
            <ac:spMk id="24" creationId="{5F7B33D7-6C16-0DB2-DE68-6536DA3347CC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1461893997" sldId="257"/>
            <ac:spMk id="27" creationId="{972BD19F-D50D-262E-50F5-E1859DDBEFBF}"/>
          </ac:spMkLst>
        </pc:spChg>
        <pc:spChg chg="mod">
          <ac:chgData name="Guillermo AntonioAguirre" userId="42908199-65f4-4d4a-8e05-6e659ccb82ce" providerId="ADAL" clId="{9BEDD4DB-B428-4DFD-B8FE-E2969F34D415}" dt="2022-06-03T15:21:01.871" v="5233" actId="20577"/>
          <ac:spMkLst>
            <pc:docMk/>
            <pc:sldMk cId="1461893997" sldId="257"/>
            <ac:spMk id="30" creationId="{C4B1F8FA-743C-74C8-0AC7-B97D461A3074}"/>
          </ac:spMkLst>
        </pc:spChg>
        <pc:spChg chg="mod">
          <ac:chgData name="Guillermo AntonioAguirre" userId="42908199-65f4-4d4a-8e05-6e659ccb82ce" providerId="ADAL" clId="{9BEDD4DB-B428-4DFD-B8FE-E2969F34D415}" dt="2022-06-03T15:19:56.443" v="5203"/>
          <ac:spMkLst>
            <pc:docMk/>
            <pc:sldMk cId="1461893997" sldId="257"/>
            <ac:spMk id="31" creationId="{CACBDE5E-0F2A-D84E-CC99-ACBA2EA08E69}"/>
          </ac:spMkLst>
        </pc:spChg>
        <pc:spChg chg="mod">
          <ac:chgData name="Guillermo AntonioAguirre" userId="42908199-65f4-4d4a-8e05-6e659ccb82ce" providerId="ADAL" clId="{9BEDD4DB-B428-4DFD-B8FE-E2969F34D415}" dt="2022-06-03T15:19:56.443" v="5203"/>
          <ac:spMkLst>
            <pc:docMk/>
            <pc:sldMk cId="1461893997" sldId="257"/>
            <ac:spMk id="32" creationId="{595A2BAD-BDAD-D918-69C4-FC629822EB25}"/>
          </ac:spMkLst>
        </pc:spChg>
        <pc:spChg chg="add del mod">
          <ac:chgData name="Guillermo AntonioAguirre" userId="42908199-65f4-4d4a-8e05-6e659ccb82ce" providerId="ADAL" clId="{9BEDD4DB-B428-4DFD-B8FE-E2969F34D415}" dt="2022-06-03T15:28:32.631" v="5272" actId="478"/>
          <ac:spMkLst>
            <pc:docMk/>
            <pc:sldMk cId="1461893997" sldId="257"/>
            <ac:spMk id="33" creationId="{E14428C0-C4E4-1A11-19A7-4A63CA7B62B1}"/>
          </ac:spMkLst>
        </pc:spChg>
        <pc:spChg chg="add del mod">
          <ac:chgData name="Guillermo AntonioAguirre" userId="42908199-65f4-4d4a-8e05-6e659ccb82ce" providerId="ADAL" clId="{9BEDD4DB-B428-4DFD-B8FE-E2969F34D415}" dt="2022-06-03T15:28:32.631" v="5272" actId="478"/>
          <ac:spMkLst>
            <pc:docMk/>
            <pc:sldMk cId="1461893997" sldId="257"/>
            <ac:spMk id="34" creationId="{150353C4-2E6E-BABE-BE78-0B6619FB8970}"/>
          </ac:spMkLst>
        </pc:spChg>
        <pc:spChg chg="add mod">
          <ac:chgData name="Guillermo AntonioAguirre" userId="42908199-65f4-4d4a-8e05-6e659ccb82ce" providerId="ADAL" clId="{9BEDD4DB-B428-4DFD-B8FE-E2969F34D415}" dt="2022-06-03T15:21:15.191" v="5255" actId="20577"/>
          <ac:spMkLst>
            <pc:docMk/>
            <pc:sldMk cId="1461893997" sldId="257"/>
            <ac:spMk id="35" creationId="{123FE831-834F-6B5D-4D03-A9DC860AD50C}"/>
          </ac:spMkLst>
        </pc:spChg>
        <pc:grpChg chg="add mod">
          <ac:chgData name="Guillermo AntonioAguirre" userId="42908199-65f4-4d4a-8e05-6e659ccb82ce" providerId="ADAL" clId="{9BEDD4DB-B428-4DFD-B8FE-E2969F34D415}" dt="2022-06-03T15:20:02.319" v="5204" actId="1076"/>
          <ac:grpSpMkLst>
            <pc:docMk/>
            <pc:sldMk cId="1461893997" sldId="257"/>
            <ac:grpSpMk id="21" creationId="{4799326C-A40B-82F9-E38B-7C8CF5807957}"/>
          </ac:grpSpMkLst>
        </pc:grpChg>
        <pc:grpChg chg="mod">
          <ac:chgData name="Guillermo AntonioAguirre" userId="42908199-65f4-4d4a-8e05-6e659ccb82ce" providerId="ADAL" clId="{9BEDD4DB-B428-4DFD-B8FE-E2969F34D415}" dt="2022-06-03T15:19:23.822" v="5200" actId="14100"/>
          <ac:grpSpMkLst>
            <pc:docMk/>
            <pc:sldMk cId="1461893997" sldId="257"/>
            <ac:grpSpMk id="22" creationId="{28E46D0F-7710-7F31-D504-6BE9D8452D16}"/>
          </ac:grpSpMkLst>
        </pc:grpChg>
        <pc:grpChg chg="mod">
          <ac:chgData name="Guillermo AntonioAguirre" userId="42908199-65f4-4d4a-8e05-6e659ccb82ce" providerId="ADAL" clId="{9BEDD4DB-B428-4DFD-B8FE-E2969F34D415}" dt="2022-06-03T15:19:45.334" v="5201" actId="1076"/>
          <ac:grpSpMkLst>
            <pc:docMk/>
            <pc:sldMk cId="1461893997" sldId="257"/>
            <ac:grpSpMk id="25" creationId="{BA511213-EBC6-6385-03C1-74E57CEBF6AF}"/>
          </ac:grpSpMkLst>
        </pc:grpChg>
        <pc:picChg chg="add mod">
          <ac:chgData name="Guillermo AntonioAguirre" userId="42908199-65f4-4d4a-8e05-6e659ccb82ce" providerId="ADAL" clId="{9BEDD4DB-B428-4DFD-B8FE-E2969F34D415}" dt="2022-06-03T15:28:55.480" v="5277" actId="1076"/>
          <ac:picMkLst>
            <pc:docMk/>
            <pc:sldMk cId="1461893997" sldId="257"/>
            <ac:picMk id="3" creationId="{75D655B8-5332-4D33-07A3-9D9D1750F501}"/>
          </ac:picMkLst>
        </pc:picChg>
        <pc:picChg chg="add mod">
          <ac:chgData name="Guillermo AntonioAguirre" userId="42908199-65f4-4d4a-8e05-6e659ccb82ce" providerId="ADAL" clId="{9BEDD4DB-B428-4DFD-B8FE-E2969F34D415}" dt="2022-06-03T15:28:51.673" v="5276" actId="1076"/>
          <ac:picMkLst>
            <pc:docMk/>
            <pc:sldMk cId="1461893997" sldId="257"/>
            <ac:picMk id="6" creationId="{6456D047-FFFE-A9D2-17C2-14D1D868F60A}"/>
          </ac:picMkLst>
        </pc:picChg>
        <pc:picChg chg="add mod">
          <ac:chgData name="Guillermo AntonioAguirre" userId="42908199-65f4-4d4a-8e05-6e659ccb82ce" providerId="ADAL" clId="{9BEDD4DB-B428-4DFD-B8FE-E2969F34D415}" dt="2022-06-03T15:28:41.904" v="5274" actId="1076"/>
          <ac:picMkLst>
            <pc:docMk/>
            <pc:sldMk cId="1461893997" sldId="257"/>
            <ac:picMk id="8" creationId="{F7BF8917-784F-BF0E-B676-05D77160598B}"/>
          </ac:picMkLst>
        </pc:picChg>
        <pc:picChg chg="add mod">
          <ac:chgData name="Guillermo AntonioAguirre" userId="42908199-65f4-4d4a-8e05-6e659ccb82ce" providerId="ADAL" clId="{9BEDD4DB-B428-4DFD-B8FE-E2969F34D415}" dt="2022-06-03T15:28:46.368" v="5275" actId="1076"/>
          <ac:picMkLst>
            <pc:docMk/>
            <pc:sldMk cId="1461893997" sldId="257"/>
            <ac:picMk id="14" creationId="{CCAC93C6-6E01-0C13-4455-988108939000}"/>
          </ac:picMkLst>
        </pc:picChg>
        <pc:picChg chg="add mod">
          <ac:chgData name="Guillermo AntonioAguirre" userId="42908199-65f4-4d4a-8e05-6e659ccb82ce" providerId="ADAL" clId="{9BEDD4DB-B428-4DFD-B8FE-E2969F34D415}" dt="2022-06-03T15:28:38.776" v="5273" actId="1076"/>
          <ac:picMkLst>
            <pc:docMk/>
            <pc:sldMk cId="1461893997" sldId="257"/>
            <ac:picMk id="36" creationId="{764F737D-8390-71C4-9CE2-634E554D04E8}"/>
          </ac:picMkLst>
        </pc:picChg>
      </pc:sldChg>
      <pc:sldChg chg="addSp modSp mod setBg">
        <pc:chgData name="Guillermo AntonioAguirre" userId="42908199-65f4-4d4a-8e05-6e659ccb82ce" providerId="ADAL" clId="{9BEDD4DB-B428-4DFD-B8FE-E2969F34D415}" dt="2022-06-02T21:47:24.427" v="2841"/>
        <pc:sldMkLst>
          <pc:docMk/>
          <pc:sldMk cId="2703481735" sldId="260"/>
        </pc:sldMkLst>
        <pc:spChg chg="mod">
          <ac:chgData name="Guillermo AntonioAguirre" userId="42908199-65f4-4d4a-8e05-6e659ccb82ce" providerId="ADAL" clId="{9BEDD4DB-B428-4DFD-B8FE-E2969F34D415}" dt="2022-06-02T16:46:18.962" v="122" actId="1076"/>
          <ac:spMkLst>
            <pc:docMk/>
            <pc:sldMk cId="2703481735" sldId="260"/>
            <ac:spMk id="7" creationId="{6FE7326A-9AB3-A4E7-72B4-5633AAF77E09}"/>
          </ac:spMkLst>
        </pc:spChg>
        <pc:spChg chg="mod">
          <ac:chgData name="Guillermo AntonioAguirre" userId="42908199-65f4-4d4a-8e05-6e659ccb82ce" providerId="ADAL" clId="{9BEDD4DB-B428-4DFD-B8FE-E2969F34D415}" dt="2022-06-02T16:45:43.193" v="118" actId="1076"/>
          <ac:spMkLst>
            <pc:docMk/>
            <pc:sldMk cId="2703481735" sldId="260"/>
            <ac:spMk id="8" creationId="{82AE1EE8-4813-22AC-7034-1B3BC9CE7A22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2703481735" sldId="260"/>
            <ac:spMk id="35" creationId="{5BF2781D-7E98-AC01-3569-12F3958BEAC0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2703481735" sldId="260"/>
            <ac:spMk id="36" creationId="{F0E7AA87-4A4A-539A-2DF7-A4AA39CB1AFA}"/>
          </ac:spMkLst>
        </pc:spChg>
        <pc:spChg chg="add 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2703481735" sldId="260"/>
            <ac:spMk id="39" creationId="{DCD8BC9B-AB3F-9CC2-02A1-4C1AAA6E38D2}"/>
          </ac:spMkLst>
        </pc:spChg>
        <pc:spChg chg="add mod">
          <ac:chgData name="Guillermo AntonioAguirre" userId="42908199-65f4-4d4a-8e05-6e659ccb82ce" providerId="ADAL" clId="{9BEDD4DB-B428-4DFD-B8FE-E2969F34D415}" dt="2022-06-02T18:47:44.229" v="1368" actId="1076"/>
          <ac:spMkLst>
            <pc:docMk/>
            <pc:sldMk cId="2703481735" sldId="260"/>
            <ac:spMk id="40" creationId="{93553498-9108-C815-5CDB-9E6DEDB6187F}"/>
          </ac:spMkLst>
        </pc:spChg>
      </pc:sldChg>
      <pc:sldChg chg="addSp delSp modSp mod">
        <pc:chgData name="Guillermo AntonioAguirre" userId="42908199-65f4-4d4a-8e05-6e659ccb82ce" providerId="ADAL" clId="{9BEDD4DB-B428-4DFD-B8FE-E2969F34D415}" dt="2022-06-03T02:55:48.732" v="4188" actId="20578"/>
        <pc:sldMkLst>
          <pc:docMk/>
          <pc:sldMk cId="3124252924" sldId="261"/>
        </pc:sldMkLst>
        <pc:spChg chg="add mod">
          <ac:chgData name="Guillermo AntonioAguirre" userId="42908199-65f4-4d4a-8e05-6e659ccb82ce" providerId="ADAL" clId="{9BEDD4DB-B428-4DFD-B8FE-E2969F34D415}" dt="2022-06-02T21:28:42.883" v="2534" actId="6549"/>
          <ac:spMkLst>
            <pc:docMk/>
            <pc:sldMk cId="3124252924" sldId="261"/>
            <ac:spMk id="11" creationId="{63A721BE-0E50-B80D-034D-8D0A1563A142}"/>
          </ac:spMkLst>
        </pc:spChg>
        <pc:spChg chg="add mod">
          <ac:chgData name="Guillermo AntonioAguirre" userId="42908199-65f4-4d4a-8e05-6e659ccb82ce" providerId="ADAL" clId="{9BEDD4DB-B428-4DFD-B8FE-E2969F34D415}" dt="2022-06-03T02:55:48.732" v="4188" actId="20578"/>
          <ac:spMkLst>
            <pc:docMk/>
            <pc:sldMk cId="3124252924" sldId="261"/>
            <ac:spMk id="12" creationId="{5F041380-A0FF-C9CA-F132-782ABB588835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3124252924" sldId="261"/>
            <ac:spMk id="35" creationId="{5BF2781D-7E98-AC01-3569-12F3958BEAC0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3124252924" sldId="261"/>
            <ac:spMk id="36" creationId="{F0E7AA87-4A4A-539A-2DF7-A4AA39CB1AFA}"/>
          </ac:spMkLst>
        </pc:spChg>
        <pc:graphicFrameChg chg="add del mod modGraphic">
          <ac:chgData name="Guillermo AntonioAguirre" userId="42908199-65f4-4d4a-8e05-6e659ccb82ce" providerId="ADAL" clId="{9BEDD4DB-B428-4DFD-B8FE-E2969F34D415}" dt="2022-06-02T21:10:03.796" v="2213" actId="21"/>
          <ac:graphicFrameMkLst>
            <pc:docMk/>
            <pc:sldMk cId="3124252924" sldId="261"/>
            <ac:graphicFrameMk id="8" creationId="{D52DBA1C-F631-0B5A-3CC4-325C5E9F93F1}"/>
          </ac:graphicFrameMkLst>
        </pc:graphicFrameChg>
        <pc:graphicFrameChg chg="add del mod modGraphic">
          <ac:chgData name="Guillermo AntonioAguirre" userId="42908199-65f4-4d4a-8e05-6e659ccb82ce" providerId="ADAL" clId="{9BEDD4DB-B428-4DFD-B8FE-E2969F34D415}" dt="2022-06-02T21:05:35.485" v="2156" actId="21"/>
          <ac:graphicFrameMkLst>
            <pc:docMk/>
            <pc:sldMk cId="3124252924" sldId="261"/>
            <ac:graphicFrameMk id="9" creationId="{A8C7FFB3-C2B7-7401-79A9-461D78372C62}"/>
          </ac:graphicFrameMkLst>
        </pc:graphicFrameChg>
        <pc:graphicFrameChg chg="add del mod">
          <ac:chgData name="Guillermo AntonioAguirre" userId="42908199-65f4-4d4a-8e05-6e659ccb82ce" providerId="ADAL" clId="{9BEDD4DB-B428-4DFD-B8FE-E2969F34D415}" dt="2022-06-02T21:20:19.685" v="2280" actId="478"/>
          <ac:graphicFrameMkLst>
            <pc:docMk/>
            <pc:sldMk cId="3124252924" sldId="261"/>
            <ac:graphicFrameMk id="10" creationId="{EBBCCECE-C1FA-0559-A2D2-95A977F074F1}"/>
          </ac:graphicFrameMkLst>
        </pc:graphicFrameChg>
      </pc:sldChg>
      <pc:sldChg chg="addSp modSp mod">
        <pc:chgData name="Guillermo AntonioAguirre" userId="42908199-65f4-4d4a-8e05-6e659ccb82ce" providerId="ADAL" clId="{9BEDD4DB-B428-4DFD-B8FE-E2969F34D415}" dt="2022-06-03T03:03:14.885" v="4190"/>
        <pc:sldMkLst>
          <pc:docMk/>
          <pc:sldMk cId="3424739373" sldId="262"/>
        </pc:sldMkLst>
        <pc:spChg chg="add mod">
          <ac:chgData name="Guillermo AntonioAguirre" userId="42908199-65f4-4d4a-8e05-6e659ccb82ce" providerId="ADAL" clId="{9BEDD4DB-B428-4DFD-B8FE-E2969F34D415}" dt="2022-06-03T03:03:14.885" v="4190"/>
          <ac:spMkLst>
            <pc:docMk/>
            <pc:sldMk cId="3424739373" sldId="262"/>
            <ac:spMk id="8" creationId="{CDEA4E6C-8FE2-2965-0190-0800D4E1D787}"/>
          </ac:spMkLst>
        </pc:spChg>
        <pc:spChg chg="add mod">
          <ac:chgData name="Guillermo AntonioAguirre" userId="42908199-65f4-4d4a-8e05-6e659ccb82ce" providerId="ADAL" clId="{9BEDD4DB-B428-4DFD-B8FE-E2969F34D415}" dt="2022-06-03T02:54:30.211" v="4166"/>
          <ac:spMkLst>
            <pc:docMk/>
            <pc:sldMk cId="3424739373" sldId="262"/>
            <ac:spMk id="9" creationId="{134A3B2B-DB2F-BACC-5821-3AEBBEABDD94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3424739373" sldId="262"/>
            <ac:spMk id="35" creationId="{5BF2781D-7E98-AC01-3569-12F3958BEAC0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3424739373" sldId="262"/>
            <ac:spMk id="36" creationId="{F0E7AA87-4A4A-539A-2DF7-A4AA39CB1AFA}"/>
          </ac:spMkLst>
        </pc:spChg>
      </pc:sldChg>
      <pc:sldChg chg="addSp modSp mod ord">
        <pc:chgData name="Guillermo AntonioAguirre" userId="42908199-65f4-4d4a-8e05-6e659ccb82ce" providerId="ADAL" clId="{9BEDD4DB-B428-4DFD-B8FE-E2969F34D415}" dt="2022-06-03T15:44:03.124" v="5691" actId="1076"/>
        <pc:sldMkLst>
          <pc:docMk/>
          <pc:sldMk cId="878127683" sldId="263"/>
        </pc:sldMkLst>
        <pc:spChg chg="mod">
          <ac:chgData name="Guillermo AntonioAguirre" userId="42908199-65f4-4d4a-8e05-6e659ccb82ce" providerId="ADAL" clId="{9BEDD4DB-B428-4DFD-B8FE-E2969F34D415}" dt="2022-06-03T04:37:15.987" v="5128"/>
          <ac:spMkLst>
            <pc:docMk/>
            <pc:sldMk cId="878127683" sldId="263"/>
            <ac:spMk id="9" creationId="{287FD9B3-F103-55A0-146F-1900EF726C0C}"/>
          </ac:spMkLst>
        </pc:spChg>
        <pc:spChg chg="mod">
          <ac:chgData name="Guillermo AntonioAguirre" userId="42908199-65f4-4d4a-8e05-6e659ccb82ce" providerId="ADAL" clId="{9BEDD4DB-B428-4DFD-B8FE-E2969F34D415}" dt="2022-06-03T04:37:15.987" v="5128"/>
          <ac:spMkLst>
            <pc:docMk/>
            <pc:sldMk cId="878127683" sldId="263"/>
            <ac:spMk id="10" creationId="{DEE6B83B-6F61-E77C-7669-B5BFDDF92396}"/>
          </ac:spMkLst>
        </pc:spChg>
        <pc:spChg chg="mod">
          <ac:chgData name="Guillermo AntonioAguirre" userId="42908199-65f4-4d4a-8e05-6e659ccb82ce" providerId="ADAL" clId="{9BEDD4DB-B428-4DFD-B8FE-E2969F34D415}" dt="2022-06-03T04:37:15.987" v="5128"/>
          <ac:spMkLst>
            <pc:docMk/>
            <pc:sldMk cId="878127683" sldId="263"/>
            <ac:spMk id="11" creationId="{E07C6EEB-2E04-0D9B-3A1E-8003828E0A8A}"/>
          </ac:spMkLst>
        </pc:spChg>
        <pc:spChg chg="mod">
          <ac:chgData name="Guillermo AntonioAguirre" userId="42908199-65f4-4d4a-8e05-6e659ccb82ce" providerId="ADAL" clId="{9BEDD4DB-B428-4DFD-B8FE-E2969F34D415}" dt="2022-06-03T04:37:15.987" v="5128"/>
          <ac:spMkLst>
            <pc:docMk/>
            <pc:sldMk cId="878127683" sldId="263"/>
            <ac:spMk id="12" creationId="{E3D28B5E-B624-A675-C1B8-AD09141A179F}"/>
          </ac:spMkLst>
        </pc:spChg>
        <pc:spChg chg="mod">
          <ac:chgData name="Guillermo AntonioAguirre" userId="42908199-65f4-4d4a-8e05-6e659ccb82ce" providerId="ADAL" clId="{9BEDD4DB-B428-4DFD-B8FE-E2969F34D415}" dt="2022-06-03T04:37:49.516" v="5130"/>
          <ac:spMkLst>
            <pc:docMk/>
            <pc:sldMk cId="878127683" sldId="263"/>
            <ac:spMk id="14" creationId="{F8C31B59-347C-86C0-6A03-D3AA4425D5F8}"/>
          </ac:spMkLst>
        </pc:spChg>
        <pc:spChg chg="mod">
          <ac:chgData name="Guillermo AntonioAguirre" userId="42908199-65f4-4d4a-8e05-6e659ccb82ce" providerId="ADAL" clId="{9BEDD4DB-B428-4DFD-B8FE-E2969F34D415}" dt="2022-06-03T04:37:49.516" v="5130"/>
          <ac:spMkLst>
            <pc:docMk/>
            <pc:sldMk cId="878127683" sldId="263"/>
            <ac:spMk id="15" creationId="{69092002-39D1-B39A-4D1F-D2D52DAC6A67}"/>
          </ac:spMkLst>
        </pc:spChg>
        <pc:spChg chg="mod">
          <ac:chgData name="Guillermo AntonioAguirre" userId="42908199-65f4-4d4a-8e05-6e659ccb82ce" providerId="ADAL" clId="{9BEDD4DB-B428-4DFD-B8FE-E2969F34D415}" dt="2022-06-03T04:37:49.516" v="5130"/>
          <ac:spMkLst>
            <pc:docMk/>
            <pc:sldMk cId="878127683" sldId="263"/>
            <ac:spMk id="16" creationId="{E354BCCD-0877-F471-5E92-52DEB3E806AD}"/>
          </ac:spMkLst>
        </pc:spChg>
        <pc:spChg chg="mod">
          <ac:chgData name="Guillermo AntonioAguirre" userId="42908199-65f4-4d4a-8e05-6e659ccb82ce" providerId="ADAL" clId="{9BEDD4DB-B428-4DFD-B8FE-E2969F34D415}" dt="2022-06-03T04:37:49.516" v="5130"/>
          <ac:spMkLst>
            <pc:docMk/>
            <pc:sldMk cId="878127683" sldId="263"/>
            <ac:spMk id="17" creationId="{26AC79C2-483C-ED90-8D01-FC26DDDD5A40}"/>
          </ac:spMkLst>
        </pc:spChg>
        <pc:spChg chg="mod">
          <ac:chgData name="Guillermo AntonioAguirre" userId="42908199-65f4-4d4a-8e05-6e659ccb82ce" providerId="ADAL" clId="{9BEDD4DB-B428-4DFD-B8FE-E2969F34D415}" dt="2022-06-03T04:38:16.771" v="5132"/>
          <ac:spMkLst>
            <pc:docMk/>
            <pc:sldMk cId="878127683" sldId="263"/>
            <ac:spMk id="19" creationId="{BAB22AF2-E91C-BCB8-93CE-3A84689326E4}"/>
          </ac:spMkLst>
        </pc:spChg>
        <pc:spChg chg="mod">
          <ac:chgData name="Guillermo AntonioAguirre" userId="42908199-65f4-4d4a-8e05-6e659ccb82ce" providerId="ADAL" clId="{9BEDD4DB-B428-4DFD-B8FE-E2969F34D415}" dt="2022-06-03T04:38:16.771" v="5132"/>
          <ac:spMkLst>
            <pc:docMk/>
            <pc:sldMk cId="878127683" sldId="263"/>
            <ac:spMk id="20" creationId="{51C73EF9-2CDF-585A-2134-41756FB02FA6}"/>
          </ac:spMkLst>
        </pc:spChg>
        <pc:spChg chg="mod">
          <ac:chgData name="Guillermo AntonioAguirre" userId="42908199-65f4-4d4a-8e05-6e659ccb82ce" providerId="ADAL" clId="{9BEDD4DB-B428-4DFD-B8FE-E2969F34D415}" dt="2022-06-03T04:38:16.771" v="5132"/>
          <ac:spMkLst>
            <pc:docMk/>
            <pc:sldMk cId="878127683" sldId="263"/>
            <ac:spMk id="21" creationId="{1ED475B7-F283-3BAA-3B07-3702F8D2E11E}"/>
          </ac:spMkLst>
        </pc:spChg>
        <pc:spChg chg="mod">
          <ac:chgData name="Guillermo AntonioAguirre" userId="42908199-65f4-4d4a-8e05-6e659ccb82ce" providerId="ADAL" clId="{9BEDD4DB-B428-4DFD-B8FE-E2969F34D415}" dt="2022-06-03T04:38:16.771" v="5132"/>
          <ac:spMkLst>
            <pc:docMk/>
            <pc:sldMk cId="878127683" sldId="263"/>
            <ac:spMk id="22" creationId="{0CAEB722-0B36-E56E-1D0A-1DA55E7CD4B2}"/>
          </ac:spMkLst>
        </pc:spChg>
        <pc:spChg chg="mod">
          <ac:chgData name="Guillermo AntonioAguirre" userId="42908199-65f4-4d4a-8e05-6e659ccb82ce" providerId="ADAL" clId="{9BEDD4DB-B428-4DFD-B8FE-E2969F34D415}" dt="2022-06-03T04:39:09.859" v="5134"/>
          <ac:spMkLst>
            <pc:docMk/>
            <pc:sldMk cId="878127683" sldId="263"/>
            <ac:spMk id="24" creationId="{B11D4C4A-7858-34D6-2F35-4910AE8EEC12}"/>
          </ac:spMkLst>
        </pc:spChg>
        <pc:spChg chg="mod">
          <ac:chgData name="Guillermo AntonioAguirre" userId="42908199-65f4-4d4a-8e05-6e659ccb82ce" providerId="ADAL" clId="{9BEDD4DB-B428-4DFD-B8FE-E2969F34D415}" dt="2022-06-03T04:39:09.859" v="5134"/>
          <ac:spMkLst>
            <pc:docMk/>
            <pc:sldMk cId="878127683" sldId="263"/>
            <ac:spMk id="25" creationId="{5E32FD1E-A90E-7047-E9AD-5015BD80491E}"/>
          </ac:spMkLst>
        </pc:spChg>
        <pc:spChg chg="mod">
          <ac:chgData name="Guillermo AntonioAguirre" userId="42908199-65f4-4d4a-8e05-6e659ccb82ce" providerId="ADAL" clId="{9BEDD4DB-B428-4DFD-B8FE-E2969F34D415}" dt="2022-06-03T04:39:09.859" v="5134"/>
          <ac:spMkLst>
            <pc:docMk/>
            <pc:sldMk cId="878127683" sldId="263"/>
            <ac:spMk id="26" creationId="{9408CC7C-8094-0D7C-9559-2794009B41C7}"/>
          </ac:spMkLst>
        </pc:spChg>
        <pc:spChg chg="mod">
          <ac:chgData name="Guillermo AntonioAguirre" userId="42908199-65f4-4d4a-8e05-6e659ccb82ce" providerId="ADAL" clId="{9BEDD4DB-B428-4DFD-B8FE-E2969F34D415}" dt="2022-06-03T04:39:09.859" v="5134"/>
          <ac:spMkLst>
            <pc:docMk/>
            <pc:sldMk cId="878127683" sldId="263"/>
            <ac:spMk id="27" creationId="{D4A612E7-4717-0C22-7F41-32B8C3781BC6}"/>
          </ac:spMkLst>
        </pc:spChg>
        <pc:spChg chg="add mod">
          <ac:chgData name="Guillermo AntonioAguirre" userId="42908199-65f4-4d4a-8e05-6e659ccb82ce" providerId="ADAL" clId="{9BEDD4DB-B428-4DFD-B8FE-E2969F34D415}" dt="2022-06-03T15:43:43.108" v="5687" actId="6549"/>
          <ac:spMkLst>
            <pc:docMk/>
            <pc:sldMk cId="878127683" sldId="263"/>
            <ac:spMk id="28" creationId="{8B1F4B3B-C1B8-D451-C9D9-E854321819F1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878127683" sldId="263"/>
            <ac:spMk id="35" creationId="{5BF2781D-7E98-AC01-3569-12F3958BEAC0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878127683" sldId="263"/>
            <ac:spMk id="36" creationId="{F0E7AA87-4A4A-539A-2DF7-A4AA39CB1AFA}"/>
          </ac:spMkLst>
        </pc:spChg>
        <pc:grpChg chg="add mod">
          <ac:chgData name="Guillermo AntonioAguirre" userId="42908199-65f4-4d4a-8e05-6e659ccb82ce" providerId="ADAL" clId="{9BEDD4DB-B428-4DFD-B8FE-E2969F34D415}" dt="2022-06-03T15:43:48.555" v="5688" actId="1076"/>
          <ac:grpSpMkLst>
            <pc:docMk/>
            <pc:sldMk cId="878127683" sldId="263"/>
            <ac:grpSpMk id="8" creationId="{E25F4901-9C0E-37A0-82DF-76A56448A964}"/>
          </ac:grpSpMkLst>
        </pc:grpChg>
        <pc:grpChg chg="add mod">
          <ac:chgData name="Guillermo AntonioAguirre" userId="42908199-65f4-4d4a-8e05-6e659ccb82ce" providerId="ADAL" clId="{9BEDD4DB-B428-4DFD-B8FE-E2969F34D415}" dt="2022-06-03T15:43:58.675" v="5690" actId="1076"/>
          <ac:grpSpMkLst>
            <pc:docMk/>
            <pc:sldMk cId="878127683" sldId="263"/>
            <ac:grpSpMk id="13" creationId="{4ACA2933-9451-01ED-B9E7-1A57D90F8286}"/>
          </ac:grpSpMkLst>
        </pc:grpChg>
        <pc:grpChg chg="add mod">
          <ac:chgData name="Guillermo AntonioAguirre" userId="42908199-65f4-4d4a-8e05-6e659ccb82ce" providerId="ADAL" clId="{9BEDD4DB-B428-4DFD-B8FE-E2969F34D415}" dt="2022-06-03T15:43:53.284" v="5689" actId="1076"/>
          <ac:grpSpMkLst>
            <pc:docMk/>
            <pc:sldMk cId="878127683" sldId="263"/>
            <ac:grpSpMk id="18" creationId="{9E6CA8DD-E065-6D44-984A-A4864B30331C}"/>
          </ac:grpSpMkLst>
        </pc:grpChg>
        <pc:grpChg chg="add mod">
          <ac:chgData name="Guillermo AntonioAguirre" userId="42908199-65f4-4d4a-8e05-6e659ccb82ce" providerId="ADAL" clId="{9BEDD4DB-B428-4DFD-B8FE-E2969F34D415}" dt="2022-06-03T15:44:03.124" v="5691" actId="1076"/>
          <ac:grpSpMkLst>
            <pc:docMk/>
            <pc:sldMk cId="878127683" sldId="263"/>
            <ac:grpSpMk id="23" creationId="{7F722BD9-ECB9-F172-F685-4DC7C3F45AB7}"/>
          </ac:grpSpMkLst>
        </pc:grpChg>
      </pc:sldChg>
      <pc:sldChg chg="addSp delSp modSp add mod">
        <pc:chgData name="Guillermo AntonioAguirre" userId="42908199-65f4-4d4a-8e05-6e659ccb82ce" providerId="ADAL" clId="{9BEDD4DB-B428-4DFD-B8FE-E2969F34D415}" dt="2022-06-02T21:47:24.427" v="2841"/>
        <pc:sldMkLst>
          <pc:docMk/>
          <pc:sldMk cId="1756919093" sldId="264"/>
        </pc:sldMkLst>
        <pc:spChg chg="del">
          <ac:chgData name="Guillermo AntonioAguirre" userId="42908199-65f4-4d4a-8e05-6e659ccb82ce" providerId="ADAL" clId="{9BEDD4DB-B428-4DFD-B8FE-E2969F34D415}" dt="2022-06-02T16:46:08.243" v="120" actId="478"/>
          <ac:spMkLst>
            <pc:docMk/>
            <pc:sldMk cId="1756919093" sldId="264"/>
            <ac:spMk id="7" creationId="{6FE7326A-9AB3-A4E7-72B4-5633AAF77E09}"/>
          </ac:spMkLst>
        </pc:spChg>
        <pc:spChg chg="del">
          <ac:chgData name="Guillermo AntonioAguirre" userId="42908199-65f4-4d4a-8e05-6e659ccb82ce" providerId="ADAL" clId="{9BEDD4DB-B428-4DFD-B8FE-E2969F34D415}" dt="2022-06-02T16:51:36.681" v="269" actId="478"/>
          <ac:spMkLst>
            <pc:docMk/>
            <pc:sldMk cId="1756919093" sldId="264"/>
            <ac:spMk id="8" creationId="{82AE1EE8-4813-22AC-7034-1B3BC9CE7A22}"/>
          </ac:spMkLst>
        </pc:spChg>
        <pc:spChg chg="add mod">
          <ac:chgData name="Guillermo AntonioAguirre" userId="42908199-65f4-4d4a-8e05-6e659ccb82ce" providerId="ADAL" clId="{9BEDD4DB-B428-4DFD-B8FE-E2969F34D415}" dt="2022-06-02T18:47:33.454" v="1366" actId="1076"/>
          <ac:spMkLst>
            <pc:docMk/>
            <pc:sldMk cId="1756919093" sldId="264"/>
            <ac:spMk id="11" creationId="{9CD8F4B7-664E-B5AC-A3E6-EBA068870ECB}"/>
          </ac:spMkLst>
        </pc:spChg>
        <pc:spChg chg="add mod">
          <ac:chgData name="Guillermo AntonioAguirre" userId="42908199-65f4-4d4a-8e05-6e659ccb82ce" providerId="ADAL" clId="{9BEDD4DB-B428-4DFD-B8FE-E2969F34D415}" dt="2022-06-02T17:01:08.096" v="489" actId="403"/>
          <ac:spMkLst>
            <pc:docMk/>
            <pc:sldMk cId="1756919093" sldId="264"/>
            <ac:spMk id="15" creationId="{8D5A6B89-EF26-A5E1-B769-7E64177F65D7}"/>
          </ac:spMkLst>
        </pc:spChg>
        <pc:spChg chg="add del">
          <ac:chgData name="Guillermo AntonioAguirre" userId="42908199-65f4-4d4a-8e05-6e659ccb82ce" providerId="ADAL" clId="{9BEDD4DB-B428-4DFD-B8FE-E2969F34D415}" dt="2022-06-02T17:03:05.502" v="494" actId="478"/>
          <ac:spMkLst>
            <pc:docMk/>
            <pc:sldMk cId="1756919093" sldId="264"/>
            <ac:spMk id="17" creationId="{97C61B53-3B52-7F60-C1C2-C7F36712FFFE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1756919093" sldId="264"/>
            <ac:spMk id="35" creationId="{5BF2781D-7E98-AC01-3569-12F3958BEAC0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1756919093" sldId="264"/>
            <ac:spMk id="36" creationId="{F0E7AA87-4A4A-539A-2DF7-A4AA39CB1AFA}"/>
          </ac:spMkLst>
        </pc:spChg>
        <pc:spChg chg="mod">
          <ac:chgData name="Guillermo AntonioAguirre" userId="42908199-65f4-4d4a-8e05-6e659ccb82ce" providerId="ADAL" clId="{9BEDD4DB-B428-4DFD-B8FE-E2969F34D415}" dt="2022-06-02T16:53:25.360" v="452" actId="947"/>
          <ac:spMkLst>
            <pc:docMk/>
            <pc:sldMk cId="1756919093" sldId="264"/>
            <ac:spMk id="39" creationId="{DCD8BC9B-AB3F-9CC2-02A1-4C1AAA6E38D2}"/>
          </ac:spMkLst>
        </pc:spChg>
        <pc:graphicFrameChg chg="add mod modGraphic">
          <ac:chgData name="Guillermo AntonioAguirre" userId="42908199-65f4-4d4a-8e05-6e659ccb82ce" providerId="ADAL" clId="{9BEDD4DB-B428-4DFD-B8FE-E2969F34D415}" dt="2022-06-02T17:00:11.380" v="482"/>
          <ac:graphicFrameMkLst>
            <pc:docMk/>
            <pc:sldMk cId="1756919093" sldId="264"/>
            <ac:graphicFrameMk id="2" creationId="{18E45687-FA0F-872D-4092-2C3555EE6762}"/>
          </ac:graphicFrameMkLst>
        </pc:graphicFrameChg>
        <pc:graphicFrameChg chg="add del mod">
          <ac:chgData name="Guillermo AntonioAguirre" userId="42908199-65f4-4d4a-8e05-6e659ccb82ce" providerId="ADAL" clId="{9BEDD4DB-B428-4DFD-B8FE-E2969F34D415}" dt="2022-06-02T17:00:32.890" v="484"/>
          <ac:graphicFrameMkLst>
            <pc:docMk/>
            <pc:sldMk cId="1756919093" sldId="264"/>
            <ac:graphicFrameMk id="3" creationId="{6EDFCA4C-C5C4-C5E4-F167-D0B04627A3EC}"/>
          </ac:graphicFrameMkLst>
        </pc:graphicFrameChg>
      </pc:sldChg>
      <pc:sldChg chg="addSp delSp modSp add mod">
        <pc:chgData name="Guillermo AntonioAguirre" userId="42908199-65f4-4d4a-8e05-6e659ccb82ce" providerId="ADAL" clId="{9BEDD4DB-B428-4DFD-B8FE-E2969F34D415}" dt="2022-06-02T21:47:24.427" v="2841"/>
        <pc:sldMkLst>
          <pc:docMk/>
          <pc:sldMk cId="706940585" sldId="265"/>
        </pc:sldMkLst>
        <pc:spChg chg="mod">
          <ac:chgData name="Guillermo AntonioAguirre" userId="42908199-65f4-4d4a-8e05-6e659ccb82ce" providerId="ADAL" clId="{9BEDD4DB-B428-4DFD-B8FE-E2969F34D415}" dt="2022-06-02T17:03:30.846" v="498" actId="1076"/>
          <ac:spMkLst>
            <pc:docMk/>
            <pc:sldMk cId="706940585" sldId="265"/>
            <ac:spMk id="2" creationId="{19DB27D9-597D-DABB-85F0-08E4A82286B5}"/>
          </ac:spMkLst>
        </pc:spChg>
        <pc:spChg chg="mod">
          <ac:chgData name="Guillermo AntonioAguirre" userId="42908199-65f4-4d4a-8e05-6e659ccb82ce" providerId="ADAL" clId="{9BEDD4DB-B428-4DFD-B8FE-E2969F34D415}" dt="2022-06-02T18:47:20.509" v="1364" actId="1076"/>
          <ac:spMkLst>
            <pc:docMk/>
            <pc:sldMk cId="706940585" sldId="265"/>
            <ac:spMk id="11" creationId="{9CD8F4B7-664E-B5AC-A3E6-EBA068870ECB}"/>
          </ac:spMkLst>
        </pc:spChg>
        <pc:spChg chg="add del">
          <ac:chgData name="Guillermo AntonioAguirre" userId="42908199-65f4-4d4a-8e05-6e659ccb82ce" providerId="ADAL" clId="{9BEDD4DB-B428-4DFD-B8FE-E2969F34D415}" dt="2022-06-02T17:08:49.219" v="538" actId="11529"/>
          <ac:spMkLst>
            <pc:docMk/>
            <pc:sldMk cId="706940585" sldId="265"/>
            <ac:spMk id="23" creationId="{A63EA57D-BB8E-A67C-45AC-93ECBD98FDDB}"/>
          </ac:spMkLst>
        </pc:spChg>
        <pc:spChg chg="add del">
          <ac:chgData name="Guillermo AntonioAguirre" userId="42908199-65f4-4d4a-8e05-6e659ccb82ce" providerId="ADAL" clId="{9BEDD4DB-B428-4DFD-B8FE-E2969F34D415}" dt="2022-06-02T17:09:12.263" v="540" actId="478"/>
          <ac:spMkLst>
            <pc:docMk/>
            <pc:sldMk cId="706940585" sldId="265"/>
            <ac:spMk id="24" creationId="{3939A9A0-DD25-DAAF-3A43-A60C579394D8}"/>
          </ac:spMkLst>
        </pc:spChg>
        <pc:spChg chg="add del">
          <ac:chgData name="Guillermo AntonioAguirre" userId="42908199-65f4-4d4a-8e05-6e659ccb82ce" providerId="ADAL" clId="{9BEDD4DB-B428-4DFD-B8FE-E2969F34D415}" dt="2022-06-02T17:10:07.606" v="544" actId="478"/>
          <ac:spMkLst>
            <pc:docMk/>
            <pc:sldMk cId="706940585" sldId="265"/>
            <ac:spMk id="27" creationId="{8A6C1549-ACD9-4AB4-5CD0-8E019F434C24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706940585" sldId="265"/>
            <ac:spMk id="35" creationId="{5BF2781D-7E98-AC01-3569-12F3958BEAC0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706940585" sldId="265"/>
            <ac:spMk id="36" creationId="{F0E7AA87-4A4A-539A-2DF7-A4AA39CB1AFA}"/>
          </ac:spMkLst>
        </pc:spChg>
        <pc:spChg chg="mod">
          <ac:chgData name="Guillermo AntonioAguirre" userId="42908199-65f4-4d4a-8e05-6e659ccb82ce" providerId="ADAL" clId="{9BEDD4DB-B428-4DFD-B8FE-E2969F34D415}" dt="2022-06-02T17:22:56.434" v="719" actId="1076"/>
          <ac:spMkLst>
            <pc:docMk/>
            <pc:sldMk cId="706940585" sldId="265"/>
            <ac:spMk id="39" creationId="{DCD8BC9B-AB3F-9CC2-02A1-4C1AAA6E38D2}"/>
          </ac:spMkLst>
        </pc:spChg>
        <pc:spChg chg="add mod">
          <ac:chgData name="Guillermo AntonioAguirre" userId="42908199-65f4-4d4a-8e05-6e659ccb82ce" providerId="ADAL" clId="{9BEDD4DB-B428-4DFD-B8FE-E2969F34D415}" dt="2022-06-02T17:30:45.677" v="865" actId="1076"/>
          <ac:spMkLst>
            <pc:docMk/>
            <pc:sldMk cId="706940585" sldId="265"/>
            <ac:spMk id="118" creationId="{C2728353-0BE9-2941-A5DD-4F48884740B3}"/>
          </ac:spMkLst>
        </pc:spChg>
        <pc:spChg chg="add mod">
          <ac:chgData name="Guillermo AntonioAguirre" userId="42908199-65f4-4d4a-8e05-6e659ccb82ce" providerId="ADAL" clId="{9BEDD4DB-B428-4DFD-B8FE-E2969F34D415}" dt="2022-06-02T17:35:35.276" v="953" actId="404"/>
          <ac:spMkLst>
            <pc:docMk/>
            <pc:sldMk cId="706940585" sldId="265"/>
            <ac:spMk id="119" creationId="{4036BE77-3FAE-7A28-384F-ADB20ED58F90}"/>
          </ac:spMkLst>
        </pc:spChg>
        <pc:spChg chg="add mod">
          <ac:chgData name="Guillermo AntonioAguirre" userId="42908199-65f4-4d4a-8e05-6e659ccb82ce" providerId="ADAL" clId="{9BEDD4DB-B428-4DFD-B8FE-E2969F34D415}" dt="2022-06-02T20:13:48.565" v="1940" actId="20577"/>
          <ac:spMkLst>
            <pc:docMk/>
            <pc:sldMk cId="706940585" sldId="265"/>
            <ac:spMk id="120" creationId="{44DA2E2F-A6FD-3987-5CDD-10C60180E3D5}"/>
          </ac:spMkLst>
        </pc:spChg>
        <pc:spChg chg="add mod">
          <ac:chgData name="Guillermo AntonioAguirre" userId="42908199-65f4-4d4a-8e05-6e659ccb82ce" providerId="ADAL" clId="{9BEDD4DB-B428-4DFD-B8FE-E2969F34D415}" dt="2022-06-02T17:37:39.695" v="970" actId="1076"/>
          <ac:spMkLst>
            <pc:docMk/>
            <pc:sldMk cId="706940585" sldId="265"/>
            <ac:spMk id="121" creationId="{C26226BB-F767-1A29-113C-68A6720710BB}"/>
          </ac:spMkLst>
        </pc:spChg>
        <pc:spChg chg="add mod">
          <ac:chgData name="Guillermo AntonioAguirre" userId="42908199-65f4-4d4a-8e05-6e659ccb82ce" providerId="ADAL" clId="{9BEDD4DB-B428-4DFD-B8FE-E2969F34D415}" dt="2022-06-02T20:13:59.655" v="1943" actId="20577"/>
          <ac:spMkLst>
            <pc:docMk/>
            <pc:sldMk cId="706940585" sldId="265"/>
            <ac:spMk id="122" creationId="{690381CD-8060-6B03-B88C-5EBF83DE4928}"/>
          </ac:spMkLst>
        </pc:spChg>
        <pc:spChg chg="add mod">
          <ac:chgData name="Guillermo AntonioAguirre" userId="42908199-65f4-4d4a-8e05-6e659ccb82ce" providerId="ADAL" clId="{9BEDD4DB-B428-4DFD-B8FE-E2969F34D415}" dt="2022-06-02T17:42:44.031" v="1037" actId="1076"/>
          <ac:spMkLst>
            <pc:docMk/>
            <pc:sldMk cId="706940585" sldId="265"/>
            <ac:spMk id="123" creationId="{290BB824-FE87-840B-07CD-FD70E1BE3345}"/>
          </ac:spMkLst>
        </pc:spChg>
        <pc:spChg chg="add mod">
          <ac:chgData name="Guillermo AntonioAguirre" userId="42908199-65f4-4d4a-8e05-6e659ccb82ce" providerId="ADAL" clId="{9BEDD4DB-B428-4DFD-B8FE-E2969F34D415}" dt="2022-06-02T20:14:16.109" v="1948" actId="20577"/>
          <ac:spMkLst>
            <pc:docMk/>
            <pc:sldMk cId="706940585" sldId="265"/>
            <ac:spMk id="124" creationId="{96CC34C7-02AE-07D1-8AE0-51A15D375A8B}"/>
          </ac:spMkLst>
        </pc:spChg>
        <pc:spChg chg="add mod">
          <ac:chgData name="Guillermo AntonioAguirre" userId="42908199-65f4-4d4a-8e05-6e659ccb82ce" providerId="ADAL" clId="{9BEDD4DB-B428-4DFD-B8FE-E2969F34D415}" dt="2022-06-02T18:32:28.870" v="1147" actId="1076"/>
          <ac:spMkLst>
            <pc:docMk/>
            <pc:sldMk cId="706940585" sldId="265"/>
            <ac:spMk id="125" creationId="{EE564A91-2C83-7725-61AB-04B5FC5EB323}"/>
          </ac:spMkLst>
        </pc:spChg>
        <pc:graphicFrameChg chg="add mod">
          <ac:chgData name="Guillermo AntonioAguirre" userId="42908199-65f4-4d4a-8e05-6e659ccb82ce" providerId="ADAL" clId="{9BEDD4DB-B428-4DFD-B8FE-E2969F34D415}" dt="2022-06-02T17:03:25.502" v="497" actId="1076"/>
          <ac:graphicFrameMkLst>
            <pc:docMk/>
            <pc:sldMk cId="706940585" sldId="265"/>
            <ac:graphicFrameMk id="12" creationId="{96490CEF-63D3-015F-9447-1EDD5D0310E0}"/>
          </ac:graphicFrameMkLst>
        </pc:graphicFrameChg>
        <pc:graphicFrameChg chg="add mod">
          <ac:chgData name="Guillermo AntonioAguirre" userId="42908199-65f4-4d4a-8e05-6e659ccb82ce" providerId="ADAL" clId="{9BEDD4DB-B428-4DFD-B8FE-E2969F34D415}" dt="2022-06-02T17:23:05.616" v="733" actId="1038"/>
          <ac:graphicFrameMkLst>
            <pc:docMk/>
            <pc:sldMk cId="706940585" sldId="265"/>
            <ac:graphicFrameMk id="78" creationId="{678128C5-D6EC-0B29-5561-D0887D842234}"/>
          </ac:graphicFrameMkLst>
        </pc:graphicFrameChg>
        <pc:cxnChg chg="add mod">
          <ac:chgData name="Guillermo AntonioAguirre" userId="42908199-65f4-4d4a-8e05-6e659ccb82ce" providerId="ADAL" clId="{9BEDD4DB-B428-4DFD-B8FE-E2969F34D415}" dt="2022-06-02T17:05:06.117" v="511" actId="1076"/>
          <ac:cxnSpMkLst>
            <pc:docMk/>
            <pc:sldMk cId="706940585" sldId="265"/>
            <ac:cxnSpMk id="4" creationId="{3540208D-E14D-DB6A-C15D-706D9CDE811F}"/>
          </ac:cxnSpMkLst>
        </pc:cxnChg>
        <pc:cxnChg chg="add del mod">
          <ac:chgData name="Guillermo AntonioAguirre" userId="42908199-65f4-4d4a-8e05-6e659ccb82ce" providerId="ADAL" clId="{9BEDD4DB-B428-4DFD-B8FE-E2969F34D415}" dt="2022-06-02T17:07:40.158" v="530" actId="478"/>
          <ac:cxnSpMkLst>
            <pc:docMk/>
            <pc:sldMk cId="706940585" sldId="265"/>
            <ac:cxnSpMk id="8" creationId="{09571918-4F28-8794-DCC2-6E68B8DCD019}"/>
          </ac:cxnSpMkLst>
        </pc:cxnChg>
        <pc:cxnChg chg="add mod">
          <ac:chgData name="Guillermo AntonioAguirre" userId="42908199-65f4-4d4a-8e05-6e659ccb82ce" providerId="ADAL" clId="{9BEDD4DB-B428-4DFD-B8FE-E2969F34D415}" dt="2022-06-02T17:05:03.206" v="510" actId="1076"/>
          <ac:cxnSpMkLst>
            <pc:docMk/>
            <pc:sldMk cId="706940585" sldId="265"/>
            <ac:cxnSpMk id="14" creationId="{7D382156-8F2C-7596-1CE3-537DBC3655CB}"/>
          </ac:cxnSpMkLst>
        </pc:cxnChg>
        <pc:cxnChg chg="add mod">
          <ac:chgData name="Guillermo AntonioAguirre" userId="42908199-65f4-4d4a-8e05-6e659ccb82ce" providerId="ADAL" clId="{9BEDD4DB-B428-4DFD-B8FE-E2969F34D415}" dt="2022-06-02T17:05:17.662" v="513" actId="1076"/>
          <ac:cxnSpMkLst>
            <pc:docMk/>
            <pc:sldMk cId="706940585" sldId="265"/>
            <ac:cxnSpMk id="15" creationId="{B70F11A7-E6BC-60A1-E6B2-C08966C74122}"/>
          </ac:cxnSpMkLst>
        </pc:cxnChg>
        <pc:cxnChg chg="add mod">
          <ac:chgData name="Guillermo AntonioAguirre" userId="42908199-65f4-4d4a-8e05-6e659ccb82ce" providerId="ADAL" clId="{9BEDD4DB-B428-4DFD-B8FE-E2969F34D415}" dt="2022-06-02T17:05:35.221" v="517" actId="1076"/>
          <ac:cxnSpMkLst>
            <pc:docMk/>
            <pc:sldMk cId="706940585" sldId="265"/>
            <ac:cxnSpMk id="16" creationId="{9CD07CA3-6955-0E41-2D38-0F8DE7E079E2}"/>
          </ac:cxnSpMkLst>
        </pc:cxnChg>
        <pc:cxnChg chg="add del mod">
          <ac:chgData name="Guillermo AntonioAguirre" userId="42908199-65f4-4d4a-8e05-6e659ccb82ce" providerId="ADAL" clId="{9BEDD4DB-B428-4DFD-B8FE-E2969F34D415}" dt="2022-06-02T17:08:19.861" v="536" actId="478"/>
          <ac:cxnSpMkLst>
            <pc:docMk/>
            <pc:sldMk cId="706940585" sldId="265"/>
            <ac:cxnSpMk id="17" creationId="{A833B6EB-7D13-52DF-11C8-7358ADA0230C}"/>
          </ac:cxnSpMkLst>
        </pc:cxnChg>
        <pc:cxnChg chg="add mod">
          <ac:chgData name="Guillermo AntonioAguirre" userId="42908199-65f4-4d4a-8e05-6e659ccb82ce" providerId="ADAL" clId="{9BEDD4DB-B428-4DFD-B8FE-E2969F34D415}" dt="2022-06-02T17:05:42.302" v="519" actId="1076"/>
          <ac:cxnSpMkLst>
            <pc:docMk/>
            <pc:sldMk cId="706940585" sldId="265"/>
            <ac:cxnSpMk id="18" creationId="{7602A6E4-B8DB-5EFC-1BAB-1432BE1E0803}"/>
          </ac:cxnSpMkLst>
        </pc:cxnChg>
        <pc:cxnChg chg="add mod">
          <ac:chgData name="Guillermo AntonioAguirre" userId="42908199-65f4-4d4a-8e05-6e659ccb82ce" providerId="ADAL" clId="{9BEDD4DB-B428-4DFD-B8FE-E2969F34D415}" dt="2022-06-02T17:06:10.405" v="522" actId="1076"/>
          <ac:cxnSpMkLst>
            <pc:docMk/>
            <pc:sldMk cId="706940585" sldId="265"/>
            <ac:cxnSpMk id="19" creationId="{4C0C69C0-7993-278D-789F-F3AC3EC46E12}"/>
          </ac:cxnSpMkLst>
        </pc:cxnChg>
        <pc:cxnChg chg="add mod">
          <ac:chgData name="Guillermo AntonioAguirre" userId="42908199-65f4-4d4a-8e05-6e659ccb82ce" providerId="ADAL" clId="{9BEDD4DB-B428-4DFD-B8FE-E2969F34D415}" dt="2022-06-02T17:06:25.253" v="525" actId="1076"/>
          <ac:cxnSpMkLst>
            <pc:docMk/>
            <pc:sldMk cId="706940585" sldId="265"/>
            <ac:cxnSpMk id="20" creationId="{D0A2A3E7-4F71-3E9D-0339-43B2A3677B40}"/>
          </ac:cxnSpMkLst>
        </pc:cxnChg>
        <pc:cxnChg chg="add del">
          <ac:chgData name="Guillermo AntonioAguirre" userId="42908199-65f4-4d4a-8e05-6e659ccb82ce" providerId="ADAL" clId="{9BEDD4DB-B428-4DFD-B8FE-E2969F34D415}" dt="2022-06-02T17:09:30.533" v="542" actId="478"/>
          <ac:cxnSpMkLst>
            <pc:docMk/>
            <pc:sldMk cId="706940585" sldId="265"/>
            <ac:cxnSpMk id="26" creationId="{BAD6DAEC-0D13-DE52-D639-48908712A6B8}"/>
          </ac:cxnSpMkLst>
        </pc:cxnChg>
        <pc:cxnChg chg="add mod">
          <ac:chgData name="Guillermo AntonioAguirre" userId="42908199-65f4-4d4a-8e05-6e659ccb82ce" providerId="ADAL" clId="{9BEDD4DB-B428-4DFD-B8FE-E2969F34D415}" dt="2022-06-02T17:14:44.326" v="586" actId="1036"/>
          <ac:cxnSpMkLst>
            <pc:docMk/>
            <pc:sldMk cId="706940585" sldId="265"/>
            <ac:cxnSpMk id="29" creationId="{A399BFBF-E422-A0AC-5133-D9E09BB17A46}"/>
          </ac:cxnSpMkLst>
        </pc:cxnChg>
        <pc:cxnChg chg="add mod">
          <ac:chgData name="Guillermo AntonioAguirre" userId="42908199-65f4-4d4a-8e05-6e659ccb82ce" providerId="ADAL" clId="{9BEDD4DB-B428-4DFD-B8FE-E2969F34D415}" dt="2022-06-02T17:14:40.062" v="585" actId="1038"/>
          <ac:cxnSpMkLst>
            <pc:docMk/>
            <pc:sldMk cId="706940585" sldId="265"/>
            <ac:cxnSpMk id="44" creationId="{28EDBCE4-48F7-DD69-D480-E138D0EAB593}"/>
          </ac:cxnSpMkLst>
        </pc:cxnChg>
        <pc:cxnChg chg="add mod">
          <ac:chgData name="Guillermo AntonioAguirre" userId="42908199-65f4-4d4a-8e05-6e659ccb82ce" providerId="ADAL" clId="{9BEDD4DB-B428-4DFD-B8FE-E2969F34D415}" dt="2022-06-02T17:15:27.926" v="594" actId="1037"/>
          <ac:cxnSpMkLst>
            <pc:docMk/>
            <pc:sldMk cId="706940585" sldId="265"/>
            <ac:cxnSpMk id="48" creationId="{B5D88630-101F-6E55-896A-16A7B048BCAD}"/>
          </ac:cxnSpMkLst>
        </pc:cxnChg>
        <pc:cxnChg chg="add mod">
          <ac:chgData name="Guillermo AntonioAguirre" userId="42908199-65f4-4d4a-8e05-6e659ccb82ce" providerId="ADAL" clId="{9BEDD4DB-B428-4DFD-B8FE-E2969F34D415}" dt="2022-06-02T17:14:58.950" v="588" actId="1076"/>
          <ac:cxnSpMkLst>
            <pc:docMk/>
            <pc:sldMk cId="706940585" sldId="265"/>
            <ac:cxnSpMk id="50" creationId="{89B0C200-A26A-DF60-44C3-6FC87575E7E6}"/>
          </ac:cxnSpMkLst>
        </pc:cxnChg>
        <pc:cxnChg chg="add del mod">
          <ac:chgData name="Guillermo AntonioAguirre" userId="42908199-65f4-4d4a-8e05-6e659ccb82ce" providerId="ADAL" clId="{9BEDD4DB-B428-4DFD-B8FE-E2969F34D415}" dt="2022-06-02T17:19:32.254" v="638" actId="478"/>
          <ac:cxnSpMkLst>
            <pc:docMk/>
            <pc:sldMk cId="706940585" sldId="265"/>
            <ac:cxnSpMk id="59" creationId="{A562D494-391F-AA8D-9749-2DE84D41338C}"/>
          </ac:cxnSpMkLst>
        </pc:cxnChg>
        <pc:cxnChg chg="add mod">
          <ac:chgData name="Guillermo AntonioAguirre" userId="42908199-65f4-4d4a-8e05-6e659ccb82ce" providerId="ADAL" clId="{9BEDD4DB-B428-4DFD-B8FE-E2969F34D415}" dt="2022-06-02T17:18:39.078" v="629" actId="14100"/>
          <ac:cxnSpMkLst>
            <pc:docMk/>
            <pc:sldMk cId="706940585" sldId="265"/>
            <ac:cxnSpMk id="60" creationId="{9B4E6220-7766-0FEA-E1DB-1E5CD24E2972}"/>
          </ac:cxnSpMkLst>
        </pc:cxnChg>
        <pc:cxnChg chg="add mod">
          <ac:chgData name="Guillermo AntonioAguirre" userId="42908199-65f4-4d4a-8e05-6e659ccb82ce" providerId="ADAL" clId="{9BEDD4DB-B428-4DFD-B8FE-E2969F34D415}" dt="2022-06-02T17:19:11.678" v="634" actId="14100"/>
          <ac:cxnSpMkLst>
            <pc:docMk/>
            <pc:sldMk cId="706940585" sldId="265"/>
            <ac:cxnSpMk id="62" creationId="{A876F583-C6D4-6005-530A-83828F3F2F49}"/>
          </ac:cxnSpMkLst>
        </pc:cxnChg>
        <pc:cxnChg chg="add mod">
          <ac:chgData name="Guillermo AntonioAguirre" userId="42908199-65f4-4d4a-8e05-6e659ccb82ce" providerId="ADAL" clId="{9BEDD4DB-B428-4DFD-B8FE-E2969F34D415}" dt="2022-06-02T17:19:55.486" v="647" actId="1035"/>
          <ac:cxnSpMkLst>
            <pc:docMk/>
            <pc:sldMk cId="706940585" sldId="265"/>
            <ac:cxnSpMk id="63" creationId="{DBA1FA24-94C4-608B-9259-720BFE429AAF}"/>
          </ac:cxnSpMkLst>
        </pc:cxnChg>
        <pc:cxnChg chg="add mod">
          <ac:chgData name="Guillermo AntonioAguirre" userId="42908199-65f4-4d4a-8e05-6e659ccb82ce" providerId="ADAL" clId="{9BEDD4DB-B428-4DFD-B8FE-E2969F34D415}" dt="2022-06-02T17:19:42.767" v="640" actId="1036"/>
          <ac:cxnSpMkLst>
            <pc:docMk/>
            <pc:sldMk cId="706940585" sldId="265"/>
            <ac:cxnSpMk id="74" creationId="{D5EB8D30-78A9-6DB0-F68C-920042895594}"/>
          </ac:cxnSpMkLst>
        </pc:cxnChg>
        <pc:cxnChg chg="add mod">
          <ac:chgData name="Guillermo AntonioAguirre" userId="42908199-65f4-4d4a-8e05-6e659ccb82ce" providerId="ADAL" clId="{9BEDD4DB-B428-4DFD-B8FE-E2969F34D415}" dt="2022-06-02T17:23:05.616" v="733" actId="1038"/>
          <ac:cxnSpMkLst>
            <pc:docMk/>
            <pc:sldMk cId="706940585" sldId="265"/>
            <ac:cxnSpMk id="79" creationId="{AE640843-5B1B-4C8E-153E-A87AD9E23EFE}"/>
          </ac:cxnSpMkLst>
        </pc:cxnChg>
        <pc:cxnChg chg="add mod">
          <ac:chgData name="Guillermo AntonioAguirre" userId="42908199-65f4-4d4a-8e05-6e659ccb82ce" providerId="ADAL" clId="{9BEDD4DB-B428-4DFD-B8FE-E2969F34D415}" dt="2022-06-02T17:23:05.616" v="733" actId="1038"/>
          <ac:cxnSpMkLst>
            <pc:docMk/>
            <pc:sldMk cId="706940585" sldId="265"/>
            <ac:cxnSpMk id="82" creationId="{AD735648-E667-C1E9-D46A-0C8CD4647301}"/>
          </ac:cxnSpMkLst>
        </pc:cxnChg>
        <pc:cxnChg chg="add mod">
          <ac:chgData name="Guillermo AntonioAguirre" userId="42908199-65f4-4d4a-8e05-6e659ccb82ce" providerId="ADAL" clId="{9BEDD4DB-B428-4DFD-B8FE-E2969F34D415}" dt="2022-06-02T17:23:05.616" v="733" actId="1038"/>
          <ac:cxnSpMkLst>
            <pc:docMk/>
            <pc:sldMk cId="706940585" sldId="265"/>
            <ac:cxnSpMk id="83" creationId="{A14E0990-0192-5705-925E-7BA02111D1DA}"/>
          </ac:cxnSpMkLst>
        </pc:cxnChg>
        <pc:cxnChg chg="add mod">
          <ac:chgData name="Guillermo AntonioAguirre" userId="42908199-65f4-4d4a-8e05-6e659ccb82ce" providerId="ADAL" clId="{9BEDD4DB-B428-4DFD-B8FE-E2969F34D415}" dt="2022-06-02T17:23:05.616" v="733" actId="1038"/>
          <ac:cxnSpMkLst>
            <pc:docMk/>
            <pc:sldMk cId="706940585" sldId="265"/>
            <ac:cxnSpMk id="84" creationId="{06FADEB8-535C-0177-779B-18A49DD6DC0E}"/>
          </ac:cxnSpMkLst>
        </pc:cxnChg>
        <pc:cxnChg chg="add mod">
          <ac:chgData name="Guillermo AntonioAguirre" userId="42908199-65f4-4d4a-8e05-6e659ccb82ce" providerId="ADAL" clId="{9BEDD4DB-B428-4DFD-B8FE-E2969F34D415}" dt="2022-06-02T17:23:05.616" v="733" actId="1038"/>
          <ac:cxnSpMkLst>
            <pc:docMk/>
            <pc:sldMk cId="706940585" sldId="265"/>
            <ac:cxnSpMk id="85" creationId="{61A928D5-388A-E621-64EF-3360533DF540}"/>
          </ac:cxnSpMkLst>
        </pc:cxnChg>
        <pc:cxnChg chg="add mod">
          <ac:chgData name="Guillermo AntonioAguirre" userId="42908199-65f4-4d4a-8e05-6e659ccb82ce" providerId="ADAL" clId="{9BEDD4DB-B428-4DFD-B8FE-E2969F34D415}" dt="2022-06-02T17:23:05.616" v="733" actId="1038"/>
          <ac:cxnSpMkLst>
            <pc:docMk/>
            <pc:sldMk cId="706940585" sldId="265"/>
            <ac:cxnSpMk id="86" creationId="{9A156801-A64F-5191-1130-2E8B3EDBF8C2}"/>
          </ac:cxnSpMkLst>
        </pc:cxnChg>
        <pc:cxnChg chg="add mod">
          <ac:chgData name="Guillermo AntonioAguirre" userId="42908199-65f4-4d4a-8e05-6e659ccb82ce" providerId="ADAL" clId="{9BEDD4DB-B428-4DFD-B8FE-E2969F34D415}" dt="2022-06-02T17:23:05.616" v="733" actId="1038"/>
          <ac:cxnSpMkLst>
            <pc:docMk/>
            <pc:sldMk cId="706940585" sldId="265"/>
            <ac:cxnSpMk id="87" creationId="{22229737-F8AD-C7D0-7A25-B452BA8DB547}"/>
          </ac:cxnSpMkLst>
        </pc:cxnChg>
        <pc:cxnChg chg="add mod">
          <ac:chgData name="Guillermo AntonioAguirre" userId="42908199-65f4-4d4a-8e05-6e659ccb82ce" providerId="ADAL" clId="{9BEDD4DB-B428-4DFD-B8FE-E2969F34D415}" dt="2022-06-02T17:23:41.840" v="737" actId="692"/>
          <ac:cxnSpMkLst>
            <pc:docMk/>
            <pc:sldMk cId="706940585" sldId="265"/>
            <ac:cxnSpMk id="88" creationId="{19830152-26F2-B013-F665-5865AD6C0125}"/>
          </ac:cxnSpMkLst>
        </pc:cxnChg>
        <pc:cxnChg chg="add mod">
          <ac:chgData name="Guillermo AntonioAguirre" userId="42908199-65f4-4d4a-8e05-6e659ccb82ce" providerId="ADAL" clId="{9BEDD4DB-B428-4DFD-B8FE-E2969F34D415}" dt="2022-06-02T17:27:21.944" v="832" actId="1036"/>
          <ac:cxnSpMkLst>
            <pc:docMk/>
            <pc:sldMk cId="706940585" sldId="265"/>
            <ac:cxnSpMk id="90" creationId="{A04320FA-416E-9C0C-32A9-D2CB5D85C5B3}"/>
          </ac:cxnSpMkLst>
        </pc:cxnChg>
        <pc:cxnChg chg="add mod">
          <ac:chgData name="Guillermo AntonioAguirre" userId="42908199-65f4-4d4a-8e05-6e659ccb82ce" providerId="ADAL" clId="{9BEDD4DB-B428-4DFD-B8FE-E2969F34D415}" dt="2022-06-02T17:26:54.837" v="793" actId="14100"/>
          <ac:cxnSpMkLst>
            <pc:docMk/>
            <pc:sldMk cId="706940585" sldId="265"/>
            <ac:cxnSpMk id="92" creationId="{8C1A8A21-C568-2E6D-387A-50157AD86A88}"/>
          </ac:cxnSpMkLst>
        </pc:cxnChg>
        <pc:cxnChg chg="add mod">
          <ac:chgData name="Guillermo AntonioAguirre" userId="42908199-65f4-4d4a-8e05-6e659ccb82ce" providerId="ADAL" clId="{9BEDD4DB-B428-4DFD-B8FE-E2969F34D415}" dt="2022-06-02T17:26:43.494" v="791" actId="14100"/>
          <ac:cxnSpMkLst>
            <pc:docMk/>
            <pc:sldMk cId="706940585" sldId="265"/>
            <ac:cxnSpMk id="94" creationId="{DCE7D783-6A4B-C310-A4D8-93968CB4E967}"/>
          </ac:cxnSpMkLst>
        </pc:cxnChg>
        <pc:cxnChg chg="add mod">
          <ac:chgData name="Guillermo AntonioAguirre" userId="42908199-65f4-4d4a-8e05-6e659ccb82ce" providerId="ADAL" clId="{9BEDD4DB-B428-4DFD-B8FE-E2969F34D415}" dt="2022-06-02T17:28:06.725" v="841" actId="14100"/>
          <ac:cxnSpMkLst>
            <pc:docMk/>
            <pc:sldMk cId="706940585" sldId="265"/>
            <ac:cxnSpMk id="105" creationId="{C7048647-FAB9-BC6A-0652-71CA777812C1}"/>
          </ac:cxnSpMkLst>
        </pc:cxnChg>
        <pc:cxnChg chg="add mod">
          <ac:chgData name="Guillermo AntonioAguirre" userId="42908199-65f4-4d4a-8e05-6e659ccb82ce" providerId="ADAL" clId="{9BEDD4DB-B428-4DFD-B8FE-E2969F34D415}" dt="2022-06-02T17:28:45.983" v="849" actId="1035"/>
          <ac:cxnSpMkLst>
            <pc:docMk/>
            <pc:sldMk cId="706940585" sldId="265"/>
            <ac:cxnSpMk id="110" creationId="{43856B93-D47B-DAA7-B695-93AD1384E1D5}"/>
          </ac:cxnSpMkLst>
        </pc:cxnChg>
        <pc:cxnChg chg="add mod">
          <ac:chgData name="Guillermo AntonioAguirre" userId="42908199-65f4-4d4a-8e05-6e659ccb82ce" providerId="ADAL" clId="{9BEDD4DB-B428-4DFD-B8FE-E2969F34D415}" dt="2022-06-02T17:29:03.021" v="852" actId="14100"/>
          <ac:cxnSpMkLst>
            <pc:docMk/>
            <pc:sldMk cId="706940585" sldId="265"/>
            <ac:cxnSpMk id="113" creationId="{CCBD1608-2746-8500-3D49-72923A721929}"/>
          </ac:cxnSpMkLst>
        </pc:cxnChg>
        <pc:cxnChg chg="add mod">
          <ac:chgData name="Guillermo AntonioAguirre" userId="42908199-65f4-4d4a-8e05-6e659ccb82ce" providerId="ADAL" clId="{9BEDD4DB-B428-4DFD-B8FE-E2969F34D415}" dt="2022-06-02T17:29:18.645" v="856" actId="14100"/>
          <ac:cxnSpMkLst>
            <pc:docMk/>
            <pc:sldMk cId="706940585" sldId="265"/>
            <ac:cxnSpMk id="115" creationId="{74B29BAF-63D6-A8E0-85F4-D81F69DF725B}"/>
          </ac:cxnSpMkLst>
        </pc:cxnChg>
      </pc:sldChg>
      <pc:sldChg chg="addSp modSp add mod ord">
        <pc:chgData name="Guillermo AntonioAguirre" userId="42908199-65f4-4d4a-8e05-6e659ccb82ce" providerId="ADAL" clId="{9BEDD4DB-B428-4DFD-B8FE-E2969F34D415}" dt="2022-06-02T21:47:24.427" v="2841"/>
        <pc:sldMkLst>
          <pc:docMk/>
          <pc:sldMk cId="71054058" sldId="266"/>
        </pc:sldMkLst>
        <pc:spChg chg="mod">
          <ac:chgData name="Guillermo AntonioAguirre" userId="42908199-65f4-4d4a-8e05-6e659ccb82ce" providerId="ADAL" clId="{9BEDD4DB-B428-4DFD-B8FE-E2969F34D415}" dt="2022-06-02T18:47:02.845" v="1362" actId="1076"/>
          <ac:spMkLst>
            <pc:docMk/>
            <pc:sldMk cId="71054058" sldId="266"/>
            <ac:spMk id="11" creationId="{9CD8F4B7-664E-B5AC-A3E6-EBA068870ECB}"/>
          </ac:spMkLst>
        </pc:spChg>
        <pc:spChg chg="add mod">
          <ac:chgData name="Guillermo AntonioAguirre" userId="42908199-65f4-4d4a-8e05-6e659ccb82ce" providerId="ADAL" clId="{9BEDD4DB-B428-4DFD-B8FE-E2969F34D415}" dt="2022-06-02T18:39:29.510" v="1278" actId="947"/>
          <ac:spMkLst>
            <pc:docMk/>
            <pc:sldMk cId="71054058" sldId="266"/>
            <ac:spMk id="13" creationId="{7723E4A9-B93E-6668-4ABE-3819ECFA2DD6}"/>
          </ac:spMkLst>
        </pc:spChg>
        <pc:spChg chg="mod">
          <ac:chgData name="Guillermo AntonioAguirre" userId="42908199-65f4-4d4a-8e05-6e659ccb82ce" providerId="ADAL" clId="{9BEDD4DB-B428-4DFD-B8FE-E2969F34D415}" dt="2022-06-02T18:38:33.294" v="1270" actId="1076"/>
          <ac:spMkLst>
            <pc:docMk/>
            <pc:sldMk cId="71054058" sldId="266"/>
            <ac:spMk id="15" creationId="{8D5A6B89-EF26-A5E1-B769-7E64177F65D7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71054058" sldId="266"/>
            <ac:spMk id="35" creationId="{5BF2781D-7E98-AC01-3569-12F3958BEAC0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71054058" sldId="266"/>
            <ac:spMk id="36" creationId="{F0E7AA87-4A4A-539A-2DF7-A4AA39CB1AFA}"/>
          </ac:spMkLst>
        </pc:spChg>
        <pc:spChg chg="mod">
          <ac:chgData name="Guillermo AntonioAguirre" userId="42908199-65f4-4d4a-8e05-6e659ccb82ce" providerId="ADAL" clId="{9BEDD4DB-B428-4DFD-B8FE-E2969F34D415}" dt="2022-06-02T18:37:48.934" v="1267" actId="20577"/>
          <ac:spMkLst>
            <pc:docMk/>
            <pc:sldMk cId="71054058" sldId="266"/>
            <ac:spMk id="39" creationId="{DCD8BC9B-AB3F-9CC2-02A1-4C1AAA6E38D2}"/>
          </ac:spMkLst>
        </pc:spChg>
        <pc:graphicFrameChg chg="mod modGraphic">
          <ac:chgData name="Guillermo AntonioAguirre" userId="42908199-65f4-4d4a-8e05-6e659ccb82ce" providerId="ADAL" clId="{9BEDD4DB-B428-4DFD-B8FE-E2969F34D415}" dt="2022-06-02T18:41:13.997" v="1286" actId="207"/>
          <ac:graphicFrameMkLst>
            <pc:docMk/>
            <pc:sldMk cId="71054058" sldId="266"/>
            <ac:graphicFrameMk id="2" creationId="{18E45687-FA0F-872D-4092-2C3555EE6762}"/>
          </ac:graphicFrameMkLst>
        </pc:graphicFrameChg>
        <pc:graphicFrameChg chg="add mod modGraphic">
          <ac:chgData name="Guillermo AntonioAguirre" userId="42908199-65f4-4d4a-8e05-6e659ccb82ce" providerId="ADAL" clId="{9BEDD4DB-B428-4DFD-B8FE-E2969F34D415}" dt="2022-06-02T18:42:29.723" v="1302" actId="207"/>
          <ac:graphicFrameMkLst>
            <pc:docMk/>
            <pc:sldMk cId="71054058" sldId="266"/>
            <ac:graphicFrameMk id="12" creationId="{0B9DBF00-2ADF-24D4-BC71-22E7E68E7EE8}"/>
          </ac:graphicFrameMkLst>
        </pc:graphicFrameChg>
      </pc:sldChg>
      <pc:sldChg chg="new del">
        <pc:chgData name="Guillermo AntonioAguirre" userId="42908199-65f4-4d4a-8e05-6e659ccb82ce" providerId="ADAL" clId="{9BEDD4DB-B428-4DFD-B8FE-E2969F34D415}" dt="2022-06-02T17:03:42.888" v="500" actId="2696"/>
        <pc:sldMkLst>
          <pc:docMk/>
          <pc:sldMk cId="4289983124" sldId="266"/>
        </pc:sldMkLst>
      </pc:sldChg>
      <pc:sldChg chg="addSp delSp modSp add mod">
        <pc:chgData name="Guillermo AntonioAguirre" userId="42908199-65f4-4d4a-8e05-6e659ccb82ce" providerId="ADAL" clId="{9BEDD4DB-B428-4DFD-B8FE-E2969F34D415}" dt="2022-06-02T21:47:24.427" v="2841"/>
        <pc:sldMkLst>
          <pc:docMk/>
          <pc:sldMk cId="895759456" sldId="267"/>
        </pc:sldMkLst>
        <pc:spChg chg="add mod">
          <ac:chgData name="Guillermo AntonioAguirre" userId="42908199-65f4-4d4a-8e05-6e659ccb82ce" providerId="ADAL" clId="{9BEDD4DB-B428-4DFD-B8FE-E2969F34D415}" dt="2022-06-02T19:31:51.717" v="1651" actId="1076"/>
          <ac:spMkLst>
            <pc:docMk/>
            <pc:sldMk cId="895759456" sldId="267"/>
            <ac:spMk id="3" creationId="{69118464-5BF6-4BFF-49B3-EB83D1CB00E3}"/>
          </ac:spMkLst>
        </pc:spChg>
        <pc:spChg chg="add mod">
          <ac:chgData name="Guillermo AntonioAguirre" userId="42908199-65f4-4d4a-8e05-6e659ccb82ce" providerId="ADAL" clId="{9BEDD4DB-B428-4DFD-B8FE-E2969F34D415}" dt="2022-06-02T19:32:15.253" v="1654" actId="1076"/>
          <ac:spMkLst>
            <pc:docMk/>
            <pc:sldMk cId="895759456" sldId="267"/>
            <ac:spMk id="4" creationId="{FBC99CFB-EAF2-578D-FFD6-71D17CAFE842}"/>
          </ac:spMkLst>
        </pc:spChg>
        <pc:spChg chg="mod">
          <ac:chgData name="Guillermo AntonioAguirre" userId="42908199-65f4-4d4a-8e05-6e659ccb82ce" providerId="ADAL" clId="{9BEDD4DB-B428-4DFD-B8FE-E2969F34D415}" dt="2022-06-02T18:46:51.128" v="1357" actId="404"/>
          <ac:spMkLst>
            <pc:docMk/>
            <pc:sldMk cId="895759456" sldId="267"/>
            <ac:spMk id="11" creationId="{9CD8F4B7-664E-B5AC-A3E6-EBA068870ECB}"/>
          </ac:spMkLst>
        </pc:spChg>
        <pc:spChg chg="mod">
          <ac:chgData name="Guillermo AntonioAguirre" userId="42908199-65f4-4d4a-8e05-6e659ccb82ce" providerId="ADAL" clId="{9BEDD4DB-B428-4DFD-B8FE-E2969F34D415}" dt="2022-06-02T21:00:06.418" v="2082" actId="1076"/>
          <ac:spMkLst>
            <pc:docMk/>
            <pc:sldMk cId="895759456" sldId="267"/>
            <ac:spMk id="13" creationId="{7723E4A9-B93E-6668-4ABE-3819ECFA2DD6}"/>
          </ac:spMkLst>
        </pc:spChg>
        <pc:spChg chg="mod">
          <ac:chgData name="Guillermo AntonioAguirre" userId="42908199-65f4-4d4a-8e05-6e659ccb82ce" providerId="ADAL" clId="{9BEDD4DB-B428-4DFD-B8FE-E2969F34D415}" dt="2022-06-02T20:59:35.379" v="2079" actId="947"/>
          <ac:spMkLst>
            <pc:docMk/>
            <pc:sldMk cId="895759456" sldId="267"/>
            <ac:spMk id="15" creationId="{8D5A6B89-EF26-A5E1-B769-7E64177F65D7}"/>
          </ac:spMkLst>
        </pc:spChg>
        <pc:spChg chg="add mod ord">
          <ac:chgData name="Guillermo AntonioAguirre" userId="42908199-65f4-4d4a-8e05-6e659ccb82ce" providerId="ADAL" clId="{9BEDD4DB-B428-4DFD-B8FE-E2969F34D415}" dt="2022-06-02T21:00:03.763" v="2081" actId="1076"/>
          <ac:spMkLst>
            <pc:docMk/>
            <pc:sldMk cId="895759456" sldId="267"/>
            <ac:spMk id="20" creationId="{DE00310D-07FB-1103-29B0-3D388B5BEDEC}"/>
          </ac:spMkLst>
        </pc:spChg>
        <pc:spChg chg="add mod">
          <ac:chgData name="Guillermo AntonioAguirre" userId="42908199-65f4-4d4a-8e05-6e659ccb82ce" providerId="ADAL" clId="{9BEDD4DB-B428-4DFD-B8FE-E2969F34D415}" dt="2022-06-02T20:59:49.828" v="2080" actId="1076"/>
          <ac:spMkLst>
            <pc:docMk/>
            <pc:sldMk cId="895759456" sldId="267"/>
            <ac:spMk id="30" creationId="{176E5C2A-DC20-F7BA-ACF2-4C48E740E18C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895759456" sldId="267"/>
            <ac:spMk id="35" creationId="{5BF2781D-7E98-AC01-3569-12F3958BEAC0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895759456" sldId="267"/>
            <ac:spMk id="36" creationId="{F0E7AA87-4A4A-539A-2DF7-A4AA39CB1AFA}"/>
          </ac:spMkLst>
        </pc:spChg>
        <pc:spChg chg="mod">
          <ac:chgData name="Guillermo AntonioAguirre" userId="42908199-65f4-4d4a-8e05-6e659ccb82ce" providerId="ADAL" clId="{9BEDD4DB-B428-4DFD-B8FE-E2969F34D415}" dt="2022-06-02T18:48:26.278" v="1380" actId="20577"/>
          <ac:spMkLst>
            <pc:docMk/>
            <pc:sldMk cId="895759456" sldId="267"/>
            <ac:spMk id="39" creationId="{DCD8BC9B-AB3F-9CC2-02A1-4C1AAA6E38D2}"/>
          </ac:spMkLst>
        </pc:spChg>
        <pc:grpChg chg="add del mod">
          <ac:chgData name="Guillermo AntonioAguirre" userId="42908199-65f4-4d4a-8e05-6e659ccb82ce" providerId="ADAL" clId="{9BEDD4DB-B428-4DFD-B8FE-E2969F34D415}" dt="2022-06-02T19:32:27.414" v="1655" actId="478"/>
          <ac:grpSpMkLst>
            <pc:docMk/>
            <pc:sldMk cId="895759456" sldId="267"/>
            <ac:grpSpMk id="6" creationId="{B19CB39F-0DE0-E0FD-E52E-B64B7F0D4635}"/>
          </ac:grpSpMkLst>
        </pc:grpChg>
        <pc:graphicFrameChg chg="del mod modGraphic">
          <ac:chgData name="Guillermo AntonioAguirre" userId="42908199-65f4-4d4a-8e05-6e659ccb82ce" providerId="ADAL" clId="{9BEDD4DB-B428-4DFD-B8FE-E2969F34D415}" dt="2022-06-02T20:58:01.060" v="2061" actId="478"/>
          <ac:graphicFrameMkLst>
            <pc:docMk/>
            <pc:sldMk cId="895759456" sldId="267"/>
            <ac:graphicFrameMk id="2" creationId="{18E45687-FA0F-872D-4092-2C3555EE6762}"/>
          </ac:graphicFrameMkLst>
        </pc:graphicFrameChg>
        <pc:graphicFrameChg chg="mod modGraphic">
          <ac:chgData name="Guillermo AntonioAguirre" userId="42908199-65f4-4d4a-8e05-6e659ccb82ce" providerId="ADAL" clId="{9BEDD4DB-B428-4DFD-B8FE-E2969F34D415}" dt="2022-06-02T21:00:03.763" v="2081" actId="1076"/>
          <ac:graphicFrameMkLst>
            <pc:docMk/>
            <pc:sldMk cId="895759456" sldId="267"/>
            <ac:graphicFrameMk id="12" creationId="{0B9DBF00-2ADF-24D4-BC71-22E7E68E7EE8}"/>
          </ac:graphicFrameMkLst>
        </pc:graphicFrameChg>
        <pc:graphicFrameChg chg="add del mod modGraphic">
          <ac:chgData name="Guillermo AntonioAguirre" userId="42908199-65f4-4d4a-8e05-6e659ccb82ce" providerId="ADAL" clId="{9BEDD4DB-B428-4DFD-B8FE-E2969F34D415}" dt="2022-06-02T21:05:52.402" v="2157" actId="478"/>
          <ac:graphicFrameMkLst>
            <pc:docMk/>
            <pc:sldMk cId="895759456" sldId="267"/>
            <ac:graphicFrameMk id="14" creationId="{AE0D01E4-EB54-2043-180B-0A5289BD263C}"/>
          </ac:graphicFrameMkLst>
        </pc:graphicFrameChg>
        <pc:graphicFrameChg chg="add del mod modGraphic">
          <ac:chgData name="Guillermo AntonioAguirre" userId="42908199-65f4-4d4a-8e05-6e659ccb82ce" providerId="ADAL" clId="{9BEDD4DB-B428-4DFD-B8FE-E2969F34D415}" dt="2022-06-02T21:10:17.793" v="2215" actId="478"/>
          <ac:graphicFrameMkLst>
            <pc:docMk/>
            <pc:sldMk cId="895759456" sldId="267"/>
            <ac:graphicFrameMk id="18" creationId="{3BA4127D-BBC6-4694-CED3-D039D008A6D9}"/>
          </ac:graphicFrameMkLst>
        </pc:graphicFrameChg>
        <pc:graphicFrameChg chg="add mod modGraphic">
          <ac:chgData name="Guillermo AntonioAguirre" userId="42908199-65f4-4d4a-8e05-6e659ccb82ce" providerId="ADAL" clId="{9BEDD4DB-B428-4DFD-B8FE-E2969F34D415}" dt="2022-06-02T21:12:42.303" v="2232" actId="20577"/>
          <ac:graphicFrameMkLst>
            <pc:docMk/>
            <pc:sldMk cId="895759456" sldId="267"/>
            <ac:graphicFrameMk id="28" creationId="{E807DC6D-2329-872B-387F-15F2BACEFF62}"/>
          </ac:graphicFrameMkLst>
        </pc:graphicFrameChg>
        <pc:graphicFrameChg chg="add mod modGraphic">
          <ac:chgData name="Guillermo AntonioAguirre" userId="42908199-65f4-4d4a-8e05-6e659ccb82ce" providerId="ADAL" clId="{9BEDD4DB-B428-4DFD-B8FE-E2969F34D415}" dt="2022-06-02T20:59:15.002" v="2076" actId="1076"/>
          <ac:graphicFrameMkLst>
            <pc:docMk/>
            <pc:sldMk cId="895759456" sldId="267"/>
            <ac:graphicFrameMk id="31" creationId="{12980085-CB51-2F68-8EF9-57EE99B0ED40}"/>
          </ac:graphicFrameMkLst>
        </pc:graphicFrameChg>
        <pc:graphicFrameChg chg="add mod">
          <ac:chgData name="Guillermo AntonioAguirre" userId="42908199-65f4-4d4a-8e05-6e659ccb82ce" providerId="ADAL" clId="{9BEDD4DB-B428-4DFD-B8FE-E2969F34D415}" dt="2022-06-02T21:06:06.137" v="2161" actId="1076"/>
          <ac:graphicFrameMkLst>
            <pc:docMk/>
            <pc:sldMk cId="895759456" sldId="267"/>
            <ac:graphicFrameMk id="33" creationId="{362E3138-2F98-15E4-EB65-78990F93F582}"/>
          </ac:graphicFrameMkLst>
        </pc:graphicFrameChg>
        <pc:graphicFrameChg chg="add del mod">
          <ac:chgData name="Guillermo AntonioAguirre" userId="42908199-65f4-4d4a-8e05-6e659ccb82ce" providerId="ADAL" clId="{9BEDD4DB-B428-4DFD-B8FE-E2969F34D415}" dt="2022-06-02T21:08:50.188" v="2197"/>
          <ac:graphicFrameMkLst>
            <pc:docMk/>
            <pc:sldMk cId="895759456" sldId="267"/>
            <ac:graphicFrameMk id="40" creationId="{6D7A10FD-FE02-ACB3-2977-E424D5F72DF7}"/>
          </ac:graphicFrameMkLst>
        </pc:graphicFrameChg>
        <pc:graphicFrameChg chg="add mod">
          <ac:chgData name="Guillermo AntonioAguirre" userId="42908199-65f4-4d4a-8e05-6e659ccb82ce" providerId="ADAL" clId="{9BEDD4DB-B428-4DFD-B8FE-E2969F34D415}" dt="2022-06-02T21:10:35.767" v="2218" actId="1076"/>
          <ac:graphicFrameMkLst>
            <pc:docMk/>
            <pc:sldMk cId="895759456" sldId="267"/>
            <ac:graphicFrameMk id="41" creationId="{1256BC68-526E-88BA-0ED2-F095E5DCB4E7}"/>
          </ac:graphicFrameMkLst>
        </pc:graphicFrameChg>
        <pc:cxnChg chg="add mod">
          <ac:chgData name="Guillermo AntonioAguirre" userId="42908199-65f4-4d4a-8e05-6e659ccb82ce" providerId="ADAL" clId="{9BEDD4DB-B428-4DFD-B8FE-E2969F34D415}" dt="2022-06-02T21:06:02.801" v="2160" actId="14100"/>
          <ac:cxnSpMkLst>
            <pc:docMk/>
            <pc:sldMk cId="895759456" sldId="267"/>
            <ac:cxnSpMk id="8" creationId="{5FF97DD6-21E7-6801-ECF3-A0E05AF0519D}"/>
          </ac:cxnSpMkLst>
        </pc:cxnChg>
        <pc:cxnChg chg="add mod">
          <ac:chgData name="Guillermo AntonioAguirre" userId="42908199-65f4-4d4a-8e05-6e659ccb82ce" providerId="ADAL" clId="{9BEDD4DB-B428-4DFD-B8FE-E2969F34D415}" dt="2022-06-02T20:59:49.828" v="2080" actId="1076"/>
          <ac:cxnSpMkLst>
            <pc:docMk/>
            <pc:sldMk cId="895759456" sldId="267"/>
            <ac:cxnSpMk id="22" creationId="{E46740BC-4F80-A5E5-E819-12A84B74BBBA}"/>
          </ac:cxnSpMkLst>
        </pc:cxnChg>
        <pc:cxnChg chg="add mod">
          <ac:chgData name="Guillermo AntonioAguirre" userId="42908199-65f4-4d4a-8e05-6e659ccb82ce" providerId="ADAL" clId="{9BEDD4DB-B428-4DFD-B8FE-E2969F34D415}" dt="2022-06-02T20:59:49.828" v="2080" actId="1076"/>
          <ac:cxnSpMkLst>
            <pc:docMk/>
            <pc:sldMk cId="895759456" sldId="267"/>
            <ac:cxnSpMk id="25" creationId="{CF1F14E9-DAC3-D1CC-B44F-9E8FA88CDCF5}"/>
          </ac:cxnSpMkLst>
        </pc:cxnChg>
      </pc:sldChg>
      <pc:sldChg chg="addSp delSp modSp add mod">
        <pc:chgData name="Guillermo AntonioAguirre" userId="42908199-65f4-4d4a-8e05-6e659ccb82ce" providerId="ADAL" clId="{9BEDD4DB-B428-4DFD-B8FE-E2969F34D415}" dt="2022-06-02T21:47:24.427" v="2841"/>
        <pc:sldMkLst>
          <pc:docMk/>
          <pc:sldMk cId="1156495183" sldId="268"/>
        </pc:sldMkLst>
        <pc:spChg chg="add mod">
          <ac:chgData name="Guillermo AntonioAguirre" userId="42908199-65f4-4d4a-8e05-6e659ccb82ce" providerId="ADAL" clId="{9BEDD4DB-B428-4DFD-B8FE-E2969F34D415}" dt="2022-06-02T19:53:55.685" v="1873" actId="1035"/>
          <ac:spMkLst>
            <pc:docMk/>
            <pc:sldMk cId="1156495183" sldId="268"/>
            <ac:spMk id="3" creationId="{97D0F01A-1251-570D-193A-13F75FBE3681}"/>
          </ac:spMkLst>
        </pc:spChg>
        <pc:spChg chg="mod">
          <ac:chgData name="Guillermo AntonioAguirre" userId="42908199-65f4-4d4a-8e05-6e659ccb82ce" providerId="ADAL" clId="{9BEDD4DB-B428-4DFD-B8FE-E2969F34D415}" dt="2022-06-02T19:48:40.053" v="1825" actId="20577"/>
          <ac:spMkLst>
            <pc:docMk/>
            <pc:sldMk cId="1156495183" sldId="268"/>
            <ac:spMk id="11" creationId="{9CD8F4B7-664E-B5AC-A3E6-EBA068870ECB}"/>
          </ac:spMkLst>
        </pc:spChg>
        <pc:spChg chg="del mod">
          <ac:chgData name="Guillermo AntonioAguirre" userId="42908199-65f4-4d4a-8e05-6e659ccb82ce" providerId="ADAL" clId="{9BEDD4DB-B428-4DFD-B8FE-E2969F34D415}" dt="2022-06-02T19:47:55.934" v="1810" actId="478"/>
          <ac:spMkLst>
            <pc:docMk/>
            <pc:sldMk cId="1156495183" sldId="268"/>
            <ac:spMk id="13" creationId="{7723E4A9-B93E-6668-4ABE-3819ECFA2DD6}"/>
          </ac:spMkLst>
        </pc:spChg>
        <pc:spChg chg="del">
          <ac:chgData name="Guillermo AntonioAguirre" userId="42908199-65f4-4d4a-8e05-6e659ccb82ce" providerId="ADAL" clId="{9BEDD4DB-B428-4DFD-B8FE-E2969F34D415}" dt="2022-06-02T19:48:51.606" v="1826" actId="478"/>
          <ac:spMkLst>
            <pc:docMk/>
            <pc:sldMk cId="1156495183" sldId="268"/>
            <ac:spMk id="15" creationId="{8D5A6B89-EF26-A5E1-B769-7E64177F65D7}"/>
          </ac:spMkLst>
        </pc:spChg>
        <pc:spChg chg="del">
          <ac:chgData name="Guillermo AntonioAguirre" userId="42908199-65f4-4d4a-8e05-6e659ccb82ce" providerId="ADAL" clId="{9BEDD4DB-B428-4DFD-B8FE-E2969F34D415}" dt="2022-06-02T19:47:58.101" v="1811" actId="478"/>
          <ac:spMkLst>
            <pc:docMk/>
            <pc:sldMk cId="1156495183" sldId="268"/>
            <ac:spMk id="20" creationId="{DE00310D-07FB-1103-29B0-3D388B5BEDEC}"/>
          </ac:spMkLst>
        </pc:spChg>
        <pc:spChg chg="add mod">
          <ac:chgData name="Guillermo AntonioAguirre" userId="42908199-65f4-4d4a-8e05-6e659ccb82ce" providerId="ADAL" clId="{9BEDD4DB-B428-4DFD-B8FE-E2969F34D415}" dt="2022-06-02T19:48:59.909" v="1829" actId="1076"/>
          <ac:spMkLst>
            <pc:docMk/>
            <pc:sldMk cId="1156495183" sldId="268"/>
            <ac:spMk id="23" creationId="{2D781B10-BBDE-F301-AC65-FA1BEEB2FDC3}"/>
          </ac:spMkLst>
        </pc:spChg>
        <pc:spChg chg="add mod">
          <ac:chgData name="Guillermo AntonioAguirre" userId="42908199-65f4-4d4a-8e05-6e659ccb82ce" providerId="ADAL" clId="{9BEDD4DB-B428-4DFD-B8FE-E2969F34D415}" dt="2022-06-02T20:14:33.399" v="1951" actId="20577"/>
          <ac:spMkLst>
            <pc:docMk/>
            <pc:sldMk cId="1156495183" sldId="268"/>
            <ac:spMk id="24" creationId="{B935DFE1-E850-A4E0-4869-E2720342B6B7}"/>
          </ac:spMkLst>
        </pc:spChg>
        <pc:spChg chg="add mod ord">
          <ac:chgData name="Guillermo AntonioAguirre" userId="42908199-65f4-4d4a-8e05-6e659ccb82ce" providerId="ADAL" clId="{9BEDD4DB-B428-4DFD-B8FE-E2969F34D415}" dt="2022-06-02T19:50:29.561" v="1846" actId="167"/>
          <ac:spMkLst>
            <pc:docMk/>
            <pc:sldMk cId="1156495183" sldId="268"/>
            <ac:spMk id="26" creationId="{8E5B0608-E99B-C035-A546-AC18628CABFE}"/>
          </ac:spMkLst>
        </pc:spChg>
        <pc:spChg chg="add mod">
          <ac:chgData name="Guillermo AntonioAguirre" userId="42908199-65f4-4d4a-8e05-6e659ccb82ce" providerId="ADAL" clId="{9BEDD4DB-B428-4DFD-B8FE-E2969F34D415}" dt="2022-06-02T20:14:38.687" v="1953" actId="20577"/>
          <ac:spMkLst>
            <pc:docMk/>
            <pc:sldMk cId="1156495183" sldId="268"/>
            <ac:spMk id="29" creationId="{3C7934D2-C79E-75F4-196C-3CCAD7E4DAC6}"/>
          </ac:spMkLst>
        </pc:spChg>
        <pc:spChg chg="mod">
          <ac:chgData name="Guillermo AntonioAguirre" userId="42908199-65f4-4d4a-8e05-6e659ccb82ce" providerId="ADAL" clId="{9BEDD4DB-B428-4DFD-B8FE-E2969F34D415}" dt="2022-06-02T19:49:30.733" v="1834" actId="1076"/>
          <ac:spMkLst>
            <pc:docMk/>
            <pc:sldMk cId="1156495183" sldId="268"/>
            <ac:spMk id="30" creationId="{176E5C2A-DC20-F7BA-ACF2-4C48E740E18C}"/>
          </ac:spMkLst>
        </pc:spChg>
        <pc:spChg chg="add mod">
          <ac:chgData name="Guillermo AntonioAguirre" userId="42908199-65f4-4d4a-8e05-6e659ccb82ce" providerId="ADAL" clId="{9BEDD4DB-B428-4DFD-B8FE-E2969F34D415}" dt="2022-06-02T19:55:50.973" v="1876" actId="1076"/>
          <ac:spMkLst>
            <pc:docMk/>
            <pc:sldMk cId="1156495183" sldId="268"/>
            <ac:spMk id="31" creationId="{3BFC023C-5442-FDCC-9A45-88EF4E71AEAA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1156495183" sldId="268"/>
            <ac:spMk id="35" creationId="{5BF2781D-7E98-AC01-3569-12F3958BEAC0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1156495183" sldId="268"/>
            <ac:spMk id="36" creationId="{F0E7AA87-4A4A-539A-2DF7-A4AA39CB1AFA}"/>
          </ac:spMkLst>
        </pc:spChg>
        <pc:spChg chg="del">
          <ac:chgData name="Guillermo AntonioAguirre" userId="42908199-65f4-4d4a-8e05-6e659ccb82ce" providerId="ADAL" clId="{9BEDD4DB-B428-4DFD-B8FE-E2969F34D415}" dt="2022-06-02T19:48:53.310" v="1827" actId="478"/>
          <ac:spMkLst>
            <pc:docMk/>
            <pc:sldMk cId="1156495183" sldId="268"/>
            <ac:spMk id="39" creationId="{DCD8BC9B-AB3F-9CC2-02A1-4C1AAA6E38D2}"/>
          </ac:spMkLst>
        </pc:spChg>
        <pc:spChg chg="add mod">
          <ac:chgData name="Guillermo AntonioAguirre" userId="42908199-65f4-4d4a-8e05-6e659ccb82ce" providerId="ADAL" clId="{9BEDD4DB-B428-4DFD-B8FE-E2969F34D415}" dt="2022-06-02T19:58:23.173" v="1902" actId="20577"/>
          <ac:spMkLst>
            <pc:docMk/>
            <pc:sldMk cId="1156495183" sldId="268"/>
            <ac:spMk id="40" creationId="{450EF486-94A8-C22C-BB1B-F71BA0DB4343}"/>
          </ac:spMkLst>
        </pc:spChg>
        <pc:graphicFrameChg chg="del">
          <ac:chgData name="Guillermo AntonioAguirre" userId="42908199-65f4-4d4a-8e05-6e659ccb82ce" providerId="ADAL" clId="{9BEDD4DB-B428-4DFD-B8FE-E2969F34D415}" dt="2022-06-02T19:47:50.118" v="1808" actId="478"/>
          <ac:graphicFrameMkLst>
            <pc:docMk/>
            <pc:sldMk cId="1156495183" sldId="268"/>
            <ac:graphicFrameMk id="2" creationId="{18E45687-FA0F-872D-4092-2C3555EE6762}"/>
          </ac:graphicFrameMkLst>
        </pc:graphicFrameChg>
        <pc:graphicFrameChg chg="del">
          <ac:chgData name="Guillermo AntonioAguirre" userId="42908199-65f4-4d4a-8e05-6e659ccb82ce" providerId="ADAL" clId="{9BEDD4DB-B428-4DFD-B8FE-E2969F34D415}" dt="2022-06-02T19:48:02.182" v="1812" actId="478"/>
          <ac:graphicFrameMkLst>
            <pc:docMk/>
            <pc:sldMk cId="1156495183" sldId="268"/>
            <ac:graphicFrameMk id="12" creationId="{0B9DBF00-2ADF-24D4-BC71-22E7E68E7EE8}"/>
          </ac:graphicFrameMkLst>
        </pc:graphicFrameChg>
        <pc:graphicFrameChg chg="del">
          <ac:chgData name="Guillermo AntonioAguirre" userId="42908199-65f4-4d4a-8e05-6e659ccb82ce" providerId="ADAL" clId="{9BEDD4DB-B428-4DFD-B8FE-E2969F34D415}" dt="2022-06-02T19:47:26.455" v="1802" actId="478"/>
          <ac:graphicFrameMkLst>
            <pc:docMk/>
            <pc:sldMk cId="1156495183" sldId="268"/>
            <ac:graphicFrameMk id="14" creationId="{AE0D01E4-EB54-2043-180B-0A5289BD263C}"/>
          </ac:graphicFrameMkLst>
        </pc:graphicFrameChg>
        <pc:graphicFrameChg chg="del mod">
          <ac:chgData name="Guillermo AntonioAguirre" userId="42908199-65f4-4d4a-8e05-6e659ccb82ce" providerId="ADAL" clId="{9BEDD4DB-B428-4DFD-B8FE-E2969F34D415}" dt="2022-06-02T19:47:32.550" v="1804" actId="478"/>
          <ac:graphicFrameMkLst>
            <pc:docMk/>
            <pc:sldMk cId="1156495183" sldId="268"/>
            <ac:graphicFrameMk id="18" creationId="{3BA4127D-BBC6-4694-CED3-D039D008A6D9}"/>
          </ac:graphicFrameMkLst>
        </pc:graphicFrameChg>
        <pc:graphicFrameChg chg="add del mod modGraphic">
          <ac:chgData name="Guillermo AntonioAguirre" userId="42908199-65f4-4d4a-8e05-6e659ccb82ce" providerId="ADAL" clId="{9BEDD4DB-B428-4DFD-B8FE-E2969F34D415}" dt="2022-06-02T21:14:16.759" v="2233" actId="478"/>
          <ac:graphicFrameMkLst>
            <pc:docMk/>
            <pc:sldMk cId="1156495183" sldId="268"/>
            <ac:graphicFrameMk id="27" creationId="{9A82D8D0-1AA3-5CE9-3D70-8EB13FB7A7B8}"/>
          </ac:graphicFrameMkLst>
        </pc:graphicFrameChg>
        <pc:graphicFrameChg chg="mod modGraphic">
          <ac:chgData name="Guillermo AntonioAguirre" userId="42908199-65f4-4d4a-8e05-6e659ccb82ce" providerId="ADAL" clId="{9BEDD4DB-B428-4DFD-B8FE-E2969F34D415}" dt="2022-06-02T20:56:13.309" v="2057" actId="20577"/>
          <ac:graphicFrameMkLst>
            <pc:docMk/>
            <pc:sldMk cId="1156495183" sldId="268"/>
            <ac:graphicFrameMk id="28" creationId="{E807DC6D-2329-872B-387F-15F2BACEFF62}"/>
          </ac:graphicFrameMkLst>
        </pc:graphicFrameChg>
        <pc:graphicFrameChg chg="add mod modGraphic">
          <ac:chgData name="Guillermo AntonioAguirre" userId="42908199-65f4-4d4a-8e05-6e659ccb82ce" providerId="ADAL" clId="{9BEDD4DB-B428-4DFD-B8FE-E2969F34D415}" dt="2022-06-02T21:15:21.742" v="2248" actId="14734"/>
          <ac:graphicFrameMkLst>
            <pc:docMk/>
            <pc:sldMk cId="1156495183" sldId="268"/>
            <ac:graphicFrameMk id="32" creationId="{13E6041C-2352-6804-A1E0-ADBECD099F5E}"/>
          </ac:graphicFrameMkLst>
        </pc:graphicFrameChg>
        <pc:graphicFrameChg chg="add mod modGraphic">
          <ac:chgData name="Guillermo AntonioAguirre" userId="42908199-65f4-4d4a-8e05-6e659ccb82ce" providerId="ADAL" clId="{9BEDD4DB-B428-4DFD-B8FE-E2969F34D415}" dt="2022-06-02T21:20:00.213" v="2279" actId="1076"/>
          <ac:graphicFrameMkLst>
            <pc:docMk/>
            <pc:sldMk cId="1156495183" sldId="268"/>
            <ac:graphicFrameMk id="33" creationId="{90D8A6A0-D481-DB4E-7961-492B8870D9B3}"/>
          </ac:graphicFrameMkLst>
        </pc:graphicFrameChg>
        <pc:graphicFrameChg chg="add mod">
          <ac:chgData name="Guillermo AntonioAguirre" userId="42908199-65f4-4d4a-8e05-6e659ccb82ce" providerId="ADAL" clId="{9BEDD4DB-B428-4DFD-B8FE-E2969F34D415}" dt="2022-06-02T21:14:25.936" v="2235" actId="1076"/>
          <ac:graphicFrameMkLst>
            <pc:docMk/>
            <pc:sldMk cId="1156495183" sldId="268"/>
            <ac:graphicFrameMk id="41" creationId="{62A50099-0F5C-53CD-0215-BEF28AA95B7E}"/>
          </ac:graphicFrameMkLst>
        </pc:graphicFrameChg>
        <pc:cxnChg chg="add mod">
          <ac:chgData name="Guillermo AntonioAguirre" userId="42908199-65f4-4d4a-8e05-6e659ccb82ce" providerId="ADAL" clId="{9BEDD4DB-B428-4DFD-B8FE-E2969F34D415}" dt="2022-06-02T19:53:49.934" v="1871" actId="1076"/>
          <ac:cxnSpMkLst>
            <pc:docMk/>
            <pc:sldMk cId="1156495183" sldId="268"/>
            <ac:cxnSpMk id="6" creationId="{D429E9BE-3376-26E2-34CA-24E390EE45B0}"/>
          </ac:cxnSpMkLst>
        </pc:cxnChg>
        <pc:cxnChg chg="del">
          <ac:chgData name="Guillermo AntonioAguirre" userId="42908199-65f4-4d4a-8e05-6e659ccb82ce" providerId="ADAL" clId="{9BEDD4DB-B428-4DFD-B8FE-E2969F34D415}" dt="2022-06-02T19:47:43.270" v="1807" actId="478"/>
          <ac:cxnSpMkLst>
            <pc:docMk/>
            <pc:sldMk cId="1156495183" sldId="268"/>
            <ac:cxnSpMk id="8" creationId="{5FF97DD6-21E7-6801-ECF3-A0E05AF0519D}"/>
          </ac:cxnSpMkLst>
        </pc:cxnChg>
        <pc:cxnChg chg="del">
          <ac:chgData name="Guillermo AntonioAguirre" userId="42908199-65f4-4d4a-8e05-6e659ccb82ce" providerId="ADAL" clId="{9BEDD4DB-B428-4DFD-B8FE-E2969F34D415}" dt="2022-06-02T19:47:35.549" v="1805" actId="478"/>
          <ac:cxnSpMkLst>
            <pc:docMk/>
            <pc:sldMk cId="1156495183" sldId="268"/>
            <ac:cxnSpMk id="22" creationId="{E46740BC-4F80-A5E5-E819-12A84B74BBBA}"/>
          </ac:cxnSpMkLst>
        </pc:cxnChg>
        <pc:cxnChg chg="del">
          <ac:chgData name="Guillermo AntonioAguirre" userId="42908199-65f4-4d4a-8e05-6e659ccb82ce" providerId="ADAL" clId="{9BEDD4DB-B428-4DFD-B8FE-E2969F34D415}" dt="2022-06-02T19:47:38.950" v="1806" actId="478"/>
          <ac:cxnSpMkLst>
            <pc:docMk/>
            <pc:sldMk cId="1156495183" sldId="268"/>
            <ac:cxnSpMk id="25" creationId="{CF1F14E9-DAC3-D1CC-B44F-9E8FA88CDCF5}"/>
          </ac:cxnSpMkLst>
        </pc:cxnChg>
      </pc:sldChg>
      <pc:sldChg chg="add del setBg">
        <pc:chgData name="Guillermo AntonioAguirre" userId="42908199-65f4-4d4a-8e05-6e659ccb82ce" providerId="ADAL" clId="{9BEDD4DB-B428-4DFD-B8FE-E2969F34D415}" dt="2022-06-02T21:08:29.055" v="2191"/>
        <pc:sldMkLst>
          <pc:docMk/>
          <pc:sldMk cId="1176651148" sldId="269"/>
        </pc:sldMkLst>
      </pc:sldChg>
      <pc:sldChg chg="addSp delSp modSp add mod">
        <pc:chgData name="Guillermo AntonioAguirre" userId="42908199-65f4-4d4a-8e05-6e659ccb82ce" providerId="ADAL" clId="{9BEDD4DB-B428-4DFD-B8FE-E2969F34D415}" dt="2022-06-03T00:11:32.976" v="4023" actId="478"/>
        <pc:sldMkLst>
          <pc:docMk/>
          <pc:sldMk cId="2068190733" sldId="269"/>
        </pc:sldMkLst>
        <pc:spChg chg="mod">
          <ac:chgData name="Guillermo AntonioAguirre" userId="42908199-65f4-4d4a-8e05-6e659ccb82ce" providerId="ADAL" clId="{9BEDD4DB-B428-4DFD-B8FE-E2969F34D415}" dt="2022-06-02T21:29:00.429" v="2552" actId="20577"/>
          <ac:spMkLst>
            <pc:docMk/>
            <pc:sldMk cId="2068190733" sldId="269"/>
            <ac:spMk id="11" creationId="{63A721BE-0E50-B80D-034D-8D0A1563A142}"/>
          </ac:spMkLst>
        </pc:spChg>
        <pc:spChg chg="mod">
          <ac:chgData name="Guillermo AntonioAguirre" userId="42908199-65f4-4d4a-8e05-6e659ccb82ce" providerId="ADAL" clId="{9BEDD4DB-B428-4DFD-B8FE-E2969F34D415}" dt="2022-06-02T21:29:29.019" v="2659" actId="1076"/>
          <ac:spMkLst>
            <pc:docMk/>
            <pc:sldMk cId="2068190733" sldId="269"/>
            <ac:spMk id="12" creationId="{5F041380-A0FF-C9CA-F132-782ABB588835}"/>
          </ac:spMkLst>
        </pc:spChg>
        <pc:spChg chg="mod">
          <ac:chgData name="Guillermo AntonioAguirre" userId="42908199-65f4-4d4a-8e05-6e659ccb82ce" providerId="ADAL" clId="{9BEDD4DB-B428-4DFD-B8FE-E2969F34D415}" dt="2022-06-02T21:33:15.107" v="2672"/>
          <ac:spMkLst>
            <pc:docMk/>
            <pc:sldMk cId="2068190733" sldId="269"/>
            <ac:spMk id="13" creationId="{08B9D657-BBDF-9542-5B0E-21C103B320E3}"/>
          </ac:spMkLst>
        </pc:spChg>
        <pc:spChg chg="mod">
          <ac:chgData name="Guillermo AntonioAguirre" userId="42908199-65f4-4d4a-8e05-6e659ccb82ce" providerId="ADAL" clId="{9BEDD4DB-B428-4DFD-B8FE-E2969F34D415}" dt="2022-06-02T21:33:15.107" v="2672"/>
          <ac:spMkLst>
            <pc:docMk/>
            <pc:sldMk cId="2068190733" sldId="269"/>
            <ac:spMk id="14" creationId="{14F459C4-19E6-84BA-2071-C74951E34DFC}"/>
          </ac:spMkLst>
        </pc:spChg>
        <pc:spChg chg="mod">
          <ac:chgData name="Guillermo AntonioAguirre" userId="42908199-65f4-4d4a-8e05-6e659ccb82ce" providerId="ADAL" clId="{9BEDD4DB-B428-4DFD-B8FE-E2969F34D415}" dt="2022-06-02T21:33:15.107" v="2672"/>
          <ac:spMkLst>
            <pc:docMk/>
            <pc:sldMk cId="2068190733" sldId="269"/>
            <ac:spMk id="15" creationId="{1ED4AD4D-72B1-E21C-EAD5-8831E51C8001}"/>
          </ac:spMkLst>
        </pc:spChg>
        <pc:spChg chg="mod">
          <ac:chgData name="Guillermo AntonioAguirre" userId="42908199-65f4-4d4a-8e05-6e659ccb82ce" providerId="ADAL" clId="{9BEDD4DB-B428-4DFD-B8FE-E2969F34D415}" dt="2022-06-02T21:33:15.107" v="2672"/>
          <ac:spMkLst>
            <pc:docMk/>
            <pc:sldMk cId="2068190733" sldId="269"/>
            <ac:spMk id="16" creationId="{1FA8371B-FA09-A91A-F2DE-A3A0B3C67BAA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2068190733" sldId="269"/>
            <ac:spMk id="35" creationId="{5BF2781D-7E98-AC01-3569-12F3958BEAC0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2068190733" sldId="269"/>
            <ac:spMk id="36" creationId="{F0E7AA87-4A4A-539A-2DF7-A4AA39CB1AFA}"/>
          </ac:spMkLst>
        </pc:spChg>
        <pc:grpChg chg="add mod">
          <ac:chgData name="Guillermo AntonioAguirre" userId="42908199-65f4-4d4a-8e05-6e659ccb82ce" providerId="ADAL" clId="{9BEDD4DB-B428-4DFD-B8FE-E2969F34D415}" dt="2022-06-02T21:33:20.380" v="2673" actId="1076"/>
          <ac:grpSpMkLst>
            <pc:docMk/>
            <pc:sldMk cId="2068190733" sldId="269"/>
            <ac:grpSpMk id="10" creationId="{58E869A4-084F-D544-52FE-E038402F7427}"/>
          </ac:grpSpMkLst>
        </pc:grpChg>
        <pc:graphicFrameChg chg="add del mod">
          <ac:chgData name="Guillermo AntonioAguirre" userId="42908199-65f4-4d4a-8e05-6e659ccb82ce" providerId="ADAL" clId="{9BEDD4DB-B428-4DFD-B8FE-E2969F34D415}" dt="2022-06-03T00:11:32.976" v="4023" actId="478"/>
          <ac:graphicFrameMkLst>
            <pc:docMk/>
            <pc:sldMk cId="2068190733" sldId="269"/>
            <ac:graphicFrameMk id="17" creationId="{4040580C-475B-DF1E-3260-9AF841C91B15}"/>
          </ac:graphicFrameMkLst>
        </pc:graphicFrameChg>
      </pc:sldChg>
      <pc:sldChg chg="addSp delSp modSp add mod">
        <pc:chgData name="Guillermo AntonioAguirre" userId="42908199-65f4-4d4a-8e05-6e659ccb82ce" providerId="ADAL" clId="{9BEDD4DB-B428-4DFD-B8FE-E2969F34D415}" dt="2022-06-02T21:47:24.427" v="2841"/>
        <pc:sldMkLst>
          <pc:docMk/>
          <pc:sldMk cId="1180097332" sldId="270"/>
        </pc:sldMkLst>
        <pc:spChg chg="add mod">
          <ac:chgData name="Guillermo AntonioAguirre" userId="42908199-65f4-4d4a-8e05-6e659ccb82ce" providerId="ADAL" clId="{9BEDD4DB-B428-4DFD-B8FE-E2969F34D415}" dt="2022-06-02T21:41:13.698" v="2837" actId="6549"/>
          <ac:spMkLst>
            <pc:docMk/>
            <pc:sldMk cId="1180097332" sldId="270"/>
            <ac:spMk id="3" creationId="{FCD24B30-5A31-6841-9ABD-2DEEAD2C1021}"/>
          </ac:spMkLst>
        </pc:spChg>
        <pc:spChg chg="mod">
          <ac:chgData name="Guillermo AntonioAguirre" userId="42908199-65f4-4d4a-8e05-6e659ccb82ce" providerId="ADAL" clId="{9BEDD4DB-B428-4DFD-B8FE-E2969F34D415}" dt="2022-06-02T21:34:12.354" v="2740" actId="20577"/>
          <ac:spMkLst>
            <pc:docMk/>
            <pc:sldMk cId="1180097332" sldId="270"/>
            <ac:spMk id="11" creationId="{63A721BE-0E50-B80D-034D-8D0A1563A142}"/>
          </ac:spMkLst>
        </pc:spChg>
        <pc:spChg chg="del">
          <ac:chgData name="Guillermo AntonioAguirre" userId="42908199-65f4-4d4a-8e05-6e659ccb82ce" providerId="ADAL" clId="{9BEDD4DB-B428-4DFD-B8FE-E2969F34D415}" dt="2022-06-02T21:34:18.955" v="2741" actId="478"/>
          <ac:spMkLst>
            <pc:docMk/>
            <pc:sldMk cId="1180097332" sldId="270"/>
            <ac:spMk id="12" creationId="{5F041380-A0FF-C9CA-F132-782ABB588835}"/>
          </ac:spMkLst>
        </pc:spChg>
        <pc:spChg chg="mod">
          <ac:chgData name="Guillermo AntonioAguirre" userId="42908199-65f4-4d4a-8e05-6e659ccb82ce" providerId="ADAL" clId="{9BEDD4DB-B428-4DFD-B8FE-E2969F34D415}" dt="2022-06-02T21:34:26.738" v="2745" actId="403"/>
          <ac:spMkLst>
            <pc:docMk/>
            <pc:sldMk cId="1180097332" sldId="270"/>
            <ac:spMk id="13" creationId="{08B9D657-BBDF-9542-5B0E-21C103B320E3}"/>
          </ac:spMkLst>
        </pc:spChg>
        <pc:spChg chg="mod">
          <ac:chgData name="Guillermo AntonioAguirre" userId="42908199-65f4-4d4a-8e05-6e659ccb82ce" providerId="ADAL" clId="{9BEDD4DB-B428-4DFD-B8FE-E2969F34D415}" dt="2022-06-02T21:34:26.738" v="2745" actId="403"/>
          <ac:spMkLst>
            <pc:docMk/>
            <pc:sldMk cId="1180097332" sldId="270"/>
            <ac:spMk id="14" creationId="{14F459C4-19E6-84BA-2071-C74951E34DFC}"/>
          </ac:spMkLst>
        </pc:spChg>
        <pc:spChg chg="mod">
          <ac:chgData name="Guillermo AntonioAguirre" userId="42908199-65f4-4d4a-8e05-6e659ccb82ce" providerId="ADAL" clId="{9BEDD4DB-B428-4DFD-B8FE-E2969F34D415}" dt="2022-06-02T21:34:26.738" v="2745" actId="403"/>
          <ac:spMkLst>
            <pc:docMk/>
            <pc:sldMk cId="1180097332" sldId="270"/>
            <ac:spMk id="15" creationId="{1ED4AD4D-72B1-E21C-EAD5-8831E51C8001}"/>
          </ac:spMkLst>
        </pc:spChg>
        <pc:spChg chg="mod">
          <ac:chgData name="Guillermo AntonioAguirre" userId="42908199-65f4-4d4a-8e05-6e659ccb82ce" providerId="ADAL" clId="{9BEDD4DB-B428-4DFD-B8FE-E2969F34D415}" dt="2022-06-02T21:34:26.738" v="2745" actId="403"/>
          <ac:spMkLst>
            <pc:docMk/>
            <pc:sldMk cId="1180097332" sldId="270"/>
            <ac:spMk id="16" creationId="{1FA8371B-FA09-A91A-F2DE-A3A0B3C67BAA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1180097332" sldId="270"/>
            <ac:spMk id="35" creationId="{5BF2781D-7E98-AC01-3569-12F3958BEAC0}"/>
          </ac:spMkLst>
        </pc:spChg>
        <pc:spChg chg="mod">
          <ac:chgData name="Guillermo AntonioAguirre" userId="42908199-65f4-4d4a-8e05-6e659ccb82ce" providerId="ADAL" clId="{9BEDD4DB-B428-4DFD-B8FE-E2969F34D415}" dt="2022-06-02T21:47:24.427" v="2841"/>
          <ac:spMkLst>
            <pc:docMk/>
            <pc:sldMk cId="1180097332" sldId="270"/>
            <ac:spMk id="36" creationId="{F0E7AA87-4A4A-539A-2DF7-A4AA39CB1AFA}"/>
          </ac:spMkLst>
        </pc:spChg>
        <pc:grpChg chg="mod">
          <ac:chgData name="Guillermo AntonioAguirre" userId="42908199-65f4-4d4a-8e05-6e659ccb82ce" providerId="ADAL" clId="{9BEDD4DB-B428-4DFD-B8FE-E2969F34D415}" dt="2022-06-02T21:38:51.570" v="2794" actId="1076"/>
          <ac:grpSpMkLst>
            <pc:docMk/>
            <pc:sldMk cId="1180097332" sldId="270"/>
            <ac:grpSpMk id="10" creationId="{58E869A4-084F-D544-52FE-E038402F7427}"/>
          </ac:grpSpMkLst>
        </pc:grpChg>
        <pc:graphicFrameChg chg="add mod modGraphic">
          <ac:chgData name="Guillermo AntonioAguirre" userId="42908199-65f4-4d4a-8e05-6e659ccb82ce" providerId="ADAL" clId="{9BEDD4DB-B428-4DFD-B8FE-E2969F34D415}" dt="2022-06-02T21:38:56.010" v="2795" actId="1076"/>
          <ac:graphicFrameMkLst>
            <pc:docMk/>
            <pc:sldMk cId="1180097332" sldId="270"/>
            <ac:graphicFrameMk id="2" creationId="{EF0A6D12-5128-2C0F-0D4C-4D31A906E2AC}"/>
          </ac:graphicFrameMkLst>
        </pc:graphicFrameChg>
        <pc:cxnChg chg="add mod">
          <ac:chgData name="Guillermo AntonioAguirre" userId="42908199-65f4-4d4a-8e05-6e659ccb82ce" providerId="ADAL" clId="{9BEDD4DB-B428-4DFD-B8FE-E2969F34D415}" dt="2022-06-02T21:39:08.561" v="2797" actId="1076"/>
          <ac:cxnSpMkLst>
            <pc:docMk/>
            <pc:sldMk cId="1180097332" sldId="270"/>
            <ac:cxnSpMk id="17" creationId="{B96EDA95-26C5-AEEF-1954-7A1C59AB2AA2}"/>
          </ac:cxnSpMkLst>
        </pc:cxnChg>
      </pc:sldChg>
      <pc:sldChg chg="addSp delSp modSp add mod">
        <pc:chgData name="Guillermo AntonioAguirre" userId="42908199-65f4-4d4a-8e05-6e659ccb82ce" providerId="ADAL" clId="{9BEDD4DB-B428-4DFD-B8FE-E2969F34D415}" dt="2022-06-02T23:01:36.255" v="3111" actId="20577"/>
        <pc:sldMkLst>
          <pc:docMk/>
          <pc:sldMk cId="416955496" sldId="271"/>
        </pc:sldMkLst>
        <pc:spChg chg="del">
          <ac:chgData name="Guillermo AntonioAguirre" userId="42908199-65f4-4d4a-8e05-6e659ccb82ce" providerId="ADAL" clId="{9BEDD4DB-B428-4DFD-B8FE-E2969F34D415}" dt="2022-06-02T22:10:27.602" v="3007" actId="478"/>
          <ac:spMkLst>
            <pc:docMk/>
            <pc:sldMk cId="416955496" sldId="271"/>
            <ac:spMk id="3" creationId="{FCD24B30-5A31-6841-9ABD-2DEEAD2C1021}"/>
          </ac:spMkLst>
        </pc:spChg>
        <pc:spChg chg="mod">
          <ac:chgData name="Guillermo AntonioAguirre" userId="42908199-65f4-4d4a-8e05-6e659ccb82ce" providerId="ADAL" clId="{9BEDD4DB-B428-4DFD-B8FE-E2969F34D415}" dt="2022-06-02T23:01:36.255" v="3111" actId="20577"/>
          <ac:spMkLst>
            <pc:docMk/>
            <pc:sldMk cId="416955496" sldId="271"/>
            <ac:spMk id="11" creationId="{63A721BE-0E50-B80D-034D-8D0A1563A142}"/>
          </ac:spMkLst>
        </pc:spChg>
        <pc:spChg chg="add mod">
          <ac:chgData name="Guillermo AntonioAguirre" userId="42908199-65f4-4d4a-8e05-6e659ccb82ce" providerId="ADAL" clId="{9BEDD4DB-B428-4DFD-B8FE-E2969F34D415}" dt="2022-06-02T22:57:06.046" v="3108" actId="1076"/>
          <ac:spMkLst>
            <pc:docMk/>
            <pc:sldMk cId="416955496" sldId="271"/>
            <ac:spMk id="26" creationId="{08BF0E47-8EC0-5FAE-04C1-40423812D185}"/>
          </ac:spMkLst>
        </pc:spChg>
        <pc:grpChg chg="del">
          <ac:chgData name="Guillermo AntonioAguirre" userId="42908199-65f4-4d4a-8e05-6e659ccb82ce" providerId="ADAL" clId="{9BEDD4DB-B428-4DFD-B8FE-E2969F34D415}" dt="2022-06-02T22:08:48.657" v="2997" actId="478"/>
          <ac:grpSpMkLst>
            <pc:docMk/>
            <pc:sldMk cId="416955496" sldId="271"/>
            <ac:grpSpMk id="10" creationId="{58E869A4-084F-D544-52FE-E038402F7427}"/>
          </ac:grpSpMkLst>
        </pc:grpChg>
        <pc:grpChg chg="add del mod">
          <ac:chgData name="Guillermo AntonioAguirre" userId="42908199-65f4-4d4a-8e05-6e659ccb82ce" providerId="ADAL" clId="{9BEDD4DB-B428-4DFD-B8FE-E2969F34D415}" dt="2022-06-02T22:11:09.379" v="3020"/>
          <ac:grpSpMkLst>
            <pc:docMk/>
            <pc:sldMk cId="416955496" sldId="271"/>
            <ac:grpSpMk id="22" creationId="{D9CC42E9-FE26-8728-D965-E374A787D336}"/>
          </ac:grpSpMkLst>
        </pc:grpChg>
        <pc:grpChg chg="mod">
          <ac:chgData name="Guillermo AntonioAguirre" userId="42908199-65f4-4d4a-8e05-6e659ccb82ce" providerId="ADAL" clId="{9BEDD4DB-B428-4DFD-B8FE-E2969F34D415}" dt="2022-06-02T22:11:08.764" v="3018"/>
          <ac:grpSpMkLst>
            <pc:docMk/>
            <pc:sldMk cId="416955496" sldId="271"/>
            <ac:grpSpMk id="24" creationId="{263C528D-3911-076D-0F5E-7AECC80624CB}"/>
          </ac:grpSpMkLst>
        </pc:grpChg>
        <pc:graphicFrameChg chg="mod modGraphic">
          <ac:chgData name="Guillermo AntonioAguirre" userId="42908199-65f4-4d4a-8e05-6e659ccb82ce" providerId="ADAL" clId="{9BEDD4DB-B428-4DFD-B8FE-E2969F34D415}" dt="2022-06-02T22:52:55.718" v="3052" actId="1076"/>
          <ac:graphicFrameMkLst>
            <pc:docMk/>
            <pc:sldMk cId="416955496" sldId="271"/>
            <ac:graphicFrameMk id="2" creationId="{EF0A6D12-5128-2C0F-0D4C-4D31A906E2AC}"/>
          </ac:graphicFrameMkLst>
        </pc:graphicFrameChg>
        <pc:graphicFrameChg chg="add mod">
          <ac:chgData name="Guillermo AntonioAguirre" userId="42908199-65f4-4d4a-8e05-6e659ccb82ce" providerId="ADAL" clId="{9BEDD4DB-B428-4DFD-B8FE-E2969F34D415}" dt="2022-06-02T22:53:14.855" v="3056" actId="1076"/>
          <ac:graphicFrameMkLst>
            <pc:docMk/>
            <pc:sldMk cId="416955496" sldId="271"/>
            <ac:graphicFrameMk id="32" creationId="{2BDC59F4-8277-7D12-E1EC-92694C55E8E8}"/>
          </ac:graphicFrameMkLst>
        </pc:graphicFrameChg>
        <pc:inkChg chg="add del">
          <ac:chgData name="Guillermo AntonioAguirre" userId="42908199-65f4-4d4a-8e05-6e659ccb82ce" providerId="ADAL" clId="{9BEDD4DB-B428-4DFD-B8FE-E2969F34D415}" dt="2022-06-02T22:11:10.570" v="3022" actId="9405"/>
          <ac:inkMkLst>
            <pc:docMk/>
            <pc:sldMk cId="416955496" sldId="271"/>
            <ac:inkMk id="19" creationId="{72CDEDA9-B671-4562-A216-C092C4B8759F}"/>
          </ac:inkMkLst>
        </pc:inkChg>
        <pc:inkChg chg="add del mod">
          <ac:chgData name="Guillermo AntonioAguirre" userId="42908199-65f4-4d4a-8e05-6e659ccb82ce" providerId="ADAL" clId="{9BEDD4DB-B428-4DFD-B8FE-E2969F34D415}" dt="2022-06-02T22:11:09.978" v="3021" actId="9405"/>
          <ac:inkMkLst>
            <pc:docMk/>
            <pc:sldMk cId="416955496" sldId="271"/>
            <ac:inkMk id="20" creationId="{46274E36-B2F9-5592-826B-958E99FE2DCC}"/>
          </ac:inkMkLst>
        </pc:inkChg>
        <pc:inkChg chg="add del mod">
          <ac:chgData name="Guillermo AntonioAguirre" userId="42908199-65f4-4d4a-8e05-6e659ccb82ce" providerId="ADAL" clId="{9BEDD4DB-B428-4DFD-B8FE-E2969F34D415}" dt="2022-06-02T22:11:09.379" v="3020"/>
          <ac:inkMkLst>
            <pc:docMk/>
            <pc:sldMk cId="416955496" sldId="271"/>
            <ac:inkMk id="21" creationId="{B39652DC-A713-C678-A101-999A9CAF2A8F}"/>
          </ac:inkMkLst>
        </pc:inkChg>
        <pc:inkChg chg="add del mod">
          <ac:chgData name="Guillermo AntonioAguirre" userId="42908199-65f4-4d4a-8e05-6e659ccb82ce" providerId="ADAL" clId="{9BEDD4DB-B428-4DFD-B8FE-E2969F34D415}" dt="2022-06-02T22:11:08.764" v="3018"/>
          <ac:inkMkLst>
            <pc:docMk/>
            <pc:sldMk cId="416955496" sldId="271"/>
            <ac:inkMk id="23" creationId="{99F4964A-A14A-4479-7FC8-31891C487083}"/>
          </ac:inkMkLst>
        </pc:inkChg>
        <pc:cxnChg chg="add del mod">
          <ac:chgData name="Guillermo AntonioAguirre" userId="42908199-65f4-4d4a-8e05-6e659ccb82ce" providerId="ADAL" clId="{9BEDD4DB-B428-4DFD-B8FE-E2969F34D415}" dt="2022-06-02T22:09:56.672" v="3005" actId="478"/>
          <ac:cxnSpMkLst>
            <pc:docMk/>
            <pc:sldMk cId="416955496" sldId="271"/>
            <ac:cxnSpMk id="6" creationId="{DE59343B-0C73-D4D1-61F5-BD6178F33AC3}"/>
          </ac:cxnSpMkLst>
        </pc:cxnChg>
        <pc:cxnChg chg="del">
          <ac:chgData name="Guillermo AntonioAguirre" userId="42908199-65f4-4d4a-8e05-6e659ccb82ce" providerId="ADAL" clId="{9BEDD4DB-B428-4DFD-B8FE-E2969F34D415}" dt="2022-06-02T22:09:20.969" v="2998" actId="478"/>
          <ac:cxnSpMkLst>
            <pc:docMk/>
            <pc:sldMk cId="416955496" sldId="271"/>
            <ac:cxnSpMk id="17" creationId="{B96EDA95-26C5-AEEF-1954-7A1C59AB2AA2}"/>
          </ac:cxnSpMkLst>
        </pc:cxnChg>
        <pc:cxnChg chg="add mod">
          <ac:chgData name="Guillermo AntonioAguirre" userId="42908199-65f4-4d4a-8e05-6e659ccb82ce" providerId="ADAL" clId="{9BEDD4DB-B428-4DFD-B8FE-E2969F34D415}" dt="2022-06-02T22:56:36.639" v="3088" actId="1038"/>
          <ac:cxnSpMkLst>
            <pc:docMk/>
            <pc:sldMk cId="416955496" sldId="271"/>
            <ac:cxnSpMk id="28" creationId="{736B08B2-FEB9-7FAE-61BF-BF12E9157376}"/>
          </ac:cxnSpMkLst>
        </pc:cxnChg>
        <pc:cxnChg chg="add mod">
          <ac:chgData name="Guillermo AntonioAguirre" userId="42908199-65f4-4d4a-8e05-6e659ccb82ce" providerId="ADAL" clId="{9BEDD4DB-B428-4DFD-B8FE-E2969F34D415}" dt="2022-06-02T22:56:27.447" v="3074" actId="1076"/>
          <ac:cxnSpMkLst>
            <pc:docMk/>
            <pc:sldMk cId="416955496" sldId="271"/>
            <ac:cxnSpMk id="30" creationId="{316F7F55-EF6F-22AF-587F-D27C2AB53CB6}"/>
          </ac:cxnSpMkLst>
        </pc:cxnChg>
      </pc:sldChg>
      <pc:sldChg chg="addSp delSp modSp add mod modAnim">
        <pc:chgData name="Guillermo AntonioAguirre" userId="42908199-65f4-4d4a-8e05-6e659ccb82ce" providerId="ADAL" clId="{9BEDD4DB-B428-4DFD-B8FE-E2969F34D415}" dt="2022-06-02T23:43:51.817" v="3432" actId="313"/>
        <pc:sldMkLst>
          <pc:docMk/>
          <pc:sldMk cId="2472424836" sldId="272"/>
        </pc:sldMkLst>
        <pc:spChg chg="mod">
          <ac:chgData name="Guillermo AntonioAguirre" userId="42908199-65f4-4d4a-8e05-6e659ccb82ce" providerId="ADAL" clId="{9BEDD4DB-B428-4DFD-B8FE-E2969F34D415}" dt="2022-06-02T23:43:51.817" v="3432" actId="313"/>
          <ac:spMkLst>
            <pc:docMk/>
            <pc:sldMk cId="2472424836" sldId="272"/>
            <ac:spMk id="11" creationId="{63A721BE-0E50-B80D-034D-8D0A1563A142}"/>
          </ac:spMkLst>
        </pc:spChg>
        <pc:spChg chg="add mod">
          <ac:chgData name="Guillermo AntonioAguirre" userId="42908199-65f4-4d4a-8e05-6e659ccb82ce" providerId="ADAL" clId="{9BEDD4DB-B428-4DFD-B8FE-E2969F34D415}" dt="2022-06-02T23:31:43.005" v="3352" actId="20577"/>
          <ac:spMkLst>
            <pc:docMk/>
            <pc:sldMk cId="2472424836" sldId="272"/>
            <ac:spMk id="14" creationId="{5626F819-769B-111D-7EF6-B4096B024556}"/>
          </ac:spMkLst>
        </pc:spChg>
        <pc:spChg chg="add mod">
          <ac:chgData name="Guillermo AntonioAguirre" userId="42908199-65f4-4d4a-8e05-6e659ccb82ce" providerId="ADAL" clId="{9BEDD4DB-B428-4DFD-B8FE-E2969F34D415}" dt="2022-06-02T23:30:53.645" v="3348" actId="20577"/>
          <ac:spMkLst>
            <pc:docMk/>
            <pc:sldMk cId="2472424836" sldId="272"/>
            <ac:spMk id="16" creationId="{A81BC7C8-2677-679D-D62B-4E7F99A34D8D}"/>
          </ac:spMkLst>
        </pc:spChg>
        <pc:spChg chg="add mod">
          <ac:chgData name="Guillermo AntonioAguirre" userId="42908199-65f4-4d4a-8e05-6e659ccb82ce" providerId="ADAL" clId="{9BEDD4DB-B428-4DFD-B8FE-E2969F34D415}" dt="2022-06-02T23:31:55.092" v="3356" actId="20577"/>
          <ac:spMkLst>
            <pc:docMk/>
            <pc:sldMk cId="2472424836" sldId="272"/>
            <ac:spMk id="18" creationId="{06E7E83C-7CF6-7B0D-95CA-9586A11BFF88}"/>
          </ac:spMkLst>
        </pc:spChg>
        <pc:spChg chg="mod">
          <ac:chgData name="Guillermo AntonioAguirre" userId="42908199-65f4-4d4a-8e05-6e659ccb82ce" providerId="ADAL" clId="{9BEDD4DB-B428-4DFD-B8FE-E2969F34D415}" dt="2022-06-02T23:30:37.605" v="3346" actId="20577"/>
          <ac:spMkLst>
            <pc:docMk/>
            <pc:sldMk cId="2472424836" sldId="272"/>
            <ac:spMk id="26" creationId="{08BF0E47-8EC0-5FAE-04C1-40423812D185}"/>
          </ac:spMkLst>
        </pc:spChg>
        <pc:graphicFrameChg chg="mod modGraphic">
          <ac:chgData name="Guillermo AntonioAguirre" userId="42908199-65f4-4d4a-8e05-6e659ccb82ce" providerId="ADAL" clId="{9BEDD4DB-B428-4DFD-B8FE-E2969F34D415}" dt="2022-06-02T23:37:35.934" v="3421" actId="20577"/>
          <ac:graphicFrameMkLst>
            <pc:docMk/>
            <pc:sldMk cId="2472424836" sldId="272"/>
            <ac:graphicFrameMk id="2" creationId="{EF0A6D12-5128-2C0F-0D4C-4D31A906E2AC}"/>
          </ac:graphicFrameMkLst>
        </pc:graphicFrameChg>
        <pc:graphicFrameChg chg="add mod modGraphic">
          <ac:chgData name="Guillermo AntonioAguirre" userId="42908199-65f4-4d4a-8e05-6e659ccb82ce" providerId="ADAL" clId="{9BEDD4DB-B428-4DFD-B8FE-E2969F34D415}" dt="2022-06-02T23:34:46.275" v="3401" actId="20577"/>
          <ac:graphicFrameMkLst>
            <pc:docMk/>
            <pc:sldMk cId="2472424836" sldId="272"/>
            <ac:graphicFrameMk id="3" creationId="{44280634-0EBD-3F92-DE7E-4BB288F08979}"/>
          </ac:graphicFrameMkLst>
        </pc:graphicFrameChg>
        <pc:graphicFrameChg chg="add mod modGraphic">
          <ac:chgData name="Guillermo AntonioAguirre" userId="42908199-65f4-4d4a-8e05-6e659ccb82ce" providerId="ADAL" clId="{9BEDD4DB-B428-4DFD-B8FE-E2969F34D415}" dt="2022-06-02T23:36:17.094" v="3415" actId="20577"/>
          <ac:graphicFrameMkLst>
            <pc:docMk/>
            <pc:sldMk cId="2472424836" sldId="272"/>
            <ac:graphicFrameMk id="17" creationId="{F87B12AF-ACCC-7C97-9325-BBD6C6F18DFD}"/>
          </ac:graphicFrameMkLst>
        </pc:graphicFrameChg>
        <pc:graphicFrameChg chg="add mod">
          <ac:chgData name="Guillermo AntonioAguirre" userId="42908199-65f4-4d4a-8e05-6e659ccb82ce" providerId="ADAL" clId="{9BEDD4DB-B428-4DFD-B8FE-E2969F34D415}" dt="2022-06-02T23:30:05.822" v="3344" actId="1076"/>
          <ac:graphicFrameMkLst>
            <pc:docMk/>
            <pc:sldMk cId="2472424836" sldId="272"/>
            <ac:graphicFrameMk id="19" creationId="{AD55F180-D8AF-F30E-1A62-04F18477BB2C}"/>
          </ac:graphicFrameMkLst>
        </pc:graphicFrameChg>
        <pc:graphicFrameChg chg="add del mod">
          <ac:chgData name="Guillermo AntonioAguirre" userId="42908199-65f4-4d4a-8e05-6e659ccb82ce" providerId="ADAL" clId="{9BEDD4DB-B428-4DFD-B8FE-E2969F34D415}" dt="2022-06-02T23:38:24.901" v="3425"/>
          <ac:graphicFrameMkLst>
            <pc:docMk/>
            <pc:sldMk cId="2472424836" sldId="272"/>
            <ac:graphicFrameMk id="20" creationId="{A52B739C-6139-63DB-D985-BC09BC95A508}"/>
          </ac:graphicFrameMkLst>
        </pc:graphicFrameChg>
        <pc:graphicFrameChg chg="del mod">
          <ac:chgData name="Guillermo AntonioAguirre" userId="42908199-65f4-4d4a-8e05-6e659ccb82ce" providerId="ADAL" clId="{9BEDD4DB-B428-4DFD-B8FE-E2969F34D415}" dt="2022-06-02T23:29:59.190" v="3342" actId="478"/>
          <ac:graphicFrameMkLst>
            <pc:docMk/>
            <pc:sldMk cId="2472424836" sldId="272"/>
            <ac:graphicFrameMk id="32" creationId="{2BDC59F4-8277-7D12-E1EC-92694C55E8E8}"/>
          </ac:graphicFrameMkLst>
        </pc:graphicFrameChg>
        <pc:cxnChg chg="del">
          <ac:chgData name="Guillermo AntonioAguirre" userId="42908199-65f4-4d4a-8e05-6e659ccb82ce" providerId="ADAL" clId="{9BEDD4DB-B428-4DFD-B8FE-E2969F34D415}" dt="2022-06-02T23:03:16.070" v="3152" actId="478"/>
          <ac:cxnSpMkLst>
            <pc:docMk/>
            <pc:sldMk cId="2472424836" sldId="272"/>
            <ac:cxnSpMk id="28" creationId="{736B08B2-FEB9-7FAE-61BF-BF12E9157376}"/>
          </ac:cxnSpMkLst>
        </pc:cxnChg>
        <pc:cxnChg chg="mod">
          <ac:chgData name="Guillermo AntonioAguirre" userId="42908199-65f4-4d4a-8e05-6e659ccb82ce" providerId="ADAL" clId="{9BEDD4DB-B428-4DFD-B8FE-E2969F34D415}" dt="2022-06-02T23:16:00.566" v="3260" actId="1076"/>
          <ac:cxnSpMkLst>
            <pc:docMk/>
            <pc:sldMk cId="2472424836" sldId="272"/>
            <ac:cxnSpMk id="30" creationId="{316F7F55-EF6F-22AF-587F-D27C2AB53CB6}"/>
          </ac:cxnSpMkLst>
        </pc:cxnChg>
      </pc:sldChg>
      <pc:sldChg chg="addSp delSp modSp add mod delAnim modAnim">
        <pc:chgData name="Guillermo AntonioAguirre" userId="42908199-65f4-4d4a-8e05-6e659ccb82ce" providerId="ADAL" clId="{9BEDD4DB-B428-4DFD-B8FE-E2969F34D415}" dt="2022-06-02T23:51:48.700" v="3513" actId="20577"/>
        <pc:sldMkLst>
          <pc:docMk/>
          <pc:sldMk cId="1930399317" sldId="273"/>
        </pc:sldMkLst>
        <pc:spChg chg="mod">
          <ac:chgData name="Guillermo AntonioAguirre" userId="42908199-65f4-4d4a-8e05-6e659ccb82ce" providerId="ADAL" clId="{9BEDD4DB-B428-4DFD-B8FE-E2969F34D415}" dt="2022-06-02T23:51:48.700" v="3513" actId="20577"/>
          <ac:spMkLst>
            <pc:docMk/>
            <pc:sldMk cId="1930399317" sldId="273"/>
            <ac:spMk id="11" creationId="{63A721BE-0E50-B80D-034D-8D0A1563A142}"/>
          </ac:spMkLst>
        </pc:spChg>
        <pc:spChg chg="del">
          <ac:chgData name="Guillermo AntonioAguirre" userId="42908199-65f4-4d4a-8e05-6e659ccb82ce" providerId="ADAL" clId="{9BEDD4DB-B428-4DFD-B8FE-E2969F34D415}" dt="2022-06-02T23:44:23.193" v="3443" actId="478"/>
          <ac:spMkLst>
            <pc:docMk/>
            <pc:sldMk cId="1930399317" sldId="273"/>
            <ac:spMk id="14" creationId="{5626F819-769B-111D-7EF6-B4096B024556}"/>
          </ac:spMkLst>
        </pc:spChg>
        <pc:spChg chg="mod">
          <ac:chgData name="Guillermo AntonioAguirre" userId="42908199-65f4-4d4a-8e05-6e659ccb82ce" providerId="ADAL" clId="{9BEDD4DB-B428-4DFD-B8FE-E2969F34D415}" dt="2022-06-02T23:46:47.772" v="3479" actId="20577"/>
          <ac:spMkLst>
            <pc:docMk/>
            <pc:sldMk cId="1930399317" sldId="273"/>
            <ac:spMk id="16" creationId="{A81BC7C8-2677-679D-D62B-4E7F99A34D8D}"/>
          </ac:spMkLst>
        </pc:spChg>
        <pc:spChg chg="del">
          <ac:chgData name="Guillermo AntonioAguirre" userId="42908199-65f4-4d4a-8e05-6e659ccb82ce" providerId="ADAL" clId="{9BEDD4DB-B428-4DFD-B8FE-E2969F34D415}" dt="2022-06-02T23:44:29.068" v="3444" actId="478"/>
          <ac:spMkLst>
            <pc:docMk/>
            <pc:sldMk cId="1930399317" sldId="273"/>
            <ac:spMk id="18" creationId="{06E7E83C-7CF6-7B0D-95CA-9586A11BFF88}"/>
          </ac:spMkLst>
        </pc:spChg>
        <pc:spChg chg="mod">
          <ac:chgData name="Guillermo AntonioAguirre" userId="42908199-65f4-4d4a-8e05-6e659ccb82ce" providerId="ADAL" clId="{9BEDD4DB-B428-4DFD-B8FE-E2969F34D415}" dt="2022-06-02T23:45:33.868" v="3467" actId="20577"/>
          <ac:spMkLst>
            <pc:docMk/>
            <pc:sldMk cId="1930399317" sldId="273"/>
            <ac:spMk id="26" creationId="{08BF0E47-8EC0-5FAE-04C1-40423812D185}"/>
          </ac:spMkLst>
        </pc:spChg>
        <pc:graphicFrameChg chg="del">
          <ac:chgData name="Guillermo AntonioAguirre" userId="42908199-65f4-4d4a-8e05-6e659ccb82ce" providerId="ADAL" clId="{9BEDD4DB-B428-4DFD-B8FE-E2969F34D415}" dt="2022-06-02T23:38:08.814" v="3423" actId="478"/>
          <ac:graphicFrameMkLst>
            <pc:docMk/>
            <pc:sldMk cId="1930399317" sldId="273"/>
            <ac:graphicFrameMk id="2" creationId="{EF0A6D12-5128-2C0F-0D4C-4D31A906E2AC}"/>
          </ac:graphicFrameMkLst>
        </pc:graphicFrameChg>
        <pc:graphicFrameChg chg="mod modGraphic">
          <ac:chgData name="Guillermo AntonioAguirre" userId="42908199-65f4-4d4a-8e05-6e659ccb82ce" providerId="ADAL" clId="{9BEDD4DB-B428-4DFD-B8FE-E2969F34D415}" dt="2022-06-02T23:48:13.478" v="3498" actId="20577"/>
          <ac:graphicFrameMkLst>
            <pc:docMk/>
            <pc:sldMk cId="1930399317" sldId="273"/>
            <ac:graphicFrameMk id="3" creationId="{44280634-0EBD-3F92-DE7E-4BB288F08979}"/>
          </ac:graphicFrameMkLst>
        </pc:graphicFrameChg>
        <pc:graphicFrameChg chg="del">
          <ac:chgData name="Guillermo AntonioAguirre" userId="42908199-65f4-4d4a-8e05-6e659ccb82ce" providerId="ADAL" clId="{9BEDD4DB-B428-4DFD-B8FE-E2969F34D415}" dt="2022-06-02T23:44:29.068" v="3444" actId="478"/>
          <ac:graphicFrameMkLst>
            <pc:docMk/>
            <pc:sldMk cId="1930399317" sldId="273"/>
            <ac:graphicFrameMk id="17" creationId="{F87B12AF-ACCC-7C97-9325-BBD6C6F18DFD}"/>
          </ac:graphicFrameMkLst>
        </pc:graphicFrameChg>
        <pc:graphicFrameChg chg="add mod">
          <ac:chgData name="Guillermo AntonioAguirre" userId="42908199-65f4-4d4a-8e05-6e659ccb82ce" providerId="ADAL" clId="{9BEDD4DB-B428-4DFD-B8FE-E2969F34D415}" dt="2022-06-02T23:38:42.454" v="3427" actId="1076"/>
          <ac:graphicFrameMkLst>
            <pc:docMk/>
            <pc:sldMk cId="1930399317" sldId="273"/>
            <ac:graphicFrameMk id="19" creationId="{892A607F-58E2-FB64-00FD-F9315500746B}"/>
          </ac:graphicFrameMkLst>
        </pc:graphicFrameChg>
        <pc:graphicFrameChg chg="add mod modGraphic">
          <ac:chgData name="Guillermo AntonioAguirre" userId="42908199-65f4-4d4a-8e05-6e659ccb82ce" providerId="ADAL" clId="{9BEDD4DB-B428-4DFD-B8FE-E2969F34D415}" dt="2022-06-02T23:48:27.325" v="3504" actId="20577"/>
          <ac:graphicFrameMkLst>
            <pc:docMk/>
            <pc:sldMk cId="1930399317" sldId="273"/>
            <ac:graphicFrameMk id="20" creationId="{C2A40DEB-595F-7251-631D-F8BCE383B41C}"/>
          </ac:graphicFrameMkLst>
        </pc:graphicFrameChg>
        <pc:graphicFrameChg chg="del mod">
          <ac:chgData name="Guillermo AntonioAguirre" userId="42908199-65f4-4d4a-8e05-6e659ccb82ce" providerId="ADAL" clId="{9BEDD4DB-B428-4DFD-B8FE-E2969F34D415}" dt="2022-06-02T23:38:03.671" v="3422" actId="478"/>
          <ac:graphicFrameMkLst>
            <pc:docMk/>
            <pc:sldMk cId="1930399317" sldId="273"/>
            <ac:graphicFrameMk id="32" creationId="{2BDC59F4-8277-7D12-E1EC-92694C55E8E8}"/>
          </ac:graphicFrameMkLst>
        </pc:graphicFrameChg>
      </pc:sldChg>
      <pc:sldChg chg="addSp delSp modSp add mod delAnim modAnim">
        <pc:chgData name="Guillermo AntonioAguirre" userId="42908199-65f4-4d4a-8e05-6e659ccb82ce" providerId="ADAL" clId="{9BEDD4DB-B428-4DFD-B8FE-E2969F34D415}" dt="2022-06-03T00:01:21.949" v="3863" actId="20577"/>
        <pc:sldMkLst>
          <pc:docMk/>
          <pc:sldMk cId="3862987470" sldId="274"/>
        </pc:sldMkLst>
        <pc:spChg chg="mod">
          <ac:chgData name="Guillermo AntonioAguirre" userId="42908199-65f4-4d4a-8e05-6e659ccb82ce" providerId="ADAL" clId="{9BEDD4DB-B428-4DFD-B8FE-E2969F34D415}" dt="2022-06-02T23:52:22.900" v="3582" actId="20577"/>
          <ac:spMkLst>
            <pc:docMk/>
            <pc:sldMk cId="3862987470" sldId="274"/>
            <ac:spMk id="11" creationId="{63A721BE-0E50-B80D-034D-8D0A1563A142}"/>
          </ac:spMkLst>
        </pc:spChg>
        <pc:spChg chg="del">
          <ac:chgData name="Guillermo AntonioAguirre" userId="42908199-65f4-4d4a-8e05-6e659ccb82ce" providerId="ADAL" clId="{9BEDD4DB-B428-4DFD-B8FE-E2969F34D415}" dt="2022-06-02T23:50:53.116" v="3509" actId="478"/>
          <ac:spMkLst>
            <pc:docMk/>
            <pc:sldMk cId="3862987470" sldId="274"/>
            <ac:spMk id="16" creationId="{A81BC7C8-2677-679D-D62B-4E7F99A34D8D}"/>
          </ac:spMkLst>
        </pc:spChg>
        <pc:spChg chg="mod">
          <ac:chgData name="Guillermo AntonioAguirre" userId="42908199-65f4-4d4a-8e05-6e659ccb82ce" providerId="ADAL" clId="{9BEDD4DB-B428-4DFD-B8FE-E2969F34D415}" dt="2022-06-03T00:01:21.949" v="3863" actId="20577"/>
          <ac:spMkLst>
            <pc:docMk/>
            <pc:sldMk cId="3862987470" sldId="274"/>
            <ac:spMk id="17" creationId="{044D74CC-C314-2D16-8B75-67587F11440F}"/>
          </ac:spMkLst>
        </pc:spChg>
        <pc:spChg chg="mod">
          <ac:chgData name="Guillermo AntonioAguirre" userId="42908199-65f4-4d4a-8e05-6e659ccb82ce" providerId="ADAL" clId="{9BEDD4DB-B428-4DFD-B8FE-E2969F34D415}" dt="2022-06-03T00:01:21.949" v="3863" actId="20577"/>
          <ac:spMkLst>
            <pc:docMk/>
            <pc:sldMk cId="3862987470" sldId="274"/>
            <ac:spMk id="18" creationId="{16025A4F-C095-E507-2925-13F548662E02}"/>
          </ac:spMkLst>
        </pc:spChg>
        <pc:spChg chg="mod">
          <ac:chgData name="Guillermo AntonioAguirre" userId="42908199-65f4-4d4a-8e05-6e659ccb82ce" providerId="ADAL" clId="{9BEDD4DB-B428-4DFD-B8FE-E2969F34D415}" dt="2022-06-03T00:01:21.949" v="3863" actId="20577"/>
          <ac:spMkLst>
            <pc:docMk/>
            <pc:sldMk cId="3862987470" sldId="274"/>
            <ac:spMk id="21" creationId="{E6D96F73-C349-F023-098C-412DBB52260B}"/>
          </ac:spMkLst>
        </pc:spChg>
        <pc:spChg chg="mod">
          <ac:chgData name="Guillermo AntonioAguirre" userId="42908199-65f4-4d4a-8e05-6e659ccb82ce" providerId="ADAL" clId="{9BEDD4DB-B428-4DFD-B8FE-E2969F34D415}" dt="2022-06-03T00:01:21.949" v="3863" actId="20577"/>
          <ac:spMkLst>
            <pc:docMk/>
            <pc:sldMk cId="3862987470" sldId="274"/>
            <ac:spMk id="22" creationId="{CA5B6476-8B41-BF4B-6688-BB66F8A4DDC1}"/>
          </ac:spMkLst>
        </pc:spChg>
        <pc:spChg chg="del mod">
          <ac:chgData name="Guillermo AntonioAguirre" userId="42908199-65f4-4d4a-8e05-6e659ccb82ce" providerId="ADAL" clId="{9BEDD4DB-B428-4DFD-B8FE-E2969F34D415}" dt="2022-06-02T23:50:49.367" v="3508" actId="478"/>
          <ac:spMkLst>
            <pc:docMk/>
            <pc:sldMk cId="3862987470" sldId="274"/>
            <ac:spMk id="26" creationId="{08BF0E47-8EC0-5FAE-04C1-40423812D185}"/>
          </ac:spMkLst>
        </pc:spChg>
        <pc:grpChg chg="add mod">
          <ac:chgData name="Guillermo AntonioAguirre" userId="42908199-65f4-4d4a-8e05-6e659ccb82ce" providerId="ADAL" clId="{9BEDD4DB-B428-4DFD-B8FE-E2969F34D415}" dt="2022-06-03T00:01:21.949" v="3863" actId="20577"/>
          <ac:grpSpMkLst>
            <pc:docMk/>
            <pc:sldMk cId="3862987470" sldId="274"/>
            <ac:grpSpMk id="15" creationId="{82660354-78A4-7101-858E-5DA3CA9F7C8B}"/>
          </ac:grpSpMkLst>
        </pc:grpChg>
        <pc:graphicFrameChg chg="del">
          <ac:chgData name="Guillermo AntonioAguirre" userId="42908199-65f4-4d4a-8e05-6e659ccb82ce" providerId="ADAL" clId="{9BEDD4DB-B428-4DFD-B8FE-E2969F34D415}" dt="2022-06-02T23:50:53.116" v="3509" actId="478"/>
          <ac:graphicFrameMkLst>
            <pc:docMk/>
            <pc:sldMk cId="3862987470" sldId="274"/>
            <ac:graphicFrameMk id="3" creationId="{44280634-0EBD-3F92-DE7E-4BB288F08979}"/>
          </ac:graphicFrameMkLst>
        </pc:graphicFrameChg>
        <pc:graphicFrameChg chg="del">
          <ac:chgData name="Guillermo AntonioAguirre" userId="42908199-65f4-4d4a-8e05-6e659ccb82ce" providerId="ADAL" clId="{9BEDD4DB-B428-4DFD-B8FE-E2969F34D415}" dt="2022-06-02T23:50:44.261" v="3506" actId="478"/>
          <ac:graphicFrameMkLst>
            <pc:docMk/>
            <pc:sldMk cId="3862987470" sldId="274"/>
            <ac:graphicFrameMk id="19" creationId="{892A607F-58E2-FB64-00FD-F9315500746B}"/>
          </ac:graphicFrameMkLst>
        </pc:graphicFrameChg>
        <pc:graphicFrameChg chg="mod">
          <ac:chgData name="Guillermo AntonioAguirre" userId="42908199-65f4-4d4a-8e05-6e659ccb82ce" providerId="ADAL" clId="{9BEDD4DB-B428-4DFD-B8FE-E2969F34D415}" dt="2022-06-02T23:54:32.675" v="3627" actId="1076"/>
          <ac:graphicFrameMkLst>
            <pc:docMk/>
            <pc:sldMk cId="3862987470" sldId="274"/>
            <ac:graphicFrameMk id="20" creationId="{C2A40DEB-595F-7251-631D-F8BCE383B41C}"/>
          </ac:graphicFrameMkLst>
        </pc:graphicFrameChg>
        <pc:cxnChg chg="mod">
          <ac:chgData name="Guillermo AntonioAguirre" userId="42908199-65f4-4d4a-8e05-6e659ccb82ce" providerId="ADAL" clId="{9BEDD4DB-B428-4DFD-B8FE-E2969F34D415}" dt="2022-06-02T23:54:32.675" v="3627" actId="1076"/>
          <ac:cxnSpMkLst>
            <pc:docMk/>
            <pc:sldMk cId="3862987470" sldId="274"/>
            <ac:cxnSpMk id="30" creationId="{316F7F55-EF6F-22AF-587F-D27C2AB53CB6}"/>
          </ac:cxnSpMkLst>
        </pc:cxnChg>
      </pc:sldChg>
      <pc:sldChg chg="addSp delSp modSp add mod modAnim">
        <pc:chgData name="Guillermo AntonioAguirre" userId="42908199-65f4-4d4a-8e05-6e659ccb82ce" providerId="ADAL" clId="{9BEDD4DB-B428-4DFD-B8FE-E2969F34D415}" dt="2022-06-03T00:13:48.090" v="4040"/>
        <pc:sldMkLst>
          <pc:docMk/>
          <pc:sldMk cId="382202819" sldId="275"/>
        </pc:sldMkLst>
        <pc:spChg chg="add mod">
          <ac:chgData name="Guillermo AntonioAguirre" userId="42908199-65f4-4d4a-8e05-6e659ccb82ce" providerId="ADAL" clId="{9BEDD4DB-B428-4DFD-B8FE-E2969F34D415}" dt="2022-06-02T23:58:31.636" v="3762" actId="14100"/>
          <ac:spMkLst>
            <pc:docMk/>
            <pc:sldMk cId="382202819" sldId="275"/>
            <ac:spMk id="7" creationId="{B644CF76-806F-FE13-F019-67C2D9B841B8}"/>
          </ac:spMkLst>
        </pc:spChg>
        <pc:spChg chg="mod">
          <ac:chgData name="Guillermo AntonioAguirre" userId="42908199-65f4-4d4a-8e05-6e659ccb82ce" providerId="ADAL" clId="{9BEDD4DB-B428-4DFD-B8FE-E2969F34D415}" dt="2022-06-02T23:56:13.885" v="3706" actId="20577"/>
          <ac:spMkLst>
            <pc:docMk/>
            <pc:sldMk cId="382202819" sldId="275"/>
            <ac:spMk id="11" creationId="{63A721BE-0E50-B80D-034D-8D0A1563A142}"/>
          </ac:spMkLst>
        </pc:spChg>
        <pc:spChg chg="add mod">
          <ac:chgData name="Guillermo AntonioAguirre" userId="42908199-65f4-4d4a-8e05-6e659ccb82ce" providerId="ADAL" clId="{9BEDD4DB-B428-4DFD-B8FE-E2969F34D415}" dt="2022-06-02T23:59:00.787" v="3788" actId="20577"/>
          <ac:spMkLst>
            <pc:docMk/>
            <pc:sldMk cId="382202819" sldId="275"/>
            <ac:spMk id="24" creationId="{72AE2475-03A9-2BC4-9182-3B43662E9644}"/>
          </ac:spMkLst>
        </pc:spChg>
        <pc:spChg chg="add mod">
          <ac:chgData name="Guillermo AntonioAguirre" userId="42908199-65f4-4d4a-8e05-6e659ccb82ce" providerId="ADAL" clId="{9BEDD4DB-B428-4DFD-B8FE-E2969F34D415}" dt="2022-06-02T23:59:32.419" v="3808" actId="20577"/>
          <ac:spMkLst>
            <pc:docMk/>
            <pc:sldMk cId="382202819" sldId="275"/>
            <ac:spMk id="25" creationId="{916B2A6B-7948-BAB5-F867-3A742B0C6A0C}"/>
          </ac:spMkLst>
        </pc:spChg>
        <pc:spChg chg="add mod">
          <ac:chgData name="Guillermo AntonioAguirre" userId="42908199-65f4-4d4a-8e05-6e659ccb82ce" providerId="ADAL" clId="{9BEDD4DB-B428-4DFD-B8FE-E2969F34D415}" dt="2022-06-03T00:02:23.889" v="3883" actId="1076"/>
          <ac:spMkLst>
            <pc:docMk/>
            <pc:sldMk cId="382202819" sldId="275"/>
            <ac:spMk id="26" creationId="{D5E5ED64-5D9D-9559-E528-912E849D2837}"/>
          </ac:spMkLst>
        </pc:spChg>
        <pc:spChg chg="add mod">
          <ac:chgData name="Guillermo AntonioAguirre" userId="42908199-65f4-4d4a-8e05-6e659ccb82ce" providerId="ADAL" clId="{9BEDD4DB-B428-4DFD-B8FE-E2969F34D415}" dt="2022-06-03T00:01:45.860" v="3871" actId="20577"/>
          <ac:spMkLst>
            <pc:docMk/>
            <pc:sldMk cId="382202819" sldId="275"/>
            <ac:spMk id="27" creationId="{D7EBC313-89E2-970B-199C-CBD46500D075}"/>
          </ac:spMkLst>
        </pc:spChg>
        <pc:spChg chg="add mod">
          <ac:chgData name="Guillermo AntonioAguirre" userId="42908199-65f4-4d4a-8e05-6e659ccb82ce" providerId="ADAL" clId="{9BEDD4DB-B428-4DFD-B8FE-E2969F34D415}" dt="2022-06-03T00:02:45.170" v="3884" actId="113"/>
          <ac:spMkLst>
            <pc:docMk/>
            <pc:sldMk cId="382202819" sldId="275"/>
            <ac:spMk id="28" creationId="{3792BE6E-E68A-8596-C03E-F199D91858C6}"/>
          </ac:spMkLst>
        </pc:spChg>
        <pc:spChg chg="add mod">
          <ac:chgData name="Guillermo AntonioAguirre" userId="42908199-65f4-4d4a-8e05-6e659ccb82ce" providerId="ADAL" clId="{9BEDD4DB-B428-4DFD-B8FE-E2969F34D415}" dt="2022-06-03T00:03:14.130" v="3906" actId="1076"/>
          <ac:spMkLst>
            <pc:docMk/>
            <pc:sldMk cId="382202819" sldId="275"/>
            <ac:spMk id="29" creationId="{800AAEE0-66EC-2277-B929-E0C3EC2059B7}"/>
          </ac:spMkLst>
        </pc:spChg>
        <pc:spChg chg="add mod">
          <ac:chgData name="Guillermo AntonioAguirre" userId="42908199-65f4-4d4a-8e05-6e659ccb82ce" providerId="ADAL" clId="{9BEDD4DB-B428-4DFD-B8FE-E2969F34D415}" dt="2022-06-03T00:03:44.673" v="3913" actId="1076"/>
          <ac:spMkLst>
            <pc:docMk/>
            <pc:sldMk cId="382202819" sldId="275"/>
            <ac:spMk id="31" creationId="{346807C1-59C2-7BAF-4B12-FAF5D745C777}"/>
          </ac:spMkLst>
        </pc:spChg>
        <pc:spChg chg="add mod">
          <ac:chgData name="Guillermo AntonioAguirre" userId="42908199-65f4-4d4a-8e05-6e659ccb82ce" providerId="ADAL" clId="{9BEDD4DB-B428-4DFD-B8FE-E2969F34D415}" dt="2022-06-03T00:04:06.473" v="3920" actId="1076"/>
          <ac:spMkLst>
            <pc:docMk/>
            <pc:sldMk cId="382202819" sldId="275"/>
            <ac:spMk id="32" creationId="{E6ADCADC-9137-5759-908E-9AC0C0F44D1B}"/>
          </ac:spMkLst>
        </pc:spChg>
        <pc:spChg chg="add mod">
          <ac:chgData name="Guillermo AntonioAguirre" userId="42908199-65f4-4d4a-8e05-6e659ccb82ce" providerId="ADAL" clId="{9BEDD4DB-B428-4DFD-B8FE-E2969F34D415}" dt="2022-06-03T00:04:37.409" v="3927" actId="1076"/>
          <ac:spMkLst>
            <pc:docMk/>
            <pc:sldMk cId="382202819" sldId="275"/>
            <ac:spMk id="33" creationId="{B190B10A-4905-CA68-D40F-06D12D22AF77}"/>
          </ac:spMkLst>
        </pc:spChg>
        <pc:spChg chg="add mod">
          <ac:chgData name="Guillermo AntonioAguirre" userId="42908199-65f4-4d4a-8e05-6e659ccb82ce" providerId="ADAL" clId="{9BEDD4DB-B428-4DFD-B8FE-E2969F34D415}" dt="2022-06-03T00:05:01.425" v="3933" actId="1076"/>
          <ac:spMkLst>
            <pc:docMk/>
            <pc:sldMk cId="382202819" sldId="275"/>
            <ac:spMk id="39" creationId="{86FA8E15-6D50-E18F-3965-0AC0C66A3EE8}"/>
          </ac:spMkLst>
        </pc:spChg>
        <pc:spChg chg="add mod">
          <ac:chgData name="Guillermo AntonioAguirre" userId="42908199-65f4-4d4a-8e05-6e659ccb82ce" providerId="ADAL" clId="{9BEDD4DB-B428-4DFD-B8FE-E2969F34D415}" dt="2022-06-03T00:05:39.545" v="3945" actId="1076"/>
          <ac:spMkLst>
            <pc:docMk/>
            <pc:sldMk cId="382202819" sldId="275"/>
            <ac:spMk id="40" creationId="{5E83578D-CAAC-22A1-3675-4B76299CF65D}"/>
          </ac:spMkLst>
        </pc:spChg>
        <pc:spChg chg="add mod">
          <ac:chgData name="Guillermo AntonioAguirre" userId="42908199-65f4-4d4a-8e05-6e659ccb82ce" providerId="ADAL" clId="{9BEDD4DB-B428-4DFD-B8FE-E2969F34D415}" dt="2022-06-03T00:06:21.451" v="3950" actId="113"/>
          <ac:spMkLst>
            <pc:docMk/>
            <pc:sldMk cId="382202819" sldId="275"/>
            <ac:spMk id="41" creationId="{1D5C2389-F45E-0698-548A-B349AF49A905}"/>
          </ac:spMkLst>
        </pc:spChg>
        <pc:spChg chg="add mod">
          <ac:chgData name="Guillermo AntonioAguirre" userId="42908199-65f4-4d4a-8e05-6e659ccb82ce" providerId="ADAL" clId="{9BEDD4DB-B428-4DFD-B8FE-E2969F34D415}" dt="2022-06-03T00:08:30.681" v="3964" actId="1076"/>
          <ac:spMkLst>
            <pc:docMk/>
            <pc:sldMk cId="382202819" sldId="275"/>
            <ac:spMk id="42" creationId="{13D4592D-ABF5-60A1-7A69-FA37B4EF664A}"/>
          </ac:spMkLst>
        </pc:spChg>
        <pc:spChg chg="add mod">
          <ac:chgData name="Guillermo AntonioAguirre" userId="42908199-65f4-4d4a-8e05-6e659ccb82ce" providerId="ADAL" clId="{9BEDD4DB-B428-4DFD-B8FE-E2969F34D415}" dt="2022-06-03T00:13:02.351" v="4031" actId="1076"/>
          <ac:spMkLst>
            <pc:docMk/>
            <pc:sldMk cId="382202819" sldId="275"/>
            <ac:spMk id="43" creationId="{0740AB1D-7EDC-EB7D-80A9-962DA7DA17DC}"/>
          </ac:spMkLst>
        </pc:spChg>
        <pc:spChg chg="add mod">
          <ac:chgData name="Guillermo AntonioAguirre" userId="42908199-65f4-4d4a-8e05-6e659ccb82ce" providerId="ADAL" clId="{9BEDD4DB-B428-4DFD-B8FE-E2969F34D415}" dt="2022-06-03T00:11:49.815" v="4025" actId="1076"/>
          <ac:spMkLst>
            <pc:docMk/>
            <pc:sldMk cId="382202819" sldId="275"/>
            <ac:spMk id="44" creationId="{BED20585-BA15-3CCC-C1B5-C22A16985316}"/>
          </ac:spMkLst>
        </pc:spChg>
        <pc:spChg chg="add mod">
          <ac:chgData name="Guillermo AntonioAguirre" userId="42908199-65f4-4d4a-8e05-6e659ccb82ce" providerId="ADAL" clId="{9BEDD4DB-B428-4DFD-B8FE-E2969F34D415}" dt="2022-06-03T00:11:56.455" v="4026" actId="1076"/>
          <ac:spMkLst>
            <pc:docMk/>
            <pc:sldMk cId="382202819" sldId="275"/>
            <ac:spMk id="45" creationId="{CAEEC1FA-BC02-BDB2-3797-32CC7EC04911}"/>
          </ac:spMkLst>
        </pc:spChg>
        <pc:spChg chg="add mod">
          <ac:chgData name="Guillermo AntonioAguirre" userId="42908199-65f4-4d4a-8e05-6e659ccb82ce" providerId="ADAL" clId="{9BEDD4DB-B428-4DFD-B8FE-E2969F34D415}" dt="2022-06-03T00:12:05.943" v="4027" actId="1076"/>
          <ac:spMkLst>
            <pc:docMk/>
            <pc:sldMk cId="382202819" sldId="275"/>
            <ac:spMk id="46" creationId="{5D152BD9-AD57-DF01-D9AB-1B1137712012}"/>
          </ac:spMkLst>
        </pc:spChg>
        <pc:spChg chg="add mod">
          <ac:chgData name="Guillermo AntonioAguirre" userId="42908199-65f4-4d4a-8e05-6e659ccb82ce" providerId="ADAL" clId="{9BEDD4DB-B428-4DFD-B8FE-E2969F34D415}" dt="2022-06-03T00:12:17.255" v="4028" actId="1076"/>
          <ac:spMkLst>
            <pc:docMk/>
            <pc:sldMk cId="382202819" sldId="275"/>
            <ac:spMk id="47" creationId="{6F26AF9A-9344-72BD-6666-6CF6F4935D21}"/>
          </ac:spMkLst>
        </pc:spChg>
        <pc:spChg chg="add mod">
          <ac:chgData name="Guillermo AntonioAguirre" userId="42908199-65f4-4d4a-8e05-6e659ccb82ce" providerId="ADAL" clId="{9BEDD4DB-B428-4DFD-B8FE-E2969F34D415}" dt="2022-06-03T00:12:32.382" v="4029" actId="1076"/>
          <ac:spMkLst>
            <pc:docMk/>
            <pc:sldMk cId="382202819" sldId="275"/>
            <ac:spMk id="48" creationId="{45F9071A-8EA9-815C-8966-60B3F986EF4E}"/>
          </ac:spMkLst>
        </pc:spChg>
        <pc:spChg chg="add mod">
          <ac:chgData name="Guillermo AntonioAguirre" userId="42908199-65f4-4d4a-8e05-6e659ccb82ce" providerId="ADAL" clId="{9BEDD4DB-B428-4DFD-B8FE-E2969F34D415}" dt="2022-06-03T00:13:07.675" v="4032" actId="113"/>
          <ac:spMkLst>
            <pc:docMk/>
            <pc:sldMk cId="382202819" sldId="275"/>
            <ac:spMk id="49" creationId="{57A503E5-438A-2A52-5939-770E53178167}"/>
          </ac:spMkLst>
        </pc:spChg>
        <pc:grpChg chg="del">
          <ac:chgData name="Guillermo AntonioAguirre" userId="42908199-65f4-4d4a-8e05-6e659ccb82ce" providerId="ADAL" clId="{9BEDD4DB-B428-4DFD-B8FE-E2969F34D415}" dt="2022-06-02T23:56:39.947" v="3708" actId="478"/>
          <ac:grpSpMkLst>
            <pc:docMk/>
            <pc:sldMk cId="382202819" sldId="275"/>
            <ac:grpSpMk id="15" creationId="{82660354-78A4-7101-858E-5DA3CA9F7C8B}"/>
          </ac:grpSpMkLst>
        </pc:grpChg>
        <pc:graphicFrameChg chg="del">
          <ac:chgData name="Guillermo AntonioAguirre" userId="42908199-65f4-4d4a-8e05-6e659ccb82ce" providerId="ADAL" clId="{9BEDD4DB-B428-4DFD-B8FE-E2969F34D415}" dt="2022-06-02T23:56:23.731" v="3707" actId="478"/>
          <ac:graphicFrameMkLst>
            <pc:docMk/>
            <pc:sldMk cId="382202819" sldId="275"/>
            <ac:graphicFrameMk id="20" creationId="{C2A40DEB-595F-7251-631D-F8BCE383B41C}"/>
          </ac:graphicFrameMkLst>
        </pc:graphicFrameChg>
        <pc:cxnChg chg="add mod">
          <ac:chgData name="Guillermo AntonioAguirre" userId="42908199-65f4-4d4a-8e05-6e659ccb82ce" providerId="ADAL" clId="{9BEDD4DB-B428-4DFD-B8FE-E2969F34D415}" dt="2022-06-02T23:57:18.539" v="3713" actId="14100"/>
          <ac:cxnSpMkLst>
            <pc:docMk/>
            <pc:sldMk cId="382202819" sldId="275"/>
            <ac:cxnSpMk id="3" creationId="{74763C5C-829D-3B78-B327-D084607F1CDD}"/>
          </ac:cxnSpMkLst>
        </pc:cxnChg>
        <pc:cxnChg chg="add mod">
          <ac:chgData name="Guillermo AntonioAguirre" userId="42908199-65f4-4d4a-8e05-6e659ccb82ce" providerId="ADAL" clId="{9BEDD4DB-B428-4DFD-B8FE-E2969F34D415}" dt="2022-06-02T23:57:50.675" v="3715" actId="1076"/>
          <ac:cxnSpMkLst>
            <pc:docMk/>
            <pc:sldMk cId="382202819" sldId="275"/>
            <ac:cxnSpMk id="23" creationId="{4CB65245-1338-8CB1-5D2E-07B8C18F61C7}"/>
          </ac:cxnSpMkLst>
        </pc:cxnChg>
        <pc:cxnChg chg="del">
          <ac:chgData name="Guillermo AntonioAguirre" userId="42908199-65f4-4d4a-8e05-6e659ccb82ce" providerId="ADAL" clId="{9BEDD4DB-B428-4DFD-B8FE-E2969F34D415}" dt="2022-06-02T23:56:23.731" v="3707" actId="478"/>
          <ac:cxnSpMkLst>
            <pc:docMk/>
            <pc:sldMk cId="382202819" sldId="275"/>
            <ac:cxnSpMk id="30" creationId="{316F7F55-EF6F-22AF-587F-D27C2AB53CB6}"/>
          </ac:cxnSpMkLst>
        </pc:cxnChg>
      </pc:sldChg>
      <pc:sldChg chg="addSp delSp modSp add mod ord">
        <pc:chgData name="Guillermo AntonioAguirre" userId="42908199-65f4-4d4a-8e05-6e659ccb82ce" providerId="ADAL" clId="{9BEDD4DB-B428-4DFD-B8FE-E2969F34D415}" dt="2022-06-03T15:38:36.924" v="5463" actId="1038"/>
        <pc:sldMkLst>
          <pc:docMk/>
          <pc:sldMk cId="1685875341" sldId="276"/>
        </pc:sldMkLst>
        <pc:spChg chg="mod">
          <ac:chgData name="Guillermo AntonioAguirre" userId="42908199-65f4-4d4a-8e05-6e659ccb82ce" providerId="ADAL" clId="{9BEDD4DB-B428-4DFD-B8FE-E2969F34D415}" dt="2022-06-03T03:05:57.591" v="4197"/>
          <ac:spMkLst>
            <pc:docMk/>
            <pc:sldMk cId="1685875341" sldId="276"/>
            <ac:spMk id="19" creationId="{28D2D485-3A95-39E3-9092-3DE9E09A9DDA}"/>
          </ac:spMkLst>
        </pc:spChg>
        <pc:spChg chg="mod">
          <ac:chgData name="Guillermo AntonioAguirre" userId="42908199-65f4-4d4a-8e05-6e659ccb82ce" providerId="ADAL" clId="{9BEDD4DB-B428-4DFD-B8FE-E2969F34D415}" dt="2022-06-03T03:05:57.591" v="4197"/>
          <ac:spMkLst>
            <pc:docMk/>
            <pc:sldMk cId="1685875341" sldId="276"/>
            <ac:spMk id="20" creationId="{E08E4D1C-6093-F40D-F576-460793E59C81}"/>
          </ac:spMkLst>
        </pc:spChg>
        <pc:spChg chg="mod">
          <ac:chgData name="Guillermo AntonioAguirre" userId="42908199-65f4-4d4a-8e05-6e659ccb82ce" providerId="ADAL" clId="{9BEDD4DB-B428-4DFD-B8FE-E2969F34D415}" dt="2022-06-03T03:05:57.591" v="4197"/>
          <ac:spMkLst>
            <pc:docMk/>
            <pc:sldMk cId="1685875341" sldId="276"/>
            <ac:spMk id="21" creationId="{393BA43E-86F4-63F5-ECB0-75E9A23450D4}"/>
          </ac:spMkLst>
        </pc:spChg>
        <pc:spChg chg="mod">
          <ac:chgData name="Guillermo AntonioAguirre" userId="42908199-65f4-4d4a-8e05-6e659ccb82ce" providerId="ADAL" clId="{9BEDD4DB-B428-4DFD-B8FE-E2969F34D415}" dt="2022-06-03T03:05:57.591" v="4197"/>
          <ac:spMkLst>
            <pc:docMk/>
            <pc:sldMk cId="1685875341" sldId="276"/>
            <ac:spMk id="22" creationId="{30812141-BDC5-39DE-5397-AD7063CF2B55}"/>
          </ac:spMkLst>
        </pc:spChg>
        <pc:spChg chg="mod">
          <ac:chgData name="Guillermo AntonioAguirre" userId="42908199-65f4-4d4a-8e05-6e659ccb82ce" providerId="ADAL" clId="{9BEDD4DB-B428-4DFD-B8FE-E2969F34D415}" dt="2022-06-03T15:38:20.227" v="5428" actId="207"/>
          <ac:spMkLst>
            <pc:docMk/>
            <pc:sldMk cId="1685875341" sldId="276"/>
            <ac:spMk id="35" creationId="{5BF2781D-7E98-AC01-3569-12F3958BEAC0}"/>
          </ac:spMkLst>
        </pc:spChg>
        <pc:spChg chg="mod">
          <ac:chgData name="Guillermo AntonioAguirre" userId="42908199-65f4-4d4a-8e05-6e659ccb82ce" providerId="ADAL" clId="{9BEDD4DB-B428-4DFD-B8FE-E2969F34D415}" dt="2022-06-03T15:38:30.515" v="5431" actId="207"/>
          <ac:spMkLst>
            <pc:docMk/>
            <pc:sldMk cId="1685875341" sldId="276"/>
            <ac:spMk id="36" creationId="{F0E7AA87-4A4A-539A-2DF7-A4AA39CB1AFA}"/>
          </ac:spMkLst>
        </pc:spChg>
        <pc:spChg chg="mod">
          <ac:chgData name="Guillermo AntonioAguirre" userId="42908199-65f4-4d4a-8e05-6e659ccb82ce" providerId="ADAL" clId="{9BEDD4DB-B428-4DFD-B8FE-E2969F34D415}" dt="2022-06-03T15:38:36.924" v="5463" actId="1038"/>
          <ac:spMkLst>
            <pc:docMk/>
            <pc:sldMk cId="1685875341" sldId="276"/>
            <ac:spMk id="38" creationId="{59E3D795-C873-C98A-C95D-A5AD69FAE641}"/>
          </ac:spMkLst>
        </pc:spChg>
        <pc:grpChg chg="del">
          <ac:chgData name="Guillermo AntonioAguirre" userId="42908199-65f4-4d4a-8e05-6e659ccb82ce" providerId="ADAL" clId="{9BEDD4DB-B428-4DFD-B8FE-E2969F34D415}" dt="2022-06-03T03:05:27.028" v="4196" actId="478"/>
          <ac:grpSpMkLst>
            <pc:docMk/>
            <pc:sldMk cId="1685875341" sldId="276"/>
            <ac:grpSpMk id="10" creationId="{58E869A4-084F-D544-52FE-E038402F7427}"/>
          </ac:grpSpMkLst>
        </pc:grpChg>
        <pc:grpChg chg="add del mod">
          <ac:chgData name="Guillermo AntonioAguirre" userId="42908199-65f4-4d4a-8e05-6e659ccb82ce" providerId="ADAL" clId="{9BEDD4DB-B428-4DFD-B8FE-E2969F34D415}" dt="2022-06-03T03:06:28.675" v="4200"/>
          <ac:grpSpMkLst>
            <pc:docMk/>
            <pc:sldMk cId="1685875341" sldId="276"/>
            <ac:grpSpMk id="18" creationId="{944EAD59-8D37-7D2A-F5D9-3967289D19AB}"/>
          </ac:grpSpMkLst>
        </pc:grpChg>
        <pc:graphicFrameChg chg="add del mod">
          <ac:chgData name="Guillermo AntonioAguirre" userId="42908199-65f4-4d4a-8e05-6e659ccb82ce" providerId="ADAL" clId="{9BEDD4DB-B428-4DFD-B8FE-E2969F34D415}" dt="2022-06-03T03:06:28.675" v="4200"/>
          <ac:graphicFrameMkLst>
            <pc:docMk/>
            <pc:sldMk cId="1685875341" sldId="276"/>
            <ac:graphicFrameMk id="17" creationId="{1E99249F-DE29-A6B7-53F7-DD45A587605C}"/>
          </ac:graphicFrameMkLst>
        </pc:graphicFrameChg>
        <pc:graphicFrameChg chg="add del mod">
          <ac:chgData name="Guillermo AntonioAguirre" userId="42908199-65f4-4d4a-8e05-6e659ccb82ce" providerId="ADAL" clId="{9BEDD4DB-B428-4DFD-B8FE-E2969F34D415}" dt="2022-06-03T04:21:25.702" v="4925" actId="478"/>
          <ac:graphicFrameMkLst>
            <pc:docMk/>
            <pc:sldMk cId="1685875341" sldId="276"/>
            <ac:graphicFrameMk id="24" creationId="{5F1E2DAF-5FFE-EEB7-62E5-A3143EDFCECC}"/>
          </ac:graphicFrameMkLst>
        </pc:graphicFrameChg>
        <pc:picChg chg="add mod">
          <ac:chgData name="Guillermo AntonioAguirre" userId="42908199-65f4-4d4a-8e05-6e659ccb82ce" providerId="ADAL" clId="{9BEDD4DB-B428-4DFD-B8FE-E2969F34D415}" dt="2022-06-03T03:07:07.037" v="4202" actId="1076"/>
          <ac:picMkLst>
            <pc:docMk/>
            <pc:sldMk cId="1685875341" sldId="276"/>
            <ac:picMk id="23" creationId="{6659BBE4-4851-1CBE-CFB8-8C1D5574B650}"/>
          </ac:picMkLst>
        </pc:picChg>
      </pc:sldChg>
      <pc:sldChg chg="addSp delSp modSp add mod ord replId">
        <pc:chgData name="Guillermo AntonioAguirre" userId="42908199-65f4-4d4a-8e05-6e659ccb82ce" providerId="ADAL" clId="{9BEDD4DB-B428-4DFD-B8FE-E2969F34D415}" dt="2022-06-03T04:04:14.094" v="4799" actId="1038"/>
        <pc:sldMkLst>
          <pc:docMk/>
          <pc:sldMk cId="3781007099" sldId="277"/>
        </pc:sldMkLst>
        <pc:spChg chg="mod">
          <ac:chgData name="Guillermo AntonioAguirre" userId="42908199-65f4-4d4a-8e05-6e659ccb82ce" providerId="ADAL" clId="{9BEDD4DB-B428-4DFD-B8FE-E2969F34D415}" dt="2022-06-03T04:00:53.078" v="4589" actId="14100"/>
          <ac:spMkLst>
            <pc:docMk/>
            <pc:sldMk cId="3781007099" sldId="277"/>
            <ac:spMk id="35" creationId="{5BF2781D-7E98-AC01-3569-12F3958BEAC0}"/>
          </ac:spMkLst>
        </pc:spChg>
        <pc:spChg chg="mod">
          <ac:chgData name="Guillermo AntonioAguirre" userId="42908199-65f4-4d4a-8e05-6e659ccb82ce" providerId="ADAL" clId="{9BEDD4DB-B428-4DFD-B8FE-E2969F34D415}" dt="2022-06-03T04:01:01.759" v="4591" actId="207"/>
          <ac:spMkLst>
            <pc:docMk/>
            <pc:sldMk cId="3781007099" sldId="277"/>
            <ac:spMk id="36" creationId="{F0E7AA87-4A4A-539A-2DF7-A4AA39CB1AFA}"/>
          </ac:spMkLst>
        </pc:spChg>
        <pc:spChg chg="mod">
          <ac:chgData name="Guillermo AntonioAguirre" userId="42908199-65f4-4d4a-8e05-6e659ccb82ce" providerId="ADAL" clId="{9BEDD4DB-B428-4DFD-B8FE-E2969F34D415}" dt="2022-06-03T04:04:14.094" v="4799" actId="1038"/>
          <ac:spMkLst>
            <pc:docMk/>
            <pc:sldMk cId="3781007099" sldId="277"/>
            <ac:spMk id="38" creationId="{59E3D795-C873-C98A-C95D-A5AD69FAE641}"/>
          </ac:spMkLst>
        </pc:spChg>
        <pc:grpChg chg="del">
          <ac:chgData name="Guillermo AntonioAguirre" userId="42908199-65f4-4d4a-8e05-6e659ccb82ce" providerId="ADAL" clId="{9BEDD4DB-B428-4DFD-B8FE-E2969F34D415}" dt="2022-06-03T03:08:40.374" v="4204" actId="478"/>
          <ac:grpSpMkLst>
            <pc:docMk/>
            <pc:sldMk cId="3781007099" sldId="277"/>
            <ac:grpSpMk id="10" creationId="{58E869A4-084F-D544-52FE-E038402F7427}"/>
          </ac:grpSpMkLst>
        </pc:grpChg>
        <pc:graphicFrameChg chg="modGraphic">
          <ac:chgData name="Guillermo AntonioAguirre" userId="42908199-65f4-4d4a-8e05-6e659ccb82ce" providerId="ADAL" clId="{9BEDD4DB-B428-4DFD-B8FE-E2969F34D415}" dt="2022-06-03T03:10:20.790" v="4224" actId="20577"/>
          <ac:graphicFrameMkLst>
            <pc:docMk/>
            <pc:sldMk cId="3781007099" sldId="277"/>
            <ac:graphicFrameMk id="2" creationId="{EF0A6D12-5128-2C0F-0D4C-4D31A906E2AC}"/>
          </ac:graphicFrameMkLst>
        </pc:graphicFrameChg>
        <pc:picChg chg="add mod">
          <ac:chgData name="Guillermo AntonioAguirre" userId="42908199-65f4-4d4a-8e05-6e659ccb82ce" providerId="ADAL" clId="{9BEDD4DB-B428-4DFD-B8FE-E2969F34D415}" dt="2022-06-03T03:08:58.270" v="4208" actId="1076"/>
          <ac:picMkLst>
            <pc:docMk/>
            <pc:sldMk cId="3781007099" sldId="277"/>
            <ac:picMk id="18" creationId="{CCAD0699-A0D4-F068-43DA-EE5AFAC124DD}"/>
          </ac:picMkLst>
        </pc:picChg>
      </pc:sldChg>
      <pc:sldChg chg="addSp delSp modSp add mod ord replId">
        <pc:chgData name="Guillermo AntonioAguirre" userId="42908199-65f4-4d4a-8e05-6e659ccb82ce" providerId="ADAL" clId="{9BEDD4DB-B428-4DFD-B8FE-E2969F34D415}" dt="2022-06-03T04:01:48.032" v="4679" actId="1037"/>
        <pc:sldMkLst>
          <pc:docMk/>
          <pc:sldMk cId="3366591618" sldId="278"/>
        </pc:sldMkLst>
        <pc:spChg chg="del">
          <ac:chgData name="Guillermo AntonioAguirre" userId="42908199-65f4-4d4a-8e05-6e659ccb82ce" providerId="ADAL" clId="{9BEDD4DB-B428-4DFD-B8FE-E2969F34D415}" dt="2022-06-03T03:11:37.343" v="4232" actId="478"/>
          <ac:spMkLst>
            <pc:docMk/>
            <pc:sldMk cId="3366591618" sldId="278"/>
            <ac:spMk id="26" creationId="{08BF0E47-8EC0-5FAE-04C1-40423812D185}"/>
          </ac:spMkLst>
        </pc:spChg>
        <pc:spChg chg="mod">
          <ac:chgData name="Guillermo AntonioAguirre" userId="42908199-65f4-4d4a-8e05-6e659ccb82ce" providerId="ADAL" clId="{9BEDD4DB-B428-4DFD-B8FE-E2969F34D415}" dt="2022-06-03T04:01:31.753" v="4640" actId="207"/>
          <ac:spMkLst>
            <pc:docMk/>
            <pc:sldMk cId="3366591618" sldId="278"/>
            <ac:spMk id="35" creationId="{5BF2781D-7E98-AC01-3569-12F3958BEAC0}"/>
          </ac:spMkLst>
        </pc:spChg>
        <pc:spChg chg="mod">
          <ac:chgData name="Guillermo AntonioAguirre" userId="42908199-65f4-4d4a-8e05-6e659ccb82ce" providerId="ADAL" clId="{9BEDD4DB-B428-4DFD-B8FE-E2969F34D415}" dt="2022-06-03T04:01:40.718" v="4642" actId="207"/>
          <ac:spMkLst>
            <pc:docMk/>
            <pc:sldMk cId="3366591618" sldId="278"/>
            <ac:spMk id="36" creationId="{F0E7AA87-4A4A-539A-2DF7-A4AA39CB1AFA}"/>
          </ac:spMkLst>
        </pc:spChg>
        <pc:spChg chg="mod">
          <ac:chgData name="Guillermo AntonioAguirre" userId="42908199-65f4-4d4a-8e05-6e659ccb82ce" providerId="ADAL" clId="{9BEDD4DB-B428-4DFD-B8FE-E2969F34D415}" dt="2022-06-03T04:01:48.032" v="4679" actId="1037"/>
          <ac:spMkLst>
            <pc:docMk/>
            <pc:sldMk cId="3366591618" sldId="278"/>
            <ac:spMk id="38" creationId="{59E3D795-C873-C98A-C95D-A5AD69FAE641}"/>
          </ac:spMkLst>
        </pc:spChg>
        <pc:graphicFrameChg chg="del">
          <ac:chgData name="Guillermo AntonioAguirre" userId="42908199-65f4-4d4a-8e05-6e659ccb82ce" providerId="ADAL" clId="{9BEDD4DB-B428-4DFD-B8FE-E2969F34D415}" dt="2022-06-03T03:11:12.839" v="4228" actId="478"/>
          <ac:graphicFrameMkLst>
            <pc:docMk/>
            <pc:sldMk cId="3366591618" sldId="278"/>
            <ac:graphicFrameMk id="2" creationId="{EF0A6D12-5128-2C0F-0D4C-4D31A906E2AC}"/>
          </ac:graphicFrameMkLst>
        </pc:graphicFrameChg>
        <pc:graphicFrameChg chg="add mod">
          <ac:chgData name="Guillermo AntonioAguirre" userId="42908199-65f4-4d4a-8e05-6e659ccb82ce" providerId="ADAL" clId="{9BEDD4DB-B428-4DFD-B8FE-E2969F34D415}" dt="2022-06-03T03:11:04.799" v="4227" actId="1076"/>
          <ac:graphicFrameMkLst>
            <pc:docMk/>
            <pc:sldMk cId="3366591618" sldId="278"/>
            <ac:graphicFrameMk id="14" creationId="{5FE0F963-518B-A80B-3ECE-5BD724348157}"/>
          </ac:graphicFrameMkLst>
        </pc:graphicFrameChg>
        <pc:graphicFrameChg chg="add mod">
          <ac:chgData name="Guillermo AntonioAguirre" userId="42908199-65f4-4d4a-8e05-6e659ccb82ce" providerId="ADAL" clId="{9BEDD4DB-B428-4DFD-B8FE-E2969F34D415}" dt="2022-06-03T03:11:26.678" v="4230" actId="1076"/>
          <ac:graphicFrameMkLst>
            <pc:docMk/>
            <pc:sldMk cId="3366591618" sldId="278"/>
            <ac:graphicFrameMk id="15" creationId="{95C45480-8F1A-EC9E-F153-E26509CA6A91}"/>
          </ac:graphicFrameMkLst>
        </pc:graphicFrameChg>
        <pc:graphicFrameChg chg="del">
          <ac:chgData name="Guillermo AntonioAguirre" userId="42908199-65f4-4d4a-8e05-6e659ccb82ce" providerId="ADAL" clId="{9BEDD4DB-B428-4DFD-B8FE-E2969F34D415}" dt="2022-06-03T03:10:51.113" v="4225" actId="478"/>
          <ac:graphicFrameMkLst>
            <pc:docMk/>
            <pc:sldMk cId="3366591618" sldId="278"/>
            <ac:graphicFrameMk id="32" creationId="{2BDC59F4-8277-7D12-E1EC-92694C55E8E8}"/>
          </ac:graphicFrameMkLst>
        </pc:graphicFrameChg>
        <pc:cxnChg chg="del">
          <ac:chgData name="Guillermo AntonioAguirre" userId="42908199-65f4-4d4a-8e05-6e659ccb82ce" providerId="ADAL" clId="{9BEDD4DB-B428-4DFD-B8FE-E2969F34D415}" dt="2022-06-03T03:11:31.470" v="4231" actId="478"/>
          <ac:cxnSpMkLst>
            <pc:docMk/>
            <pc:sldMk cId="3366591618" sldId="278"/>
            <ac:cxnSpMk id="28" creationId="{736B08B2-FEB9-7FAE-61BF-BF12E9157376}"/>
          </ac:cxnSpMkLst>
        </pc:cxnChg>
      </pc:sldChg>
      <pc:sldChg chg="addSp delSp modSp add mod ord replId delAnim modAnim">
        <pc:chgData name="Guillermo AntonioAguirre" userId="42908199-65f4-4d4a-8e05-6e659ccb82ce" providerId="ADAL" clId="{9BEDD4DB-B428-4DFD-B8FE-E2969F34D415}" dt="2022-06-03T15:39:32.752" v="5464"/>
        <pc:sldMkLst>
          <pc:docMk/>
          <pc:sldMk cId="3204429611" sldId="279"/>
        </pc:sldMkLst>
        <pc:spChg chg="mod">
          <ac:chgData name="Guillermo AntonioAguirre" userId="42908199-65f4-4d4a-8e05-6e659ccb82ce" providerId="ADAL" clId="{9BEDD4DB-B428-4DFD-B8FE-E2969F34D415}" dt="2022-06-03T03:16:14.743" v="4248" actId="20577"/>
          <ac:spMkLst>
            <pc:docMk/>
            <pc:sldMk cId="3204429611" sldId="279"/>
            <ac:spMk id="14" creationId="{5626F819-769B-111D-7EF6-B4096B024556}"/>
          </ac:spMkLst>
        </pc:spChg>
        <pc:spChg chg="mod">
          <ac:chgData name="Guillermo AntonioAguirre" userId="42908199-65f4-4d4a-8e05-6e659ccb82ce" providerId="ADAL" clId="{9BEDD4DB-B428-4DFD-B8FE-E2969F34D415}" dt="2022-06-03T03:16:50.998" v="4252" actId="20577"/>
          <ac:spMkLst>
            <pc:docMk/>
            <pc:sldMk cId="3204429611" sldId="279"/>
            <ac:spMk id="16" creationId="{A81BC7C8-2677-679D-D62B-4E7F99A34D8D}"/>
          </ac:spMkLst>
        </pc:spChg>
        <pc:spChg chg="mod">
          <ac:chgData name="Guillermo AntonioAguirre" userId="42908199-65f4-4d4a-8e05-6e659ccb82ce" providerId="ADAL" clId="{9BEDD4DB-B428-4DFD-B8FE-E2969F34D415}" dt="2022-06-03T03:17:13.827" v="4258" actId="20577"/>
          <ac:spMkLst>
            <pc:docMk/>
            <pc:sldMk cId="3204429611" sldId="279"/>
            <ac:spMk id="18" creationId="{06E7E83C-7CF6-7B0D-95CA-9586A11BFF88}"/>
          </ac:spMkLst>
        </pc:spChg>
        <pc:spChg chg="mod">
          <ac:chgData name="Guillermo AntonioAguirre" userId="42908199-65f4-4d4a-8e05-6e659ccb82ce" providerId="ADAL" clId="{9BEDD4DB-B428-4DFD-B8FE-E2969F34D415}" dt="2022-06-03T03:15:34.494" v="4245" actId="20577"/>
          <ac:spMkLst>
            <pc:docMk/>
            <pc:sldMk cId="3204429611" sldId="279"/>
            <ac:spMk id="26" creationId="{08BF0E47-8EC0-5FAE-04C1-40423812D185}"/>
          </ac:spMkLst>
        </pc:spChg>
        <pc:spChg chg="mod">
          <ac:chgData name="Guillermo AntonioAguirre" userId="42908199-65f4-4d4a-8e05-6e659ccb82ce" providerId="ADAL" clId="{9BEDD4DB-B428-4DFD-B8FE-E2969F34D415}" dt="2022-06-03T04:02:03.696" v="4682" actId="207"/>
          <ac:spMkLst>
            <pc:docMk/>
            <pc:sldMk cId="3204429611" sldId="279"/>
            <ac:spMk id="35" creationId="{5BF2781D-7E98-AC01-3569-12F3958BEAC0}"/>
          </ac:spMkLst>
        </pc:spChg>
        <pc:spChg chg="mod">
          <ac:chgData name="Guillermo AntonioAguirre" userId="42908199-65f4-4d4a-8e05-6e659ccb82ce" providerId="ADAL" clId="{9BEDD4DB-B428-4DFD-B8FE-E2969F34D415}" dt="2022-06-03T04:02:10.639" v="4684" actId="207"/>
          <ac:spMkLst>
            <pc:docMk/>
            <pc:sldMk cId="3204429611" sldId="279"/>
            <ac:spMk id="36" creationId="{F0E7AA87-4A4A-539A-2DF7-A4AA39CB1AFA}"/>
          </ac:spMkLst>
        </pc:spChg>
        <pc:spChg chg="mod">
          <ac:chgData name="Guillermo AntonioAguirre" userId="42908199-65f4-4d4a-8e05-6e659ccb82ce" providerId="ADAL" clId="{9BEDD4DB-B428-4DFD-B8FE-E2969F34D415}" dt="2022-06-03T04:03:54.878" v="4793" actId="1038"/>
          <ac:spMkLst>
            <pc:docMk/>
            <pc:sldMk cId="3204429611" sldId="279"/>
            <ac:spMk id="38" creationId="{59E3D795-C873-C98A-C95D-A5AD69FAE641}"/>
          </ac:spMkLst>
        </pc:spChg>
        <pc:graphicFrameChg chg="del">
          <ac:chgData name="Guillermo AntonioAguirre" userId="42908199-65f4-4d4a-8e05-6e659ccb82ce" providerId="ADAL" clId="{9BEDD4DB-B428-4DFD-B8FE-E2969F34D415}" dt="2022-06-03T03:13:08.112" v="4234" actId="478"/>
          <ac:graphicFrameMkLst>
            <pc:docMk/>
            <pc:sldMk cId="3204429611" sldId="279"/>
            <ac:graphicFrameMk id="2" creationId="{EF0A6D12-5128-2C0F-0D4C-4D31A906E2AC}"/>
          </ac:graphicFrameMkLst>
        </pc:graphicFrameChg>
        <pc:graphicFrameChg chg="modGraphic">
          <ac:chgData name="Guillermo AntonioAguirre" userId="42908199-65f4-4d4a-8e05-6e659ccb82ce" providerId="ADAL" clId="{9BEDD4DB-B428-4DFD-B8FE-E2969F34D415}" dt="2022-06-03T03:18:52.120" v="4284" actId="20577"/>
          <ac:graphicFrameMkLst>
            <pc:docMk/>
            <pc:sldMk cId="3204429611" sldId="279"/>
            <ac:graphicFrameMk id="3" creationId="{44280634-0EBD-3F92-DE7E-4BB288F08979}"/>
          </ac:graphicFrameMkLst>
        </pc:graphicFrameChg>
        <pc:graphicFrameChg chg="modGraphic">
          <ac:chgData name="Guillermo AntonioAguirre" userId="42908199-65f4-4d4a-8e05-6e659ccb82ce" providerId="ADAL" clId="{9BEDD4DB-B428-4DFD-B8FE-E2969F34D415}" dt="2022-06-03T03:19:43.272" v="4304" actId="20577"/>
          <ac:graphicFrameMkLst>
            <pc:docMk/>
            <pc:sldMk cId="3204429611" sldId="279"/>
            <ac:graphicFrameMk id="17" creationId="{F87B12AF-ACCC-7C97-9325-BBD6C6F18DFD}"/>
          </ac:graphicFrameMkLst>
        </pc:graphicFrameChg>
        <pc:graphicFrameChg chg="del">
          <ac:chgData name="Guillermo AntonioAguirre" userId="42908199-65f4-4d4a-8e05-6e659ccb82ce" providerId="ADAL" clId="{9BEDD4DB-B428-4DFD-B8FE-E2969F34D415}" dt="2022-06-03T03:13:03.295" v="4233" actId="478"/>
          <ac:graphicFrameMkLst>
            <pc:docMk/>
            <pc:sldMk cId="3204429611" sldId="279"/>
            <ac:graphicFrameMk id="19" creationId="{AD55F180-D8AF-F30E-1A62-04F18477BB2C}"/>
          </ac:graphicFrameMkLst>
        </pc:graphicFrameChg>
        <pc:graphicFrameChg chg="add mod">
          <ac:chgData name="Guillermo AntonioAguirre" userId="42908199-65f4-4d4a-8e05-6e659ccb82ce" providerId="ADAL" clId="{9BEDD4DB-B428-4DFD-B8FE-E2969F34D415}" dt="2022-06-03T03:13:17.679" v="4236" actId="1076"/>
          <ac:graphicFrameMkLst>
            <pc:docMk/>
            <pc:sldMk cId="3204429611" sldId="279"/>
            <ac:graphicFrameMk id="20" creationId="{8A147657-4D0A-E24D-92FE-9A25580D2860}"/>
          </ac:graphicFrameMkLst>
        </pc:graphicFrameChg>
        <pc:graphicFrameChg chg="add mod modGraphic">
          <ac:chgData name="Guillermo AntonioAguirre" userId="42908199-65f4-4d4a-8e05-6e659ccb82ce" providerId="ADAL" clId="{9BEDD4DB-B428-4DFD-B8FE-E2969F34D415}" dt="2022-06-03T03:20:17.391" v="4319" actId="20577"/>
          <ac:graphicFrameMkLst>
            <pc:docMk/>
            <pc:sldMk cId="3204429611" sldId="279"/>
            <ac:graphicFrameMk id="21" creationId="{B9BFC5B0-FC2E-B3B0-AEEE-1C25F8560F62}"/>
          </ac:graphicFrameMkLst>
        </pc:graphicFrameChg>
      </pc:sldChg>
      <pc:sldChg chg="addSp delSp modSp add mod ord replId delAnim modAnim">
        <pc:chgData name="Guillermo AntonioAguirre" userId="42908199-65f4-4d4a-8e05-6e659ccb82ce" providerId="ADAL" clId="{9BEDD4DB-B428-4DFD-B8FE-E2969F34D415}" dt="2022-06-03T15:39:42.669" v="5465"/>
        <pc:sldMkLst>
          <pc:docMk/>
          <pc:sldMk cId="2174200161" sldId="280"/>
        </pc:sldMkLst>
        <pc:spChg chg="mod">
          <ac:chgData name="Guillermo AntonioAguirre" userId="42908199-65f4-4d4a-8e05-6e659ccb82ce" providerId="ADAL" clId="{9BEDD4DB-B428-4DFD-B8FE-E2969F34D415}" dt="2022-06-03T03:25:21.070" v="4341" actId="20577"/>
          <ac:spMkLst>
            <pc:docMk/>
            <pc:sldMk cId="2174200161" sldId="280"/>
            <ac:spMk id="16" creationId="{A81BC7C8-2677-679D-D62B-4E7F99A34D8D}"/>
          </ac:spMkLst>
        </pc:spChg>
        <pc:spChg chg="mod">
          <ac:chgData name="Guillermo AntonioAguirre" userId="42908199-65f4-4d4a-8e05-6e659ccb82ce" providerId="ADAL" clId="{9BEDD4DB-B428-4DFD-B8FE-E2969F34D415}" dt="2022-06-03T03:24:03.422" v="4331" actId="20577"/>
          <ac:spMkLst>
            <pc:docMk/>
            <pc:sldMk cId="2174200161" sldId="280"/>
            <ac:spMk id="26" creationId="{08BF0E47-8EC0-5FAE-04C1-40423812D185}"/>
          </ac:spMkLst>
        </pc:spChg>
        <pc:spChg chg="mod">
          <ac:chgData name="Guillermo AntonioAguirre" userId="42908199-65f4-4d4a-8e05-6e659ccb82ce" providerId="ADAL" clId="{9BEDD4DB-B428-4DFD-B8FE-E2969F34D415}" dt="2022-06-03T04:03:07.412" v="4749" actId="207"/>
          <ac:spMkLst>
            <pc:docMk/>
            <pc:sldMk cId="2174200161" sldId="280"/>
            <ac:spMk id="35" creationId="{5BF2781D-7E98-AC01-3569-12F3958BEAC0}"/>
          </ac:spMkLst>
        </pc:spChg>
        <pc:spChg chg="mod">
          <ac:chgData name="Guillermo AntonioAguirre" userId="42908199-65f4-4d4a-8e05-6e659ccb82ce" providerId="ADAL" clId="{9BEDD4DB-B428-4DFD-B8FE-E2969F34D415}" dt="2022-06-03T04:03:10.591" v="4750" actId="207"/>
          <ac:spMkLst>
            <pc:docMk/>
            <pc:sldMk cId="2174200161" sldId="280"/>
            <ac:spMk id="36" creationId="{F0E7AA87-4A4A-539A-2DF7-A4AA39CB1AFA}"/>
          </ac:spMkLst>
        </pc:spChg>
        <pc:spChg chg="mod">
          <ac:chgData name="Guillermo AntonioAguirre" userId="42908199-65f4-4d4a-8e05-6e659ccb82ce" providerId="ADAL" clId="{9BEDD4DB-B428-4DFD-B8FE-E2969F34D415}" dt="2022-06-03T04:03:17.813" v="4788" actId="1037"/>
          <ac:spMkLst>
            <pc:docMk/>
            <pc:sldMk cId="2174200161" sldId="280"/>
            <ac:spMk id="38" creationId="{59E3D795-C873-C98A-C95D-A5AD69FAE641}"/>
          </ac:spMkLst>
        </pc:spChg>
        <pc:graphicFrameChg chg="modGraphic">
          <ac:chgData name="Guillermo AntonioAguirre" userId="42908199-65f4-4d4a-8e05-6e659ccb82ce" providerId="ADAL" clId="{9BEDD4DB-B428-4DFD-B8FE-E2969F34D415}" dt="2022-06-03T03:50:48.671" v="4541" actId="20577"/>
          <ac:graphicFrameMkLst>
            <pc:docMk/>
            <pc:sldMk cId="2174200161" sldId="280"/>
            <ac:graphicFrameMk id="3" creationId="{44280634-0EBD-3F92-DE7E-4BB288F08979}"/>
          </ac:graphicFrameMkLst>
        </pc:graphicFrameChg>
        <pc:graphicFrameChg chg="add mod">
          <ac:chgData name="Guillermo AntonioAguirre" userId="42908199-65f4-4d4a-8e05-6e659ccb82ce" providerId="ADAL" clId="{9BEDD4DB-B428-4DFD-B8FE-E2969F34D415}" dt="2022-06-03T03:22:46.520" v="4322" actId="1076"/>
          <ac:graphicFrameMkLst>
            <pc:docMk/>
            <pc:sldMk cId="2174200161" sldId="280"/>
            <ac:graphicFrameMk id="15" creationId="{B0F73498-85BF-BBDB-1E6C-D5CAF74D3CC4}"/>
          </ac:graphicFrameMkLst>
        </pc:graphicFrameChg>
        <pc:graphicFrameChg chg="add mod modGraphic">
          <ac:chgData name="Guillermo AntonioAguirre" userId="42908199-65f4-4d4a-8e05-6e659ccb82ce" providerId="ADAL" clId="{9BEDD4DB-B428-4DFD-B8FE-E2969F34D415}" dt="2022-06-03T03:50:55.851" v="4543" actId="20577"/>
          <ac:graphicFrameMkLst>
            <pc:docMk/>
            <pc:sldMk cId="2174200161" sldId="280"/>
            <ac:graphicFrameMk id="17" creationId="{9FE83154-6BDB-F4AA-F3CC-62D708BE4B5C}"/>
          </ac:graphicFrameMkLst>
        </pc:graphicFrameChg>
        <pc:graphicFrameChg chg="del">
          <ac:chgData name="Guillermo AntonioAguirre" userId="42908199-65f4-4d4a-8e05-6e659ccb82ce" providerId="ADAL" clId="{9BEDD4DB-B428-4DFD-B8FE-E2969F34D415}" dt="2022-06-03T03:22:38.232" v="4320" actId="478"/>
          <ac:graphicFrameMkLst>
            <pc:docMk/>
            <pc:sldMk cId="2174200161" sldId="280"/>
            <ac:graphicFrameMk id="19" creationId="{892A607F-58E2-FB64-00FD-F9315500746B}"/>
          </ac:graphicFrameMkLst>
        </pc:graphicFrameChg>
        <pc:graphicFrameChg chg="del">
          <ac:chgData name="Guillermo AntonioAguirre" userId="42908199-65f4-4d4a-8e05-6e659ccb82ce" providerId="ADAL" clId="{9BEDD4DB-B428-4DFD-B8FE-E2969F34D415}" dt="2022-06-03T03:22:50.145" v="4323" actId="478"/>
          <ac:graphicFrameMkLst>
            <pc:docMk/>
            <pc:sldMk cId="2174200161" sldId="280"/>
            <ac:graphicFrameMk id="20" creationId="{C2A40DEB-595F-7251-631D-F8BCE383B41C}"/>
          </ac:graphicFrameMkLst>
        </pc:graphicFrameChg>
      </pc:sldChg>
      <pc:sldChg chg="addSp delSp modSp add mod ord modAnim">
        <pc:chgData name="Guillermo AntonioAguirre" userId="42908199-65f4-4d4a-8e05-6e659ccb82ce" providerId="ADAL" clId="{9BEDD4DB-B428-4DFD-B8FE-E2969F34D415}" dt="2022-06-03T15:39:50.750" v="5466"/>
        <pc:sldMkLst>
          <pc:docMk/>
          <pc:sldMk cId="1895191931" sldId="281"/>
        </pc:sldMkLst>
        <pc:spChg chg="mod">
          <ac:chgData name="Guillermo AntonioAguirre" userId="42908199-65f4-4d4a-8e05-6e659ccb82ce" providerId="ADAL" clId="{9BEDD4DB-B428-4DFD-B8FE-E2969F34D415}" dt="2022-06-03T03:34:20.391" v="4408" actId="20577"/>
          <ac:spMkLst>
            <pc:docMk/>
            <pc:sldMk cId="1895191931" sldId="281"/>
            <ac:spMk id="11" creationId="{63A721BE-0E50-B80D-034D-8D0A1563A142}"/>
          </ac:spMkLst>
        </pc:spChg>
        <pc:spChg chg="mod">
          <ac:chgData name="Guillermo AntonioAguirre" userId="42908199-65f4-4d4a-8e05-6e659ccb82ce" providerId="ADAL" clId="{9BEDD4DB-B428-4DFD-B8FE-E2969F34D415}" dt="2022-06-03T03:57:56.774" v="4571" actId="20577"/>
          <ac:spMkLst>
            <pc:docMk/>
            <pc:sldMk cId="1895191931" sldId="281"/>
            <ac:spMk id="14" creationId="{5626F819-769B-111D-7EF6-B4096B024556}"/>
          </ac:spMkLst>
        </pc:spChg>
        <pc:spChg chg="mod">
          <ac:chgData name="Guillermo AntonioAguirre" userId="42908199-65f4-4d4a-8e05-6e659ccb82ce" providerId="ADAL" clId="{9BEDD4DB-B428-4DFD-B8FE-E2969F34D415}" dt="2022-06-03T03:41:37.310" v="4472" actId="20577"/>
          <ac:spMkLst>
            <pc:docMk/>
            <pc:sldMk cId="1895191931" sldId="281"/>
            <ac:spMk id="16" creationId="{A81BC7C8-2677-679D-D62B-4E7F99A34D8D}"/>
          </ac:spMkLst>
        </pc:spChg>
        <pc:spChg chg="mod">
          <ac:chgData name="Guillermo AntonioAguirre" userId="42908199-65f4-4d4a-8e05-6e659ccb82ce" providerId="ADAL" clId="{9BEDD4DB-B428-4DFD-B8FE-E2969F34D415}" dt="2022-06-03T03:58:05.438" v="4574" actId="20577"/>
          <ac:spMkLst>
            <pc:docMk/>
            <pc:sldMk cId="1895191931" sldId="281"/>
            <ac:spMk id="18" creationId="{06E7E83C-7CF6-7B0D-95CA-9586A11BFF88}"/>
          </ac:spMkLst>
        </pc:spChg>
        <pc:spChg chg="mod">
          <ac:chgData name="Guillermo AntonioAguirre" userId="42908199-65f4-4d4a-8e05-6e659ccb82ce" providerId="ADAL" clId="{9BEDD4DB-B428-4DFD-B8FE-E2969F34D415}" dt="2022-06-03T03:41:31.758" v="4471" actId="20577"/>
          <ac:spMkLst>
            <pc:docMk/>
            <pc:sldMk cId="1895191931" sldId="281"/>
            <ac:spMk id="26" creationId="{08BF0E47-8EC0-5FAE-04C1-40423812D185}"/>
          </ac:spMkLst>
        </pc:spChg>
        <pc:spChg chg="mod">
          <ac:chgData name="Guillermo AntonioAguirre" userId="42908199-65f4-4d4a-8e05-6e659ccb82ce" providerId="ADAL" clId="{9BEDD4DB-B428-4DFD-B8FE-E2969F34D415}" dt="2022-06-03T04:04:36.518" v="4802" actId="207"/>
          <ac:spMkLst>
            <pc:docMk/>
            <pc:sldMk cId="1895191931" sldId="281"/>
            <ac:spMk id="35" creationId="{5BF2781D-7E98-AC01-3569-12F3958BEAC0}"/>
          </ac:spMkLst>
        </pc:spChg>
        <pc:spChg chg="mod">
          <ac:chgData name="Guillermo AntonioAguirre" userId="42908199-65f4-4d4a-8e05-6e659ccb82ce" providerId="ADAL" clId="{9BEDD4DB-B428-4DFD-B8FE-E2969F34D415}" dt="2022-06-03T04:04:40.207" v="4803" actId="207"/>
          <ac:spMkLst>
            <pc:docMk/>
            <pc:sldMk cId="1895191931" sldId="281"/>
            <ac:spMk id="36" creationId="{F0E7AA87-4A4A-539A-2DF7-A4AA39CB1AFA}"/>
          </ac:spMkLst>
        </pc:spChg>
        <pc:spChg chg="mod">
          <ac:chgData name="Guillermo AntonioAguirre" userId="42908199-65f4-4d4a-8e05-6e659ccb82ce" providerId="ADAL" clId="{9BEDD4DB-B428-4DFD-B8FE-E2969F34D415}" dt="2022-06-03T04:04:48.452" v="4847" actId="1038"/>
          <ac:spMkLst>
            <pc:docMk/>
            <pc:sldMk cId="1895191931" sldId="281"/>
            <ac:spMk id="38" creationId="{59E3D795-C873-C98A-C95D-A5AD69FAE641}"/>
          </ac:spMkLst>
        </pc:spChg>
        <pc:graphicFrameChg chg="modGraphic">
          <ac:chgData name="Guillermo AntonioAguirre" userId="42908199-65f4-4d4a-8e05-6e659ccb82ce" providerId="ADAL" clId="{9BEDD4DB-B428-4DFD-B8FE-E2969F34D415}" dt="2022-06-03T03:54:13.463" v="4556" actId="20577"/>
          <ac:graphicFrameMkLst>
            <pc:docMk/>
            <pc:sldMk cId="1895191931" sldId="281"/>
            <ac:graphicFrameMk id="3" creationId="{44280634-0EBD-3F92-DE7E-4BB288F08979}"/>
          </ac:graphicFrameMkLst>
        </pc:graphicFrameChg>
        <pc:graphicFrameChg chg="modGraphic">
          <ac:chgData name="Guillermo AntonioAguirre" userId="42908199-65f4-4d4a-8e05-6e659ccb82ce" providerId="ADAL" clId="{9BEDD4DB-B428-4DFD-B8FE-E2969F34D415}" dt="2022-06-03T03:58:32.912" v="4581" actId="20577"/>
          <ac:graphicFrameMkLst>
            <pc:docMk/>
            <pc:sldMk cId="1895191931" sldId="281"/>
            <ac:graphicFrameMk id="17" creationId="{F87B12AF-ACCC-7C97-9325-BBD6C6F18DFD}"/>
          </ac:graphicFrameMkLst>
        </pc:graphicFrameChg>
        <pc:graphicFrameChg chg="add mod modGraphic">
          <ac:chgData name="Guillermo AntonioAguirre" userId="42908199-65f4-4d4a-8e05-6e659ccb82ce" providerId="ADAL" clId="{9BEDD4DB-B428-4DFD-B8FE-E2969F34D415}" dt="2022-06-03T03:51:10.966" v="4545" actId="20577"/>
          <ac:graphicFrameMkLst>
            <pc:docMk/>
            <pc:sldMk cId="1895191931" sldId="281"/>
            <ac:graphicFrameMk id="19" creationId="{16B9B0C7-DABB-4FA9-B8F1-D94D13BDDD44}"/>
          </ac:graphicFrameMkLst>
        </pc:graphicFrameChg>
        <pc:graphicFrameChg chg="del">
          <ac:chgData name="Guillermo AntonioAguirre" userId="42908199-65f4-4d4a-8e05-6e659ccb82ce" providerId="ADAL" clId="{9BEDD4DB-B428-4DFD-B8FE-E2969F34D415}" dt="2022-06-03T03:32:45.535" v="4395" actId="478"/>
          <ac:graphicFrameMkLst>
            <pc:docMk/>
            <pc:sldMk cId="1895191931" sldId="281"/>
            <ac:graphicFrameMk id="20" creationId="{8A147657-4D0A-E24D-92FE-9A25580D2860}"/>
          </ac:graphicFrameMkLst>
        </pc:graphicFrameChg>
        <pc:graphicFrameChg chg="del">
          <ac:chgData name="Guillermo AntonioAguirre" userId="42908199-65f4-4d4a-8e05-6e659ccb82ce" providerId="ADAL" clId="{9BEDD4DB-B428-4DFD-B8FE-E2969F34D415}" dt="2022-06-03T03:32:49.415" v="4396" actId="478"/>
          <ac:graphicFrameMkLst>
            <pc:docMk/>
            <pc:sldMk cId="1895191931" sldId="281"/>
            <ac:graphicFrameMk id="21" creationId="{B9BFC5B0-FC2E-B3B0-AEEE-1C25F8560F62}"/>
          </ac:graphicFrameMkLst>
        </pc:graphicFrameChg>
        <pc:graphicFrameChg chg="add mod modGraphic">
          <ac:chgData name="Guillermo AntonioAguirre" userId="42908199-65f4-4d4a-8e05-6e659ccb82ce" providerId="ADAL" clId="{9BEDD4DB-B428-4DFD-B8FE-E2969F34D415}" dt="2022-06-03T04:19:46.887" v="4915" actId="20577"/>
          <ac:graphicFrameMkLst>
            <pc:docMk/>
            <pc:sldMk cId="1895191931" sldId="281"/>
            <ac:graphicFrameMk id="22" creationId="{2407FDAC-51BA-9B1B-2E73-BEF88C0F2EC8}"/>
          </ac:graphicFrameMkLst>
        </pc:graphicFrameChg>
      </pc:sldChg>
      <pc:sldChg chg="addSp delSp modSp add mod ord modAnim">
        <pc:chgData name="Guillermo AntonioAguirre" userId="42908199-65f4-4d4a-8e05-6e659ccb82ce" providerId="ADAL" clId="{9BEDD4DB-B428-4DFD-B8FE-E2969F34D415}" dt="2022-06-03T15:40:00.346" v="5467"/>
        <pc:sldMkLst>
          <pc:docMk/>
          <pc:sldMk cId="1770599639" sldId="282"/>
        </pc:sldMkLst>
        <pc:spChg chg="mod">
          <ac:chgData name="Guillermo AntonioAguirre" userId="42908199-65f4-4d4a-8e05-6e659ccb82ce" providerId="ADAL" clId="{9BEDD4DB-B428-4DFD-B8FE-E2969F34D415}" dt="2022-06-03T04:13:09.823" v="4860" actId="20577"/>
          <ac:spMkLst>
            <pc:docMk/>
            <pc:sldMk cId="1770599639" sldId="282"/>
            <ac:spMk id="11" creationId="{63A721BE-0E50-B80D-034D-8D0A1563A142}"/>
          </ac:spMkLst>
        </pc:spChg>
        <pc:spChg chg="mod">
          <ac:chgData name="Guillermo AntonioAguirre" userId="42908199-65f4-4d4a-8e05-6e659ccb82ce" providerId="ADAL" clId="{9BEDD4DB-B428-4DFD-B8FE-E2969F34D415}" dt="2022-06-03T04:20:21.310" v="4921" actId="20577"/>
          <ac:spMkLst>
            <pc:docMk/>
            <pc:sldMk cId="1770599639" sldId="282"/>
            <ac:spMk id="16" creationId="{A81BC7C8-2677-679D-D62B-4E7F99A34D8D}"/>
          </ac:spMkLst>
        </pc:spChg>
        <pc:spChg chg="mod">
          <ac:chgData name="Guillermo AntonioAguirre" userId="42908199-65f4-4d4a-8e05-6e659ccb82ce" providerId="ADAL" clId="{9BEDD4DB-B428-4DFD-B8FE-E2969F34D415}" dt="2022-06-03T04:20:14.605" v="4919" actId="20577"/>
          <ac:spMkLst>
            <pc:docMk/>
            <pc:sldMk cId="1770599639" sldId="282"/>
            <ac:spMk id="26" creationId="{08BF0E47-8EC0-5FAE-04C1-40423812D185}"/>
          </ac:spMkLst>
        </pc:spChg>
        <pc:graphicFrameChg chg="modGraphic">
          <ac:chgData name="Guillermo AntonioAguirre" userId="42908199-65f4-4d4a-8e05-6e659ccb82ce" providerId="ADAL" clId="{9BEDD4DB-B428-4DFD-B8FE-E2969F34D415}" dt="2022-06-03T04:20:58.495" v="4923" actId="20577"/>
          <ac:graphicFrameMkLst>
            <pc:docMk/>
            <pc:sldMk cId="1770599639" sldId="282"/>
            <ac:graphicFrameMk id="3" creationId="{44280634-0EBD-3F92-DE7E-4BB288F08979}"/>
          </ac:graphicFrameMkLst>
        </pc:graphicFrameChg>
        <pc:graphicFrameChg chg="del">
          <ac:chgData name="Guillermo AntonioAguirre" userId="42908199-65f4-4d4a-8e05-6e659ccb82ce" providerId="ADAL" clId="{9BEDD4DB-B428-4DFD-B8FE-E2969F34D415}" dt="2022-06-03T04:12:10.678" v="4851" actId="478"/>
          <ac:graphicFrameMkLst>
            <pc:docMk/>
            <pc:sldMk cId="1770599639" sldId="282"/>
            <ac:graphicFrameMk id="15" creationId="{B0F73498-85BF-BBDB-1E6C-D5CAF74D3CC4}"/>
          </ac:graphicFrameMkLst>
        </pc:graphicFrameChg>
        <pc:graphicFrameChg chg="del">
          <ac:chgData name="Guillermo AntonioAguirre" userId="42908199-65f4-4d4a-8e05-6e659ccb82ce" providerId="ADAL" clId="{9BEDD4DB-B428-4DFD-B8FE-E2969F34D415}" dt="2022-06-03T04:12:15.910" v="4852" actId="478"/>
          <ac:graphicFrameMkLst>
            <pc:docMk/>
            <pc:sldMk cId="1770599639" sldId="282"/>
            <ac:graphicFrameMk id="17" creationId="{9FE83154-6BDB-F4AA-F3CC-62D708BE4B5C}"/>
          </ac:graphicFrameMkLst>
        </pc:graphicFrameChg>
        <pc:graphicFrameChg chg="add mod modGraphic">
          <ac:chgData name="Guillermo AntonioAguirre" userId="42908199-65f4-4d4a-8e05-6e659ccb82ce" providerId="ADAL" clId="{9BEDD4DB-B428-4DFD-B8FE-E2969F34D415}" dt="2022-06-03T04:21:04.111" v="4924" actId="20577"/>
          <ac:graphicFrameMkLst>
            <pc:docMk/>
            <pc:sldMk cId="1770599639" sldId="282"/>
            <ac:graphicFrameMk id="18" creationId="{3259A24E-C6A5-2A24-092E-F3D09E71A11D}"/>
          </ac:graphicFrameMkLst>
        </pc:graphicFrameChg>
        <pc:graphicFrameChg chg="add mod modGraphic">
          <ac:chgData name="Guillermo AntonioAguirre" userId="42908199-65f4-4d4a-8e05-6e659ccb82ce" providerId="ADAL" clId="{9BEDD4DB-B428-4DFD-B8FE-E2969F34D415}" dt="2022-06-03T04:20:03.215" v="4917" actId="20577"/>
          <ac:graphicFrameMkLst>
            <pc:docMk/>
            <pc:sldMk cId="1770599639" sldId="282"/>
            <ac:graphicFrameMk id="19" creationId="{D639BBEF-0AE3-8131-C8A9-C9F4CA5A976A}"/>
          </ac:graphicFrameMkLst>
        </pc:graphicFrameChg>
      </pc:sldChg>
      <pc:sldChg chg="addSp delSp modSp add mod ord">
        <pc:chgData name="Guillermo AntonioAguirre" userId="42908199-65f4-4d4a-8e05-6e659ccb82ce" providerId="ADAL" clId="{9BEDD4DB-B428-4DFD-B8FE-E2969F34D415}" dt="2022-06-03T15:15:38.798" v="5173" actId="20577"/>
        <pc:sldMkLst>
          <pc:docMk/>
          <pc:sldMk cId="1831142470" sldId="283"/>
        </pc:sldMkLst>
        <pc:spChg chg="mod">
          <ac:chgData name="Guillermo AntonioAguirre" userId="42908199-65f4-4d4a-8e05-6e659ccb82ce" providerId="ADAL" clId="{9BEDD4DB-B428-4DFD-B8FE-E2969F34D415}" dt="2022-06-03T04:24:30.011" v="5032" actId="20577"/>
          <ac:spMkLst>
            <pc:docMk/>
            <pc:sldMk cId="1831142470" sldId="283"/>
            <ac:spMk id="17" creationId="{044D74CC-C314-2D16-8B75-67587F11440F}"/>
          </ac:spMkLst>
        </pc:spChg>
        <pc:spChg chg="mod">
          <ac:chgData name="Guillermo AntonioAguirre" userId="42908199-65f4-4d4a-8e05-6e659ccb82ce" providerId="ADAL" clId="{9BEDD4DB-B428-4DFD-B8FE-E2969F34D415}" dt="2022-06-03T04:24:30.011" v="5032" actId="20577"/>
          <ac:spMkLst>
            <pc:docMk/>
            <pc:sldMk cId="1831142470" sldId="283"/>
            <ac:spMk id="18" creationId="{16025A4F-C095-E507-2925-13F548662E02}"/>
          </ac:spMkLst>
        </pc:spChg>
        <pc:spChg chg="add mod">
          <ac:chgData name="Guillermo AntonioAguirre" userId="42908199-65f4-4d4a-8e05-6e659ccb82ce" providerId="ADAL" clId="{9BEDD4DB-B428-4DFD-B8FE-E2969F34D415}" dt="2022-06-03T15:15:38.798" v="5173" actId="20577"/>
          <ac:spMkLst>
            <pc:docMk/>
            <pc:sldMk cId="1831142470" sldId="283"/>
            <ac:spMk id="19" creationId="{2CE70270-595D-5CF5-5AAD-0667F87B8751}"/>
          </ac:spMkLst>
        </pc:spChg>
        <pc:spChg chg="mod">
          <ac:chgData name="Guillermo AntonioAguirre" userId="42908199-65f4-4d4a-8e05-6e659ccb82ce" providerId="ADAL" clId="{9BEDD4DB-B428-4DFD-B8FE-E2969F34D415}" dt="2022-06-03T04:24:30.011" v="5032" actId="20577"/>
          <ac:spMkLst>
            <pc:docMk/>
            <pc:sldMk cId="1831142470" sldId="283"/>
            <ac:spMk id="21" creationId="{E6D96F73-C349-F023-098C-412DBB52260B}"/>
          </ac:spMkLst>
        </pc:spChg>
        <pc:spChg chg="mod">
          <ac:chgData name="Guillermo AntonioAguirre" userId="42908199-65f4-4d4a-8e05-6e659ccb82ce" providerId="ADAL" clId="{9BEDD4DB-B428-4DFD-B8FE-E2969F34D415}" dt="2022-06-03T04:24:30.011" v="5032" actId="20577"/>
          <ac:spMkLst>
            <pc:docMk/>
            <pc:sldMk cId="1831142470" sldId="283"/>
            <ac:spMk id="22" creationId="{CA5B6476-8B41-BF4B-6688-BB66F8A4DDC1}"/>
          </ac:spMkLst>
        </pc:spChg>
        <pc:spChg chg="mod">
          <ac:chgData name="Guillermo AntonioAguirre" userId="42908199-65f4-4d4a-8e05-6e659ccb82ce" providerId="ADAL" clId="{9BEDD4DB-B428-4DFD-B8FE-E2969F34D415}" dt="2022-06-03T04:22:15.580" v="4931" actId="207"/>
          <ac:spMkLst>
            <pc:docMk/>
            <pc:sldMk cId="1831142470" sldId="283"/>
            <ac:spMk id="35" creationId="{5BF2781D-7E98-AC01-3569-12F3958BEAC0}"/>
          </ac:spMkLst>
        </pc:spChg>
        <pc:spChg chg="mod">
          <ac:chgData name="Guillermo AntonioAguirre" userId="42908199-65f4-4d4a-8e05-6e659ccb82ce" providerId="ADAL" clId="{9BEDD4DB-B428-4DFD-B8FE-E2969F34D415}" dt="2022-06-03T04:22:21.165" v="4933" actId="207"/>
          <ac:spMkLst>
            <pc:docMk/>
            <pc:sldMk cId="1831142470" sldId="283"/>
            <ac:spMk id="36" creationId="{F0E7AA87-4A4A-539A-2DF7-A4AA39CB1AFA}"/>
          </ac:spMkLst>
        </pc:spChg>
        <pc:spChg chg="mod">
          <ac:chgData name="Guillermo AntonioAguirre" userId="42908199-65f4-4d4a-8e05-6e659ccb82ce" providerId="ADAL" clId="{9BEDD4DB-B428-4DFD-B8FE-E2969F34D415}" dt="2022-06-03T04:22:28.622" v="4970" actId="1038"/>
          <ac:spMkLst>
            <pc:docMk/>
            <pc:sldMk cId="1831142470" sldId="283"/>
            <ac:spMk id="38" creationId="{59E3D795-C873-C98A-C95D-A5AD69FAE641}"/>
          </ac:spMkLst>
        </pc:spChg>
        <pc:grpChg chg="mod">
          <ac:chgData name="Guillermo AntonioAguirre" userId="42908199-65f4-4d4a-8e05-6e659ccb82ce" providerId="ADAL" clId="{9BEDD4DB-B428-4DFD-B8FE-E2969F34D415}" dt="2022-06-03T04:24:30.011" v="5032" actId="20577"/>
          <ac:grpSpMkLst>
            <pc:docMk/>
            <pc:sldMk cId="1831142470" sldId="283"/>
            <ac:grpSpMk id="15" creationId="{82660354-78A4-7101-858E-5DA3CA9F7C8B}"/>
          </ac:grpSpMkLst>
        </pc:grpChg>
        <pc:graphicFrameChg chg="add mod">
          <ac:chgData name="Guillermo AntonioAguirre" userId="42908199-65f4-4d4a-8e05-6e659ccb82ce" providerId="ADAL" clId="{9BEDD4DB-B428-4DFD-B8FE-E2969F34D415}" dt="2022-06-03T04:22:55.270" v="4973" actId="1076"/>
          <ac:graphicFrameMkLst>
            <pc:docMk/>
            <pc:sldMk cId="1831142470" sldId="283"/>
            <ac:graphicFrameMk id="16" creationId="{9887F72C-553C-0DA5-57AB-9CF5F8EA5DC8}"/>
          </ac:graphicFrameMkLst>
        </pc:graphicFrameChg>
        <pc:graphicFrameChg chg="del">
          <ac:chgData name="Guillermo AntonioAguirre" userId="42908199-65f4-4d4a-8e05-6e659ccb82ce" providerId="ADAL" clId="{9BEDD4DB-B428-4DFD-B8FE-E2969F34D415}" dt="2022-06-03T04:22:37.462" v="4971" actId="478"/>
          <ac:graphicFrameMkLst>
            <pc:docMk/>
            <pc:sldMk cId="1831142470" sldId="283"/>
            <ac:graphicFrameMk id="20" creationId="{C2A40DEB-595F-7251-631D-F8BCE383B41C}"/>
          </ac:graphicFrameMkLst>
        </pc:graphicFrameChg>
      </pc:sldChg>
      <pc:sldChg chg="addSp delSp modSp add mod modAnim">
        <pc:chgData name="Guillermo AntonioAguirre" userId="42908199-65f4-4d4a-8e05-6e659ccb82ce" providerId="ADAL" clId="{9BEDD4DB-B428-4DFD-B8FE-E2969F34D415}" dt="2022-06-03T15:40:47.101" v="5476"/>
        <pc:sldMkLst>
          <pc:docMk/>
          <pc:sldMk cId="374580898" sldId="284"/>
        </pc:sldMkLst>
        <pc:spChg chg="del">
          <ac:chgData name="Guillermo AntonioAguirre" userId="42908199-65f4-4d4a-8e05-6e659ccb82ce" providerId="ADAL" clId="{9BEDD4DB-B428-4DFD-B8FE-E2969F34D415}" dt="2022-06-03T04:24:56.478" v="5035" actId="478"/>
          <ac:spMkLst>
            <pc:docMk/>
            <pc:sldMk cId="374580898" sldId="284"/>
            <ac:spMk id="11" creationId="{63A721BE-0E50-B80D-034D-8D0A1563A142}"/>
          </ac:spMkLst>
        </pc:spChg>
        <pc:spChg chg="add mod">
          <ac:chgData name="Guillermo AntonioAguirre" userId="42908199-65f4-4d4a-8e05-6e659ccb82ce" providerId="ADAL" clId="{9BEDD4DB-B428-4DFD-B8FE-E2969F34D415}" dt="2022-06-03T04:25:27.674" v="5036"/>
          <ac:spMkLst>
            <pc:docMk/>
            <pc:sldMk cId="374580898" sldId="284"/>
            <ac:spMk id="19" creationId="{80F78240-52B1-02E1-CCAC-B8164E151F00}"/>
          </ac:spMkLst>
        </pc:spChg>
        <pc:spChg chg="add mod">
          <ac:chgData name="Guillermo AntonioAguirre" userId="42908199-65f4-4d4a-8e05-6e659ccb82ce" providerId="ADAL" clId="{9BEDD4DB-B428-4DFD-B8FE-E2969F34D415}" dt="2022-06-03T04:32:05.182" v="5109" actId="20577"/>
          <ac:spMkLst>
            <pc:docMk/>
            <pc:sldMk cId="374580898" sldId="284"/>
            <ac:spMk id="24" creationId="{D0F1F0D4-574F-CA3C-EDA8-C86180226E51}"/>
          </ac:spMkLst>
        </pc:spChg>
        <pc:spChg chg="add mod">
          <ac:chgData name="Guillermo AntonioAguirre" userId="42908199-65f4-4d4a-8e05-6e659ccb82ce" providerId="ADAL" clId="{9BEDD4DB-B428-4DFD-B8FE-E2969F34D415}" dt="2022-06-03T04:25:27.674" v="5036"/>
          <ac:spMkLst>
            <pc:docMk/>
            <pc:sldMk cId="374580898" sldId="284"/>
            <ac:spMk id="25" creationId="{F0471422-661F-2DF2-B5D8-0F34E59B8584}"/>
          </ac:spMkLst>
        </pc:spChg>
        <pc:spChg chg="add mod">
          <ac:chgData name="Guillermo AntonioAguirre" userId="42908199-65f4-4d4a-8e05-6e659ccb82ce" providerId="ADAL" clId="{9BEDD4DB-B428-4DFD-B8FE-E2969F34D415}" dt="2022-06-03T04:32:12.518" v="5111" actId="20577"/>
          <ac:spMkLst>
            <pc:docMk/>
            <pc:sldMk cId="374580898" sldId="284"/>
            <ac:spMk id="26" creationId="{CF0F5EE5-93FC-4D41-739E-412EB0041401}"/>
          </ac:spMkLst>
        </pc:spChg>
        <pc:spChg chg="add mod">
          <ac:chgData name="Guillermo AntonioAguirre" userId="42908199-65f4-4d4a-8e05-6e659ccb82ce" providerId="ADAL" clId="{9BEDD4DB-B428-4DFD-B8FE-E2969F34D415}" dt="2022-06-03T04:25:50.494" v="5038" actId="1076"/>
          <ac:spMkLst>
            <pc:docMk/>
            <pc:sldMk cId="374580898" sldId="284"/>
            <ac:spMk id="27" creationId="{81A85F3D-DA6C-ED13-820B-C49F2A0DFA9E}"/>
          </ac:spMkLst>
        </pc:spChg>
        <pc:spChg chg="add mod">
          <ac:chgData name="Guillermo AntonioAguirre" userId="42908199-65f4-4d4a-8e05-6e659ccb82ce" providerId="ADAL" clId="{9BEDD4DB-B428-4DFD-B8FE-E2969F34D415}" dt="2022-06-03T04:26:07.310" v="5040" actId="1076"/>
          <ac:spMkLst>
            <pc:docMk/>
            <pc:sldMk cId="374580898" sldId="284"/>
            <ac:spMk id="28" creationId="{3E8AD060-FA07-6C7D-233E-144B6C64B63A}"/>
          </ac:spMkLst>
        </pc:spChg>
        <pc:spChg chg="add mod">
          <ac:chgData name="Guillermo AntonioAguirre" userId="42908199-65f4-4d4a-8e05-6e659ccb82ce" providerId="ADAL" clId="{9BEDD4DB-B428-4DFD-B8FE-E2969F34D415}" dt="2022-06-03T04:26:37.630" v="5042" actId="1076"/>
          <ac:spMkLst>
            <pc:docMk/>
            <pc:sldMk cId="374580898" sldId="284"/>
            <ac:spMk id="29" creationId="{7EC6CC7B-6E42-9AE9-FC71-D89AF60B2D7D}"/>
          </ac:spMkLst>
        </pc:spChg>
        <pc:spChg chg="add mod">
          <ac:chgData name="Guillermo AntonioAguirre" userId="42908199-65f4-4d4a-8e05-6e659ccb82ce" providerId="ADAL" clId="{9BEDD4DB-B428-4DFD-B8FE-E2969F34D415}" dt="2022-06-03T04:27:22.086" v="5061" actId="20577"/>
          <ac:spMkLst>
            <pc:docMk/>
            <pc:sldMk cId="374580898" sldId="284"/>
            <ac:spMk id="31" creationId="{411D426F-002D-980E-90AF-BE0D8A4FA866}"/>
          </ac:spMkLst>
        </pc:spChg>
        <pc:spChg chg="add mod">
          <ac:chgData name="Guillermo AntonioAguirre" userId="42908199-65f4-4d4a-8e05-6e659ccb82ce" providerId="ADAL" clId="{9BEDD4DB-B428-4DFD-B8FE-E2969F34D415}" dt="2022-06-03T04:31:23.847" v="5105" actId="113"/>
          <ac:spMkLst>
            <pc:docMk/>
            <pc:sldMk cId="374580898" sldId="284"/>
            <ac:spMk id="32" creationId="{DC8D6154-FD9A-F915-697C-2C1D712A0D64}"/>
          </ac:spMkLst>
        </pc:spChg>
        <pc:spChg chg="add mod">
          <ac:chgData name="Guillermo AntonioAguirre" userId="42908199-65f4-4d4a-8e05-6e659ccb82ce" providerId="ADAL" clId="{9BEDD4DB-B428-4DFD-B8FE-E2969F34D415}" dt="2022-06-03T04:28:28.741" v="5078" actId="1076"/>
          <ac:spMkLst>
            <pc:docMk/>
            <pc:sldMk cId="374580898" sldId="284"/>
            <ac:spMk id="33" creationId="{5BF149DA-8573-7BC3-86D0-8E49CD01F58E}"/>
          </ac:spMkLst>
        </pc:spChg>
        <pc:spChg chg="add mod">
          <ac:chgData name="Guillermo AntonioAguirre" userId="42908199-65f4-4d4a-8e05-6e659ccb82ce" providerId="ADAL" clId="{9BEDD4DB-B428-4DFD-B8FE-E2969F34D415}" dt="2022-06-03T04:31:27.533" v="5106" actId="113"/>
          <ac:spMkLst>
            <pc:docMk/>
            <pc:sldMk cId="374580898" sldId="284"/>
            <ac:spMk id="39" creationId="{F7FA1AD0-EC65-DEFB-9A0B-82BB4E5D2C85}"/>
          </ac:spMkLst>
        </pc:spChg>
        <pc:spChg chg="add mod">
          <ac:chgData name="Guillermo AntonioAguirre" userId="42908199-65f4-4d4a-8e05-6e659ccb82ce" providerId="ADAL" clId="{9BEDD4DB-B428-4DFD-B8FE-E2969F34D415}" dt="2022-06-03T04:30:16.013" v="5103" actId="1076"/>
          <ac:spMkLst>
            <pc:docMk/>
            <pc:sldMk cId="374580898" sldId="284"/>
            <ac:spMk id="40" creationId="{39A9E41C-A8D4-9217-27BB-2941A96EC619}"/>
          </ac:spMkLst>
        </pc:spChg>
        <pc:spChg chg="add mod">
          <ac:chgData name="Guillermo AntonioAguirre" userId="42908199-65f4-4d4a-8e05-6e659ccb82ce" providerId="ADAL" clId="{9BEDD4DB-B428-4DFD-B8FE-E2969F34D415}" dt="2022-06-03T04:31:31.236" v="5107" actId="113"/>
          <ac:spMkLst>
            <pc:docMk/>
            <pc:sldMk cId="374580898" sldId="284"/>
            <ac:spMk id="41" creationId="{4F230B85-B539-4E86-729C-BC37FB6F3246}"/>
          </ac:spMkLst>
        </pc:spChg>
        <pc:grpChg chg="del">
          <ac:chgData name="Guillermo AntonioAguirre" userId="42908199-65f4-4d4a-8e05-6e659ccb82ce" providerId="ADAL" clId="{9BEDD4DB-B428-4DFD-B8FE-E2969F34D415}" dt="2022-06-03T04:24:51.398" v="5034" actId="478"/>
          <ac:grpSpMkLst>
            <pc:docMk/>
            <pc:sldMk cId="374580898" sldId="284"/>
            <ac:grpSpMk id="15" creationId="{82660354-78A4-7101-858E-5DA3CA9F7C8B}"/>
          </ac:grpSpMkLst>
        </pc:grpChg>
        <pc:graphicFrameChg chg="del">
          <ac:chgData name="Guillermo AntonioAguirre" userId="42908199-65f4-4d4a-8e05-6e659ccb82ce" providerId="ADAL" clId="{9BEDD4DB-B428-4DFD-B8FE-E2969F34D415}" dt="2022-06-03T04:24:51.398" v="5034" actId="478"/>
          <ac:graphicFrameMkLst>
            <pc:docMk/>
            <pc:sldMk cId="374580898" sldId="284"/>
            <ac:graphicFrameMk id="16" creationId="{9887F72C-553C-0DA5-57AB-9CF5F8EA5DC8}"/>
          </ac:graphicFrameMkLst>
        </pc:graphicFrameChg>
        <pc:cxnChg chg="add mod">
          <ac:chgData name="Guillermo AntonioAguirre" userId="42908199-65f4-4d4a-8e05-6e659ccb82ce" providerId="ADAL" clId="{9BEDD4DB-B428-4DFD-B8FE-E2969F34D415}" dt="2022-06-03T04:25:27.674" v="5036"/>
          <ac:cxnSpMkLst>
            <pc:docMk/>
            <pc:sldMk cId="374580898" sldId="284"/>
            <ac:cxnSpMk id="20" creationId="{0E56FA7B-8266-443D-DB35-95CDB9303E28}"/>
          </ac:cxnSpMkLst>
        </pc:cxnChg>
        <pc:cxnChg chg="add mod">
          <ac:chgData name="Guillermo AntonioAguirre" userId="42908199-65f4-4d4a-8e05-6e659ccb82ce" providerId="ADAL" clId="{9BEDD4DB-B428-4DFD-B8FE-E2969F34D415}" dt="2022-06-03T04:25:27.674" v="5036"/>
          <ac:cxnSpMkLst>
            <pc:docMk/>
            <pc:sldMk cId="374580898" sldId="284"/>
            <ac:cxnSpMk id="23" creationId="{77EF689C-7946-EDC8-304E-789BE016E2AF}"/>
          </ac:cxnSpMkLst>
        </pc:cxnChg>
        <pc:cxnChg chg="del">
          <ac:chgData name="Guillermo AntonioAguirre" userId="42908199-65f4-4d4a-8e05-6e659ccb82ce" providerId="ADAL" clId="{9BEDD4DB-B428-4DFD-B8FE-E2969F34D415}" dt="2022-06-03T04:24:51.398" v="5034" actId="478"/>
          <ac:cxnSpMkLst>
            <pc:docMk/>
            <pc:sldMk cId="374580898" sldId="284"/>
            <ac:cxnSpMk id="30" creationId="{316F7F55-EF6F-22AF-587F-D27C2AB53CB6}"/>
          </ac:cxnSpMkLst>
        </pc:cxnChg>
      </pc:sldChg>
      <pc:sldChg chg="addSp delSp modSp add mod">
        <pc:chgData name="Guillermo AntonioAguirre" userId="42908199-65f4-4d4a-8e05-6e659ccb82ce" providerId="ADAL" clId="{9BEDD4DB-B428-4DFD-B8FE-E2969F34D415}" dt="2022-06-03T16:52:18.857" v="6417"/>
        <pc:sldMkLst>
          <pc:docMk/>
          <pc:sldMk cId="2639292190" sldId="285"/>
        </pc:sldMkLst>
        <pc:spChg chg="add mod">
          <ac:chgData name="Guillermo AntonioAguirre" userId="42908199-65f4-4d4a-8e05-6e659ccb82ce" providerId="ADAL" clId="{9BEDD4DB-B428-4DFD-B8FE-E2969F34D415}" dt="2022-06-03T16:47:37.518" v="6333" actId="947"/>
          <ac:spMkLst>
            <pc:docMk/>
            <pc:sldMk cId="2639292190" sldId="285"/>
            <ac:spMk id="8" creationId="{2D3F25E2-04C5-04A1-326F-56DE7B7AA13C}"/>
          </ac:spMkLst>
        </pc:spChg>
        <pc:spChg chg="add mod">
          <ac:chgData name="Guillermo AntonioAguirre" userId="42908199-65f4-4d4a-8e05-6e659ccb82ce" providerId="ADAL" clId="{9BEDD4DB-B428-4DFD-B8FE-E2969F34D415}" dt="2022-06-03T15:47:58.773" v="5970" actId="1076"/>
          <ac:spMkLst>
            <pc:docMk/>
            <pc:sldMk cId="2639292190" sldId="285"/>
            <ac:spMk id="9" creationId="{06BBAC89-0AC4-6FEE-25FB-B16B3B906E99}"/>
          </ac:spMkLst>
        </pc:spChg>
        <pc:spChg chg="mod">
          <ac:chgData name="Guillermo AntonioAguirre" userId="42908199-65f4-4d4a-8e05-6e659ccb82ce" providerId="ADAL" clId="{9BEDD4DB-B428-4DFD-B8FE-E2969F34D415}" dt="2022-06-03T04:33:43.077" v="5113"/>
          <ac:spMkLst>
            <pc:docMk/>
            <pc:sldMk cId="2639292190" sldId="285"/>
            <ac:spMk id="9" creationId="{715478D8-9D40-A7E6-DC5A-EEFD5C6BA695}"/>
          </ac:spMkLst>
        </pc:spChg>
        <pc:spChg chg="mod">
          <ac:chgData name="Guillermo AntonioAguirre" userId="42908199-65f4-4d4a-8e05-6e659ccb82ce" providerId="ADAL" clId="{9BEDD4DB-B428-4DFD-B8FE-E2969F34D415}" dt="2022-06-03T04:33:43.077" v="5113"/>
          <ac:spMkLst>
            <pc:docMk/>
            <pc:sldMk cId="2639292190" sldId="285"/>
            <ac:spMk id="10" creationId="{46AC8D97-1467-8CEA-C9B4-F6609AFA737B}"/>
          </ac:spMkLst>
        </pc:spChg>
        <pc:spChg chg="mod">
          <ac:chgData name="Guillermo AntonioAguirre" userId="42908199-65f4-4d4a-8e05-6e659ccb82ce" providerId="ADAL" clId="{9BEDD4DB-B428-4DFD-B8FE-E2969F34D415}" dt="2022-06-03T04:33:43.077" v="5113"/>
          <ac:spMkLst>
            <pc:docMk/>
            <pc:sldMk cId="2639292190" sldId="285"/>
            <ac:spMk id="11" creationId="{6311BDC9-1E0C-E3BC-3CC2-E064821B4D27}"/>
          </ac:spMkLst>
        </pc:spChg>
        <pc:spChg chg="mod">
          <ac:chgData name="Guillermo AntonioAguirre" userId="42908199-65f4-4d4a-8e05-6e659ccb82ce" providerId="ADAL" clId="{9BEDD4DB-B428-4DFD-B8FE-E2969F34D415}" dt="2022-06-03T15:48:09.609" v="5972"/>
          <ac:spMkLst>
            <pc:docMk/>
            <pc:sldMk cId="2639292190" sldId="285"/>
            <ac:spMk id="11" creationId="{B20759AA-1B72-9114-BCFC-2B00A0850D45}"/>
          </ac:spMkLst>
        </pc:spChg>
        <pc:spChg chg="mod">
          <ac:chgData name="Guillermo AntonioAguirre" userId="42908199-65f4-4d4a-8e05-6e659ccb82ce" providerId="ADAL" clId="{9BEDD4DB-B428-4DFD-B8FE-E2969F34D415}" dt="2022-06-03T15:48:09.609" v="5972"/>
          <ac:spMkLst>
            <pc:docMk/>
            <pc:sldMk cId="2639292190" sldId="285"/>
            <ac:spMk id="12" creationId="{21A11424-33E3-BF53-F565-DE2E0EE95D49}"/>
          </ac:spMkLst>
        </pc:spChg>
        <pc:spChg chg="mod">
          <ac:chgData name="Guillermo AntonioAguirre" userId="42908199-65f4-4d4a-8e05-6e659ccb82ce" providerId="ADAL" clId="{9BEDD4DB-B428-4DFD-B8FE-E2969F34D415}" dt="2022-06-03T04:33:43.077" v="5113"/>
          <ac:spMkLst>
            <pc:docMk/>
            <pc:sldMk cId="2639292190" sldId="285"/>
            <ac:spMk id="12" creationId="{89B80605-DFFD-B385-4F48-F5990BD38E4E}"/>
          </ac:spMkLst>
        </pc:spChg>
        <pc:spChg chg="mod">
          <ac:chgData name="Guillermo AntonioAguirre" userId="42908199-65f4-4d4a-8e05-6e659ccb82ce" providerId="ADAL" clId="{9BEDD4DB-B428-4DFD-B8FE-E2969F34D415}" dt="2022-06-03T15:48:09.609" v="5972"/>
          <ac:spMkLst>
            <pc:docMk/>
            <pc:sldMk cId="2639292190" sldId="285"/>
            <ac:spMk id="13" creationId="{3C103D12-029D-8684-F26E-3B9482E7C5B6}"/>
          </ac:spMkLst>
        </pc:spChg>
        <pc:spChg chg="mod">
          <ac:chgData name="Guillermo AntonioAguirre" userId="42908199-65f4-4d4a-8e05-6e659ccb82ce" providerId="ADAL" clId="{9BEDD4DB-B428-4DFD-B8FE-E2969F34D415}" dt="2022-06-03T15:48:09.609" v="5972"/>
          <ac:spMkLst>
            <pc:docMk/>
            <pc:sldMk cId="2639292190" sldId="285"/>
            <ac:spMk id="14" creationId="{26933CA6-84DD-77E7-E688-A070B45CAF51}"/>
          </ac:spMkLst>
        </pc:spChg>
        <pc:spChg chg="mod">
          <ac:chgData name="Guillermo AntonioAguirre" userId="42908199-65f4-4d4a-8e05-6e659ccb82ce" providerId="ADAL" clId="{9BEDD4DB-B428-4DFD-B8FE-E2969F34D415}" dt="2022-06-03T04:35:20.716" v="5121"/>
          <ac:spMkLst>
            <pc:docMk/>
            <pc:sldMk cId="2639292190" sldId="285"/>
            <ac:spMk id="15" creationId="{F305417E-A6C7-F2BC-A52C-7C4A37E81288}"/>
          </ac:spMkLst>
        </pc:spChg>
        <pc:spChg chg="mod">
          <ac:chgData name="Guillermo AntonioAguirre" userId="42908199-65f4-4d4a-8e05-6e659ccb82ce" providerId="ADAL" clId="{9BEDD4DB-B428-4DFD-B8FE-E2969F34D415}" dt="2022-06-03T15:48:25.289" v="5975"/>
          <ac:spMkLst>
            <pc:docMk/>
            <pc:sldMk cId="2639292190" sldId="285"/>
            <ac:spMk id="16" creationId="{E66AFF4D-56C4-2760-6A8A-AD69648E8292}"/>
          </ac:spMkLst>
        </pc:spChg>
        <pc:spChg chg="mod">
          <ac:chgData name="Guillermo AntonioAguirre" userId="42908199-65f4-4d4a-8e05-6e659ccb82ce" providerId="ADAL" clId="{9BEDD4DB-B428-4DFD-B8FE-E2969F34D415}" dt="2022-06-03T04:35:20.716" v="5121"/>
          <ac:spMkLst>
            <pc:docMk/>
            <pc:sldMk cId="2639292190" sldId="285"/>
            <ac:spMk id="16" creationId="{FC80ABAF-B3A5-E5D7-2B95-EC1122A7A0BD}"/>
          </ac:spMkLst>
        </pc:spChg>
        <pc:spChg chg="mod">
          <ac:chgData name="Guillermo AntonioAguirre" userId="42908199-65f4-4d4a-8e05-6e659ccb82ce" providerId="ADAL" clId="{9BEDD4DB-B428-4DFD-B8FE-E2969F34D415}" dt="2022-06-03T04:35:20.716" v="5121"/>
          <ac:spMkLst>
            <pc:docMk/>
            <pc:sldMk cId="2639292190" sldId="285"/>
            <ac:spMk id="17" creationId="{6A806A5D-E691-F269-72A9-C35F4181F29B}"/>
          </ac:spMkLst>
        </pc:spChg>
        <pc:spChg chg="mod">
          <ac:chgData name="Guillermo AntonioAguirre" userId="42908199-65f4-4d4a-8e05-6e659ccb82ce" providerId="ADAL" clId="{9BEDD4DB-B428-4DFD-B8FE-E2969F34D415}" dt="2022-06-03T15:48:25.289" v="5975"/>
          <ac:spMkLst>
            <pc:docMk/>
            <pc:sldMk cId="2639292190" sldId="285"/>
            <ac:spMk id="17" creationId="{7765CBDA-3137-58AE-E0EF-BFCA2F27B47E}"/>
          </ac:spMkLst>
        </pc:spChg>
        <pc:spChg chg="mod">
          <ac:chgData name="Guillermo AntonioAguirre" userId="42908199-65f4-4d4a-8e05-6e659ccb82ce" providerId="ADAL" clId="{9BEDD4DB-B428-4DFD-B8FE-E2969F34D415}" dt="2022-06-03T15:48:25.289" v="5975"/>
          <ac:spMkLst>
            <pc:docMk/>
            <pc:sldMk cId="2639292190" sldId="285"/>
            <ac:spMk id="18" creationId="{2DDB1C84-7E98-3F4F-7E28-638D8845005E}"/>
          </ac:spMkLst>
        </pc:spChg>
        <pc:spChg chg="mod">
          <ac:chgData name="Guillermo AntonioAguirre" userId="42908199-65f4-4d4a-8e05-6e659ccb82ce" providerId="ADAL" clId="{9BEDD4DB-B428-4DFD-B8FE-E2969F34D415}" dt="2022-06-03T04:35:20.716" v="5121"/>
          <ac:spMkLst>
            <pc:docMk/>
            <pc:sldMk cId="2639292190" sldId="285"/>
            <ac:spMk id="18" creationId="{819D477D-0AD1-A8CE-838D-B9DBE7D48BD1}"/>
          </ac:spMkLst>
        </pc:spChg>
        <pc:spChg chg="mod">
          <ac:chgData name="Guillermo AntonioAguirre" userId="42908199-65f4-4d4a-8e05-6e659ccb82ce" providerId="ADAL" clId="{9BEDD4DB-B428-4DFD-B8FE-E2969F34D415}" dt="2022-06-03T15:48:25.289" v="5975"/>
          <ac:spMkLst>
            <pc:docMk/>
            <pc:sldMk cId="2639292190" sldId="285"/>
            <ac:spMk id="19" creationId="{B6BBD0DA-4B1D-F6C3-DE48-DACA6CD73998}"/>
          </ac:spMkLst>
        </pc:spChg>
        <pc:spChg chg="mod">
          <ac:chgData name="Guillermo AntonioAguirre" userId="42908199-65f4-4d4a-8e05-6e659ccb82ce" providerId="ADAL" clId="{9BEDD4DB-B428-4DFD-B8FE-E2969F34D415}" dt="2022-06-03T04:35:44.312" v="5123"/>
          <ac:spMkLst>
            <pc:docMk/>
            <pc:sldMk cId="2639292190" sldId="285"/>
            <ac:spMk id="20" creationId="{5D9D6E1E-2C89-643B-46CC-9945606BDD67}"/>
          </ac:spMkLst>
        </pc:spChg>
        <pc:spChg chg="add mod">
          <ac:chgData name="Guillermo AntonioAguirre" userId="42908199-65f4-4d4a-8e05-6e659ccb82ce" providerId="ADAL" clId="{9BEDD4DB-B428-4DFD-B8FE-E2969F34D415}" dt="2022-06-03T15:55:42.678" v="6020" actId="1076"/>
          <ac:spMkLst>
            <pc:docMk/>
            <pc:sldMk cId="2639292190" sldId="285"/>
            <ac:spMk id="21" creationId="{8130F493-1AD8-9B0D-2B59-6F8482204798}"/>
          </ac:spMkLst>
        </pc:spChg>
        <pc:spChg chg="mod">
          <ac:chgData name="Guillermo AntonioAguirre" userId="42908199-65f4-4d4a-8e05-6e659ccb82ce" providerId="ADAL" clId="{9BEDD4DB-B428-4DFD-B8FE-E2969F34D415}" dt="2022-06-03T04:35:44.312" v="5123"/>
          <ac:spMkLst>
            <pc:docMk/>
            <pc:sldMk cId="2639292190" sldId="285"/>
            <ac:spMk id="21" creationId="{AA80D6B6-AFFA-301E-C2A3-DF8E22E6767A}"/>
          </ac:spMkLst>
        </pc:spChg>
        <pc:spChg chg="mod">
          <ac:chgData name="Guillermo AntonioAguirre" userId="42908199-65f4-4d4a-8e05-6e659ccb82ce" providerId="ADAL" clId="{9BEDD4DB-B428-4DFD-B8FE-E2969F34D415}" dt="2022-06-03T04:35:44.312" v="5123"/>
          <ac:spMkLst>
            <pc:docMk/>
            <pc:sldMk cId="2639292190" sldId="285"/>
            <ac:spMk id="22" creationId="{6C2E7B3E-0699-F84E-B3B5-283CED6906E9}"/>
          </ac:spMkLst>
        </pc:spChg>
        <pc:spChg chg="mod">
          <ac:chgData name="Guillermo AntonioAguirre" userId="42908199-65f4-4d4a-8e05-6e659ccb82ce" providerId="ADAL" clId="{9BEDD4DB-B428-4DFD-B8FE-E2969F34D415}" dt="2022-06-03T04:35:44.312" v="5123"/>
          <ac:spMkLst>
            <pc:docMk/>
            <pc:sldMk cId="2639292190" sldId="285"/>
            <ac:spMk id="23" creationId="{F6A9418B-5D38-38C2-C2DD-CF1E86E38526}"/>
          </ac:spMkLst>
        </pc:spChg>
        <pc:grpChg chg="add del mod">
          <ac:chgData name="Guillermo AntonioAguirre" userId="42908199-65f4-4d4a-8e05-6e659ccb82ce" providerId="ADAL" clId="{9BEDD4DB-B428-4DFD-B8FE-E2969F34D415}" dt="2022-06-03T04:43:04.390" v="5151" actId="478"/>
          <ac:grpSpMkLst>
            <pc:docMk/>
            <pc:sldMk cId="2639292190" sldId="285"/>
            <ac:grpSpMk id="8" creationId="{7F0AE3D6-D723-D2B2-377B-84211F18A647}"/>
          </ac:grpSpMkLst>
        </pc:grpChg>
        <pc:grpChg chg="add mod">
          <ac:chgData name="Guillermo AntonioAguirre" userId="42908199-65f4-4d4a-8e05-6e659ccb82ce" providerId="ADAL" clId="{9BEDD4DB-B428-4DFD-B8FE-E2969F34D415}" dt="2022-06-03T15:48:13.573" v="5973" actId="1076"/>
          <ac:grpSpMkLst>
            <pc:docMk/>
            <pc:sldMk cId="2639292190" sldId="285"/>
            <ac:grpSpMk id="10" creationId="{0F199F16-ABCB-5546-DDF0-8CBC06517058}"/>
          </ac:grpSpMkLst>
        </pc:grpChg>
        <pc:grpChg chg="add del mod">
          <ac:chgData name="Guillermo AntonioAguirre" userId="42908199-65f4-4d4a-8e05-6e659ccb82ce" providerId="ADAL" clId="{9BEDD4DB-B428-4DFD-B8FE-E2969F34D415}" dt="2022-06-03T04:43:14.310" v="5153" actId="478"/>
          <ac:grpSpMkLst>
            <pc:docMk/>
            <pc:sldMk cId="2639292190" sldId="285"/>
            <ac:grpSpMk id="14" creationId="{5292A9DB-F4BC-7CDF-E4EF-DE515531A28D}"/>
          </ac:grpSpMkLst>
        </pc:grpChg>
        <pc:grpChg chg="add mod">
          <ac:chgData name="Guillermo AntonioAguirre" userId="42908199-65f4-4d4a-8e05-6e659ccb82ce" providerId="ADAL" clId="{9BEDD4DB-B428-4DFD-B8FE-E2969F34D415}" dt="2022-06-03T15:48:29.661" v="5976" actId="1076"/>
          <ac:grpSpMkLst>
            <pc:docMk/>
            <pc:sldMk cId="2639292190" sldId="285"/>
            <ac:grpSpMk id="15" creationId="{C5FF302D-D76D-4726-3C13-971F8106EDCE}"/>
          </ac:grpSpMkLst>
        </pc:grpChg>
        <pc:grpChg chg="add del mod">
          <ac:chgData name="Guillermo AntonioAguirre" userId="42908199-65f4-4d4a-8e05-6e659ccb82ce" providerId="ADAL" clId="{9BEDD4DB-B428-4DFD-B8FE-E2969F34D415}" dt="2022-06-03T04:43:20.054" v="5154" actId="478"/>
          <ac:grpSpMkLst>
            <pc:docMk/>
            <pc:sldMk cId="2639292190" sldId="285"/>
            <ac:grpSpMk id="19" creationId="{7FE65D1E-18B9-EF5C-498F-4E4EC30FD29B}"/>
          </ac:grpSpMkLst>
        </pc:grpChg>
        <pc:graphicFrameChg chg="add mod modGraphic">
          <ac:chgData name="Guillermo AntonioAguirre" userId="42908199-65f4-4d4a-8e05-6e659ccb82ce" providerId="ADAL" clId="{9BEDD4DB-B428-4DFD-B8FE-E2969F34D415}" dt="2022-06-03T16:52:18.857" v="6417"/>
          <ac:graphicFrameMkLst>
            <pc:docMk/>
            <pc:sldMk cId="2639292190" sldId="285"/>
            <ac:graphicFrameMk id="2" creationId="{B353AE14-F817-487C-F339-90076B6FFB25}"/>
          </ac:graphicFrameMkLst>
        </pc:graphicFrameChg>
        <pc:graphicFrameChg chg="add del mod">
          <ac:chgData name="Guillermo AntonioAguirre" userId="42908199-65f4-4d4a-8e05-6e659ccb82ce" providerId="ADAL" clId="{9BEDD4DB-B428-4DFD-B8FE-E2969F34D415}" dt="2022-06-03T16:47:57.495" v="6334" actId="478"/>
          <ac:graphicFrameMkLst>
            <pc:docMk/>
            <pc:sldMk cId="2639292190" sldId="285"/>
            <ac:graphicFrameMk id="20" creationId="{2ADD4E48-8637-3474-8884-DD19E7B60C3E}"/>
          </ac:graphicFrameMkLst>
        </pc:graphicFrameChg>
        <pc:picChg chg="add del mod">
          <ac:chgData name="Guillermo AntonioAguirre" userId="42908199-65f4-4d4a-8e05-6e659ccb82ce" providerId="ADAL" clId="{9BEDD4DB-B428-4DFD-B8FE-E2969F34D415}" dt="2022-06-03T04:43:09.269" v="5152" actId="478"/>
          <ac:picMkLst>
            <pc:docMk/>
            <pc:sldMk cId="2639292190" sldId="285"/>
            <ac:picMk id="13" creationId="{933B7691-F279-DAC1-A1C8-8F4C2AE2ACC5}"/>
          </ac:picMkLst>
        </pc:picChg>
      </pc:sldChg>
      <pc:sldChg chg="addSp delSp modSp add mod">
        <pc:chgData name="Guillermo AntonioAguirre" userId="42908199-65f4-4d4a-8e05-6e659ccb82ce" providerId="ADAL" clId="{9BEDD4DB-B428-4DFD-B8FE-E2969F34D415}" dt="2022-06-03T16:56:27.567" v="6560" actId="1076"/>
        <pc:sldMkLst>
          <pc:docMk/>
          <pc:sldMk cId="1682671178" sldId="286"/>
        </pc:sldMkLst>
        <pc:spChg chg="add mod">
          <ac:chgData name="Guillermo AntonioAguirre" userId="42908199-65f4-4d4a-8e05-6e659ccb82ce" providerId="ADAL" clId="{9BEDD4DB-B428-4DFD-B8FE-E2969F34D415}" dt="2022-06-03T16:56:27.567" v="6560" actId="1076"/>
          <ac:spMkLst>
            <pc:docMk/>
            <pc:sldMk cId="1682671178" sldId="286"/>
            <ac:spMk id="2" creationId="{C51F751B-E3D4-D506-ECF7-8A7E1E17B571}"/>
          </ac:spMkLst>
        </pc:spChg>
        <pc:spChg chg="add mod">
          <ac:chgData name="Guillermo AntonioAguirre" userId="42908199-65f4-4d4a-8e05-6e659ccb82ce" providerId="ADAL" clId="{9BEDD4DB-B428-4DFD-B8FE-E2969F34D415}" dt="2022-06-03T15:49:46.581" v="5989" actId="20577"/>
          <ac:spMkLst>
            <pc:docMk/>
            <pc:sldMk cId="1682671178" sldId="286"/>
            <ac:spMk id="24" creationId="{1F76969E-6E20-7BA7-906A-0B82B0D572B5}"/>
          </ac:spMkLst>
        </pc:spChg>
        <pc:grpChg chg="del">
          <ac:chgData name="Guillermo AntonioAguirre" userId="42908199-65f4-4d4a-8e05-6e659ccb82ce" providerId="ADAL" clId="{9BEDD4DB-B428-4DFD-B8FE-E2969F34D415}" dt="2022-06-03T15:48:06.522" v="5971" actId="21"/>
          <ac:grpSpMkLst>
            <pc:docMk/>
            <pc:sldMk cId="1682671178" sldId="286"/>
            <ac:grpSpMk id="8" creationId="{7F0AE3D6-D723-D2B2-377B-84211F18A647}"/>
          </ac:grpSpMkLst>
        </pc:grpChg>
        <pc:grpChg chg="del">
          <ac:chgData name="Guillermo AntonioAguirre" userId="42908199-65f4-4d4a-8e05-6e659ccb82ce" providerId="ADAL" clId="{9BEDD4DB-B428-4DFD-B8FE-E2969F34D415}" dt="2022-06-03T15:48:22.032" v="5974" actId="21"/>
          <ac:grpSpMkLst>
            <pc:docMk/>
            <pc:sldMk cId="1682671178" sldId="286"/>
            <ac:grpSpMk id="14" creationId="{5292A9DB-F4BC-7CDF-E4EF-DE515531A28D}"/>
          </ac:grpSpMkLst>
        </pc:grpChg>
        <pc:grpChg chg="mod">
          <ac:chgData name="Guillermo AntonioAguirre" userId="42908199-65f4-4d4a-8e05-6e659ccb82ce" providerId="ADAL" clId="{9BEDD4DB-B428-4DFD-B8FE-E2969F34D415}" dt="2022-06-03T15:48:56.309" v="5978" actId="1076"/>
          <ac:grpSpMkLst>
            <pc:docMk/>
            <pc:sldMk cId="1682671178" sldId="286"/>
            <ac:grpSpMk id="19" creationId="{7FE65D1E-18B9-EF5C-498F-4E4EC30FD29B}"/>
          </ac:grpSpMkLst>
        </pc:grpChg>
        <pc:picChg chg="mod">
          <ac:chgData name="Guillermo AntonioAguirre" userId="42908199-65f4-4d4a-8e05-6e659ccb82ce" providerId="ADAL" clId="{9BEDD4DB-B428-4DFD-B8FE-E2969F34D415}" dt="2022-06-03T15:49:09.148" v="5979" actId="1076"/>
          <ac:picMkLst>
            <pc:docMk/>
            <pc:sldMk cId="1682671178" sldId="286"/>
            <ac:picMk id="13" creationId="{933B7691-F279-DAC1-A1C8-8F4C2AE2ACC5}"/>
          </ac:picMkLst>
        </pc:picChg>
      </pc:sldChg>
      <pc:sldChg chg="addSp modSp add mod">
        <pc:chgData name="Guillermo AntonioAguirre" userId="42908199-65f4-4d4a-8e05-6e659ccb82ce" providerId="ADAL" clId="{9BEDD4DB-B428-4DFD-B8FE-E2969F34D415}" dt="2022-06-03T15:45:14.965" v="5784" actId="20577"/>
        <pc:sldMkLst>
          <pc:docMk/>
          <pc:sldMk cId="533655086" sldId="287"/>
        </pc:sldMkLst>
        <pc:spChg chg="mod">
          <ac:chgData name="Guillermo AntonioAguirre" userId="42908199-65f4-4d4a-8e05-6e659ccb82ce" providerId="ADAL" clId="{9BEDD4DB-B428-4DFD-B8FE-E2969F34D415}" dt="2022-06-03T04:39:28.507" v="5136"/>
          <ac:spMkLst>
            <pc:docMk/>
            <pc:sldMk cId="533655086" sldId="287"/>
            <ac:spMk id="9" creationId="{EBED7376-8D54-7900-D7E4-9A262F2EB216}"/>
          </ac:spMkLst>
        </pc:spChg>
        <pc:spChg chg="mod">
          <ac:chgData name="Guillermo AntonioAguirre" userId="42908199-65f4-4d4a-8e05-6e659ccb82ce" providerId="ADAL" clId="{9BEDD4DB-B428-4DFD-B8FE-E2969F34D415}" dt="2022-06-03T04:39:28.507" v="5136"/>
          <ac:spMkLst>
            <pc:docMk/>
            <pc:sldMk cId="533655086" sldId="287"/>
            <ac:spMk id="10" creationId="{42DC486C-4EF7-7DC7-AEFA-400B148F403F}"/>
          </ac:spMkLst>
        </pc:spChg>
        <pc:spChg chg="mod">
          <ac:chgData name="Guillermo AntonioAguirre" userId="42908199-65f4-4d4a-8e05-6e659ccb82ce" providerId="ADAL" clId="{9BEDD4DB-B428-4DFD-B8FE-E2969F34D415}" dt="2022-06-03T04:39:28.507" v="5136"/>
          <ac:spMkLst>
            <pc:docMk/>
            <pc:sldMk cId="533655086" sldId="287"/>
            <ac:spMk id="11" creationId="{843AF49E-02CE-98D1-55C7-EBA47F6A25D0}"/>
          </ac:spMkLst>
        </pc:spChg>
        <pc:spChg chg="mod">
          <ac:chgData name="Guillermo AntonioAguirre" userId="42908199-65f4-4d4a-8e05-6e659ccb82ce" providerId="ADAL" clId="{9BEDD4DB-B428-4DFD-B8FE-E2969F34D415}" dt="2022-06-03T04:39:28.507" v="5136"/>
          <ac:spMkLst>
            <pc:docMk/>
            <pc:sldMk cId="533655086" sldId="287"/>
            <ac:spMk id="12" creationId="{F9D7B5CD-D98D-A4AD-86D6-4FFF34D42986}"/>
          </ac:spMkLst>
        </pc:spChg>
        <pc:spChg chg="mod">
          <ac:chgData name="Guillermo AntonioAguirre" userId="42908199-65f4-4d4a-8e05-6e659ccb82ce" providerId="ADAL" clId="{9BEDD4DB-B428-4DFD-B8FE-E2969F34D415}" dt="2022-06-03T04:40:17.796" v="5138"/>
          <ac:spMkLst>
            <pc:docMk/>
            <pc:sldMk cId="533655086" sldId="287"/>
            <ac:spMk id="14" creationId="{B6847117-B8FF-23F4-7A1B-6FCE8FDB910E}"/>
          </ac:spMkLst>
        </pc:spChg>
        <pc:spChg chg="mod">
          <ac:chgData name="Guillermo AntonioAguirre" userId="42908199-65f4-4d4a-8e05-6e659ccb82ce" providerId="ADAL" clId="{9BEDD4DB-B428-4DFD-B8FE-E2969F34D415}" dt="2022-06-03T04:40:17.796" v="5138"/>
          <ac:spMkLst>
            <pc:docMk/>
            <pc:sldMk cId="533655086" sldId="287"/>
            <ac:spMk id="15" creationId="{2A66826D-A96E-81D1-1219-AA8FA408E6F3}"/>
          </ac:spMkLst>
        </pc:spChg>
        <pc:spChg chg="mod">
          <ac:chgData name="Guillermo AntonioAguirre" userId="42908199-65f4-4d4a-8e05-6e659ccb82ce" providerId="ADAL" clId="{9BEDD4DB-B428-4DFD-B8FE-E2969F34D415}" dt="2022-06-03T04:40:17.796" v="5138"/>
          <ac:spMkLst>
            <pc:docMk/>
            <pc:sldMk cId="533655086" sldId="287"/>
            <ac:spMk id="16" creationId="{C762B1A0-0055-389B-F175-D3D34DC2B767}"/>
          </ac:spMkLst>
        </pc:spChg>
        <pc:spChg chg="mod">
          <ac:chgData name="Guillermo AntonioAguirre" userId="42908199-65f4-4d4a-8e05-6e659ccb82ce" providerId="ADAL" clId="{9BEDD4DB-B428-4DFD-B8FE-E2969F34D415}" dt="2022-06-03T04:40:17.796" v="5138"/>
          <ac:spMkLst>
            <pc:docMk/>
            <pc:sldMk cId="533655086" sldId="287"/>
            <ac:spMk id="17" creationId="{43CAFA37-05C9-8C3B-BAE6-0BD20DFBD2A3}"/>
          </ac:spMkLst>
        </pc:spChg>
        <pc:spChg chg="mod">
          <ac:chgData name="Guillermo AntonioAguirre" userId="42908199-65f4-4d4a-8e05-6e659ccb82ce" providerId="ADAL" clId="{9BEDD4DB-B428-4DFD-B8FE-E2969F34D415}" dt="2022-06-03T04:40:46.539" v="5140"/>
          <ac:spMkLst>
            <pc:docMk/>
            <pc:sldMk cId="533655086" sldId="287"/>
            <ac:spMk id="19" creationId="{FC2AA122-5290-9ED0-4EA1-2FF1C1A4BE96}"/>
          </ac:spMkLst>
        </pc:spChg>
        <pc:spChg chg="mod">
          <ac:chgData name="Guillermo AntonioAguirre" userId="42908199-65f4-4d4a-8e05-6e659ccb82ce" providerId="ADAL" clId="{9BEDD4DB-B428-4DFD-B8FE-E2969F34D415}" dt="2022-06-03T04:40:46.539" v="5140"/>
          <ac:spMkLst>
            <pc:docMk/>
            <pc:sldMk cId="533655086" sldId="287"/>
            <ac:spMk id="20" creationId="{1CD7F42B-E6E5-B8BB-3E67-76B53831D91A}"/>
          </ac:spMkLst>
        </pc:spChg>
        <pc:spChg chg="mod">
          <ac:chgData name="Guillermo AntonioAguirre" userId="42908199-65f4-4d4a-8e05-6e659ccb82ce" providerId="ADAL" clId="{9BEDD4DB-B428-4DFD-B8FE-E2969F34D415}" dt="2022-06-03T04:40:46.539" v="5140"/>
          <ac:spMkLst>
            <pc:docMk/>
            <pc:sldMk cId="533655086" sldId="287"/>
            <ac:spMk id="21" creationId="{23F41B3B-0F67-4B4A-F2A7-9A317871D693}"/>
          </ac:spMkLst>
        </pc:spChg>
        <pc:spChg chg="mod">
          <ac:chgData name="Guillermo AntonioAguirre" userId="42908199-65f4-4d4a-8e05-6e659ccb82ce" providerId="ADAL" clId="{9BEDD4DB-B428-4DFD-B8FE-E2969F34D415}" dt="2022-06-03T04:40:46.539" v="5140"/>
          <ac:spMkLst>
            <pc:docMk/>
            <pc:sldMk cId="533655086" sldId="287"/>
            <ac:spMk id="22" creationId="{6CB72DB2-57EF-E19D-1DFD-0423E99CB98B}"/>
          </ac:spMkLst>
        </pc:spChg>
        <pc:spChg chg="mod">
          <ac:chgData name="Guillermo AntonioAguirre" userId="42908199-65f4-4d4a-8e05-6e659ccb82ce" providerId="ADAL" clId="{9BEDD4DB-B428-4DFD-B8FE-E2969F34D415}" dt="2022-06-03T04:41:22.907" v="5142"/>
          <ac:spMkLst>
            <pc:docMk/>
            <pc:sldMk cId="533655086" sldId="287"/>
            <ac:spMk id="24" creationId="{0D738A05-D735-A81B-3C41-A280FA59BBAF}"/>
          </ac:spMkLst>
        </pc:spChg>
        <pc:spChg chg="mod">
          <ac:chgData name="Guillermo AntonioAguirre" userId="42908199-65f4-4d4a-8e05-6e659ccb82ce" providerId="ADAL" clId="{9BEDD4DB-B428-4DFD-B8FE-E2969F34D415}" dt="2022-06-03T04:41:22.907" v="5142"/>
          <ac:spMkLst>
            <pc:docMk/>
            <pc:sldMk cId="533655086" sldId="287"/>
            <ac:spMk id="25" creationId="{2E368F71-48EB-26C4-4558-B54D4148C450}"/>
          </ac:spMkLst>
        </pc:spChg>
        <pc:spChg chg="mod">
          <ac:chgData name="Guillermo AntonioAguirre" userId="42908199-65f4-4d4a-8e05-6e659ccb82ce" providerId="ADAL" clId="{9BEDD4DB-B428-4DFD-B8FE-E2969F34D415}" dt="2022-06-03T04:41:22.907" v="5142"/>
          <ac:spMkLst>
            <pc:docMk/>
            <pc:sldMk cId="533655086" sldId="287"/>
            <ac:spMk id="26" creationId="{2813F79A-3F99-6709-45C6-B10CC451E3F8}"/>
          </ac:spMkLst>
        </pc:spChg>
        <pc:spChg chg="mod">
          <ac:chgData name="Guillermo AntonioAguirre" userId="42908199-65f4-4d4a-8e05-6e659ccb82ce" providerId="ADAL" clId="{9BEDD4DB-B428-4DFD-B8FE-E2969F34D415}" dt="2022-06-03T04:41:22.907" v="5142"/>
          <ac:spMkLst>
            <pc:docMk/>
            <pc:sldMk cId="533655086" sldId="287"/>
            <ac:spMk id="27" creationId="{D3238624-F256-BE9D-8B4F-D6E1331AC72E}"/>
          </ac:spMkLst>
        </pc:spChg>
        <pc:spChg chg="add mod">
          <ac:chgData name="Guillermo AntonioAguirre" userId="42908199-65f4-4d4a-8e05-6e659ccb82ce" providerId="ADAL" clId="{9BEDD4DB-B428-4DFD-B8FE-E2969F34D415}" dt="2022-06-03T15:45:14.965" v="5784" actId="20577"/>
          <ac:spMkLst>
            <pc:docMk/>
            <pc:sldMk cId="533655086" sldId="287"/>
            <ac:spMk id="28" creationId="{20090F98-3310-DF29-D96F-24AAD6E6641A}"/>
          </ac:spMkLst>
        </pc:spChg>
        <pc:grpChg chg="add mod">
          <ac:chgData name="Guillermo AntonioAguirre" userId="42908199-65f4-4d4a-8e05-6e659ccb82ce" providerId="ADAL" clId="{9BEDD4DB-B428-4DFD-B8FE-E2969F34D415}" dt="2022-06-03T04:39:31.823" v="5137" actId="1076"/>
          <ac:grpSpMkLst>
            <pc:docMk/>
            <pc:sldMk cId="533655086" sldId="287"/>
            <ac:grpSpMk id="8" creationId="{452C66C4-3F41-A693-2008-5B0AF16EFFF7}"/>
          </ac:grpSpMkLst>
        </pc:grpChg>
        <pc:grpChg chg="add mod">
          <ac:chgData name="Guillermo AntonioAguirre" userId="42908199-65f4-4d4a-8e05-6e659ccb82ce" providerId="ADAL" clId="{9BEDD4DB-B428-4DFD-B8FE-E2969F34D415}" dt="2022-06-03T04:40:21.486" v="5139" actId="1076"/>
          <ac:grpSpMkLst>
            <pc:docMk/>
            <pc:sldMk cId="533655086" sldId="287"/>
            <ac:grpSpMk id="13" creationId="{96834D2C-81E6-B7CE-7B4A-D5CFF0C71150}"/>
          </ac:grpSpMkLst>
        </pc:grpChg>
        <pc:grpChg chg="add mod">
          <ac:chgData name="Guillermo AntonioAguirre" userId="42908199-65f4-4d4a-8e05-6e659ccb82ce" providerId="ADAL" clId="{9BEDD4DB-B428-4DFD-B8FE-E2969F34D415}" dt="2022-06-03T04:40:50.279" v="5141" actId="1076"/>
          <ac:grpSpMkLst>
            <pc:docMk/>
            <pc:sldMk cId="533655086" sldId="287"/>
            <ac:grpSpMk id="18" creationId="{DF569EA0-021B-B823-4F70-F80B81DAE94D}"/>
          </ac:grpSpMkLst>
        </pc:grpChg>
        <pc:grpChg chg="add mod">
          <ac:chgData name="Guillermo AntonioAguirre" userId="42908199-65f4-4d4a-8e05-6e659ccb82ce" providerId="ADAL" clId="{9BEDD4DB-B428-4DFD-B8FE-E2969F34D415}" dt="2022-06-03T04:41:28.351" v="5143" actId="1076"/>
          <ac:grpSpMkLst>
            <pc:docMk/>
            <pc:sldMk cId="533655086" sldId="287"/>
            <ac:grpSpMk id="23" creationId="{D2FBB1BE-8E22-0C69-F5A4-1B88406D1A11}"/>
          </ac:grpSpMkLst>
        </pc:grpChg>
      </pc:sldChg>
      <pc:sldChg chg="addSp delSp modSp add mod ord">
        <pc:chgData name="Guillermo AntonioAguirre" userId="42908199-65f4-4d4a-8e05-6e659ccb82ce" providerId="ADAL" clId="{9BEDD4DB-B428-4DFD-B8FE-E2969F34D415}" dt="2022-06-03T16:31:58.832" v="6258" actId="21"/>
        <pc:sldMkLst>
          <pc:docMk/>
          <pc:sldMk cId="4196823389" sldId="288"/>
        </pc:sldMkLst>
        <pc:spChg chg="add mod">
          <ac:chgData name="Guillermo AntonioAguirre" userId="42908199-65f4-4d4a-8e05-6e659ccb82ce" providerId="ADAL" clId="{9BEDD4DB-B428-4DFD-B8FE-E2969F34D415}" dt="2022-06-03T15:41:53.235" v="5529" actId="20577"/>
          <ac:spMkLst>
            <pc:docMk/>
            <pc:sldMk cId="4196823389" sldId="288"/>
            <ac:spMk id="8" creationId="{66E9189F-DAAB-7DAD-D177-35CD2B8EDA21}"/>
          </ac:spMkLst>
        </pc:spChg>
        <pc:spChg chg="add mod">
          <ac:chgData name="Guillermo AntonioAguirre" userId="42908199-65f4-4d4a-8e05-6e659ccb82ce" providerId="ADAL" clId="{9BEDD4DB-B428-4DFD-B8FE-E2969F34D415}" dt="2022-06-03T15:54:45.862" v="6015" actId="1076"/>
          <ac:spMkLst>
            <pc:docMk/>
            <pc:sldMk cId="4196823389" sldId="288"/>
            <ac:spMk id="10" creationId="{EB387072-8EBE-1191-8584-CB97C77ED693}"/>
          </ac:spMkLst>
        </pc:spChg>
        <pc:spChg chg="add mod">
          <ac:chgData name="Guillermo AntonioAguirre" userId="42908199-65f4-4d4a-8e05-6e659ccb82ce" providerId="ADAL" clId="{9BEDD4DB-B428-4DFD-B8FE-E2969F34D415}" dt="2022-06-03T16:09:28.594" v="6069" actId="20577"/>
          <ac:spMkLst>
            <pc:docMk/>
            <pc:sldMk cId="4196823389" sldId="288"/>
            <ac:spMk id="12" creationId="{8EBB35A3-73DD-2275-F174-80604CE92E33}"/>
          </ac:spMkLst>
        </pc:spChg>
        <pc:spChg chg="add mod">
          <ac:chgData name="Guillermo AntonioAguirre" userId="42908199-65f4-4d4a-8e05-6e659ccb82ce" providerId="ADAL" clId="{9BEDD4DB-B428-4DFD-B8FE-E2969F34D415}" dt="2022-06-03T16:09:33.568" v="6070" actId="20577"/>
          <ac:spMkLst>
            <pc:docMk/>
            <pc:sldMk cId="4196823389" sldId="288"/>
            <ac:spMk id="14" creationId="{DA90C929-CACD-D0FD-742B-2C2BC82968D2}"/>
          </ac:spMkLst>
        </pc:spChg>
        <pc:spChg chg="add mod">
          <ac:chgData name="Guillermo AntonioAguirre" userId="42908199-65f4-4d4a-8e05-6e659ccb82ce" providerId="ADAL" clId="{9BEDD4DB-B428-4DFD-B8FE-E2969F34D415}" dt="2022-06-03T16:09:40.904" v="6071" actId="20577"/>
          <ac:spMkLst>
            <pc:docMk/>
            <pc:sldMk cId="4196823389" sldId="288"/>
            <ac:spMk id="16" creationId="{716E093C-394D-283F-0EF8-7EB9E4FB8BC2}"/>
          </ac:spMkLst>
        </pc:spChg>
        <pc:grpChg chg="del">
          <ac:chgData name="Guillermo AntonioAguirre" userId="42908199-65f4-4d4a-8e05-6e659ccb82ce" providerId="ADAL" clId="{9BEDD4DB-B428-4DFD-B8FE-E2969F34D415}" dt="2022-06-03T04:42:06.590" v="5145" actId="478"/>
          <ac:grpSpMkLst>
            <pc:docMk/>
            <pc:sldMk cId="4196823389" sldId="288"/>
            <ac:grpSpMk id="8" creationId="{E25F4901-9C0E-37A0-82DF-76A56448A964}"/>
          </ac:grpSpMkLst>
        </pc:grpChg>
        <pc:grpChg chg="del">
          <ac:chgData name="Guillermo AntonioAguirre" userId="42908199-65f4-4d4a-8e05-6e659ccb82ce" providerId="ADAL" clId="{9BEDD4DB-B428-4DFD-B8FE-E2969F34D415}" dt="2022-06-03T04:42:13.054" v="5146" actId="478"/>
          <ac:grpSpMkLst>
            <pc:docMk/>
            <pc:sldMk cId="4196823389" sldId="288"/>
            <ac:grpSpMk id="13" creationId="{4ACA2933-9451-01ED-B9E7-1A57D90F8286}"/>
          </ac:grpSpMkLst>
        </pc:grpChg>
        <pc:grpChg chg="del">
          <ac:chgData name="Guillermo AntonioAguirre" userId="42908199-65f4-4d4a-8e05-6e659ccb82ce" providerId="ADAL" clId="{9BEDD4DB-B428-4DFD-B8FE-E2969F34D415}" dt="2022-06-03T04:42:18.886" v="5147" actId="478"/>
          <ac:grpSpMkLst>
            <pc:docMk/>
            <pc:sldMk cId="4196823389" sldId="288"/>
            <ac:grpSpMk id="18" creationId="{9E6CA8DD-E065-6D44-984A-A4864B30331C}"/>
          </ac:grpSpMkLst>
        </pc:grpChg>
        <pc:grpChg chg="del">
          <ac:chgData name="Guillermo AntonioAguirre" userId="42908199-65f4-4d4a-8e05-6e659ccb82ce" providerId="ADAL" clId="{9BEDD4DB-B428-4DFD-B8FE-E2969F34D415}" dt="2022-06-03T04:42:23.854" v="5148" actId="478"/>
          <ac:grpSpMkLst>
            <pc:docMk/>
            <pc:sldMk cId="4196823389" sldId="288"/>
            <ac:grpSpMk id="23" creationId="{7F722BD9-ECB9-F172-F685-4DC7C3F45AB7}"/>
          </ac:grpSpMkLst>
        </pc:grpChg>
        <pc:graphicFrameChg chg="add mod modGraphic">
          <ac:chgData name="Guillermo AntonioAguirre" userId="42908199-65f4-4d4a-8e05-6e659ccb82ce" providerId="ADAL" clId="{9BEDD4DB-B428-4DFD-B8FE-E2969F34D415}" dt="2022-06-03T16:06:43.887" v="6032" actId="20577"/>
          <ac:graphicFrameMkLst>
            <pc:docMk/>
            <pc:sldMk cId="4196823389" sldId="288"/>
            <ac:graphicFrameMk id="9" creationId="{F8BC7316-D631-F77C-88D2-77B08F3E9687}"/>
          </ac:graphicFrameMkLst>
        </pc:graphicFrameChg>
        <pc:graphicFrameChg chg="add mod modGraphic">
          <ac:chgData name="Guillermo AntonioAguirre" userId="42908199-65f4-4d4a-8e05-6e659ccb82ce" providerId="ADAL" clId="{9BEDD4DB-B428-4DFD-B8FE-E2969F34D415}" dt="2022-06-03T16:07:33.167" v="6043" actId="20577"/>
          <ac:graphicFrameMkLst>
            <pc:docMk/>
            <pc:sldMk cId="4196823389" sldId="288"/>
            <ac:graphicFrameMk id="11" creationId="{6EC2A71F-CD29-249B-30F4-E0B5045845EB}"/>
          </ac:graphicFrameMkLst>
        </pc:graphicFrameChg>
        <pc:graphicFrameChg chg="add mod modGraphic">
          <ac:chgData name="Guillermo AntonioAguirre" userId="42908199-65f4-4d4a-8e05-6e659ccb82ce" providerId="ADAL" clId="{9BEDD4DB-B428-4DFD-B8FE-E2969F34D415}" dt="2022-06-03T16:08:16.679" v="6055" actId="20577"/>
          <ac:graphicFrameMkLst>
            <pc:docMk/>
            <pc:sldMk cId="4196823389" sldId="288"/>
            <ac:graphicFrameMk id="13" creationId="{96482221-CFB9-3E83-3711-F14665132CDC}"/>
          </ac:graphicFrameMkLst>
        </pc:graphicFrameChg>
        <pc:graphicFrameChg chg="add mod modGraphic">
          <ac:chgData name="Guillermo AntonioAguirre" userId="42908199-65f4-4d4a-8e05-6e659ccb82ce" providerId="ADAL" clId="{9BEDD4DB-B428-4DFD-B8FE-E2969F34D415}" dt="2022-06-03T16:09:03.616" v="6068" actId="20577"/>
          <ac:graphicFrameMkLst>
            <pc:docMk/>
            <pc:sldMk cId="4196823389" sldId="288"/>
            <ac:graphicFrameMk id="15" creationId="{1051E8D0-67AC-0162-6249-E040D7825BB5}"/>
          </ac:graphicFrameMkLst>
        </pc:graphicFrameChg>
        <pc:graphicFrameChg chg="add del mod modGraphic">
          <ac:chgData name="Guillermo AntonioAguirre" userId="42908199-65f4-4d4a-8e05-6e659ccb82ce" providerId="ADAL" clId="{9BEDD4DB-B428-4DFD-B8FE-E2969F34D415}" dt="2022-06-03T16:13:53.080" v="6126" actId="21"/>
          <ac:graphicFrameMkLst>
            <pc:docMk/>
            <pc:sldMk cId="4196823389" sldId="288"/>
            <ac:graphicFrameMk id="17" creationId="{7460F70D-ED8A-0C36-BBE1-5868F79D907B}"/>
          </ac:graphicFrameMkLst>
        </pc:graphicFrameChg>
        <pc:graphicFrameChg chg="add del mod modGraphic">
          <ac:chgData name="Guillermo AntonioAguirre" userId="42908199-65f4-4d4a-8e05-6e659ccb82ce" providerId="ADAL" clId="{9BEDD4DB-B428-4DFD-B8FE-E2969F34D415}" dt="2022-06-03T16:23:28.816" v="6170" actId="21"/>
          <ac:graphicFrameMkLst>
            <pc:docMk/>
            <pc:sldMk cId="4196823389" sldId="288"/>
            <ac:graphicFrameMk id="18" creationId="{B2A59B60-0C01-C014-37B1-7E847957CB89}"/>
          </ac:graphicFrameMkLst>
        </pc:graphicFrameChg>
        <pc:graphicFrameChg chg="add del mod modGraphic">
          <ac:chgData name="Guillermo AntonioAguirre" userId="42908199-65f4-4d4a-8e05-6e659ccb82ce" providerId="ADAL" clId="{9BEDD4DB-B428-4DFD-B8FE-E2969F34D415}" dt="2022-06-03T16:27:43.085" v="6202" actId="21"/>
          <ac:graphicFrameMkLst>
            <pc:docMk/>
            <pc:sldMk cId="4196823389" sldId="288"/>
            <ac:graphicFrameMk id="19" creationId="{45141475-1944-605C-E1A8-6424B5B0E116}"/>
          </ac:graphicFrameMkLst>
        </pc:graphicFrameChg>
        <pc:graphicFrameChg chg="add del mod modGraphic">
          <ac:chgData name="Guillermo AntonioAguirre" userId="42908199-65f4-4d4a-8e05-6e659ccb82ce" providerId="ADAL" clId="{9BEDD4DB-B428-4DFD-B8FE-E2969F34D415}" dt="2022-06-03T16:31:58.832" v="6258" actId="21"/>
          <ac:graphicFrameMkLst>
            <pc:docMk/>
            <pc:sldMk cId="4196823389" sldId="288"/>
            <ac:graphicFrameMk id="20" creationId="{EE3ED638-56F1-D7EF-7AE5-5EACA718FDFA}"/>
          </ac:graphicFrameMkLst>
        </pc:graphicFrameChg>
      </pc:sldChg>
      <pc:sldChg chg="addSp modSp add mod">
        <pc:chgData name="Guillermo AntonioAguirre" userId="42908199-65f4-4d4a-8e05-6e659ccb82ce" providerId="ADAL" clId="{9BEDD4DB-B428-4DFD-B8FE-E2969F34D415}" dt="2022-06-03T16:36:52.396" v="6270" actId="947"/>
        <pc:sldMkLst>
          <pc:docMk/>
          <pc:sldMk cId="1549909123" sldId="289"/>
        </pc:sldMkLst>
        <pc:spChg chg="add mod">
          <ac:chgData name="Guillermo AntonioAguirre" userId="42908199-65f4-4d4a-8e05-6e659ccb82ce" providerId="ADAL" clId="{9BEDD4DB-B428-4DFD-B8FE-E2969F34D415}" dt="2022-06-03T15:42:20.100" v="5560" actId="20577"/>
          <ac:spMkLst>
            <pc:docMk/>
            <pc:sldMk cId="1549909123" sldId="289"/>
            <ac:spMk id="8" creationId="{0D990A14-9124-92D6-CCFD-2FC35926703E}"/>
          </ac:spMkLst>
        </pc:spChg>
        <pc:spChg chg="add mod">
          <ac:chgData name="Guillermo AntonioAguirre" userId="42908199-65f4-4d4a-8e05-6e659ccb82ce" providerId="ADAL" clId="{9BEDD4DB-B428-4DFD-B8FE-E2969F34D415}" dt="2022-06-03T16:36:13.644" v="6267" actId="947"/>
          <ac:spMkLst>
            <pc:docMk/>
            <pc:sldMk cId="1549909123" sldId="289"/>
            <ac:spMk id="10" creationId="{BB79AA8B-11F6-3B85-1009-9CCACC369F24}"/>
          </ac:spMkLst>
        </pc:spChg>
        <pc:spChg chg="add mod">
          <ac:chgData name="Guillermo AntonioAguirre" userId="42908199-65f4-4d4a-8e05-6e659ccb82ce" providerId="ADAL" clId="{9BEDD4DB-B428-4DFD-B8FE-E2969F34D415}" dt="2022-06-03T16:36:32.428" v="6268" actId="947"/>
          <ac:spMkLst>
            <pc:docMk/>
            <pc:sldMk cId="1549909123" sldId="289"/>
            <ac:spMk id="12" creationId="{F2E0DB06-12F9-BC5E-94CF-AAB5D765CD1D}"/>
          </ac:spMkLst>
        </pc:spChg>
        <pc:spChg chg="add mod">
          <ac:chgData name="Guillermo AntonioAguirre" userId="42908199-65f4-4d4a-8e05-6e659ccb82ce" providerId="ADAL" clId="{9BEDD4DB-B428-4DFD-B8FE-E2969F34D415}" dt="2022-06-03T16:36:41.572" v="6269" actId="947"/>
          <ac:spMkLst>
            <pc:docMk/>
            <pc:sldMk cId="1549909123" sldId="289"/>
            <ac:spMk id="14" creationId="{60518719-AA71-B0D5-A948-2E87FC94DFB4}"/>
          </ac:spMkLst>
        </pc:spChg>
        <pc:spChg chg="add mod">
          <ac:chgData name="Guillermo AntonioAguirre" userId="42908199-65f4-4d4a-8e05-6e659ccb82ce" providerId="ADAL" clId="{9BEDD4DB-B428-4DFD-B8FE-E2969F34D415}" dt="2022-06-03T16:36:52.396" v="6270" actId="947"/>
          <ac:spMkLst>
            <pc:docMk/>
            <pc:sldMk cId="1549909123" sldId="289"/>
            <ac:spMk id="16" creationId="{24E6451E-22BD-DA5E-22DE-025BB23D7F5B}"/>
          </ac:spMkLst>
        </pc:spChg>
        <pc:graphicFrameChg chg="add mod modGraphic">
          <ac:chgData name="Guillermo AntonioAguirre" userId="42908199-65f4-4d4a-8e05-6e659ccb82ce" providerId="ADAL" clId="{9BEDD4DB-B428-4DFD-B8FE-E2969F34D415}" dt="2022-06-03T16:14:16.425" v="6129" actId="1076"/>
          <ac:graphicFrameMkLst>
            <pc:docMk/>
            <pc:sldMk cId="1549909123" sldId="289"/>
            <ac:graphicFrameMk id="9" creationId="{1CB4F389-3521-DF0E-10F3-4B4581D1C1F6}"/>
          </ac:graphicFrameMkLst>
        </pc:graphicFrameChg>
        <pc:graphicFrameChg chg="add mod modGraphic">
          <ac:chgData name="Guillermo AntonioAguirre" userId="42908199-65f4-4d4a-8e05-6e659ccb82ce" providerId="ADAL" clId="{9BEDD4DB-B428-4DFD-B8FE-E2969F34D415}" dt="2022-06-03T16:23:45.569" v="6173" actId="1076"/>
          <ac:graphicFrameMkLst>
            <pc:docMk/>
            <pc:sldMk cId="1549909123" sldId="289"/>
            <ac:graphicFrameMk id="11" creationId="{C7BAD98C-638F-54A2-51E5-DDF218B83EBC}"/>
          </ac:graphicFrameMkLst>
        </pc:graphicFrameChg>
        <pc:graphicFrameChg chg="add mod">
          <ac:chgData name="Guillermo AntonioAguirre" userId="42908199-65f4-4d4a-8e05-6e659ccb82ce" providerId="ADAL" clId="{9BEDD4DB-B428-4DFD-B8FE-E2969F34D415}" dt="2022-06-03T16:28:00.283" v="6204" actId="1076"/>
          <ac:graphicFrameMkLst>
            <pc:docMk/>
            <pc:sldMk cId="1549909123" sldId="289"/>
            <ac:graphicFrameMk id="13" creationId="{F512CCE4-F360-B37A-8CDC-0E6F7BEA1580}"/>
          </ac:graphicFrameMkLst>
        </pc:graphicFrameChg>
        <pc:graphicFrameChg chg="add mod modGraphic">
          <ac:chgData name="Guillermo AntonioAguirre" userId="42908199-65f4-4d4a-8e05-6e659ccb82ce" providerId="ADAL" clId="{9BEDD4DB-B428-4DFD-B8FE-E2969F34D415}" dt="2022-06-03T16:32:17.554" v="6261" actId="1076"/>
          <ac:graphicFrameMkLst>
            <pc:docMk/>
            <pc:sldMk cId="1549909123" sldId="289"/>
            <ac:graphicFrameMk id="15" creationId="{D99B7239-57BD-81CD-73ED-50576FEE89CE}"/>
          </ac:graphicFrameMkLst>
        </pc:graphicFrameChg>
      </pc:sldChg>
      <pc:sldChg chg="addSp modSp add mod ord">
        <pc:chgData name="Guillermo AntonioAguirre" userId="42908199-65f4-4d4a-8e05-6e659ccb82ce" providerId="ADAL" clId="{9BEDD4DB-B428-4DFD-B8FE-E2969F34D415}" dt="2022-06-03T16:46:05.974" v="6287" actId="1076"/>
        <pc:sldMkLst>
          <pc:docMk/>
          <pc:sldMk cId="1035177987" sldId="290"/>
        </pc:sldMkLst>
        <pc:spChg chg="add mod">
          <ac:chgData name="Guillermo AntonioAguirre" userId="42908199-65f4-4d4a-8e05-6e659ccb82ce" providerId="ADAL" clId="{9BEDD4DB-B428-4DFD-B8FE-E2969F34D415}" dt="2022-06-03T15:45:35.380" v="5792" actId="20577"/>
          <ac:spMkLst>
            <pc:docMk/>
            <pc:sldMk cId="1035177987" sldId="290"/>
            <ac:spMk id="8" creationId="{3EC8AC6F-79D1-78A8-06C6-355F05C7DF48}"/>
          </ac:spMkLst>
        </pc:spChg>
        <pc:graphicFrameChg chg="add mod">
          <ac:chgData name="Guillermo AntonioAguirre" userId="42908199-65f4-4d4a-8e05-6e659ccb82ce" providerId="ADAL" clId="{9BEDD4DB-B428-4DFD-B8FE-E2969F34D415}" dt="2022-06-03T16:44:25.374" v="6280" actId="1076"/>
          <ac:graphicFrameMkLst>
            <pc:docMk/>
            <pc:sldMk cId="1035177987" sldId="290"/>
            <ac:graphicFrameMk id="9" creationId="{A29883E5-D36A-3397-EA7A-C7A7500C48B8}"/>
          </ac:graphicFrameMkLst>
        </pc:graphicFrameChg>
        <pc:graphicFrameChg chg="add mod">
          <ac:chgData name="Guillermo AntonioAguirre" userId="42908199-65f4-4d4a-8e05-6e659ccb82ce" providerId="ADAL" clId="{9BEDD4DB-B428-4DFD-B8FE-E2969F34D415}" dt="2022-06-03T16:45:16.485" v="6283" actId="1076"/>
          <ac:graphicFrameMkLst>
            <pc:docMk/>
            <pc:sldMk cId="1035177987" sldId="290"/>
            <ac:graphicFrameMk id="10" creationId="{2ECB7E71-BD2E-68EA-5790-6E24DCEA9800}"/>
          </ac:graphicFrameMkLst>
        </pc:graphicFrameChg>
        <pc:graphicFrameChg chg="add mod">
          <ac:chgData name="Guillermo AntonioAguirre" userId="42908199-65f4-4d4a-8e05-6e659ccb82ce" providerId="ADAL" clId="{9BEDD4DB-B428-4DFD-B8FE-E2969F34D415}" dt="2022-06-03T16:45:41.087" v="6285" actId="1076"/>
          <ac:graphicFrameMkLst>
            <pc:docMk/>
            <pc:sldMk cId="1035177987" sldId="290"/>
            <ac:graphicFrameMk id="11" creationId="{C535AEA3-DD14-EC41-1483-34814F87D6B6}"/>
          </ac:graphicFrameMkLst>
        </pc:graphicFrameChg>
        <pc:graphicFrameChg chg="add mod">
          <ac:chgData name="Guillermo AntonioAguirre" userId="42908199-65f4-4d4a-8e05-6e659ccb82ce" providerId="ADAL" clId="{9BEDD4DB-B428-4DFD-B8FE-E2969F34D415}" dt="2022-06-03T16:46:05.974" v="6287" actId="1076"/>
          <ac:graphicFrameMkLst>
            <pc:docMk/>
            <pc:sldMk cId="1035177987" sldId="290"/>
            <ac:graphicFrameMk id="12" creationId="{2CF07552-2F5A-A123-DC74-6E4D1E3D2A78}"/>
          </ac:graphicFrameMkLst>
        </pc:graphicFrameChg>
      </pc:sldChg>
      <pc:sldChg chg="addSp modSp add mod ord replId">
        <pc:chgData name="Guillermo AntonioAguirre" userId="42908199-65f4-4d4a-8e05-6e659ccb82ce" providerId="ADAL" clId="{9BEDD4DB-B428-4DFD-B8FE-E2969F34D415}" dt="2022-06-03T16:43:26.902" v="6278" actId="1076"/>
        <pc:sldMkLst>
          <pc:docMk/>
          <pc:sldMk cId="123899048" sldId="291"/>
        </pc:sldMkLst>
        <pc:spChg chg="add mod">
          <ac:chgData name="Guillermo AntonioAguirre" userId="42908199-65f4-4d4a-8e05-6e659ccb82ce" providerId="ADAL" clId="{9BEDD4DB-B428-4DFD-B8FE-E2969F34D415}" dt="2022-06-03T15:44:41.948" v="5776" actId="20577"/>
          <ac:spMkLst>
            <pc:docMk/>
            <pc:sldMk cId="123899048" sldId="291"/>
            <ac:spMk id="8" creationId="{A846976D-6B06-4815-6DFD-AD98E0E17A64}"/>
          </ac:spMkLst>
        </pc:spChg>
        <pc:graphicFrameChg chg="add mod">
          <ac:chgData name="Guillermo AntonioAguirre" userId="42908199-65f4-4d4a-8e05-6e659ccb82ce" providerId="ADAL" clId="{9BEDD4DB-B428-4DFD-B8FE-E2969F34D415}" dt="2022-06-03T16:41:59.605" v="6272" actId="1076"/>
          <ac:graphicFrameMkLst>
            <pc:docMk/>
            <pc:sldMk cId="123899048" sldId="291"/>
            <ac:graphicFrameMk id="9" creationId="{C3CDFBC1-67C8-CD3C-43F4-E298131732AC}"/>
          </ac:graphicFrameMkLst>
        </pc:graphicFrameChg>
        <pc:graphicFrameChg chg="add mod">
          <ac:chgData name="Guillermo AntonioAguirre" userId="42908199-65f4-4d4a-8e05-6e659ccb82ce" providerId="ADAL" clId="{9BEDD4DB-B428-4DFD-B8FE-E2969F34D415}" dt="2022-06-03T16:42:31.534" v="6274" actId="1076"/>
          <ac:graphicFrameMkLst>
            <pc:docMk/>
            <pc:sldMk cId="123899048" sldId="291"/>
            <ac:graphicFrameMk id="10" creationId="{7F33D557-7B9A-79E9-B49B-E81BE10DADAF}"/>
          </ac:graphicFrameMkLst>
        </pc:graphicFrameChg>
        <pc:graphicFrameChg chg="add mod">
          <ac:chgData name="Guillermo AntonioAguirre" userId="42908199-65f4-4d4a-8e05-6e659ccb82ce" providerId="ADAL" clId="{9BEDD4DB-B428-4DFD-B8FE-E2969F34D415}" dt="2022-06-03T16:42:59.502" v="6276" actId="1076"/>
          <ac:graphicFrameMkLst>
            <pc:docMk/>
            <pc:sldMk cId="123899048" sldId="291"/>
            <ac:graphicFrameMk id="11" creationId="{A96C7D2E-EFCE-B85F-DADC-C35DE7D5E0BF}"/>
          </ac:graphicFrameMkLst>
        </pc:graphicFrameChg>
        <pc:graphicFrameChg chg="add mod">
          <ac:chgData name="Guillermo AntonioAguirre" userId="42908199-65f4-4d4a-8e05-6e659ccb82ce" providerId="ADAL" clId="{9BEDD4DB-B428-4DFD-B8FE-E2969F34D415}" dt="2022-06-03T16:43:26.902" v="6278" actId="1076"/>
          <ac:graphicFrameMkLst>
            <pc:docMk/>
            <pc:sldMk cId="123899048" sldId="291"/>
            <ac:graphicFrameMk id="12" creationId="{9F48A941-140C-F6EC-EDBF-4E4A98B6B59C}"/>
          </ac:graphicFrameMkLst>
        </pc:graphicFrameChg>
      </pc:sldChg>
      <pc:sldChg chg="modSp add mod ord">
        <pc:chgData name="Guillermo AntonioAguirre" userId="42908199-65f4-4d4a-8e05-6e659ccb82ce" providerId="ADAL" clId="{9BEDD4DB-B428-4DFD-B8FE-E2969F34D415}" dt="2022-06-03T15:51:43.011" v="6005" actId="2711"/>
        <pc:sldMkLst>
          <pc:docMk/>
          <pc:sldMk cId="2964476073" sldId="292"/>
        </pc:sldMkLst>
        <pc:spChg chg="mod">
          <ac:chgData name="Guillermo AntonioAguirre" userId="42908199-65f4-4d4a-8e05-6e659ccb82ce" providerId="ADAL" clId="{9BEDD4DB-B428-4DFD-B8FE-E2969F34D415}" dt="2022-06-03T15:35:06.091" v="5425" actId="207"/>
          <ac:spMkLst>
            <pc:docMk/>
            <pc:sldMk cId="2964476073" sldId="292"/>
            <ac:spMk id="9" creationId="{4F587474-DFF0-4DDD-0B03-43D940ECF747}"/>
          </ac:spMkLst>
        </pc:spChg>
        <pc:spChg chg="mod">
          <ac:chgData name="Guillermo AntonioAguirre" userId="42908199-65f4-4d4a-8e05-6e659ccb82ce" providerId="ADAL" clId="{9BEDD4DB-B428-4DFD-B8FE-E2969F34D415}" dt="2022-06-03T15:51:43.011" v="6005" actId="2711"/>
          <ac:spMkLst>
            <pc:docMk/>
            <pc:sldMk cId="2964476073" sldId="292"/>
            <ac:spMk id="27" creationId="{972BD19F-D50D-262E-50F5-E1859DDBEFBF}"/>
          </ac:spMkLst>
        </pc:spChg>
      </pc:sldChg>
      <pc:sldChg chg="add del ord">
        <pc:chgData name="Guillermo AntonioAguirre" userId="42908199-65f4-4d4a-8e05-6e659ccb82ce" providerId="ADAL" clId="{9BEDD4DB-B428-4DFD-B8FE-E2969F34D415}" dt="2022-06-03T15:18:26.636" v="5191" actId="47"/>
        <pc:sldMkLst>
          <pc:docMk/>
          <pc:sldMk cId="3542710640" sldId="292"/>
        </pc:sldMkLst>
      </pc:sldChg>
      <pc:sldChg chg="modSp add mod ord">
        <pc:chgData name="Guillermo AntonioAguirre" userId="42908199-65f4-4d4a-8e05-6e659ccb82ce" providerId="ADAL" clId="{9BEDD4DB-B428-4DFD-B8FE-E2969F34D415}" dt="2022-06-03T15:51:27.234" v="6002" actId="2711"/>
        <pc:sldMkLst>
          <pc:docMk/>
          <pc:sldMk cId="255316187" sldId="293"/>
        </pc:sldMkLst>
        <pc:spChg chg="mod">
          <ac:chgData name="Guillermo AntonioAguirre" userId="42908199-65f4-4d4a-8e05-6e659ccb82ce" providerId="ADAL" clId="{9BEDD4DB-B428-4DFD-B8FE-E2969F34D415}" dt="2022-06-03T15:34:37.034" v="5407" actId="207"/>
          <ac:spMkLst>
            <pc:docMk/>
            <pc:sldMk cId="255316187" sldId="293"/>
            <ac:spMk id="10" creationId="{01EC47C1-D7F2-F531-0683-809ABA633391}"/>
          </ac:spMkLst>
        </pc:spChg>
        <pc:spChg chg="mod">
          <ac:chgData name="Guillermo AntonioAguirre" userId="42908199-65f4-4d4a-8e05-6e659ccb82ce" providerId="ADAL" clId="{9BEDD4DB-B428-4DFD-B8FE-E2969F34D415}" dt="2022-06-03T15:51:27.234" v="6002" actId="2711"/>
          <ac:spMkLst>
            <pc:docMk/>
            <pc:sldMk cId="255316187" sldId="293"/>
            <ac:spMk id="32" creationId="{595A2BAD-BDAD-D918-69C4-FC629822EB25}"/>
          </ac:spMkLst>
        </pc:spChg>
      </pc:sldChg>
      <pc:sldChg chg="add del ord">
        <pc:chgData name="Guillermo AntonioAguirre" userId="42908199-65f4-4d4a-8e05-6e659ccb82ce" providerId="ADAL" clId="{9BEDD4DB-B428-4DFD-B8FE-E2969F34D415}" dt="2022-06-03T15:18:20.141" v="5190" actId="47"/>
        <pc:sldMkLst>
          <pc:docMk/>
          <pc:sldMk cId="1919375587" sldId="293"/>
        </pc:sldMkLst>
      </pc:sldChg>
      <pc:sldChg chg="modSp add mod ord">
        <pc:chgData name="Guillermo AntonioAguirre" userId="42908199-65f4-4d4a-8e05-6e659ccb82ce" providerId="ADAL" clId="{9BEDD4DB-B428-4DFD-B8FE-E2969F34D415}" dt="2022-06-03T15:51:07.191" v="5999" actId="20577"/>
        <pc:sldMkLst>
          <pc:docMk/>
          <pc:sldMk cId="2082346770" sldId="294"/>
        </pc:sldMkLst>
        <pc:spChg chg="mod">
          <ac:chgData name="Guillermo AntonioAguirre" userId="42908199-65f4-4d4a-8e05-6e659ccb82ce" providerId="ADAL" clId="{9BEDD4DB-B428-4DFD-B8FE-E2969F34D415}" dt="2022-06-03T15:34:03.395" v="5386" actId="207"/>
          <ac:spMkLst>
            <pc:docMk/>
            <pc:sldMk cId="2082346770" sldId="294"/>
            <ac:spMk id="11" creationId="{DCA25130-DA31-7533-155D-74EFFCAAA16C}"/>
          </ac:spMkLst>
        </pc:spChg>
        <pc:spChg chg="mod">
          <ac:chgData name="Guillermo AntonioAguirre" userId="42908199-65f4-4d4a-8e05-6e659ccb82ce" providerId="ADAL" clId="{9BEDD4DB-B428-4DFD-B8FE-E2969F34D415}" dt="2022-06-03T15:51:07.191" v="5999" actId="20577"/>
          <ac:spMkLst>
            <pc:docMk/>
            <pc:sldMk cId="2082346770" sldId="294"/>
            <ac:spMk id="30" creationId="{C4B1F8FA-743C-74C8-0AC7-B97D461A3074}"/>
          </ac:spMkLst>
        </pc:spChg>
      </pc:sldChg>
      <pc:sldChg chg="modSp add mod ord">
        <pc:chgData name="Guillermo AntonioAguirre" userId="42908199-65f4-4d4a-8e05-6e659ccb82ce" providerId="ADAL" clId="{9BEDD4DB-B428-4DFD-B8FE-E2969F34D415}" dt="2022-06-03T15:50:37.454" v="5994" actId="404"/>
        <pc:sldMkLst>
          <pc:docMk/>
          <pc:sldMk cId="1003373578" sldId="295"/>
        </pc:sldMkLst>
        <pc:spChg chg="mod">
          <ac:chgData name="Guillermo AntonioAguirre" userId="42908199-65f4-4d4a-8e05-6e659ccb82ce" providerId="ADAL" clId="{9BEDD4DB-B428-4DFD-B8FE-E2969F34D415}" dt="2022-06-03T15:50:37.454" v="5994" actId="404"/>
          <ac:spMkLst>
            <pc:docMk/>
            <pc:sldMk cId="1003373578" sldId="295"/>
            <ac:spMk id="13" creationId="{58657EDB-4F7A-C405-C206-F910C85CC54C}"/>
          </ac:spMkLst>
        </pc:spChg>
        <pc:spChg chg="mod">
          <ac:chgData name="Guillermo AntonioAguirre" userId="42908199-65f4-4d4a-8e05-6e659ccb82ce" providerId="ADAL" clId="{9BEDD4DB-B428-4DFD-B8FE-E2969F34D415}" dt="2022-06-03T15:33:40.876" v="5365" actId="207"/>
          <ac:spMkLst>
            <pc:docMk/>
            <pc:sldMk cId="1003373578" sldId="295"/>
            <ac:spMk id="20" creationId="{1AA71C8E-3406-C030-CFB0-5BBC7C96DA2B}"/>
          </ac:spMkLst>
        </pc:spChg>
        <pc:spChg chg="mod">
          <ac:chgData name="Guillermo AntonioAguirre" userId="42908199-65f4-4d4a-8e05-6e659ccb82ce" providerId="ADAL" clId="{9BEDD4DB-B428-4DFD-B8FE-E2969F34D415}" dt="2022-06-03T15:50:20.795" v="5992" actId="403"/>
          <ac:spMkLst>
            <pc:docMk/>
            <pc:sldMk cId="1003373578" sldId="295"/>
            <ac:spMk id="35" creationId="{123FE831-834F-6B5D-4D03-A9DC860AD50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641DD-8EA8-4BCD-A200-E3EE33DD8618}" type="datetimeFigureOut">
              <a:rPr lang="es-NI" smtClean="0"/>
              <a:t>3/6/2022</a:t>
            </a:fld>
            <a:endParaRPr lang="es-NI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NI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BD392-8BB7-4666-BAA5-8E281BA040C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067649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F3A491-3DE4-B80A-15E7-24C1D7B5D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17EB1D-2704-D562-C4E6-FFB3E2DE3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7A06D7-623F-B193-253F-3F90FC5F3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BC0C-D8DE-4F8B-AA7D-888F1ECDFB81}" type="datetimeFigureOut">
              <a:rPr lang="es-NI" smtClean="0"/>
              <a:t>3/6/2022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487EB1-0DE4-BAA2-F2B5-EC4E3445C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57D766-51A6-C99A-EED4-4A262CAA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65D2-DD29-4D5E-B5A2-CC664910D88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242810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5646E-13D7-434B-E9C5-AD834418F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D67E18-231E-A252-BFB7-3A8091618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82EC0C-0DB3-4C58-1FA6-C4A7157BE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BC0C-D8DE-4F8B-AA7D-888F1ECDFB81}" type="datetimeFigureOut">
              <a:rPr lang="es-NI" smtClean="0"/>
              <a:t>3/6/2022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A04431-2C14-1BD1-4E6D-4AFADDB65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BB607D-A126-AD3D-546D-FF43D9A07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65D2-DD29-4D5E-B5A2-CC664910D88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51023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08795-367A-5F9C-28CD-5DD6A1EBC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6056A8-83FA-8CDB-5F4F-E073E5EAF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27189D-8FA6-6193-F09C-B808A7E44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BC0C-D8DE-4F8B-AA7D-888F1ECDFB81}" type="datetimeFigureOut">
              <a:rPr lang="es-NI" smtClean="0"/>
              <a:t>3/6/2022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F6830B-B52E-B9B9-1C22-4D0A6118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908BDF-26A6-4684-3AE8-71FF65C15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65D2-DD29-4D5E-B5A2-CC664910D88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25596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481F98-D157-3962-5996-8804D08F0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C90DDA-DB19-45A8-6BD9-4F866E88F4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894B56-0B2F-2D78-5614-29962FF3E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88D69E-BED7-D0FD-7BF9-70A056FEA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BC0C-D8DE-4F8B-AA7D-888F1ECDFB81}" type="datetimeFigureOut">
              <a:rPr lang="es-NI" smtClean="0"/>
              <a:t>3/6/2022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1D0ACA-85F3-8FB9-E343-823CCDEE8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53DEAF-4738-DFAC-16D1-C31F531D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65D2-DD29-4D5E-B5A2-CC664910D88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50468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0E058-20DD-BF8D-3CC0-0E93477E9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7373FA-5361-5EAD-CB09-CE217F7AA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E8F7C01-4C32-F220-134A-52D1FBA7E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7B2891F-EB88-E7DF-24D5-B9AA011D6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6F82545-AFF9-D3DD-B4FC-35BF75EDAF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5071E20-9F6A-2350-4331-6FEB8E532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BC0C-D8DE-4F8B-AA7D-888F1ECDFB81}" type="datetimeFigureOut">
              <a:rPr lang="es-NI" smtClean="0"/>
              <a:t>3/6/2022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23FE4F8-41F6-7DBB-E769-389DC5787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4DC885A-C966-4E62-3750-5B91C4B3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65D2-DD29-4D5E-B5A2-CC664910D88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874150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806D8-FFA0-E980-8DE3-3977E2420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DAE6B2C-1B5D-EDF3-44DB-5E0D10407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BC0C-D8DE-4F8B-AA7D-888F1ECDFB81}" type="datetimeFigureOut">
              <a:rPr lang="es-NI" smtClean="0"/>
              <a:t>3/6/2022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4129ACB-27A0-7C39-CA3B-0135C60A9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B7A4B06-CAA3-1779-F5D9-51F34C550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65D2-DD29-4D5E-B5A2-CC664910D88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32647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CBB4C01-3E2C-F024-CF1D-001958090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BC0C-D8DE-4F8B-AA7D-888F1ECDFB81}" type="datetimeFigureOut">
              <a:rPr lang="es-NI" smtClean="0"/>
              <a:t>3/6/2022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49408FD-B733-B084-E56D-DBEC80E8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59A384-9FBB-2379-6B32-C3B588086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65D2-DD29-4D5E-B5A2-CC664910D88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583923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D9B9E-48DC-66DF-7892-3FE07F1B7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960630-1355-70EA-D658-6CF28420C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305713-32BF-A0AC-EC70-6C41712CF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60CD3E-5697-5552-BA65-22AD36841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BC0C-D8DE-4F8B-AA7D-888F1ECDFB81}" type="datetimeFigureOut">
              <a:rPr lang="es-NI" smtClean="0"/>
              <a:t>3/6/2022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AE5D41-11AA-3C2F-A40C-F98450E21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B2E099-1256-6FD6-8CC2-B094353B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65D2-DD29-4D5E-B5A2-CC664910D88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765579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D21EE2-9578-C012-D1B9-2B67D0BC9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D793249-9F23-CD63-A966-F53F7F8CD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7949F3-9BA4-5481-55D7-A129E4202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2270D7-30A0-F009-80ED-F637DD4DA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BC0C-D8DE-4F8B-AA7D-888F1ECDFB81}" type="datetimeFigureOut">
              <a:rPr lang="es-NI" smtClean="0"/>
              <a:t>3/6/2022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67E30A-EE63-9D43-F71E-6AC133DD4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B8F93E-4026-190E-025F-773EFC16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65D2-DD29-4D5E-B5A2-CC664910D88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93962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3F4EA8-B588-D243-EBF4-9EC20FDAF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24E550F-A255-A01B-1BE4-A3DBA9F4FE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D850D5-DB6B-4013-1A13-A2F3B3D0E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BC0C-D8DE-4F8B-AA7D-888F1ECDFB81}" type="datetimeFigureOut">
              <a:rPr lang="es-NI" smtClean="0"/>
              <a:t>3/6/2022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66545C-6020-649A-422D-2AAA6B23D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CB3458-6768-CDEF-D1B7-022D3A96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65D2-DD29-4D5E-B5A2-CC664910D88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8675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E8FC118-0EDD-AC4B-03DA-91525E10D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7B5384-31B7-9D07-9636-E409A2EA1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7C2306-E509-B663-8199-A284B965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BC0C-D8DE-4F8B-AA7D-888F1ECDFB81}" type="datetimeFigureOut">
              <a:rPr lang="es-NI" smtClean="0"/>
              <a:t>3/6/2022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DCB142-3220-9B5E-5A42-652718877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B54BAC-A7E1-F48F-069B-584D5765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65D2-DD29-4D5E-B5A2-CC664910D88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70882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3A63246-E923-9515-D6C9-74689A599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53A845-3972-FC92-B2FB-DAC89C9C0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C9B62E-3B43-3191-4B9D-33BD8DAE4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2BC0C-D8DE-4F8B-AA7D-888F1ECDFB81}" type="datetimeFigureOut">
              <a:rPr lang="es-NI" smtClean="0"/>
              <a:t>3/6/2022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EAC359-1A85-0110-22D7-3075A9486B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371729-E66C-195A-FA79-344C8FC588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165D2-DD29-4D5E-B5A2-CC664910D88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550715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7.png"/><Relationship Id="rId7" Type="http://schemas.openxmlformats.org/officeDocument/2006/relationships/image" Target="../media/image5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49.png"/><Relationship Id="rId10" Type="http://schemas.openxmlformats.org/officeDocument/2006/relationships/image" Target="../media/image55.png"/><Relationship Id="rId4" Type="http://schemas.openxmlformats.org/officeDocument/2006/relationships/image" Target="../media/image48.png"/><Relationship Id="rId9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250.png"/><Relationship Id="rId3" Type="http://schemas.openxmlformats.org/officeDocument/2006/relationships/image" Target="../media/image120.png"/><Relationship Id="rId7" Type="http://schemas.openxmlformats.org/officeDocument/2006/relationships/image" Target="../media/image160.png"/><Relationship Id="rId1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11" Type="http://schemas.openxmlformats.org/officeDocument/2006/relationships/image" Target="../media/image200.png"/><Relationship Id="rId5" Type="http://schemas.openxmlformats.org/officeDocument/2006/relationships/image" Target="../media/image140.png"/><Relationship Id="rId10" Type="http://schemas.openxmlformats.org/officeDocument/2006/relationships/image" Target="../media/image190.png"/><Relationship Id="rId4" Type="http://schemas.openxmlformats.org/officeDocument/2006/relationships/image" Target="../media/image130.png"/><Relationship Id="rId9" Type="http://schemas.openxmlformats.org/officeDocument/2006/relationships/image" Target="../media/image180.png"/><Relationship Id="rId14" Type="http://schemas.openxmlformats.org/officeDocument/2006/relationships/image" Target="../media/image26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13" Type="http://schemas.openxmlformats.org/officeDocument/2006/relationships/image" Target="../media/image410.png"/><Relationship Id="rId3" Type="http://schemas.openxmlformats.org/officeDocument/2006/relationships/image" Target="../media/image340.png"/><Relationship Id="rId7" Type="http://schemas.openxmlformats.org/officeDocument/2006/relationships/image" Target="../media/image380.png"/><Relationship Id="rId12" Type="http://schemas.openxmlformats.org/officeDocument/2006/relationships/image" Target="../media/image40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11" Type="http://schemas.openxmlformats.org/officeDocument/2006/relationships/image" Target="../media/image390.png"/><Relationship Id="rId5" Type="http://schemas.openxmlformats.org/officeDocument/2006/relationships/image" Target="../media/image360.png"/><Relationship Id="rId10" Type="http://schemas.openxmlformats.org/officeDocument/2006/relationships/image" Target="../media/image290.png"/><Relationship Id="rId9" Type="http://schemas.openxmlformats.org/officeDocument/2006/relationships/image" Target="../media/image280.png"/><Relationship Id="rId4" Type="http://schemas.openxmlformats.org/officeDocument/2006/relationships/image" Target="../media/image35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4" Type="http://schemas.openxmlformats.org/officeDocument/2006/relationships/image" Target="../media/image5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5.png"/><Relationship Id="rId10" Type="http://schemas.openxmlformats.org/officeDocument/2006/relationships/image" Target="../media/image64.png"/><Relationship Id="rId9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28" descr="Joven estudiante dibujando en una pizarra">
            <a:extLst>
              <a:ext uri="{FF2B5EF4-FFF2-40B4-BE49-F238E27FC236}">
                <a16:creationId xmlns:a16="http://schemas.microsoft.com/office/drawing/2014/main" id="{696D3742-3E3A-24C3-3DA0-008EFBA6649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1107" y="-6380"/>
            <a:ext cx="7512001" cy="6727855"/>
          </a:xfrm>
          <a:prstGeom prst="rect">
            <a:avLst/>
          </a:prstGeom>
        </p:spPr>
      </p:pic>
      <p:pic>
        <p:nvPicPr>
          <p:cNvPr id="5" name="Imagen 4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ADD5B3EA-E88A-08AE-C7DD-650B8AD705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894" y="0"/>
            <a:ext cx="4696727" cy="1538998"/>
          </a:xfrm>
          <a:prstGeom prst="rect">
            <a:avLst/>
          </a:prstGeom>
        </p:spPr>
      </p:pic>
      <p:sp>
        <p:nvSpPr>
          <p:cNvPr id="6" name="Diagrama de flujo: proceso 5">
            <a:extLst>
              <a:ext uri="{FF2B5EF4-FFF2-40B4-BE49-F238E27FC236}">
                <a16:creationId xmlns:a16="http://schemas.microsoft.com/office/drawing/2014/main" id="{8D712EDB-42A0-43ED-4F85-F33CD3BC9B8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971005EE-06FF-28F0-0AE3-5BFD9BB77A2E}"/>
              </a:ext>
            </a:extLst>
          </p:cNvPr>
          <p:cNvSpPr txBox="1">
            <a:spLocks/>
          </p:cNvSpPr>
          <p:nvPr/>
        </p:nvSpPr>
        <p:spPr>
          <a:xfrm>
            <a:off x="7873609" y="1788448"/>
            <a:ext cx="3923999" cy="9266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n>
                  <a:solidFill>
                    <a:srgbClr val="001C7D"/>
                  </a:solidFill>
                </a:ln>
                <a:solidFill>
                  <a:srgbClr val="001C7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Matrices</a:t>
            </a:r>
          </a:p>
        </p:txBody>
      </p:sp>
      <p:sp>
        <p:nvSpPr>
          <p:cNvPr id="8" name="Marcador de texto 5">
            <a:extLst>
              <a:ext uri="{FF2B5EF4-FFF2-40B4-BE49-F238E27FC236}">
                <a16:creationId xmlns:a16="http://schemas.microsoft.com/office/drawing/2014/main" id="{C3E8318D-99F4-752C-5276-6547285795E4}"/>
              </a:ext>
            </a:extLst>
          </p:cNvPr>
          <p:cNvSpPr txBox="1">
            <a:spLocks/>
          </p:cNvSpPr>
          <p:nvPr/>
        </p:nvSpPr>
        <p:spPr>
          <a:xfrm>
            <a:off x="7873612" y="2964572"/>
            <a:ext cx="3924000" cy="3354341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Matriz Inversa</a:t>
            </a:r>
          </a:p>
          <a:p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Método de Gauss</a:t>
            </a:r>
          </a:p>
          <a:p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Método Gauss -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</a:rPr>
              <a:t>Jordan</a:t>
            </a:r>
            <a:endParaRPr lang="es-E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Diagrama de flujo: proceso 8">
            <a:extLst>
              <a:ext uri="{FF2B5EF4-FFF2-40B4-BE49-F238E27FC236}">
                <a16:creationId xmlns:a16="http://schemas.microsoft.com/office/drawing/2014/main" id="{384E300F-568B-6599-D22F-AD14BECE8370}"/>
              </a:ext>
            </a:extLst>
          </p:cNvPr>
          <p:cNvSpPr/>
          <p:nvPr/>
        </p:nvSpPr>
        <p:spPr>
          <a:xfrm flipV="1">
            <a:off x="7656054" y="2661306"/>
            <a:ext cx="4359111" cy="60336"/>
          </a:xfrm>
          <a:prstGeom prst="flowChartProcess">
            <a:avLst/>
          </a:prstGeom>
          <a:gradFill flip="none" rotWithShape="1">
            <a:gsLst>
              <a:gs pos="4000">
                <a:srgbClr val="C00812"/>
              </a:gs>
              <a:gs pos="23000">
                <a:schemeClr val="accent1">
                  <a:lumMod val="0"/>
                  <a:lumOff val="100000"/>
                </a:schemeClr>
              </a:gs>
              <a:gs pos="99000">
                <a:srgbClr val="001C7D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535187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1AA71C8E-3406-C030-CFB0-5BBC7C96DA2B}"/>
              </a:ext>
            </a:extLst>
          </p:cNvPr>
          <p:cNvSpPr/>
          <p:nvPr/>
        </p:nvSpPr>
        <p:spPr>
          <a:xfrm>
            <a:off x="4707361" y="5069060"/>
            <a:ext cx="6791323" cy="995920"/>
          </a:xfrm>
          <a:prstGeom prst="rect">
            <a:avLst/>
          </a:prstGeom>
          <a:gradFill rotWithShape="0">
            <a:gsLst>
              <a:gs pos="94000">
                <a:srgbClr val="001C7D"/>
              </a:gs>
              <a:gs pos="100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FEF809A-9C84-2E47-B772-DC4D9BAD211D}"/>
              </a:ext>
            </a:extLst>
          </p:cNvPr>
          <p:cNvSpPr/>
          <p:nvPr/>
        </p:nvSpPr>
        <p:spPr>
          <a:xfrm>
            <a:off x="4697291" y="418329"/>
            <a:ext cx="6791323" cy="995920"/>
          </a:xfrm>
          <a:prstGeom prst="rect">
            <a:avLst/>
          </a:prstGeom>
          <a:gradFill rotWithShape="0">
            <a:gsLst>
              <a:gs pos="100000">
                <a:srgbClr val="001C7D"/>
              </a:gs>
              <a:gs pos="95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F587474-DFF0-4DDD-0B03-43D940ECF747}"/>
              </a:ext>
            </a:extLst>
          </p:cNvPr>
          <p:cNvSpPr/>
          <p:nvPr/>
        </p:nvSpPr>
        <p:spPr>
          <a:xfrm>
            <a:off x="4697292" y="1531034"/>
            <a:ext cx="6791323" cy="995920"/>
          </a:xfrm>
          <a:prstGeom prst="rect">
            <a:avLst/>
          </a:prstGeom>
          <a:gradFill rotWithShape="0">
            <a:gsLst>
              <a:gs pos="95000">
                <a:srgbClr val="001C7D"/>
              </a:gs>
              <a:gs pos="100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1EC47C1-D7F2-F531-0683-809ABA633391}"/>
              </a:ext>
            </a:extLst>
          </p:cNvPr>
          <p:cNvSpPr/>
          <p:nvPr/>
        </p:nvSpPr>
        <p:spPr>
          <a:xfrm>
            <a:off x="4697294" y="2710376"/>
            <a:ext cx="6791323" cy="995920"/>
          </a:xfrm>
          <a:prstGeom prst="rect">
            <a:avLst/>
          </a:prstGeom>
          <a:gradFill rotWithShape="0">
            <a:gsLst>
              <a:gs pos="94000">
                <a:srgbClr val="001C7D"/>
              </a:gs>
              <a:gs pos="100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CA25130-DA31-7533-155D-74EFFCAAA16C}"/>
              </a:ext>
            </a:extLst>
          </p:cNvPr>
          <p:cNvSpPr/>
          <p:nvPr/>
        </p:nvSpPr>
        <p:spPr>
          <a:xfrm>
            <a:off x="4697293" y="3889718"/>
            <a:ext cx="6791323" cy="995920"/>
          </a:xfrm>
          <a:prstGeom prst="rect">
            <a:avLst/>
          </a:prstGeom>
          <a:gradFill rotWithShape="0">
            <a:gsLst>
              <a:gs pos="94000">
                <a:srgbClr val="001C7D"/>
              </a:gs>
              <a:gs pos="100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58657EDB-4F7A-C405-C206-F910C85CC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107" y="0"/>
            <a:ext cx="4305300" cy="6721472"/>
          </a:xfrm>
          <a:gradFill>
            <a:gsLst>
              <a:gs pos="0">
                <a:srgbClr val="B60039"/>
              </a:gs>
              <a:gs pos="5000">
                <a:srgbClr val="001C7D"/>
              </a:gs>
            </a:gsLst>
          </a:gradFill>
        </p:spPr>
        <p:txBody>
          <a:bodyPr rtlCol="0"/>
          <a:lstStyle/>
          <a:p>
            <a:pPr algn="r" rtl="0"/>
            <a:r>
              <a:rPr lang="es-ES" dirty="0">
                <a:solidFill>
                  <a:schemeClr val="bg1"/>
                </a:solidFill>
              </a:rPr>
              <a:t>Esquema del</a:t>
            </a:r>
            <a:br>
              <a:rPr lang="es-ES" dirty="0">
                <a:solidFill>
                  <a:schemeClr val="bg1"/>
                </a:solidFill>
              </a:rPr>
            </a:br>
            <a:r>
              <a:rPr lang="es-ES" dirty="0">
                <a:solidFill>
                  <a:schemeClr val="bg1"/>
                </a:solidFill>
              </a:rPr>
              <a:t>curso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28E46D0F-7710-7F31-D504-6BE9D8452D16}"/>
              </a:ext>
            </a:extLst>
          </p:cNvPr>
          <p:cNvGrpSpPr/>
          <p:nvPr/>
        </p:nvGrpSpPr>
        <p:grpSpPr>
          <a:xfrm>
            <a:off x="5714834" y="497053"/>
            <a:ext cx="5641034" cy="1904954"/>
            <a:chOff x="1150288" y="-1494312"/>
            <a:chExt cx="5641034" cy="2494907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80804032-611D-02F8-41EB-B9C1E6A8B488}"/>
                </a:ext>
              </a:extLst>
            </p:cNvPr>
            <p:cNvSpPr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5F7B33D7-6C16-0DB2-DE68-6536DA3347CC}"/>
                </a:ext>
              </a:extLst>
            </p:cNvPr>
            <p:cNvSpPr txBox="1"/>
            <p:nvPr/>
          </p:nvSpPr>
          <p:spPr>
            <a:xfrm>
              <a:off x="1150288" y="-1494312"/>
              <a:ext cx="5641034" cy="9959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402" tIns="105402" rIns="105402" bIns="105402" numCol="1" spcCol="1270" rtlCol="0" anchor="ctr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000" b="1" kern="1200" noProof="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Matrix Inversa (A</a:t>
              </a:r>
              <a:r>
                <a:rPr lang="es-ES" sz="2000" b="1" kern="1200" baseline="30000" noProof="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-1</a:t>
              </a:r>
              <a:r>
                <a:rPr lang="es-ES" sz="2000" b="1" kern="1200" noProof="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)</a:t>
              </a: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BA511213-EBC6-6385-03C1-74E57CEBF6AF}"/>
              </a:ext>
            </a:extLst>
          </p:cNvPr>
          <p:cNvGrpSpPr/>
          <p:nvPr/>
        </p:nvGrpSpPr>
        <p:grpSpPr>
          <a:xfrm>
            <a:off x="5714834" y="1667962"/>
            <a:ext cx="5641034" cy="771838"/>
            <a:chOff x="1150288" y="4675"/>
            <a:chExt cx="5641034" cy="995920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003EB9EE-314B-6242-55BE-2B5749FB75D8}"/>
                </a:ext>
              </a:extLst>
            </p:cNvPr>
            <p:cNvSpPr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972BD19F-D50D-262E-50F5-E1859DDBEFBF}"/>
                </a:ext>
              </a:extLst>
            </p:cNvPr>
            <p:cNvSpPr txBox="1"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402" tIns="105402" rIns="105402" bIns="105402" numCol="1" spcCol="1270" rtlCol="0" anchor="ctr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900" kern="1200" noProof="0" dirty="0">
                  <a:solidFill>
                    <a:schemeClr val="bg1"/>
                  </a:solidFill>
                </a:rPr>
                <a:t>Método de Gauss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B482D5B4-0776-71D4-95E7-8174C8AA9D99}"/>
              </a:ext>
            </a:extLst>
          </p:cNvPr>
          <p:cNvGrpSpPr/>
          <p:nvPr/>
        </p:nvGrpSpPr>
        <p:grpSpPr>
          <a:xfrm>
            <a:off x="5710833" y="3997015"/>
            <a:ext cx="5645035" cy="771838"/>
            <a:chOff x="1146287" y="4675"/>
            <a:chExt cx="5645035" cy="995920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FC1BF3D-4A03-8A5D-1A3D-D03B30061A1C}"/>
                </a:ext>
              </a:extLst>
            </p:cNvPr>
            <p:cNvSpPr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C4B1F8FA-743C-74C8-0AC7-B97D461A3074}"/>
                </a:ext>
              </a:extLst>
            </p:cNvPr>
            <p:cNvSpPr txBox="1"/>
            <p:nvPr/>
          </p:nvSpPr>
          <p:spPr>
            <a:xfrm>
              <a:off x="1146287" y="4675"/>
              <a:ext cx="5641034" cy="9959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402" tIns="105402" rIns="105402" bIns="105402" numCol="1" spcCol="1270" rtlCol="0" anchor="ctr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900" kern="1200" noProof="0" dirty="0">
                  <a:solidFill>
                    <a:schemeClr val="bg1"/>
                  </a:solidFill>
                </a:rPr>
                <a:t>Ejercicios de practica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4799326C-A40B-82F9-E38B-7C8CF5807957}"/>
              </a:ext>
            </a:extLst>
          </p:cNvPr>
          <p:cNvGrpSpPr/>
          <p:nvPr/>
        </p:nvGrpSpPr>
        <p:grpSpPr>
          <a:xfrm>
            <a:off x="5710833" y="2896930"/>
            <a:ext cx="5641034" cy="771838"/>
            <a:chOff x="1150288" y="4675"/>
            <a:chExt cx="5641034" cy="995920"/>
          </a:xfrm>
        </p:grpSpPr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CACBDE5E-0F2A-D84E-CC99-ACBA2EA08E69}"/>
                </a:ext>
              </a:extLst>
            </p:cNvPr>
            <p:cNvSpPr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595A2BAD-BDAD-D918-69C4-FC629822EB25}"/>
                </a:ext>
              </a:extLst>
            </p:cNvPr>
            <p:cNvSpPr txBox="1"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402" tIns="105402" rIns="105402" bIns="105402" numCol="1" spcCol="1270" rtlCol="0" anchor="ctr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900" kern="1200" noProof="0" dirty="0">
                  <a:solidFill>
                    <a:schemeClr val="bg1"/>
                  </a:solidFill>
                </a:rPr>
                <a:t>Método Gauss </a:t>
              </a:r>
              <a:r>
                <a:rPr lang="es-ES" sz="1900" kern="1200" noProof="0" dirty="0" err="1">
                  <a:solidFill>
                    <a:schemeClr val="bg1"/>
                  </a:solidFill>
                </a:rPr>
                <a:t>Jordan</a:t>
              </a:r>
              <a:endParaRPr lang="es-ES" sz="1900" kern="1200" noProof="0" dirty="0">
                <a:solidFill>
                  <a:schemeClr val="bg1"/>
                </a:solidFill>
              </a:endParaRPr>
            </a:p>
          </p:txBody>
        </p:sp>
      </p:grp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23FE831-834F-6B5D-4D03-A9DC860AD50C}"/>
              </a:ext>
            </a:extLst>
          </p:cNvPr>
          <p:cNvSpPr txBox="1"/>
          <p:nvPr/>
        </p:nvSpPr>
        <p:spPr>
          <a:xfrm>
            <a:off x="5732748" y="5190038"/>
            <a:ext cx="5641034" cy="77183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5402" tIns="105402" rIns="105402" bIns="105402" numCol="1" spcCol="1270" rtlCol="0" anchor="ctr" anchorCtr="0">
            <a:noAutofit/>
          </a:bodyPr>
          <a:lstStyle/>
          <a:p>
            <a:pPr marL="0" lvl="0" indent="0" algn="l" defTabSz="8445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ES" sz="1900" kern="1200" noProof="0" dirty="0">
                <a:solidFill>
                  <a:schemeClr val="bg1"/>
                </a:solidFill>
              </a:rPr>
              <a:t>Ejercicios trabajo</a:t>
            </a:r>
          </a:p>
        </p:txBody>
      </p:sp>
      <p:pic>
        <p:nvPicPr>
          <p:cNvPr id="3" name="Gráfico 2" descr="Aspiración con relleno sólido">
            <a:extLst>
              <a:ext uri="{FF2B5EF4-FFF2-40B4-BE49-F238E27FC236}">
                <a16:creationId xmlns:a16="http://schemas.microsoft.com/office/drawing/2014/main" id="{75D655B8-5332-4D33-07A3-9D9D1750F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4887" y="5255800"/>
            <a:ext cx="547756" cy="547756"/>
          </a:xfrm>
          <a:prstGeom prst="rect">
            <a:avLst/>
          </a:prstGeom>
        </p:spPr>
      </p:pic>
      <p:pic>
        <p:nvPicPr>
          <p:cNvPr id="6" name="Gráfico 5" descr="Béisbol con relleno sólido">
            <a:extLst>
              <a:ext uri="{FF2B5EF4-FFF2-40B4-BE49-F238E27FC236}">
                <a16:creationId xmlns:a16="http://schemas.microsoft.com/office/drawing/2014/main" id="{6456D047-FFFE-A9D2-17C2-14D1D868F6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4887" y="4159907"/>
            <a:ext cx="547756" cy="547756"/>
          </a:xfrm>
          <a:prstGeom prst="rect">
            <a:avLst/>
          </a:prstGeom>
        </p:spPr>
      </p:pic>
      <p:pic>
        <p:nvPicPr>
          <p:cNvPr id="8" name="Gráfico 7" descr="Piso inferior con relleno sólido">
            <a:extLst>
              <a:ext uri="{FF2B5EF4-FFF2-40B4-BE49-F238E27FC236}">
                <a16:creationId xmlns:a16="http://schemas.microsoft.com/office/drawing/2014/main" id="{F7BF8917-784F-BF0E-B676-05D7716059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65749" y="1747918"/>
            <a:ext cx="547756" cy="547756"/>
          </a:xfrm>
          <a:prstGeom prst="rect">
            <a:avLst/>
          </a:prstGeom>
        </p:spPr>
      </p:pic>
      <p:pic>
        <p:nvPicPr>
          <p:cNvPr id="14" name="Gráfico 13" descr="Piso inferior con relleno sólido">
            <a:extLst>
              <a:ext uri="{FF2B5EF4-FFF2-40B4-BE49-F238E27FC236}">
                <a16:creationId xmlns:a16="http://schemas.microsoft.com/office/drawing/2014/main" id="{CCAC93C6-6E01-0C13-4455-9881089390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8241" y="2967777"/>
            <a:ext cx="547756" cy="547756"/>
          </a:xfrm>
          <a:prstGeom prst="rect">
            <a:avLst/>
          </a:prstGeom>
        </p:spPr>
      </p:pic>
      <p:pic>
        <p:nvPicPr>
          <p:cNvPr id="36" name="Gráfico 35" descr="Piso inferior contorno">
            <a:extLst>
              <a:ext uri="{FF2B5EF4-FFF2-40B4-BE49-F238E27FC236}">
                <a16:creationId xmlns:a16="http://schemas.microsoft.com/office/drawing/2014/main" id="{764F737D-8390-71C4-9CE2-634E554D04E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54235" y="575774"/>
            <a:ext cx="547756" cy="54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893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361475"/>
            <a:ext cx="2552123" cy="360000"/>
          </a:xfrm>
          <a:prstGeom prst="rect">
            <a:avLst/>
          </a:prstGeom>
          <a:gradFill>
            <a:gsLst>
              <a:gs pos="76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349947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CD8BC9B-AB3F-9CC2-02A1-4C1AAA6E38D2}"/>
              </a:ext>
            </a:extLst>
          </p:cNvPr>
          <p:cNvSpPr txBox="1"/>
          <p:nvPr/>
        </p:nvSpPr>
        <p:spPr>
          <a:xfrm>
            <a:off x="335104" y="1274382"/>
            <a:ext cx="1151068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El producto de una matriz por su inversa es igual a la matriz identidad.</a:t>
            </a:r>
          </a:p>
          <a:p>
            <a:endParaRPr lang="es-E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E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E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E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Se puede calcular la matriz inversa por dos métodos: El método de </a:t>
            </a:r>
            <a:r>
              <a:rPr lang="es-E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Gausss</a:t>
            </a:r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 y el método por cálculo de determinantes. Para calcular por el método de cofactores usaremos la siguiente fórmula</a:t>
            </a:r>
            <a:r>
              <a:rPr lang="es-NI" sz="2400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s-E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6FE7326A-9AB3-A4E7-72B4-5633AAF77E09}"/>
                  </a:ext>
                </a:extLst>
              </p:cNvPr>
              <p:cNvSpPr txBox="1"/>
              <p:nvPr/>
            </p:nvSpPr>
            <p:spPr>
              <a:xfrm>
                <a:off x="4368155" y="2164032"/>
                <a:ext cx="345569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28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NI" sz="2800" i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s-NI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MX" sz="28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s-NI" sz="28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NI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s-NI" sz="2800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s-NI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NI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NI" sz="2800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s-NI" sz="28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6FE7326A-9AB3-A4E7-72B4-5633AAF77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155" y="2164032"/>
                <a:ext cx="3455690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82AE1EE8-4813-22AC-7034-1B3BC9CE7A22}"/>
                  </a:ext>
                </a:extLst>
              </p:cNvPr>
              <p:cNvSpPr txBox="1"/>
              <p:nvPr/>
            </p:nvSpPr>
            <p:spPr>
              <a:xfrm>
                <a:off x="4933847" y="4616504"/>
                <a:ext cx="2313197" cy="917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NI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MX" sz="28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s-NI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m:rPr>
                              <m:sty m:val="p"/>
                            </m:rPr>
                            <a:rPr lang="es-MX" sz="2800" b="0" i="0" smtClean="0">
                              <a:latin typeface="Cambria Math" panose="02040503050406030204" pitchFamily="18" charset="0"/>
                            </a:rPr>
                            <m:t>dj</m:t>
                          </m:r>
                          <m:d>
                            <m:dPr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NI" sz="2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NI" sz="28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s-NI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NI" sz="280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82AE1EE8-4813-22AC-7034-1B3BC9CE7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3847" y="4616504"/>
                <a:ext cx="2313197" cy="9171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ángulo 39">
            <a:extLst>
              <a:ext uri="{FF2B5EF4-FFF2-40B4-BE49-F238E27FC236}">
                <a16:creationId xmlns:a16="http://schemas.microsoft.com/office/drawing/2014/main" id="{93553498-9108-C815-5CDB-9E6DEDB6187F}"/>
              </a:ext>
            </a:extLst>
          </p:cNvPr>
          <p:cNvSpPr/>
          <p:nvPr/>
        </p:nvSpPr>
        <p:spPr>
          <a:xfrm>
            <a:off x="4123569" y="-77173"/>
            <a:ext cx="394486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Concepto y fórmula</a:t>
            </a:r>
          </a:p>
        </p:txBody>
      </p:sp>
    </p:spTree>
    <p:extLst>
      <p:ext uri="{BB962C8B-B14F-4D97-AF65-F5344CB8AC3E}">
        <p14:creationId xmlns:p14="http://schemas.microsoft.com/office/powerpoint/2010/main" val="2703481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361475"/>
            <a:ext cx="2552123" cy="360000"/>
          </a:xfrm>
          <a:prstGeom prst="rect">
            <a:avLst/>
          </a:prstGeom>
          <a:gradFill>
            <a:gsLst>
              <a:gs pos="76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349947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CD8BC9B-AB3F-9CC2-02A1-4C1AAA6E38D2}"/>
              </a:ext>
            </a:extLst>
          </p:cNvPr>
          <p:cNvSpPr txBox="1"/>
          <p:nvPr/>
        </p:nvSpPr>
        <p:spPr>
          <a:xfrm>
            <a:off x="335105" y="751344"/>
            <a:ext cx="115106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>
                <a:latin typeface="Verdana" panose="020B0604030504040204" pitchFamily="34" charset="0"/>
                <a:ea typeface="Verdana" panose="020B0604030504040204" pitchFamily="34" charset="0"/>
              </a:rPr>
              <a:t>Calcule la matriz inversa (A</a:t>
            </a:r>
            <a:r>
              <a:rPr lang="es-MX" sz="2400" baseline="30000" dirty="0">
                <a:latin typeface="Verdana" panose="020B0604030504040204" pitchFamily="34" charset="0"/>
                <a:ea typeface="Verdana" panose="020B0604030504040204" pitchFamily="34" charset="0"/>
              </a:rPr>
              <a:t>-1</a:t>
            </a:r>
            <a:r>
              <a:rPr lang="es-MX" sz="2400" dirty="0">
                <a:latin typeface="Verdana" panose="020B0604030504040204" pitchFamily="34" charset="0"/>
                <a:ea typeface="Verdana" panose="020B0604030504040204" pitchFamily="34" charset="0"/>
              </a:rPr>
              <a:t>) de la siguiente matriz de 3x3</a:t>
            </a:r>
            <a:endParaRPr lang="es-E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CD8F4B7-664E-B5AC-A3E6-EBA068870ECB}"/>
              </a:ext>
            </a:extLst>
          </p:cNvPr>
          <p:cNvSpPr/>
          <p:nvPr/>
        </p:nvSpPr>
        <p:spPr>
          <a:xfrm>
            <a:off x="5053887" y="-31512"/>
            <a:ext cx="20842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Ejemplo 1</a:t>
            </a: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18E45687-FA0F-872D-4092-2C3555EE6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237103"/>
              </p:ext>
            </p:extLst>
          </p:nvPr>
        </p:nvGraphicFramePr>
        <p:xfrm>
          <a:off x="1764926" y="2006916"/>
          <a:ext cx="2201956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886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699247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  <p:sp>
        <p:nvSpPr>
          <p:cNvPr id="15" name="CuadroTexto 14">
            <a:extLst>
              <a:ext uri="{FF2B5EF4-FFF2-40B4-BE49-F238E27FC236}">
                <a16:creationId xmlns:a16="http://schemas.microsoft.com/office/drawing/2014/main" id="{8D5A6B89-EF26-A5E1-B769-7E64177F65D7}"/>
              </a:ext>
            </a:extLst>
          </p:cNvPr>
          <p:cNvSpPr txBox="1"/>
          <p:nvPr/>
        </p:nvSpPr>
        <p:spPr>
          <a:xfrm>
            <a:off x="2689989" y="1531467"/>
            <a:ext cx="5776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endParaRPr lang="es-NI" sz="2000" b="1" dirty="0"/>
          </a:p>
        </p:txBody>
      </p:sp>
    </p:spTree>
    <p:extLst>
      <p:ext uri="{BB962C8B-B14F-4D97-AF65-F5344CB8AC3E}">
        <p14:creationId xmlns:p14="http://schemas.microsoft.com/office/powerpoint/2010/main" val="1756919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361475"/>
            <a:ext cx="2552123" cy="360000"/>
          </a:xfrm>
          <a:prstGeom prst="rect">
            <a:avLst/>
          </a:prstGeom>
          <a:gradFill>
            <a:gsLst>
              <a:gs pos="76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349947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CD8BC9B-AB3F-9CC2-02A1-4C1AAA6E38D2}"/>
              </a:ext>
            </a:extLst>
          </p:cNvPr>
          <p:cNvSpPr txBox="1"/>
          <p:nvPr/>
        </p:nvSpPr>
        <p:spPr>
          <a:xfrm>
            <a:off x="335105" y="751344"/>
            <a:ext cx="115106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>
                <a:latin typeface="Verdana" panose="020B0604030504040204" pitchFamily="34" charset="0"/>
                <a:ea typeface="Verdana" panose="020B0604030504040204" pitchFamily="34" charset="0"/>
              </a:rPr>
              <a:t>Calculamos el determinante, si es cero la matriz inversa no se puede calcular y terminamos el proceso</a:t>
            </a:r>
            <a:endParaRPr lang="es-E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CD8F4B7-664E-B5AC-A3E6-EBA068870ECB}"/>
              </a:ext>
            </a:extLst>
          </p:cNvPr>
          <p:cNvSpPr/>
          <p:nvPr/>
        </p:nvSpPr>
        <p:spPr>
          <a:xfrm>
            <a:off x="2828931" y="-10917"/>
            <a:ext cx="654647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Pasos 1: Calcular el determinante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19DB27D9-597D-DABB-85F0-08E4A82286B5}"/>
                  </a:ext>
                </a:extLst>
              </p:cNvPr>
              <p:cNvSpPr txBox="1"/>
              <p:nvPr/>
            </p:nvSpPr>
            <p:spPr>
              <a:xfrm>
                <a:off x="335105" y="2385216"/>
                <a:ext cx="103656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NI" sz="32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NI" sz="32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s-NI" sz="3200" b="1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NI" sz="3200" b="1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19DB27D9-597D-DABB-85F0-08E4A8228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05" y="2385216"/>
                <a:ext cx="1036566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a 2">
            <a:extLst>
              <a:ext uri="{FF2B5EF4-FFF2-40B4-BE49-F238E27FC236}">
                <a16:creationId xmlns:a16="http://schemas.microsoft.com/office/drawing/2014/main" id="{96490CEF-63D3-015F-9447-1EDD5D031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876643"/>
              </p:ext>
            </p:extLst>
          </p:nvPr>
        </p:nvGraphicFramePr>
        <p:xfrm>
          <a:off x="1684244" y="1920396"/>
          <a:ext cx="2201956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886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699247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3540208D-E14D-DB6A-C15D-706D9CDE811F}"/>
              </a:ext>
            </a:extLst>
          </p:cNvPr>
          <p:cNvCxnSpPr/>
          <p:nvPr/>
        </p:nvCxnSpPr>
        <p:spPr>
          <a:xfrm>
            <a:off x="1842247" y="1839830"/>
            <a:ext cx="121023" cy="201706"/>
          </a:xfrm>
          <a:prstGeom prst="straightConnector1">
            <a:avLst/>
          </a:prstGeom>
          <a:ln w="25400">
            <a:solidFill>
              <a:srgbClr val="001C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7D382156-8F2C-7596-1CE3-537DBC3655CB}"/>
              </a:ext>
            </a:extLst>
          </p:cNvPr>
          <p:cNvCxnSpPr/>
          <p:nvPr/>
        </p:nvCxnSpPr>
        <p:spPr>
          <a:xfrm>
            <a:off x="2421370" y="2385216"/>
            <a:ext cx="121023" cy="201706"/>
          </a:xfrm>
          <a:prstGeom prst="straightConnector1">
            <a:avLst/>
          </a:prstGeom>
          <a:ln w="25400">
            <a:solidFill>
              <a:srgbClr val="001C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B70F11A7-E6BC-60A1-E6B2-C08966C74122}"/>
              </a:ext>
            </a:extLst>
          </p:cNvPr>
          <p:cNvCxnSpPr/>
          <p:nvPr/>
        </p:nvCxnSpPr>
        <p:spPr>
          <a:xfrm>
            <a:off x="3227294" y="2916720"/>
            <a:ext cx="121023" cy="201706"/>
          </a:xfrm>
          <a:prstGeom prst="straightConnector1">
            <a:avLst/>
          </a:prstGeom>
          <a:ln w="25400">
            <a:solidFill>
              <a:srgbClr val="001C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9CD07CA3-6955-0E41-2D38-0F8DE7E079E2}"/>
              </a:ext>
            </a:extLst>
          </p:cNvPr>
          <p:cNvCxnSpPr>
            <a:cxnSpLocks/>
          </p:cNvCxnSpPr>
          <p:nvPr/>
        </p:nvCxnSpPr>
        <p:spPr>
          <a:xfrm>
            <a:off x="2542393" y="1882925"/>
            <a:ext cx="121023" cy="201706"/>
          </a:xfrm>
          <a:prstGeom prst="straightConnector1">
            <a:avLst/>
          </a:prstGeom>
          <a:ln w="25400">
            <a:solidFill>
              <a:srgbClr val="001C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7602A6E4-B8DB-5EFC-1BAB-1432BE1E0803}"/>
              </a:ext>
            </a:extLst>
          </p:cNvPr>
          <p:cNvCxnSpPr/>
          <p:nvPr/>
        </p:nvCxnSpPr>
        <p:spPr>
          <a:xfrm>
            <a:off x="3279519" y="2385216"/>
            <a:ext cx="121023" cy="201706"/>
          </a:xfrm>
          <a:prstGeom prst="straightConnector1">
            <a:avLst/>
          </a:prstGeom>
          <a:ln w="25400">
            <a:solidFill>
              <a:srgbClr val="001C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4C0C69C0-7993-278D-789F-F3AC3EC46E12}"/>
              </a:ext>
            </a:extLst>
          </p:cNvPr>
          <p:cNvCxnSpPr/>
          <p:nvPr/>
        </p:nvCxnSpPr>
        <p:spPr>
          <a:xfrm>
            <a:off x="1842246" y="2344453"/>
            <a:ext cx="121023" cy="201706"/>
          </a:xfrm>
          <a:prstGeom prst="straightConnector1">
            <a:avLst/>
          </a:prstGeom>
          <a:ln w="25400">
            <a:solidFill>
              <a:srgbClr val="001C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D0A2A3E7-4F71-3E9D-0339-43B2A3677B40}"/>
              </a:ext>
            </a:extLst>
          </p:cNvPr>
          <p:cNvCxnSpPr/>
          <p:nvPr/>
        </p:nvCxnSpPr>
        <p:spPr>
          <a:xfrm>
            <a:off x="2542393" y="2844411"/>
            <a:ext cx="121023" cy="201706"/>
          </a:xfrm>
          <a:prstGeom prst="straightConnector1">
            <a:avLst/>
          </a:prstGeom>
          <a:ln w="25400">
            <a:solidFill>
              <a:srgbClr val="001C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A399BFBF-E422-A0AC-5133-D9E09BB17A46}"/>
              </a:ext>
            </a:extLst>
          </p:cNvPr>
          <p:cNvCxnSpPr>
            <a:cxnSpLocks/>
          </p:cNvCxnSpPr>
          <p:nvPr/>
        </p:nvCxnSpPr>
        <p:spPr>
          <a:xfrm>
            <a:off x="3697429" y="2689133"/>
            <a:ext cx="457711" cy="0"/>
          </a:xfrm>
          <a:prstGeom prst="straightConnector1">
            <a:avLst/>
          </a:prstGeom>
          <a:ln w="25400">
            <a:solidFill>
              <a:srgbClr val="001C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28">
            <a:extLst>
              <a:ext uri="{FF2B5EF4-FFF2-40B4-BE49-F238E27FC236}">
                <a16:creationId xmlns:a16="http://schemas.microsoft.com/office/drawing/2014/main" id="{28EDBCE4-48F7-DD69-D480-E138D0EAB593}"/>
              </a:ext>
            </a:extLst>
          </p:cNvPr>
          <p:cNvCxnSpPr>
            <a:cxnSpLocks/>
          </p:cNvCxnSpPr>
          <p:nvPr/>
        </p:nvCxnSpPr>
        <p:spPr>
          <a:xfrm>
            <a:off x="4139508" y="2685225"/>
            <a:ext cx="0" cy="864799"/>
          </a:xfrm>
          <a:prstGeom prst="straightConnector1">
            <a:avLst/>
          </a:prstGeom>
          <a:ln w="25400">
            <a:solidFill>
              <a:srgbClr val="001C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28">
            <a:extLst>
              <a:ext uri="{FF2B5EF4-FFF2-40B4-BE49-F238E27FC236}">
                <a16:creationId xmlns:a16="http://schemas.microsoft.com/office/drawing/2014/main" id="{B5D88630-101F-6E55-896A-16A7B048BCAD}"/>
              </a:ext>
            </a:extLst>
          </p:cNvPr>
          <p:cNvCxnSpPr>
            <a:cxnSpLocks/>
          </p:cNvCxnSpPr>
          <p:nvPr/>
        </p:nvCxnSpPr>
        <p:spPr>
          <a:xfrm>
            <a:off x="2043037" y="3550024"/>
            <a:ext cx="2104286" cy="0"/>
          </a:xfrm>
          <a:prstGeom prst="straightConnector1">
            <a:avLst/>
          </a:prstGeom>
          <a:ln w="25400">
            <a:solidFill>
              <a:srgbClr val="001C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89B0C200-A26A-DF60-44C3-6FC87575E7E6}"/>
              </a:ext>
            </a:extLst>
          </p:cNvPr>
          <p:cNvCxnSpPr>
            <a:cxnSpLocks/>
          </p:cNvCxnSpPr>
          <p:nvPr/>
        </p:nvCxnSpPr>
        <p:spPr>
          <a:xfrm flipV="1">
            <a:off x="2050853" y="3307976"/>
            <a:ext cx="0" cy="242048"/>
          </a:xfrm>
          <a:prstGeom prst="straightConnector1">
            <a:avLst/>
          </a:prstGeom>
          <a:ln w="25400">
            <a:solidFill>
              <a:srgbClr val="001C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28">
            <a:extLst>
              <a:ext uri="{FF2B5EF4-FFF2-40B4-BE49-F238E27FC236}">
                <a16:creationId xmlns:a16="http://schemas.microsoft.com/office/drawing/2014/main" id="{9B4E6220-7766-0FEA-E1DB-1E5CD24E2972}"/>
              </a:ext>
            </a:extLst>
          </p:cNvPr>
          <p:cNvCxnSpPr>
            <a:cxnSpLocks/>
          </p:cNvCxnSpPr>
          <p:nvPr/>
        </p:nvCxnSpPr>
        <p:spPr>
          <a:xfrm>
            <a:off x="2785222" y="3307976"/>
            <a:ext cx="0" cy="537193"/>
          </a:xfrm>
          <a:prstGeom prst="straightConnector1">
            <a:avLst/>
          </a:prstGeom>
          <a:ln w="25400">
            <a:solidFill>
              <a:srgbClr val="001C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28">
            <a:extLst>
              <a:ext uri="{FF2B5EF4-FFF2-40B4-BE49-F238E27FC236}">
                <a16:creationId xmlns:a16="http://schemas.microsoft.com/office/drawing/2014/main" id="{A876F583-C6D4-6005-530A-83828F3F2F49}"/>
              </a:ext>
            </a:extLst>
          </p:cNvPr>
          <p:cNvCxnSpPr>
            <a:cxnSpLocks/>
          </p:cNvCxnSpPr>
          <p:nvPr/>
        </p:nvCxnSpPr>
        <p:spPr>
          <a:xfrm>
            <a:off x="2777406" y="3845169"/>
            <a:ext cx="1634574" cy="0"/>
          </a:xfrm>
          <a:prstGeom prst="straightConnector1">
            <a:avLst/>
          </a:prstGeom>
          <a:ln w="25400">
            <a:solidFill>
              <a:srgbClr val="001C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DBA1FA24-94C4-608B-9259-720BFE429AAF}"/>
              </a:ext>
            </a:extLst>
          </p:cNvPr>
          <p:cNvCxnSpPr>
            <a:cxnSpLocks/>
          </p:cNvCxnSpPr>
          <p:nvPr/>
        </p:nvCxnSpPr>
        <p:spPr>
          <a:xfrm flipH="1">
            <a:off x="3534417" y="2226776"/>
            <a:ext cx="877563" cy="0"/>
          </a:xfrm>
          <a:prstGeom prst="straightConnector1">
            <a:avLst/>
          </a:prstGeom>
          <a:ln w="25400">
            <a:solidFill>
              <a:srgbClr val="001C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28">
            <a:extLst>
              <a:ext uri="{FF2B5EF4-FFF2-40B4-BE49-F238E27FC236}">
                <a16:creationId xmlns:a16="http://schemas.microsoft.com/office/drawing/2014/main" id="{D5EB8D30-78A9-6DB0-F68C-920042895594}"/>
              </a:ext>
            </a:extLst>
          </p:cNvPr>
          <p:cNvCxnSpPr>
            <a:cxnSpLocks/>
          </p:cNvCxnSpPr>
          <p:nvPr/>
        </p:nvCxnSpPr>
        <p:spPr>
          <a:xfrm>
            <a:off x="4411980" y="2215466"/>
            <a:ext cx="0" cy="1639178"/>
          </a:xfrm>
          <a:prstGeom prst="straightConnector1">
            <a:avLst/>
          </a:prstGeom>
          <a:ln w="25400">
            <a:solidFill>
              <a:srgbClr val="001C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8" name="Tabla 2">
            <a:extLst>
              <a:ext uri="{FF2B5EF4-FFF2-40B4-BE49-F238E27FC236}">
                <a16:creationId xmlns:a16="http://schemas.microsoft.com/office/drawing/2014/main" id="{678128C5-D6EC-0B29-5561-D0887D8422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212874"/>
              </p:ext>
            </p:extLst>
          </p:nvPr>
        </p:nvGraphicFramePr>
        <p:xfrm>
          <a:off x="6096337" y="1888505"/>
          <a:ext cx="2201956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886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699247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AE640843-5B1B-4C8E-153E-A87AD9E23EFE}"/>
              </a:ext>
            </a:extLst>
          </p:cNvPr>
          <p:cNvCxnSpPr>
            <a:cxnSpLocks/>
          </p:cNvCxnSpPr>
          <p:nvPr/>
        </p:nvCxnSpPr>
        <p:spPr>
          <a:xfrm flipH="1">
            <a:off x="7950529" y="1920396"/>
            <a:ext cx="180601" cy="164235"/>
          </a:xfrm>
          <a:prstGeom prst="straightConnector1">
            <a:avLst/>
          </a:prstGeom>
          <a:ln w="25400">
            <a:solidFill>
              <a:srgbClr val="C008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AD735648-E667-C1E9-D46A-0C8CD4647301}"/>
              </a:ext>
            </a:extLst>
          </p:cNvPr>
          <p:cNvCxnSpPr>
            <a:cxnSpLocks/>
          </p:cNvCxnSpPr>
          <p:nvPr/>
        </p:nvCxnSpPr>
        <p:spPr>
          <a:xfrm flipH="1">
            <a:off x="7268729" y="2381924"/>
            <a:ext cx="180601" cy="164235"/>
          </a:xfrm>
          <a:prstGeom prst="straightConnector1">
            <a:avLst/>
          </a:prstGeom>
          <a:ln w="25400">
            <a:solidFill>
              <a:srgbClr val="C008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A14E0990-0192-5705-925E-7BA02111D1DA}"/>
              </a:ext>
            </a:extLst>
          </p:cNvPr>
          <p:cNvCxnSpPr>
            <a:cxnSpLocks/>
          </p:cNvCxnSpPr>
          <p:nvPr/>
        </p:nvCxnSpPr>
        <p:spPr>
          <a:xfrm flipH="1">
            <a:off x="6579914" y="2831665"/>
            <a:ext cx="180601" cy="164235"/>
          </a:xfrm>
          <a:prstGeom prst="straightConnector1">
            <a:avLst/>
          </a:prstGeom>
          <a:ln w="25400">
            <a:solidFill>
              <a:srgbClr val="C008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de flecha 83">
            <a:extLst>
              <a:ext uri="{FF2B5EF4-FFF2-40B4-BE49-F238E27FC236}">
                <a16:creationId xmlns:a16="http://schemas.microsoft.com/office/drawing/2014/main" id="{06FADEB8-535C-0177-779B-18A49DD6DC0E}"/>
              </a:ext>
            </a:extLst>
          </p:cNvPr>
          <p:cNvCxnSpPr>
            <a:cxnSpLocks/>
          </p:cNvCxnSpPr>
          <p:nvPr/>
        </p:nvCxnSpPr>
        <p:spPr>
          <a:xfrm flipH="1">
            <a:off x="7302758" y="1877301"/>
            <a:ext cx="180601" cy="164235"/>
          </a:xfrm>
          <a:prstGeom prst="straightConnector1">
            <a:avLst/>
          </a:prstGeom>
          <a:ln w="25400">
            <a:solidFill>
              <a:srgbClr val="C008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61A928D5-388A-E621-64EF-3360533DF540}"/>
              </a:ext>
            </a:extLst>
          </p:cNvPr>
          <p:cNvCxnSpPr>
            <a:cxnSpLocks/>
          </p:cNvCxnSpPr>
          <p:nvPr/>
        </p:nvCxnSpPr>
        <p:spPr>
          <a:xfrm flipH="1">
            <a:off x="6537710" y="2381924"/>
            <a:ext cx="180601" cy="164235"/>
          </a:xfrm>
          <a:prstGeom prst="straightConnector1">
            <a:avLst/>
          </a:prstGeom>
          <a:ln w="25400">
            <a:solidFill>
              <a:srgbClr val="C008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de flecha 85">
            <a:extLst>
              <a:ext uri="{FF2B5EF4-FFF2-40B4-BE49-F238E27FC236}">
                <a16:creationId xmlns:a16="http://schemas.microsoft.com/office/drawing/2014/main" id="{9A156801-A64F-5191-1130-2E8B3EDBF8C2}"/>
              </a:ext>
            </a:extLst>
          </p:cNvPr>
          <p:cNvCxnSpPr>
            <a:cxnSpLocks/>
          </p:cNvCxnSpPr>
          <p:nvPr/>
        </p:nvCxnSpPr>
        <p:spPr>
          <a:xfrm flipH="1">
            <a:off x="7999748" y="2356808"/>
            <a:ext cx="180601" cy="164235"/>
          </a:xfrm>
          <a:prstGeom prst="straightConnector1">
            <a:avLst/>
          </a:prstGeom>
          <a:ln w="25400">
            <a:solidFill>
              <a:srgbClr val="C008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de flecha 86">
            <a:extLst>
              <a:ext uri="{FF2B5EF4-FFF2-40B4-BE49-F238E27FC236}">
                <a16:creationId xmlns:a16="http://schemas.microsoft.com/office/drawing/2014/main" id="{22229737-F8AD-C7D0-7A25-B452BA8DB547}"/>
              </a:ext>
            </a:extLst>
          </p:cNvPr>
          <p:cNvCxnSpPr>
            <a:cxnSpLocks/>
          </p:cNvCxnSpPr>
          <p:nvPr/>
        </p:nvCxnSpPr>
        <p:spPr>
          <a:xfrm flipH="1">
            <a:off x="7343803" y="2858874"/>
            <a:ext cx="180601" cy="164235"/>
          </a:xfrm>
          <a:prstGeom prst="straightConnector1">
            <a:avLst/>
          </a:prstGeom>
          <a:ln w="25400">
            <a:solidFill>
              <a:srgbClr val="C008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28">
            <a:extLst>
              <a:ext uri="{FF2B5EF4-FFF2-40B4-BE49-F238E27FC236}">
                <a16:creationId xmlns:a16="http://schemas.microsoft.com/office/drawing/2014/main" id="{19830152-26F2-B013-F665-5865AD6C0125}"/>
              </a:ext>
            </a:extLst>
          </p:cNvPr>
          <p:cNvCxnSpPr>
            <a:cxnSpLocks/>
          </p:cNvCxnSpPr>
          <p:nvPr/>
        </p:nvCxnSpPr>
        <p:spPr>
          <a:xfrm>
            <a:off x="7166654" y="3281427"/>
            <a:ext cx="0" cy="295145"/>
          </a:xfrm>
          <a:prstGeom prst="straightConnector1">
            <a:avLst/>
          </a:prstGeom>
          <a:ln w="25400">
            <a:solidFill>
              <a:srgbClr val="C008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28">
            <a:extLst>
              <a:ext uri="{FF2B5EF4-FFF2-40B4-BE49-F238E27FC236}">
                <a16:creationId xmlns:a16="http://schemas.microsoft.com/office/drawing/2014/main" id="{A04320FA-416E-9C0C-32A9-D2CB5D85C5B3}"/>
              </a:ext>
            </a:extLst>
          </p:cNvPr>
          <p:cNvCxnSpPr>
            <a:cxnSpLocks/>
          </p:cNvCxnSpPr>
          <p:nvPr/>
        </p:nvCxnSpPr>
        <p:spPr>
          <a:xfrm>
            <a:off x="5554579" y="3561887"/>
            <a:ext cx="1620313" cy="2328"/>
          </a:xfrm>
          <a:prstGeom prst="straightConnector1">
            <a:avLst/>
          </a:prstGeom>
          <a:ln w="25400">
            <a:solidFill>
              <a:srgbClr val="C008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28">
            <a:extLst>
              <a:ext uri="{FF2B5EF4-FFF2-40B4-BE49-F238E27FC236}">
                <a16:creationId xmlns:a16="http://schemas.microsoft.com/office/drawing/2014/main" id="{8C1A8A21-C568-2E6D-387A-50157AD86A88}"/>
              </a:ext>
            </a:extLst>
          </p:cNvPr>
          <p:cNvCxnSpPr>
            <a:cxnSpLocks/>
          </p:cNvCxnSpPr>
          <p:nvPr/>
        </p:nvCxnSpPr>
        <p:spPr>
          <a:xfrm>
            <a:off x="5554579" y="2168964"/>
            <a:ext cx="0" cy="1405280"/>
          </a:xfrm>
          <a:prstGeom prst="straightConnector1">
            <a:avLst/>
          </a:prstGeom>
          <a:ln w="25400">
            <a:solidFill>
              <a:srgbClr val="C008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de flecha 93">
            <a:extLst>
              <a:ext uri="{FF2B5EF4-FFF2-40B4-BE49-F238E27FC236}">
                <a16:creationId xmlns:a16="http://schemas.microsoft.com/office/drawing/2014/main" id="{DCE7D783-6A4B-C310-A4D8-93968CB4E967}"/>
              </a:ext>
            </a:extLst>
          </p:cNvPr>
          <p:cNvCxnSpPr>
            <a:cxnSpLocks/>
          </p:cNvCxnSpPr>
          <p:nvPr/>
        </p:nvCxnSpPr>
        <p:spPr>
          <a:xfrm>
            <a:off x="5554579" y="2181321"/>
            <a:ext cx="782156" cy="0"/>
          </a:xfrm>
          <a:prstGeom prst="straightConnector1">
            <a:avLst/>
          </a:prstGeom>
          <a:ln w="25400">
            <a:solidFill>
              <a:srgbClr val="C008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28">
            <a:extLst>
              <a:ext uri="{FF2B5EF4-FFF2-40B4-BE49-F238E27FC236}">
                <a16:creationId xmlns:a16="http://schemas.microsoft.com/office/drawing/2014/main" id="{C7048647-FAB9-BC6A-0652-71CA777812C1}"/>
              </a:ext>
            </a:extLst>
          </p:cNvPr>
          <p:cNvCxnSpPr>
            <a:cxnSpLocks/>
          </p:cNvCxnSpPr>
          <p:nvPr/>
        </p:nvCxnSpPr>
        <p:spPr>
          <a:xfrm flipV="1">
            <a:off x="5807888" y="2682676"/>
            <a:ext cx="441667" cy="2549"/>
          </a:xfrm>
          <a:prstGeom prst="straightConnector1">
            <a:avLst/>
          </a:prstGeom>
          <a:ln w="25400">
            <a:solidFill>
              <a:srgbClr val="C008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28">
            <a:extLst>
              <a:ext uri="{FF2B5EF4-FFF2-40B4-BE49-F238E27FC236}">
                <a16:creationId xmlns:a16="http://schemas.microsoft.com/office/drawing/2014/main" id="{43856B93-D47B-DAA7-B695-93AD1384E1D5}"/>
              </a:ext>
            </a:extLst>
          </p:cNvPr>
          <p:cNvCxnSpPr>
            <a:cxnSpLocks/>
          </p:cNvCxnSpPr>
          <p:nvPr/>
        </p:nvCxnSpPr>
        <p:spPr>
          <a:xfrm>
            <a:off x="5810376" y="2678557"/>
            <a:ext cx="0" cy="1072191"/>
          </a:xfrm>
          <a:prstGeom prst="straightConnector1">
            <a:avLst/>
          </a:prstGeom>
          <a:ln w="25400">
            <a:solidFill>
              <a:srgbClr val="C008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28">
            <a:extLst>
              <a:ext uri="{FF2B5EF4-FFF2-40B4-BE49-F238E27FC236}">
                <a16:creationId xmlns:a16="http://schemas.microsoft.com/office/drawing/2014/main" id="{CCBD1608-2746-8500-3D49-72923A721929}"/>
              </a:ext>
            </a:extLst>
          </p:cNvPr>
          <p:cNvCxnSpPr>
            <a:cxnSpLocks/>
          </p:cNvCxnSpPr>
          <p:nvPr/>
        </p:nvCxnSpPr>
        <p:spPr>
          <a:xfrm>
            <a:off x="5807888" y="3728894"/>
            <a:ext cx="2083961" cy="0"/>
          </a:xfrm>
          <a:prstGeom prst="straightConnector1">
            <a:avLst/>
          </a:prstGeom>
          <a:ln w="25400">
            <a:solidFill>
              <a:srgbClr val="C008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cto de flecha 114">
            <a:extLst>
              <a:ext uri="{FF2B5EF4-FFF2-40B4-BE49-F238E27FC236}">
                <a16:creationId xmlns:a16="http://schemas.microsoft.com/office/drawing/2014/main" id="{74B29BAF-63D6-A8E0-85F4-D81F69DF725B}"/>
              </a:ext>
            </a:extLst>
          </p:cNvPr>
          <p:cNvCxnSpPr>
            <a:cxnSpLocks/>
          </p:cNvCxnSpPr>
          <p:nvPr/>
        </p:nvCxnSpPr>
        <p:spPr>
          <a:xfrm flipV="1">
            <a:off x="7891849" y="3342480"/>
            <a:ext cx="0" cy="386033"/>
          </a:xfrm>
          <a:prstGeom prst="straightConnector1">
            <a:avLst/>
          </a:prstGeom>
          <a:ln w="25400">
            <a:solidFill>
              <a:srgbClr val="C008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CuadroTexto 117">
            <a:extLst>
              <a:ext uri="{FF2B5EF4-FFF2-40B4-BE49-F238E27FC236}">
                <a16:creationId xmlns:a16="http://schemas.microsoft.com/office/drawing/2014/main" id="{C2728353-0BE9-2941-A5DD-4F48884740B3}"/>
              </a:ext>
            </a:extLst>
          </p:cNvPr>
          <p:cNvSpPr txBox="1"/>
          <p:nvPr/>
        </p:nvSpPr>
        <p:spPr>
          <a:xfrm>
            <a:off x="4831354" y="2539277"/>
            <a:ext cx="5359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latin typeface="Verdana" panose="020B0604030504040204" pitchFamily="34" charset="0"/>
                <a:ea typeface="Verdana" panose="020B0604030504040204" pitchFamily="34" charset="0"/>
              </a:rPr>
              <a:t>-</a:t>
            </a:r>
            <a:endParaRPr lang="es-ES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CuadroTexto 118">
                <a:extLst>
                  <a:ext uri="{FF2B5EF4-FFF2-40B4-BE49-F238E27FC236}">
                    <a16:creationId xmlns:a16="http://schemas.microsoft.com/office/drawing/2014/main" id="{4036BE77-3FAE-7A28-384F-ADB20ED58F90}"/>
                  </a:ext>
                </a:extLst>
              </p:cNvPr>
              <p:cNvSpPr txBox="1"/>
              <p:nvPr/>
            </p:nvSpPr>
            <p:spPr>
              <a:xfrm>
                <a:off x="335105" y="3980342"/>
                <a:ext cx="91371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NI" sz="28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NI" sz="28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s-NI" sz="2800" b="1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NI" sz="2800" b="1" dirty="0"/>
              </a:p>
            </p:txBody>
          </p:sp>
        </mc:Choice>
        <mc:Fallback xmlns="">
          <p:sp>
            <p:nvSpPr>
              <p:cNvPr id="119" name="CuadroTexto 118">
                <a:extLst>
                  <a:ext uri="{FF2B5EF4-FFF2-40B4-BE49-F238E27FC236}">
                    <a16:creationId xmlns:a16="http://schemas.microsoft.com/office/drawing/2014/main" id="{4036BE77-3FAE-7A28-384F-ADB20ED58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05" y="3980342"/>
                <a:ext cx="91371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CuadroTexto 119">
            <a:extLst>
              <a:ext uri="{FF2B5EF4-FFF2-40B4-BE49-F238E27FC236}">
                <a16:creationId xmlns:a16="http://schemas.microsoft.com/office/drawing/2014/main" id="{44DA2E2F-A6FD-3987-5CDD-10C60180E3D5}"/>
              </a:ext>
            </a:extLst>
          </p:cNvPr>
          <p:cNvSpPr txBox="1"/>
          <p:nvPr/>
        </p:nvSpPr>
        <p:spPr>
          <a:xfrm>
            <a:off x="1200810" y="3993864"/>
            <a:ext cx="10474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s-MX" dirty="0">
                <a:solidFill>
                  <a:srgbClr val="001C7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 * 5 * 0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) + (</a:t>
            </a:r>
            <a:r>
              <a:rPr lang="es-MX" dirty="0">
                <a:solidFill>
                  <a:srgbClr val="001C7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 * -2 * 1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) + (</a:t>
            </a:r>
            <a:r>
              <a:rPr lang="es-MX" dirty="0">
                <a:solidFill>
                  <a:srgbClr val="001C7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-2 * 2 * 4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) - ((</a:t>
            </a:r>
            <a:r>
              <a:rPr lang="es-MX" dirty="0">
                <a:solidFill>
                  <a:srgbClr val="C0081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 * 5 * 4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) + (</a:t>
            </a:r>
            <a:r>
              <a:rPr lang="es-MX" dirty="0">
                <a:solidFill>
                  <a:srgbClr val="C0081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-2 * 4 * 0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) + (</a:t>
            </a:r>
            <a:r>
              <a:rPr lang="es-MX" dirty="0">
                <a:solidFill>
                  <a:srgbClr val="C0081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2* -2 *3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))</a:t>
            </a:r>
            <a:endParaRPr lang="es-E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CuadroTexto 120">
                <a:extLst>
                  <a:ext uri="{FF2B5EF4-FFF2-40B4-BE49-F238E27FC236}">
                    <a16:creationId xmlns:a16="http://schemas.microsoft.com/office/drawing/2014/main" id="{C26226BB-F767-1A29-113C-68A6720710BB}"/>
                  </a:ext>
                </a:extLst>
              </p:cNvPr>
              <p:cNvSpPr txBox="1"/>
              <p:nvPr/>
            </p:nvSpPr>
            <p:spPr>
              <a:xfrm>
                <a:off x="335105" y="4703694"/>
                <a:ext cx="91371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NI" sz="28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NI" sz="28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s-NI" sz="2800" b="1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NI" sz="2800" b="1" dirty="0"/>
              </a:p>
            </p:txBody>
          </p:sp>
        </mc:Choice>
        <mc:Fallback xmlns="">
          <p:sp>
            <p:nvSpPr>
              <p:cNvPr id="121" name="CuadroTexto 120">
                <a:extLst>
                  <a:ext uri="{FF2B5EF4-FFF2-40B4-BE49-F238E27FC236}">
                    <a16:creationId xmlns:a16="http://schemas.microsoft.com/office/drawing/2014/main" id="{C26226BB-F767-1A29-113C-68A672071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05" y="4703694"/>
                <a:ext cx="913712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CuadroTexto 121">
            <a:extLst>
              <a:ext uri="{FF2B5EF4-FFF2-40B4-BE49-F238E27FC236}">
                <a16:creationId xmlns:a16="http://schemas.microsoft.com/office/drawing/2014/main" id="{690381CD-8060-6B03-B88C-5EBF83DE4928}"/>
              </a:ext>
            </a:extLst>
          </p:cNvPr>
          <p:cNvSpPr txBox="1"/>
          <p:nvPr/>
        </p:nvSpPr>
        <p:spPr>
          <a:xfrm>
            <a:off x="1248817" y="4742444"/>
            <a:ext cx="10474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rgbClr val="001C7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 – </a:t>
            </a:r>
            <a:r>
              <a:rPr lang="es-MX" dirty="0">
                <a:solidFill>
                  <a:srgbClr val="001C7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 - </a:t>
            </a:r>
            <a:r>
              <a:rPr lang="es-MX" dirty="0">
                <a:solidFill>
                  <a:srgbClr val="001C7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16 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- (</a:t>
            </a:r>
            <a:r>
              <a:rPr lang="es-MX" dirty="0">
                <a:solidFill>
                  <a:srgbClr val="C0081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 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+ 0</a:t>
            </a:r>
            <a:r>
              <a:rPr lang="es-MX" dirty="0">
                <a:solidFill>
                  <a:srgbClr val="C0081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- 12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))</a:t>
            </a:r>
            <a:endParaRPr lang="es-E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CuadroTexto 122">
                <a:extLst>
                  <a:ext uri="{FF2B5EF4-FFF2-40B4-BE49-F238E27FC236}">
                    <a16:creationId xmlns:a16="http://schemas.microsoft.com/office/drawing/2014/main" id="{290BB824-FE87-840B-07CD-FD70E1BE3345}"/>
                  </a:ext>
                </a:extLst>
              </p:cNvPr>
              <p:cNvSpPr txBox="1"/>
              <p:nvPr/>
            </p:nvSpPr>
            <p:spPr>
              <a:xfrm>
                <a:off x="335105" y="5283385"/>
                <a:ext cx="91371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NI" sz="28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NI" sz="28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s-NI" sz="2800" b="1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NI" sz="2800" b="1" dirty="0"/>
              </a:p>
            </p:txBody>
          </p:sp>
        </mc:Choice>
        <mc:Fallback xmlns="">
          <p:sp>
            <p:nvSpPr>
              <p:cNvPr id="123" name="CuadroTexto 122">
                <a:extLst>
                  <a:ext uri="{FF2B5EF4-FFF2-40B4-BE49-F238E27FC236}">
                    <a16:creationId xmlns:a16="http://schemas.microsoft.com/office/drawing/2014/main" id="{290BB824-FE87-840B-07CD-FD70E1BE3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05" y="5283385"/>
                <a:ext cx="91371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CuadroTexto 123">
            <a:extLst>
              <a:ext uri="{FF2B5EF4-FFF2-40B4-BE49-F238E27FC236}">
                <a16:creationId xmlns:a16="http://schemas.microsoft.com/office/drawing/2014/main" id="{96CC34C7-02AE-07D1-8AE0-51A15D375A8B}"/>
              </a:ext>
            </a:extLst>
          </p:cNvPr>
          <p:cNvSpPr txBox="1"/>
          <p:nvPr/>
        </p:nvSpPr>
        <p:spPr>
          <a:xfrm>
            <a:off x="1248817" y="5322135"/>
            <a:ext cx="10474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es-MX" dirty="0">
                <a:solidFill>
                  <a:srgbClr val="001C7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24 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– </a:t>
            </a:r>
            <a:r>
              <a:rPr lang="es-MX" dirty="0">
                <a:solidFill>
                  <a:srgbClr val="C0081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 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= -32 </a:t>
            </a:r>
            <a:endParaRPr lang="es-E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EE564A91-2C83-7725-61AB-04B5FC5EB323}"/>
              </a:ext>
            </a:extLst>
          </p:cNvPr>
          <p:cNvSpPr txBox="1"/>
          <p:nvPr/>
        </p:nvSpPr>
        <p:spPr>
          <a:xfrm>
            <a:off x="6102167" y="4875265"/>
            <a:ext cx="59021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>
                <a:latin typeface="Verdana" panose="020B0604030504040204" pitchFamily="34" charset="0"/>
                <a:ea typeface="Verdana" panose="020B0604030504040204" pitchFamily="34" charset="0"/>
              </a:rPr>
              <a:t>Como el determinante es distinto de cero podemos seguir adelante</a:t>
            </a:r>
            <a:endParaRPr lang="es-E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940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361475"/>
            <a:ext cx="2552123" cy="360000"/>
          </a:xfrm>
          <a:prstGeom prst="rect">
            <a:avLst/>
          </a:prstGeom>
          <a:gradFill>
            <a:gsLst>
              <a:gs pos="76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349947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CD8BC9B-AB3F-9CC2-02A1-4C1AAA6E38D2}"/>
              </a:ext>
            </a:extLst>
          </p:cNvPr>
          <p:cNvSpPr txBox="1"/>
          <p:nvPr/>
        </p:nvSpPr>
        <p:spPr>
          <a:xfrm>
            <a:off x="335105" y="751344"/>
            <a:ext cx="115106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>
                <a:latin typeface="Verdana" panose="020B0604030504040204" pitchFamily="34" charset="0"/>
                <a:ea typeface="Verdana" panose="020B0604030504040204" pitchFamily="34" charset="0"/>
              </a:rPr>
              <a:t>Calculamos la matriz transpuesta (A</a:t>
            </a:r>
            <a:r>
              <a:rPr lang="es-MX" sz="2400" baseline="30000" dirty="0">
                <a:latin typeface="Verdana" panose="020B0604030504040204" pitchFamily="34" charset="0"/>
                <a:ea typeface="Verdana" panose="020B0604030504040204" pitchFamily="34" charset="0"/>
              </a:rPr>
              <a:t>t</a:t>
            </a:r>
            <a:r>
              <a:rPr lang="es-MX" sz="2400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s-E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CD8F4B7-664E-B5AC-A3E6-EBA068870ECB}"/>
              </a:ext>
            </a:extLst>
          </p:cNvPr>
          <p:cNvSpPr/>
          <p:nvPr/>
        </p:nvSpPr>
        <p:spPr>
          <a:xfrm>
            <a:off x="2435126" y="-63389"/>
            <a:ext cx="732174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Paso 2: Calcular la matriz transpuesta</a:t>
            </a:r>
            <a:endParaRPr lang="es-ES" sz="3600" b="1" cap="none" spc="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18E45687-FA0F-872D-4092-2C3555EE6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44494"/>
              </p:ext>
            </p:extLst>
          </p:nvPr>
        </p:nvGraphicFramePr>
        <p:xfrm>
          <a:off x="2141070" y="2056898"/>
          <a:ext cx="2201956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886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699247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solidFill>
                            <a:srgbClr val="001C7D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solidFill>
                            <a:srgbClr val="001C7D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solidFill>
                            <a:srgbClr val="001C7D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solidFill>
                            <a:srgbClr val="C00812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solidFill>
                            <a:srgbClr val="C00812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solidFill>
                            <a:srgbClr val="C00812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  <p:sp>
        <p:nvSpPr>
          <p:cNvPr id="15" name="CuadroTexto 14">
            <a:extLst>
              <a:ext uri="{FF2B5EF4-FFF2-40B4-BE49-F238E27FC236}">
                <a16:creationId xmlns:a16="http://schemas.microsoft.com/office/drawing/2014/main" id="{8D5A6B89-EF26-A5E1-B769-7E64177F65D7}"/>
              </a:ext>
            </a:extLst>
          </p:cNvPr>
          <p:cNvSpPr txBox="1"/>
          <p:nvPr/>
        </p:nvSpPr>
        <p:spPr>
          <a:xfrm>
            <a:off x="2953225" y="1549812"/>
            <a:ext cx="5776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endParaRPr lang="es-NI" sz="2000" b="1" dirty="0"/>
          </a:p>
        </p:txBody>
      </p:sp>
      <p:graphicFrame>
        <p:nvGraphicFramePr>
          <p:cNvPr id="12" name="Tabla 2">
            <a:extLst>
              <a:ext uri="{FF2B5EF4-FFF2-40B4-BE49-F238E27FC236}">
                <a16:creationId xmlns:a16="http://schemas.microsoft.com/office/drawing/2014/main" id="{0B9DBF00-2ADF-24D4-BC71-22E7E68E7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226353"/>
              </p:ext>
            </p:extLst>
          </p:nvPr>
        </p:nvGraphicFramePr>
        <p:xfrm>
          <a:off x="5452306" y="2056898"/>
          <a:ext cx="2201956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886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699247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NI" sz="24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rgbClr val="001C7D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NI" sz="2400" dirty="0">
                        <a:solidFill>
                          <a:srgbClr val="001C7D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rgbClr val="C00812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NI" sz="2400" dirty="0">
                        <a:solidFill>
                          <a:srgbClr val="C00812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es-NI" sz="24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rgbClr val="001C7D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s-NI" sz="2400" dirty="0">
                        <a:solidFill>
                          <a:srgbClr val="001C7D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rgbClr val="C00812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es-NI" sz="2400" dirty="0">
                        <a:solidFill>
                          <a:srgbClr val="C00812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NI" sz="2400" dirty="0"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rgbClr val="001C7D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s-NI" sz="2400" dirty="0">
                        <a:solidFill>
                          <a:srgbClr val="001C7D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rgbClr val="C00812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NI" sz="2400" dirty="0">
                        <a:solidFill>
                          <a:srgbClr val="C00812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7723E4A9-B93E-6668-4ABE-3819ECFA2DD6}"/>
              </a:ext>
            </a:extLst>
          </p:cNvPr>
          <p:cNvSpPr txBox="1"/>
          <p:nvPr/>
        </p:nvSpPr>
        <p:spPr>
          <a:xfrm>
            <a:off x="6249555" y="1577053"/>
            <a:ext cx="5776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r>
              <a:rPr lang="es-MX" sz="2000" b="1" baseline="30000" dirty="0">
                <a:latin typeface="Verdana" panose="020B0604030504040204" pitchFamily="34" charset="0"/>
                <a:ea typeface="Verdana" panose="020B0604030504040204" pitchFamily="34" charset="0"/>
              </a:rPr>
              <a:t>t</a:t>
            </a:r>
            <a:endParaRPr lang="es-NI" sz="2000" b="1" baseline="30000" dirty="0"/>
          </a:p>
        </p:txBody>
      </p:sp>
    </p:spTree>
    <p:extLst>
      <p:ext uri="{BB962C8B-B14F-4D97-AF65-F5344CB8AC3E}">
        <p14:creationId xmlns:p14="http://schemas.microsoft.com/office/powerpoint/2010/main" val="71054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iagrama de flujo: proceso 19">
            <a:extLst>
              <a:ext uri="{FF2B5EF4-FFF2-40B4-BE49-F238E27FC236}">
                <a16:creationId xmlns:a16="http://schemas.microsoft.com/office/drawing/2014/main" id="{DE00310D-07FB-1103-29B0-3D388B5BEDEC}"/>
              </a:ext>
            </a:extLst>
          </p:cNvPr>
          <p:cNvSpPr/>
          <p:nvPr/>
        </p:nvSpPr>
        <p:spPr>
          <a:xfrm>
            <a:off x="170435" y="4054775"/>
            <a:ext cx="2878977" cy="2003794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361475"/>
            <a:ext cx="2552123" cy="360000"/>
          </a:xfrm>
          <a:prstGeom prst="rect">
            <a:avLst/>
          </a:prstGeom>
          <a:gradFill>
            <a:gsLst>
              <a:gs pos="76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349947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CD8BC9B-AB3F-9CC2-02A1-4C1AAA6E38D2}"/>
              </a:ext>
            </a:extLst>
          </p:cNvPr>
          <p:cNvSpPr txBox="1"/>
          <p:nvPr/>
        </p:nvSpPr>
        <p:spPr>
          <a:xfrm>
            <a:off x="335105" y="751344"/>
            <a:ext cx="115106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>
                <a:latin typeface="Verdana" panose="020B0604030504040204" pitchFamily="34" charset="0"/>
                <a:ea typeface="Verdana" panose="020B0604030504040204" pitchFamily="34" charset="0"/>
              </a:rPr>
              <a:t>Calculamos la matriz adjunta (</a:t>
            </a:r>
            <a:r>
              <a:rPr lang="es-MX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Adj</a:t>
            </a:r>
            <a:r>
              <a:rPr lang="es-MX" sz="2400" dirty="0">
                <a:latin typeface="Verdana" panose="020B0604030504040204" pitchFamily="34" charset="0"/>
                <a:ea typeface="Verdana" panose="020B0604030504040204" pitchFamily="34" charset="0"/>
              </a:rPr>
              <a:t>(A</a:t>
            </a:r>
            <a:r>
              <a:rPr lang="es-MX" sz="2400" baseline="30000" dirty="0">
                <a:latin typeface="Verdana" panose="020B0604030504040204" pitchFamily="34" charset="0"/>
                <a:ea typeface="Verdana" panose="020B0604030504040204" pitchFamily="34" charset="0"/>
              </a:rPr>
              <a:t>t</a:t>
            </a:r>
            <a:r>
              <a:rPr lang="es-MX" sz="2400" dirty="0">
                <a:latin typeface="Verdana" panose="020B0604030504040204" pitchFamily="34" charset="0"/>
                <a:ea typeface="Verdana" panose="020B0604030504040204" pitchFamily="34" charset="0"/>
              </a:rPr>
              <a:t>))</a:t>
            </a:r>
            <a:endParaRPr lang="es-E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CD8F4B7-664E-B5AC-A3E6-EBA068870ECB}"/>
              </a:ext>
            </a:extLst>
          </p:cNvPr>
          <p:cNvSpPr/>
          <p:nvPr/>
        </p:nvSpPr>
        <p:spPr>
          <a:xfrm>
            <a:off x="346213" y="-138934"/>
            <a:ext cx="1151068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Paso 3: Calcular la matriz adjunta de la matriz transpuesta</a:t>
            </a:r>
            <a:endParaRPr lang="es-ES" sz="3600" b="1" cap="none" spc="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D5A6B89-EF26-A5E1-B769-7E64177F65D7}"/>
              </a:ext>
            </a:extLst>
          </p:cNvPr>
          <p:cNvSpPr txBox="1"/>
          <p:nvPr/>
        </p:nvSpPr>
        <p:spPr>
          <a:xfrm>
            <a:off x="1167874" y="1479690"/>
            <a:ext cx="5776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r>
              <a:rPr lang="es-MX" sz="2000" b="1" baseline="30000" dirty="0">
                <a:latin typeface="Verdana" panose="020B0604030504040204" pitchFamily="34" charset="0"/>
                <a:ea typeface="Verdana" panose="020B0604030504040204" pitchFamily="34" charset="0"/>
              </a:rPr>
              <a:t>t</a:t>
            </a:r>
            <a:endParaRPr lang="es-NI" sz="2000" b="1" baseline="30000" dirty="0"/>
          </a:p>
        </p:txBody>
      </p:sp>
      <p:graphicFrame>
        <p:nvGraphicFramePr>
          <p:cNvPr id="12" name="Tabla 2">
            <a:extLst>
              <a:ext uri="{FF2B5EF4-FFF2-40B4-BE49-F238E27FC236}">
                <a16:creationId xmlns:a16="http://schemas.microsoft.com/office/drawing/2014/main" id="{0B9DBF00-2ADF-24D4-BC71-22E7E68E7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81961"/>
              </p:ext>
            </p:extLst>
          </p:nvPr>
        </p:nvGraphicFramePr>
        <p:xfrm>
          <a:off x="225874" y="4495025"/>
          <a:ext cx="2736132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0068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1007082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+a</a:t>
                      </a:r>
                      <a:r>
                        <a:rPr lang="es-MX" sz="2400" baseline="-250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es-NI" sz="2400" baseline="-250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-a</a:t>
                      </a:r>
                      <a:r>
                        <a:rPr lang="es-MX" sz="2400" baseline="-250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es-NI" sz="2400" baseline="-250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+a</a:t>
                      </a:r>
                      <a:r>
                        <a:rPr lang="es-MX" sz="2400" baseline="-250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endParaRPr lang="es-NI" sz="2400" baseline="-250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-a</a:t>
                      </a:r>
                      <a:r>
                        <a:rPr lang="es-MX" sz="2400" baseline="-250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</a:t>
                      </a:r>
                      <a:endParaRPr lang="es-NI" sz="24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+a</a:t>
                      </a:r>
                      <a:r>
                        <a:rPr lang="es-MX" sz="2400" baseline="-250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</a:t>
                      </a:r>
                      <a:endParaRPr lang="es-NI" sz="24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-a</a:t>
                      </a:r>
                      <a:r>
                        <a:rPr lang="es-MX" sz="2400" baseline="-250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</a:t>
                      </a:r>
                      <a:endParaRPr lang="es-NI" sz="24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+a</a:t>
                      </a:r>
                      <a:r>
                        <a:rPr lang="es-MX" sz="2400" baseline="-250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31</a:t>
                      </a:r>
                      <a:endParaRPr lang="es-NI" sz="24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-a</a:t>
                      </a:r>
                      <a:r>
                        <a:rPr lang="es-MX" sz="2400" baseline="-250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32</a:t>
                      </a:r>
                      <a:endParaRPr lang="es-NI" sz="24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+a</a:t>
                      </a:r>
                      <a:r>
                        <a:rPr lang="es-MX" sz="2400" baseline="-250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33</a:t>
                      </a:r>
                      <a:endParaRPr lang="es-NI" sz="24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7723E4A9-B93E-6668-4ABE-3819ECFA2DD6}"/>
              </a:ext>
            </a:extLst>
          </p:cNvPr>
          <p:cNvSpPr txBox="1"/>
          <p:nvPr/>
        </p:nvSpPr>
        <p:spPr>
          <a:xfrm>
            <a:off x="403129" y="4015180"/>
            <a:ext cx="28789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Verdana" panose="020B0604030504040204" pitchFamily="34" charset="0"/>
                <a:ea typeface="Verdana" panose="020B0604030504040204" pitchFamily="34" charset="0"/>
              </a:rPr>
              <a:t>Matriz de signos</a:t>
            </a:r>
            <a:endParaRPr lang="es-NI" sz="2000" b="1" baseline="30000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FF97DD6-21E7-6801-ECF3-A0E05AF0519D}"/>
              </a:ext>
            </a:extLst>
          </p:cNvPr>
          <p:cNvCxnSpPr>
            <a:cxnSpLocks/>
          </p:cNvCxnSpPr>
          <p:nvPr/>
        </p:nvCxnSpPr>
        <p:spPr>
          <a:xfrm>
            <a:off x="2709827" y="2582337"/>
            <a:ext cx="809228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E46740BC-4F80-A5E5-E819-12A84B74BBBA}"/>
              </a:ext>
            </a:extLst>
          </p:cNvPr>
          <p:cNvCxnSpPr>
            <a:cxnSpLocks/>
          </p:cNvCxnSpPr>
          <p:nvPr/>
        </p:nvCxnSpPr>
        <p:spPr>
          <a:xfrm>
            <a:off x="6118287" y="3590557"/>
            <a:ext cx="0" cy="60980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CF1F14E9-DAC3-D1CC-B44F-9E8FA88CDCF5}"/>
              </a:ext>
            </a:extLst>
          </p:cNvPr>
          <p:cNvCxnSpPr>
            <a:cxnSpLocks/>
          </p:cNvCxnSpPr>
          <p:nvPr/>
        </p:nvCxnSpPr>
        <p:spPr>
          <a:xfrm>
            <a:off x="8132618" y="5111457"/>
            <a:ext cx="678873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a 2">
            <a:extLst>
              <a:ext uri="{FF2B5EF4-FFF2-40B4-BE49-F238E27FC236}">
                <a16:creationId xmlns:a16="http://schemas.microsoft.com/office/drawing/2014/main" id="{E807DC6D-2329-872B-387F-15F2BACEF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580088"/>
              </p:ext>
            </p:extLst>
          </p:nvPr>
        </p:nvGraphicFramePr>
        <p:xfrm>
          <a:off x="9007039" y="4457666"/>
          <a:ext cx="2201956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886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699247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-9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-4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-28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  <p:sp>
        <p:nvSpPr>
          <p:cNvPr id="30" name="CuadroTexto 29">
            <a:extLst>
              <a:ext uri="{FF2B5EF4-FFF2-40B4-BE49-F238E27FC236}">
                <a16:creationId xmlns:a16="http://schemas.microsoft.com/office/drawing/2014/main" id="{176E5C2A-DC20-F7BA-ACF2-4C48E740E18C}"/>
              </a:ext>
            </a:extLst>
          </p:cNvPr>
          <p:cNvSpPr txBox="1"/>
          <p:nvPr/>
        </p:nvSpPr>
        <p:spPr>
          <a:xfrm>
            <a:off x="9462653" y="4016955"/>
            <a:ext cx="1526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 err="1">
                <a:latin typeface="Verdana" panose="020B0604030504040204" pitchFamily="34" charset="0"/>
                <a:ea typeface="Verdana" panose="020B0604030504040204" pitchFamily="34" charset="0"/>
              </a:rPr>
              <a:t>Adj</a:t>
            </a:r>
            <a:r>
              <a:rPr lang="es-MX" sz="2000" b="1" dirty="0">
                <a:latin typeface="Verdana" panose="020B0604030504040204" pitchFamily="34" charset="0"/>
                <a:ea typeface="Verdana" panose="020B0604030504040204" pitchFamily="34" charset="0"/>
              </a:rPr>
              <a:t>(A</a:t>
            </a:r>
            <a:r>
              <a:rPr lang="es-MX" sz="2000" b="1" baseline="30000" dirty="0">
                <a:latin typeface="Verdana" panose="020B0604030504040204" pitchFamily="34" charset="0"/>
                <a:ea typeface="Verdana" panose="020B0604030504040204" pitchFamily="34" charset="0"/>
              </a:rPr>
              <a:t>t</a:t>
            </a:r>
            <a:r>
              <a:rPr lang="es-MX" sz="2000" b="1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s-NI" sz="2000" b="1" dirty="0"/>
          </a:p>
        </p:txBody>
      </p:sp>
      <p:graphicFrame>
        <p:nvGraphicFramePr>
          <p:cNvPr id="31" name="Tabla 2">
            <a:extLst>
              <a:ext uri="{FF2B5EF4-FFF2-40B4-BE49-F238E27FC236}">
                <a16:creationId xmlns:a16="http://schemas.microsoft.com/office/drawing/2014/main" id="{12980085-CB51-2F68-8EF9-57EE99B0E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035584"/>
              </p:ext>
            </p:extLst>
          </p:nvPr>
        </p:nvGraphicFramePr>
        <p:xfrm>
          <a:off x="314117" y="1886636"/>
          <a:ext cx="2201956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772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519984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NI" sz="24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NI" sz="24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NI" sz="24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es-NI" sz="24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s-NI" sz="24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es-NI" sz="24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NI" sz="24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s-NI" sz="24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NI" sz="24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  <p:graphicFrame>
        <p:nvGraphicFramePr>
          <p:cNvPr id="33" name="Tabla 2">
            <a:extLst>
              <a:ext uri="{FF2B5EF4-FFF2-40B4-BE49-F238E27FC236}">
                <a16:creationId xmlns:a16="http://schemas.microsoft.com/office/drawing/2014/main" id="{362E3138-2F98-15E4-EB65-78990F93F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803301"/>
              </p:ext>
            </p:extLst>
          </p:nvPr>
        </p:nvGraphicFramePr>
        <p:xfrm>
          <a:off x="3697432" y="1797400"/>
          <a:ext cx="6672198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7623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2327563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2237012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>
                          <a:tab pos="1952625" algn="l"/>
                        </a:tabLst>
                        <a:defRPr/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+(5*0-(2*-2))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>
                          <a:tab pos="1952625" algn="l"/>
                        </a:tabLst>
                        <a:defRPr/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-(-2*0-(1*-2))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>
                          <a:tab pos="1952625" algn="l"/>
                        </a:tabLst>
                        <a:defRPr/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+(-2*2-(1*5))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>
                          <a:tab pos="1952625" algn="l"/>
                        </a:tabLst>
                        <a:defRPr/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-(4*0-(2*4))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>
                          <a:tab pos="1952625" algn="l"/>
                        </a:tabLst>
                        <a:defRPr/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+(3*0-(1*4))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>
                          <a:tab pos="1952625" algn="l"/>
                        </a:tabLst>
                        <a:defRPr/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-(3*2-(1*4))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>
                          <a:tab pos="1952625" algn="l"/>
                        </a:tabLst>
                        <a:defRPr/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+(4*-2-(5*4))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>
                          <a:tab pos="1952625" algn="l"/>
                        </a:tabLst>
                        <a:defRPr/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-(3*-2-(-2*4))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>
                          <a:tab pos="1952625" algn="l"/>
                        </a:tabLst>
                        <a:defRPr/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+(3*5-(-2*4))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  <p:graphicFrame>
        <p:nvGraphicFramePr>
          <p:cNvPr id="41" name="Tabla 2">
            <a:extLst>
              <a:ext uri="{FF2B5EF4-FFF2-40B4-BE49-F238E27FC236}">
                <a16:creationId xmlns:a16="http://schemas.microsoft.com/office/drawing/2014/main" id="{1256BC68-526E-88BA-0ED2-F095E5DCB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65328"/>
              </p:ext>
            </p:extLst>
          </p:nvPr>
        </p:nvGraphicFramePr>
        <p:xfrm>
          <a:off x="4329886" y="4415290"/>
          <a:ext cx="3742746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6527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1440873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1205346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>
                          <a:tab pos="1952625" algn="l"/>
                        </a:tabLst>
                        <a:defRPr/>
                      </a:pPr>
                      <a:r>
                        <a:rPr lang="es-MX" sz="2400" b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0-(-4)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>
                          <a:tab pos="1952625" algn="l"/>
                        </a:tabLst>
                        <a:defRPr/>
                      </a:pPr>
                      <a:r>
                        <a:rPr lang="es-MX" sz="2400" b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-(0-(-2))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>
                          <a:tab pos="1952625" algn="l"/>
                        </a:tabLst>
                        <a:defRPr/>
                      </a:pPr>
                      <a:r>
                        <a:rPr lang="es-MX" sz="2400" b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-4-5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>
                          <a:tab pos="1952625" algn="l"/>
                        </a:tabLst>
                        <a:defRPr/>
                      </a:pPr>
                      <a:r>
                        <a:rPr lang="es-MX" sz="2400" b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-(0-8)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>
                          <a:tab pos="1952625" algn="l"/>
                        </a:tabLst>
                        <a:defRPr/>
                      </a:pPr>
                      <a:r>
                        <a:rPr lang="es-MX" sz="2400" b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0-4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>
                          <a:tab pos="1952625" algn="l"/>
                        </a:tabLst>
                        <a:defRPr/>
                      </a:pPr>
                      <a:r>
                        <a:rPr lang="es-MX" sz="2400" b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-(6-4)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>
                          <a:tab pos="1952625" algn="l"/>
                        </a:tabLst>
                        <a:defRPr/>
                      </a:pPr>
                      <a:r>
                        <a:rPr lang="es-MX" sz="2400" b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-8-20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-(-6-(-8))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>
                          <a:tab pos="1952625" algn="l"/>
                        </a:tabLst>
                        <a:defRPr/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15-(-8)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5759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8E5B0608-E99B-C035-A546-AC18628CABFE}"/>
              </a:ext>
            </a:extLst>
          </p:cNvPr>
          <p:cNvSpPr/>
          <p:nvPr/>
        </p:nvSpPr>
        <p:spPr>
          <a:xfrm>
            <a:off x="190265" y="666867"/>
            <a:ext cx="5642499" cy="245040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361475"/>
            <a:ext cx="2552123" cy="360000"/>
          </a:xfrm>
          <a:prstGeom prst="rect">
            <a:avLst/>
          </a:prstGeom>
          <a:gradFill>
            <a:gsLst>
              <a:gs pos="76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349947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CD8F4B7-664E-B5AC-A3E6-EBA068870ECB}"/>
              </a:ext>
            </a:extLst>
          </p:cNvPr>
          <p:cNvSpPr/>
          <p:nvPr/>
        </p:nvSpPr>
        <p:spPr>
          <a:xfrm>
            <a:off x="346213" y="-138934"/>
            <a:ext cx="1151068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Paso 4: Calcular la matriz Inversa</a:t>
            </a:r>
            <a:endParaRPr lang="es-ES" sz="3600" b="1" cap="none" spc="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  <p:graphicFrame>
        <p:nvGraphicFramePr>
          <p:cNvPr id="28" name="Tabla 2">
            <a:extLst>
              <a:ext uri="{FF2B5EF4-FFF2-40B4-BE49-F238E27FC236}">
                <a16:creationId xmlns:a16="http://schemas.microsoft.com/office/drawing/2014/main" id="{E807DC6D-2329-872B-387F-15F2BACEF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429171"/>
              </p:ext>
            </p:extLst>
          </p:nvPr>
        </p:nvGraphicFramePr>
        <p:xfrm>
          <a:off x="3479075" y="1422863"/>
          <a:ext cx="2201956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886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699247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-28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-4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-9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  <p:sp>
        <p:nvSpPr>
          <p:cNvPr id="30" name="CuadroTexto 29">
            <a:extLst>
              <a:ext uri="{FF2B5EF4-FFF2-40B4-BE49-F238E27FC236}">
                <a16:creationId xmlns:a16="http://schemas.microsoft.com/office/drawing/2014/main" id="{176E5C2A-DC20-F7BA-ACF2-4C48E740E18C}"/>
              </a:ext>
            </a:extLst>
          </p:cNvPr>
          <p:cNvSpPr txBox="1"/>
          <p:nvPr/>
        </p:nvSpPr>
        <p:spPr>
          <a:xfrm>
            <a:off x="3919255" y="996604"/>
            <a:ext cx="1526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 err="1">
                <a:latin typeface="Verdana" panose="020B0604030504040204" pitchFamily="34" charset="0"/>
                <a:ea typeface="Verdana" panose="020B0604030504040204" pitchFamily="34" charset="0"/>
              </a:rPr>
              <a:t>Adj</a:t>
            </a:r>
            <a:r>
              <a:rPr lang="es-MX" sz="2000" b="1" dirty="0">
                <a:latin typeface="Verdana" panose="020B0604030504040204" pitchFamily="34" charset="0"/>
                <a:ea typeface="Verdana" panose="020B0604030504040204" pitchFamily="34" charset="0"/>
              </a:rPr>
              <a:t>(A</a:t>
            </a:r>
            <a:r>
              <a:rPr lang="es-MX" sz="2000" b="1" baseline="30000" dirty="0">
                <a:latin typeface="Verdana" panose="020B0604030504040204" pitchFamily="34" charset="0"/>
                <a:ea typeface="Verdana" panose="020B0604030504040204" pitchFamily="34" charset="0"/>
              </a:rPr>
              <a:t>t</a:t>
            </a:r>
            <a:r>
              <a:rPr lang="es-MX" sz="2000" b="1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s-NI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2D781B10-BBDE-F301-AC65-FA1BEEB2FDC3}"/>
                  </a:ext>
                </a:extLst>
              </p:cNvPr>
              <p:cNvSpPr txBox="1"/>
              <p:nvPr/>
            </p:nvSpPr>
            <p:spPr>
              <a:xfrm>
                <a:off x="346213" y="865739"/>
                <a:ext cx="2313197" cy="917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NI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MX" sz="28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s-NI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m:rPr>
                              <m:sty m:val="p"/>
                            </m:rPr>
                            <a:rPr lang="es-MX" sz="2800" b="0" i="0" smtClean="0">
                              <a:latin typeface="Cambria Math" panose="02040503050406030204" pitchFamily="18" charset="0"/>
                            </a:rPr>
                            <m:t>dj</m:t>
                          </m:r>
                          <m:d>
                            <m:dPr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NI" sz="2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NI" sz="28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s-NI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NI" sz="2800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2D781B10-BBDE-F301-AC65-FA1BEEB2F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3" y="865739"/>
                <a:ext cx="2313197" cy="9171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B935DFE1-E850-A4E0-4869-E2720342B6B7}"/>
                  </a:ext>
                </a:extLst>
              </p:cNvPr>
              <p:cNvSpPr txBox="1"/>
              <p:nvPr/>
            </p:nvSpPr>
            <p:spPr>
              <a:xfrm>
                <a:off x="675537" y="2551095"/>
                <a:ext cx="159697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NI" sz="28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NI" sz="28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s-NI" sz="2800" b="1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800" b="1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MX" sz="2800" b="1" i="0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s-NI" sz="2800" b="1" dirty="0"/>
                  <a:t>2</a:t>
                </a:r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B935DFE1-E850-A4E0-4869-E2720342B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37" y="2551095"/>
                <a:ext cx="1596976" cy="430887"/>
              </a:xfrm>
              <a:prstGeom prst="rect">
                <a:avLst/>
              </a:prstGeom>
              <a:blipFill>
                <a:blip r:embed="rId3"/>
                <a:stretch>
                  <a:fillRect t="-23944" r="-12214" b="-50704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97D0F01A-1251-570D-193A-13F75FBE3681}"/>
              </a:ext>
            </a:extLst>
          </p:cNvPr>
          <p:cNvSpPr txBox="1"/>
          <p:nvPr/>
        </p:nvSpPr>
        <p:spPr>
          <a:xfrm>
            <a:off x="6150326" y="1875362"/>
            <a:ext cx="1246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r>
              <a:rPr lang="es-MX" sz="2400" baseline="30000" dirty="0">
                <a:latin typeface="Verdana" panose="020B0604030504040204" pitchFamily="34" charset="0"/>
                <a:ea typeface="Verdana" panose="020B0604030504040204" pitchFamily="34" charset="0"/>
              </a:rPr>
              <a:t>-1</a:t>
            </a:r>
            <a:r>
              <a:rPr lang="es-MX" sz="2400" dirty="0">
                <a:latin typeface="Verdana" panose="020B0604030504040204" pitchFamily="34" charset="0"/>
                <a:ea typeface="Verdana" panose="020B0604030504040204" pitchFamily="34" charset="0"/>
              </a:rPr>
              <a:t>=</a:t>
            </a:r>
            <a:endParaRPr lang="es-NI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3C7934D2-C79E-75F4-196C-3CCAD7E4DAC6}"/>
                  </a:ext>
                </a:extLst>
              </p:cNvPr>
              <p:cNvSpPr txBox="1"/>
              <p:nvPr/>
            </p:nvSpPr>
            <p:spPr>
              <a:xfrm>
                <a:off x="7820087" y="2275454"/>
                <a:ext cx="64921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2800" b="0" i="0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s-NI" sz="2800" dirty="0"/>
                  <a:t>2</a:t>
                </a: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3C7934D2-C79E-75F4-196C-3CCAD7E4D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087" y="2275454"/>
                <a:ext cx="649217" cy="430887"/>
              </a:xfrm>
              <a:prstGeom prst="rect">
                <a:avLst/>
              </a:prstGeom>
              <a:blipFill>
                <a:blip r:embed="rId4"/>
                <a:stretch>
                  <a:fillRect t="-23944" r="-32075" b="-50704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429E9BE-3376-26E2-34CA-24E390EE45B0}"/>
              </a:ext>
            </a:extLst>
          </p:cNvPr>
          <p:cNvCxnSpPr/>
          <p:nvPr/>
        </p:nvCxnSpPr>
        <p:spPr>
          <a:xfrm>
            <a:off x="6915622" y="2134208"/>
            <a:ext cx="2674846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BFC023C-5442-FDCC-9A45-88EF4E71AEAA}"/>
              </a:ext>
            </a:extLst>
          </p:cNvPr>
          <p:cNvSpPr txBox="1"/>
          <p:nvPr/>
        </p:nvSpPr>
        <p:spPr>
          <a:xfrm>
            <a:off x="334585" y="5004164"/>
            <a:ext cx="1246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r>
              <a:rPr lang="es-MX" sz="2400" baseline="30000" dirty="0">
                <a:latin typeface="Verdana" panose="020B0604030504040204" pitchFamily="34" charset="0"/>
                <a:ea typeface="Verdana" panose="020B0604030504040204" pitchFamily="34" charset="0"/>
              </a:rPr>
              <a:t>-1</a:t>
            </a:r>
            <a:r>
              <a:rPr lang="es-MX" sz="2400" dirty="0">
                <a:latin typeface="Verdana" panose="020B0604030504040204" pitchFamily="34" charset="0"/>
                <a:ea typeface="Verdana" panose="020B0604030504040204" pitchFamily="34" charset="0"/>
              </a:rPr>
              <a:t>=</a:t>
            </a:r>
            <a:endParaRPr lang="es-NI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32" name="Tabla 2">
            <a:extLst>
              <a:ext uri="{FF2B5EF4-FFF2-40B4-BE49-F238E27FC236}">
                <a16:creationId xmlns:a16="http://schemas.microsoft.com/office/drawing/2014/main" id="{13E6041C-2352-6804-A1E0-ADBECD099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104202"/>
              </p:ext>
            </p:extLst>
          </p:nvPr>
        </p:nvGraphicFramePr>
        <p:xfrm>
          <a:off x="1248969" y="4467272"/>
          <a:ext cx="3447722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722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1094509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1191491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4/-32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-2/-32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-9/-32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8/-32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-4/-32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-2/-32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-28/-32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-2/-32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23/-32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  <p:graphicFrame>
        <p:nvGraphicFramePr>
          <p:cNvPr id="33" name="Tabla 2">
            <a:extLst>
              <a:ext uri="{FF2B5EF4-FFF2-40B4-BE49-F238E27FC236}">
                <a16:creationId xmlns:a16="http://schemas.microsoft.com/office/drawing/2014/main" id="{90D8A6A0-D481-DB4E-7961-492B8870D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111119"/>
              </p:ext>
            </p:extLst>
          </p:nvPr>
        </p:nvGraphicFramePr>
        <p:xfrm>
          <a:off x="7000176" y="4473380"/>
          <a:ext cx="2938256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6329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1052945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-1/8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1/16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9/32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-1/4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1/8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>
                          <a:tab pos="1952625" algn="l"/>
                        </a:tabLst>
                        <a:defRPr/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1/16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7/8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1/16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>
                          <a:tab pos="1952625" algn="l"/>
                        </a:tabLst>
                        <a:defRPr/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-23/32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  <p:sp>
        <p:nvSpPr>
          <p:cNvPr id="40" name="CuadroTexto 39">
            <a:extLst>
              <a:ext uri="{FF2B5EF4-FFF2-40B4-BE49-F238E27FC236}">
                <a16:creationId xmlns:a16="http://schemas.microsoft.com/office/drawing/2014/main" id="{450EF486-94A8-C22C-BB1B-F71BA0DB4343}"/>
              </a:ext>
            </a:extLst>
          </p:cNvPr>
          <p:cNvSpPr txBox="1"/>
          <p:nvPr/>
        </p:nvSpPr>
        <p:spPr>
          <a:xfrm>
            <a:off x="8193586" y="3871218"/>
            <a:ext cx="1246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r>
              <a:rPr lang="es-MX" sz="2400" baseline="30000" dirty="0">
                <a:latin typeface="Verdana" panose="020B0604030504040204" pitchFamily="34" charset="0"/>
                <a:ea typeface="Verdana" panose="020B0604030504040204" pitchFamily="34" charset="0"/>
              </a:rPr>
              <a:t>-1</a:t>
            </a:r>
            <a:endParaRPr lang="es-NI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41" name="Tabla 2">
            <a:extLst>
              <a:ext uri="{FF2B5EF4-FFF2-40B4-BE49-F238E27FC236}">
                <a16:creationId xmlns:a16="http://schemas.microsoft.com/office/drawing/2014/main" id="{62A50099-0F5C-53CD-0215-BEF28AA95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494587"/>
              </p:ext>
            </p:extLst>
          </p:nvPr>
        </p:nvGraphicFramePr>
        <p:xfrm>
          <a:off x="7152067" y="560770"/>
          <a:ext cx="2201956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886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699247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-9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-4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-28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MX" sz="2400" b="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</a:t>
                      </a:r>
                      <a:endParaRPr lang="es-NI" sz="24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6495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1AA71C8E-3406-C030-CFB0-5BBC7C96DA2B}"/>
              </a:ext>
            </a:extLst>
          </p:cNvPr>
          <p:cNvSpPr/>
          <p:nvPr/>
        </p:nvSpPr>
        <p:spPr>
          <a:xfrm>
            <a:off x="4707361" y="5069060"/>
            <a:ext cx="6791323" cy="995920"/>
          </a:xfrm>
          <a:prstGeom prst="rect">
            <a:avLst/>
          </a:prstGeom>
          <a:gradFill rotWithShape="0">
            <a:gsLst>
              <a:gs pos="94000">
                <a:srgbClr val="001C7D"/>
              </a:gs>
              <a:gs pos="100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FEF809A-9C84-2E47-B772-DC4D9BAD211D}"/>
              </a:ext>
            </a:extLst>
          </p:cNvPr>
          <p:cNvSpPr/>
          <p:nvPr/>
        </p:nvSpPr>
        <p:spPr>
          <a:xfrm>
            <a:off x="4697291" y="418329"/>
            <a:ext cx="6791323" cy="995920"/>
          </a:xfrm>
          <a:prstGeom prst="rect">
            <a:avLst/>
          </a:prstGeom>
          <a:gradFill rotWithShape="0">
            <a:gsLst>
              <a:gs pos="94000">
                <a:srgbClr val="001C7D"/>
              </a:gs>
              <a:gs pos="100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F587474-DFF0-4DDD-0B03-43D940ECF747}"/>
              </a:ext>
            </a:extLst>
          </p:cNvPr>
          <p:cNvSpPr/>
          <p:nvPr/>
        </p:nvSpPr>
        <p:spPr>
          <a:xfrm>
            <a:off x="4697292" y="1531034"/>
            <a:ext cx="6791323" cy="995920"/>
          </a:xfrm>
          <a:prstGeom prst="rect">
            <a:avLst/>
          </a:prstGeom>
          <a:gradFill rotWithShape="0">
            <a:gsLst>
              <a:gs pos="100000">
                <a:srgbClr val="001C7D"/>
              </a:gs>
              <a:gs pos="95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1EC47C1-D7F2-F531-0683-809ABA633391}"/>
              </a:ext>
            </a:extLst>
          </p:cNvPr>
          <p:cNvSpPr/>
          <p:nvPr/>
        </p:nvSpPr>
        <p:spPr>
          <a:xfrm>
            <a:off x="4697294" y="2710376"/>
            <a:ext cx="6791323" cy="995920"/>
          </a:xfrm>
          <a:prstGeom prst="rect">
            <a:avLst/>
          </a:prstGeom>
          <a:gradFill rotWithShape="0">
            <a:gsLst>
              <a:gs pos="94000">
                <a:srgbClr val="001C7D"/>
              </a:gs>
              <a:gs pos="100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CA25130-DA31-7533-155D-74EFFCAAA16C}"/>
              </a:ext>
            </a:extLst>
          </p:cNvPr>
          <p:cNvSpPr/>
          <p:nvPr/>
        </p:nvSpPr>
        <p:spPr>
          <a:xfrm>
            <a:off x="4697293" y="3889718"/>
            <a:ext cx="6791323" cy="995920"/>
          </a:xfrm>
          <a:prstGeom prst="rect">
            <a:avLst/>
          </a:prstGeom>
          <a:gradFill rotWithShape="0">
            <a:gsLst>
              <a:gs pos="94000">
                <a:srgbClr val="001C7D"/>
              </a:gs>
              <a:gs pos="100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58657EDB-4F7A-C405-C206-F910C85CC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107" y="0"/>
            <a:ext cx="4305300" cy="6721472"/>
          </a:xfrm>
          <a:gradFill>
            <a:gsLst>
              <a:gs pos="1000">
                <a:srgbClr val="B60039"/>
              </a:gs>
              <a:gs pos="10000">
                <a:srgbClr val="001C7D"/>
              </a:gs>
            </a:gsLst>
          </a:gradFill>
        </p:spPr>
        <p:txBody>
          <a:bodyPr rtlCol="0"/>
          <a:lstStyle/>
          <a:p>
            <a:pPr algn="r" rtl="0"/>
            <a:r>
              <a:rPr lang="es-ES" dirty="0">
                <a:solidFill>
                  <a:schemeClr val="bg1"/>
                </a:solidFill>
              </a:rPr>
              <a:t>Esquema del</a:t>
            </a:r>
            <a:br>
              <a:rPr lang="es-ES" dirty="0">
                <a:solidFill>
                  <a:schemeClr val="bg1"/>
                </a:solidFill>
              </a:rPr>
            </a:br>
            <a:r>
              <a:rPr lang="es-ES" dirty="0">
                <a:solidFill>
                  <a:schemeClr val="bg1"/>
                </a:solidFill>
              </a:rPr>
              <a:t>curso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28E46D0F-7710-7F31-D504-6BE9D8452D16}"/>
              </a:ext>
            </a:extLst>
          </p:cNvPr>
          <p:cNvGrpSpPr/>
          <p:nvPr/>
        </p:nvGrpSpPr>
        <p:grpSpPr>
          <a:xfrm>
            <a:off x="5714834" y="497053"/>
            <a:ext cx="5641034" cy="1904954"/>
            <a:chOff x="1150288" y="-1494312"/>
            <a:chExt cx="5641034" cy="2494907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80804032-611D-02F8-41EB-B9C1E6A8B488}"/>
                </a:ext>
              </a:extLst>
            </p:cNvPr>
            <p:cNvSpPr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5F7B33D7-6C16-0DB2-DE68-6536DA3347CC}"/>
                </a:ext>
              </a:extLst>
            </p:cNvPr>
            <p:cNvSpPr txBox="1"/>
            <p:nvPr/>
          </p:nvSpPr>
          <p:spPr>
            <a:xfrm>
              <a:off x="1150288" y="-1494312"/>
              <a:ext cx="5641034" cy="9959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402" tIns="105402" rIns="105402" bIns="105402" numCol="1" spcCol="1270" rtlCol="0" anchor="ctr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900" kern="1200" noProof="0" dirty="0">
                  <a:solidFill>
                    <a:schemeClr val="bg1"/>
                  </a:solidFill>
                </a:rPr>
                <a:t>Matrix Inversa (A</a:t>
              </a:r>
              <a:r>
                <a:rPr lang="es-ES" sz="1900" kern="1200" baseline="30000" noProof="0" dirty="0">
                  <a:solidFill>
                    <a:schemeClr val="bg1"/>
                  </a:solidFill>
                </a:rPr>
                <a:t>-1</a:t>
              </a:r>
              <a:r>
                <a:rPr lang="es-ES" sz="1900" kern="1200" noProof="0" dirty="0">
                  <a:solidFill>
                    <a:schemeClr val="bg1"/>
                  </a:solidFill>
                </a:rPr>
                <a:t>)</a:t>
              </a: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BA511213-EBC6-6385-03C1-74E57CEBF6AF}"/>
              </a:ext>
            </a:extLst>
          </p:cNvPr>
          <p:cNvGrpSpPr/>
          <p:nvPr/>
        </p:nvGrpSpPr>
        <p:grpSpPr>
          <a:xfrm>
            <a:off x="5714834" y="1667962"/>
            <a:ext cx="5641034" cy="771838"/>
            <a:chOff x="1150288" y="4675"/>
            <a:chExt cx="5641034" cy="995920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003EB9EE-314B-6242-55BE-2B5749FB75D8}"/>
                </a:ext>
              </a:extLst>
            </p:cNvPr>
            <p:cNvSpPr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972BD19F-D50D-262E-50F5-E1859DDBEFBF}"/>
                </a:ext>
              </a:extLst>
            </p:cNvPr>
            <p:cNvSpPr txBox="1"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402" tIns="105402" rIns="105402" bIns="105402" numCol="1" spcCol="1270" rtlCol="0" anchor="ctr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000" b="1" kern="1200" noProof="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Método de Gauss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B482D5B4-0776-71D4-95E7-8174C8AA9D99}"/>
              </a:ext>
            </a:extLst>
          </p:cNvPr>
          <p:cNvGrpSpPr/>
          <p:nvPr/>
        </p:nvGrpSpPr>
        <p:grpSpPr>
          <a:xfrm>
            <a:off x="5710833" y="3997015"/>
            <a:ext cx="5645035" cy="771838"/>
            <a:chOff x="1146287" y="4675"/>
            <a:chExt cx="5645035" cy="995920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FC1BF3D-4A03-8A5D-1A3D-D03B30061A1C}"/>
                </a:ext>
              </a:extLst>
            </p:cNvPr>
            <p:cNvSpPr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C4B1F8FA-743C-74C8-0AC7-B97D461A3074}"/>
                </a:ext>
              </a:extLst>
            </p:cNvPr>
            <p:cNvSpPr txBox="1"/>
            <p:nvPr/>
          </p:nvSpPr>
          <p:spPr>
            <a:xfrm>
              <a:off x="1146287" y="4675"/>
              <a:ext cx="5641034" cy="9959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402" tIns="105402" rIns="105402" bIns="105402" numCol="1" spcCol="1270" rtlCol="0" anchor="ctr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900" kern="1200" noProof="0" dirty="0">
                  <a:solidFill>
                    <a:schemeClr val="bg1"/>
                  </a:solidFill>
                </a:rPr>
                <a:t>Ejercicios de practica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4799326C-A40B-82F9-E38B-7C8CF5807957}"/>
              </a:ext>
            </a:extLst>
          </p:cNvPr>
          <p:cNvGrpSpPr/>
          <p:nvPr/>
        </p:nvGrpSpPr>
        <p:grpSpPr>
          <a:xfrm>
            <a:off x="5710833" y="2896930"/>
            <a:ext cx="5641034" cy="771838"/>
            <a:chOff x="1150288" y="4675"/>
            <a:chExt cx="5641034" cy="995920"/>
          </a:xfrm>
        </p:grpSpPr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CACBDE5E-0F2A-D84E-CC99-ACBA2EA08E69}"/>
                </a:ext>
              </a:extLst>
            </p:cNvPr>
            <p:cNvSpPr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595A2BAD-BDAD-D918-69C4-FC629822EB25}"/>
                </a:ext>
              </a:extLst>
            </p:cNvPr>
            <p:cNvSpPr txBox="1"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402" tIns="105402" rIns="105402" bIns="105402" numCol="1" spcCol="1270" rtlCol="0" anchor="ctr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900" kern="1200" noProof="0" dirty="0">
                  <a:solidFill>
                    <a:schemeClr val="bg1"/>
                  </a:solidFill>
                </a:rPr>
                <a:t>Método Gauss </a:t>
              </a:r>
              <a:r>
                <a:rPr lang="es-ES" sz="1900" kern="1200" noProof="0" dirty="0" err="1">
                  <a:solidFill>
                    <a:schemeClr val="bg1"/>
                  </a:solidFill>
                </a:rPr>
                <a:t>Jordan</a:t>
              </a:r>
              <a:endParaRPr lang="es-ES" sz="1900" kern="1200" noProof="0" dirty="0">
                <a:solidFill>
                  <a:schemeClr val="bg1"/>
                </a:solidFill>
              </a:endParaRPr>
            </a:p>
          </p:txBody>
        </p:sp>
      </p:grp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23FE831-834F-6B5D-4D03-A9DC860AD50C}"/>
              </a:ext>
            </a:extLst>
          </p:cNvPr>
          <p:cNvSpPr txBox="1"/>
          <p:nvPr/>
        </p:nvSpPr>
        <p:spPr>
          <a:xfrm>
            <a:off x="5732748" y="5190038"/>
            <a:ext cx="5641034" cy="77183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5402" tIns="105402" rIns="105402" bIns="105402" numCol="1" spcCol="1270" rtlCol="0" anchor="ctr" anchorCtr="0">
            <a:noAutofit/>
          </a:bodyPr>
          <a:lstStyle/>
          <a:p>
            <a:pPr marL="0" lvl="0" indent="0" algn="l" defTabSz="8445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ES" sz="1900" kern="1200" noProof="0" dirty="0">
                <a:solidFill>
                  <a:schemeClr val="bg1"/>
                </a:solidFill>
              </a:rPr>
              <a:t>Ejercicios trabajo</a:t>
            </a:r>
          </a:p>
        </p:txBody>
      </p:sp>
      <p:pic>
        <p:nvPicPr>
          <p:cNvPr id="3" name="Gráfico 2" descr="Aspiración con relleno sólido">
            <a:extLst>
              <a:ext uri="{FF2B5EF4-FFF2-40B4-BE49-F238E27FC236}">
                <a16:creationId xmlns:a16="http://schemas.microsoft.com/office/drawing/2014/main" id="{75D655B8-5332-4D33-07A3-9D9D1750F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4887" y="5255800"/>
            <a:ext cx="547756" cy="547756"/>
          </a:xfrm>
          <a:prstGeom prst="rect">
            <a:avLst/>
          </a:prstGeom>
        </p:spPr>
      </p:pic>
      <p:pic>
        <p:nvPicPr>
          <p:cNvPr id="6" name="Gráfico 5" descr="Béisbol con relleno sólido">
            <a:extLst>
              <a:ext uri="{FF2B5EF4-FFF2-40B4-BE49-F238E27FC236}">
                <a16:creationId xmlns:a16="http://schemas.microsoft.com/office/drawing/2014/main" id="{6456D047-FFFE-A9D2-17C2-14D1D868F6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4887" y="4159907"/>
            <a:ext cx="547756" cy="547756"/>
          </a:xfrm>
          <a:prstGeom prst="rect">
            <a:avLst/>
          </a:prstGeom>
        </p:spPr>
      </p:pic>
      <p:pic>
        <p:nvPicPr>
          <p:cNvPr id="8" name="Gráfico 7" descr="Piso inferior con relleno sólido">
            <a:extLst>
              <a:ext uri="{FF2B5EF4-FFF2-40B4-BE49-F238E27FC236}">
                <a16:creationId xmlns:a16="http://schemas.microsoft.com/office/drawing/2014/main" id="{F7BF8917-784F-BF0E-B676-05D7716059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65749" y="1747918"/>
            <a:ext cx="547756" cy="547756"/>
          </a:xfrm>
          <a:prstGeom prst="rect">
            <a:avLst/>
          </a:prstGeom>
        </p:spPr>
      </p:pic>
      <p:pic>
        <p:nvPicPr>
          <p:cNvPr id="14" name="Gráfico 13" descr="Piso inferior con relleno sólido">
            <a:extLst>
              <a:ext uri="{FF2B5EF4-FFF2-40B4-BE49-F238E27FC236}">
                <a16:creationId xmlns:a16="http://schemas.microsoft.com/office/drawing/2014/main" id="{CCAC93C6-6E01-0C13-4455-9881089390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8241" y="2967777"/>
            <a:ext cx="547756" cy="547756"/>
          </a:xfrm>
          <a:prstGeom prst="rect">
            <a:avLst/>
          </a:prstGeom>
        </p:spPr>
      </p:pic>
      <p:pic>
        <p:nvPicPr>
          <p:cNvPr id="36" name="Gráfico 35" descr="Piso inferior contorno">
            <a:extLst>
              <a:ext uri="{FF2B5EF4-FFF2-40B4-BE49-F238E27FC236}">
                <a16:creationId xmlns:a16="http://schemas.microsoft.com/office/drawing/2014/main" id="{764F737D-8390-71C4-9CE2-634E554D04E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54235" y="575774"/>
            <a:ext cx="547756" cy="54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76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363134"/>
            <a:ext cx="2552123" cy="358342"/>
          </a:xfrm>
          <a:prstGeom prst="rect">
            <a:avLst/>
          </a:prstGeom>
          <a:gradFill>
            <a:gsLst>
              <a:gs pos="0">
                <a:srgbClr val="001C7D"/>
              </a:gs>
              <a:gs pos="23023">
                <a:srgbClr val="C00812"/>
              </a:gs>
              <a:gs pos="77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 err="1"/>
              <a:t>Gausss</a:t>
            </a:r>
            <a:endParaRPr lang="es-ES" sz="12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918333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3A721BE-0E50-B80D-034D-8D0A1563A142}"/>
              </a:ext>
            </a:extLst>
          </p:cNvPr>
          <p:cNvSpPr/>
          <p:nvPr/>
        </p:nvSpPr>
        <p:spPr>
          <a:xfrm>
            <a:off x="5094700" y="-77173"/>
            <a:ext cx="200260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Concepto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F041380-A0FF-C9CA-F132-782ABB588835}"/>
              </a:ext>
            </a:extLst>
          </p:cNvPr>
          <p:cNvSpPr txBox="1"/>
          <p:nvPr/>
        </p:nvSpPr>
        <p:spPr>
          <a:xfrm>
            <a:off x="335105" y="768027"/>
            <a:ext cx="1151068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El método de </a:t>
            </a:r>
            <a:r>
              <a:rPr lang="es-E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Gausss</a:t>
            </a:r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 nos ayuda a calcular cuales son los valores de las variables de un sistema de ecuaciones a través de la resolución de matrices, convirtiendo la matriz que se forma con las ecuaciones en una 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matriz triangular superior</a:t>
            </a:r>
          </a:p>
          <a:p>
            <a:endParaRPr lang="es-E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Dada una matriz, llamamos operaciones elementales filas a las siguientes operaciones:</a:t>
            </a:r>
          </a:p>
          <a:p>
            <a:endParaRPr lang="es-E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441450" indent="-457200">
              <a:buFont typeface="+mj-lt"/>
              <a:buAutoNum type="arabicPeriod"/>
            </a:pPr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Multiplicar toda una fila por un escalar no nulo.</a:t>
            </a:r>
          </a:p>
          <a:p>
            <a:pPr marL="1441450" indent="-457200">
              <a:buFont typeface="+mj-lt"/>
              <a:buAutoNum type="arabicPeriod"/>
            </a:pPr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Intercambiar el orden de dos filas.</a:t>
            </a:r>
          </a:p>
          <a:p>
            <a:pPr marL="1441450" indent="-457200">
              <a:buFont typeface="+mj-lt"/>
              <a:buAutoNum type="arabicPeriod"/>
            </a:pPr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Sumar a una fila el resultado de multiplicar otra fila por un escalar</a:t>
            </a:r>
          </a:p>
        </p:txBody>
      </p:sp>
    </p:spTree>
    <p:extLst>
      <p:ext uri="{BB962C8B-B14F-4D97-AF65-F5344CB8AC3E}">
        <p14:creationId xmlns:p14="http://schemas.microsoft.com/office/powerpoint/2010/main" val="3124252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363134"/>
            <a:ext cx="2552123" cy="358342"/>
          </a:xfrm>
          <a:prstGeom prst="rect">
            <a:avLst/>
          </a:prstGeom>
          <a:gradFill>
            <a:gsLst>
              <a:gs pos="0">
                <a:srgbClr val="001C7D"/>
              </a:gs>
              <a:gs pos="23023">
                <a:srgbClr val="C00812"/>
              </a:gs>
              <a:gs pos="77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 err="1"/>
              <a:t>Gausss</a:t>
            </a:r>
            <a:endParaRPr lang="es-ES" sz="12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918333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3A721BE-0E50-B80D-034D-8D0A1563A142}"/>
              </a:ext>
            </a:extLst>
          </p:cNvPr>
          <p:cNvSpPr/>
          <p:nvPr/>
        </p:nvSpPr>
        <p:spPr>
          <a:xfrm>
            <a:off x="5053890" y="-77173"/>
            <a:ext cx="20842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Ejemplo 1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F041380-A0FF-C9CA-F132-782ABB588835}"/>
              </a:ext>
            </a:extLst>
          </p:cNvPr>
          <p:cNvSpPr txBox="1"/>
          <p:nvPr/>
        </p:nvSpPr>
        <p:spPr>
          <a:xfrm>
            <a:off x="238122" y="728629"/>
            <a:ext cx="115106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Encuentre los valores de las variables en el siguiente sistema de ecuaciones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58E869A4-084F-D544-52FE-E038402F7427}"/>
              </a:ext>
            </a:extLst>
          </p:cNvPr>
          <p:cNvGrpSpPr/>
          <p:nvPr/>
        </p:nvGrpSpPr>
        <p:grpSpPr>
          <a:xfrm>
            <a:off x="710217" y="1874492"/>
            <a:ext cx="2560001" cy="1246239"/>
            <a:chOff x="1395347" y="966796"/>
            <a:chExt cx="2560001" cy="12462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08B9D657-BBDF-9542-5B0E-21C103B320E3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21599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4</a:t>
                  </a:r>
                </a:p>
              </p:txBody>
            </p:sp>
          </mc:Choice>
          <mc:Fallback xmlns="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C45686A0-0530-4622-98B1-7628130983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215991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4670" t="-24590" r="-7418" b="-4918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14F459C4-19E6-84BA-2071-C74951E34DFC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21599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2</a:t>
                  </a:r>
                </a:p>
              </p:txBody>
            </p:sp>
          </mc:Choice>
          <mc:Fallback xmlns="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C20F2D8F-AC65-4BB2-8226-9D04E4749A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215991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4945" t="-26667" r="-7418" b="-5000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1ED4AD4D-72B1-E21C-EAD5-8831E51C8001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04607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1</a:t>
                  </a:r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C9778601-C23E-4CE1-BB75-7AFCEC97AB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046073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5060" t="-24590" r="-8036" b="-4918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Abrir llave 15">
              <a:extLst>
                <a:ext uri="{FF2B5EF4-FFF2-40B4-BE49-F238E27FC236}">
                  <a16:creationId xmlns:a16="http://schemas.microsoft.com/office/drawing/2014/main" id="{1FA8371B-FA09-A91A-F2DE-A3A0B3C67BAA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</p:spTree>
    <p:extLst>
      <p:ext uri="{BB962C8B-B14F-4D97-AF65-F5344CB8AC3E}">
        <p14:creationId xmlns:p14="http://schemas.microsoft.com/office/powerpoint/2010/main" val="2068190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363134"/>
            <a:ext cx="2552123" cy="358342"/>
          </a:xfrm>
          <a:prstGeom prst="rect">
            <a:avLst/>
          </a:prstGeom>
          <a:gradFill>
            <a:gsLst>
              <a:gs pos="0">
                <a:srgbClr val="001C7D"/>
              </a:gs>
              <a:gs pos="23023">
                <a:srgbClr val="C00812"/>
              </a:gs>
              <a:gs pos="77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 err="1"/>
              <a:t>Gausss</a:t>
            </a:r>
            <a:endParaRPr lang="es-ES" sz="12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918333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3A721BE-0E50-B80D-034D-8D0A1563A142}"/>
              </a:ext>
            </a:extLst>
          </p:cNvPr>
          <p:cNvSpPr/>
          <p:nvPr/>
        </p:nvSpPr>
        <p:spPr>
          <a:xfrm>
            <a:off x="272018" y="-77173"/>
            <a:ext cx="1164799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Paso 1: Convertimos el sistema de ecuaciones en una matriz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58E869A4-084F-D544-52FE-E038402F7427}"/>
              </a:ext>
            </a:extLst>
          </p:cNvPr>
          <p:cNvGrpSpPr/>
          <p:nvPr/>
        </p:nvGrpSpPr>
        <p:grpSpPr>
          <a:xfrm>
            <a:off x="1171286" y="1824487"/>
            <a:ext cx="4350963" cy="2157181"/>
            <a:chOff x="1395347" y="966796"/>
            <a:chExt cx="4043741" cy="14695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08B9D657-BBDF-9542-5B0E-21C103B320E3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3699731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4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NI" sz="40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4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4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NI" sz="4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40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NI" sz="4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NI" sz="40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4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4000" dirty="0"/>
                    <a:t>4</a:t>
                  </a:r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08B9D657-BBDF-9542-5B0E-21C103B320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3699731" cy="615553"/>
                </a:xfrm>
                <a:prstGeom prst="rect">
                  <a:avLst/>
                </a:prstGeom>
                <a:blipFill>
                  <a:blip r:embed="rId2"/>
                  <a:stretch>
                    <a:fillRect t="-17568" b="-1351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14F459C4-19E6-84BA-2071-C74951E34DFC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3699731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400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NI" sz="4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4000" b="0" i="0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s-NI" sz="4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4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4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NI" sz="40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40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4000" dirty="0"/>
                    <a:t>2</a:t>
                  </a:r>
                </a:p>
              </p:txBody>
            </p:sp>
          </mc:Choice>
          <mc:Fallback xmlns="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14F459C4-19E6-84BA-2071-C74951E34D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3699731" cy="615553"/>
                </a:xfrm>
                <a:prstGeom prst="rect">
                  <a:avLst/>
                </a:prstGeom>
                <a:blipFill>
                  <a:blip r:embed="rId3"/>
                  <a:stretch>
                    <a:fillRect t="-17568" b="-1351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1ED4AD4D-72B1-E21C-EAD5-8831E51C8001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3416000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4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NI" sz="4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4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4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NI" sz="4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4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40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40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4000" dirty="0"/>
                    <a:t>1</a:t>
                  </a:r>
                </a:p>
              </p:txBody>
            </p:sp>
          </mc:Choice>
          <mc:Fallback xmlns="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1ED4AD4D-72B1-E21C-EAD5-8831E51C80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3416000" cy="615553"/>
                </a:xfrm>
                <a:prstGeom prst="rect">
                  <a:avLst/>
                </a:prstGeom>
                <a:blipFill>
                  <a:blip r:embed="rId4"/>
                  <a:stretch>
                    <a:fillRect t="-17568" r="-498" b="-1351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Abrir llave 15">
              <a:extLst>
                <a:ext uri="{FF2B5EF4-FFF2-40B4-BE49-F238E27FC236}">
                  <a16:creationId xmlns:a16="http://schemas.microsoft.com/office/drawing/2014/main" id="{1FA8371B-FA09-A91A-F2DE-A3A0B3C67BAA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4000"/>
            </a:p>
          </p:txBody>
        </p:sp>
      </p:grp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EF0A6D12-5128-2C0F-0D4C-4D31A906E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722323"/>
              </p:ext>
            </p:extLst>
          </p:nvPr>
        </p:nvGraphicFramePr>
        <p:xfrm>
          <a:off x="7096988" y="2099441"/>
          <a:ext cx="2914075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8911">
                  <a:extLst>
                    <a:ext uri="{9D8B030D-6E8A-4147-A177-3AD203B41FA5}">
                      <a16:colId xmlns:a16="http://schemas.microsoft.com/office/drawing/2014/main" val="2661888149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781157099"/>
                    </a:ext>
                  </a:extLst>
                </a:gridCol>
                <a:gridCol w="720436">
                  <a:extLst>
                    <a:ext uri="{9D8B030D-6E8A-4147-A177-3AD203B41FA5}">
                      <a16:colId xmlns:a16="http://schemas.microsoft.com/office/drawing/2014/main" val="3088546820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2864053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087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642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9965713"/>
                  </a:ext>
                </a:extLst>
              </a:tr>
            </a:tbl>
          </a:graphicData>
        </a:graphic>
      </p:graphicFrame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96EDA95-26C5-AEEF-1954-7A1C59AB2AA2}"/>
              </a:ext>
            </a:extLst>
          </p:cNvPr>
          <p:cNvCxnSpPr>
            <a:cxnSpLocks/>
          </p:cNvCxnSpPr>
          <p:nvPr/>
        </p:nvCxnSpPr>
        <p:spPr>
          <a:xfrm>
            <a:off x="5691386" y="2840389"/>
            <a:ext cx="809228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FCD24B30-5A31-6841-9ABD-2DEEAD2C1021}"/>
              </a:ext>
            </a:extLst>
          </p:cNvPr>
          <p:cNvSpPr txBox="1"/>
          <p:nvPr/>
        </p:nvSpPr>
        <p:spPr>
          <a:xfrm>
            <a:off x="7362928" y="1726215"/>
            <a:ext cx="2157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X           Y            Z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180097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363134"/>
            <a:ext cx="2552123" cy="358342"/>
          </a:xfrm>
          <a:prstGeom prst="rect">
            <a:avLst/>
          </a:prstGeom>
          <a:gradFill>
            <a:gsLst>
              <a:gs pos="0">
                <a:srgbClr val="001C7D"/>
              </a:gs>
              <a:gs pos="23023">
                <a:srgbClr val="C00812"/>
              </a:gs>
              <a:gs pos="77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 err="1"/>
              <a:t>Gausss</a:t>
            </a:r>
            <a:endParaRPr lang="es-ES" sz="12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918333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3A721BE-0E50-B80D-034D-8D0A1563A142}"/>
              </a:ext>
            </a:extLst>
          </p:cNvPr>
          <p:cNvSpPr/>
          <p:nvPr/>
        </p:nvSpPr>
        <p:spPr>
          <a:xfrm>
            <a:off x="346364" y="-77173"/>
            <a:ext cx="1154083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Paso 2: </a:t>
            </a:r>
            <a:r>
              <a:rPr lang="es-ES" sz="3600" b="1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Ordenamos las filas de modo que el número menor en la primera columna quede más arriba</a:t>
            </a:r>
            <a:endParaRPr lang="es-ES" sz="3600" b="1" cap="none" spc="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EF0A6D12-5128-2C0F-0D4C-4D31A906E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205588"/>
              </p:ext>
            </p:extLst>
          </p:nvPr>
        </p:nvGraphicFramePr>
        <p:xfrm>
          <a:off x="6359045" y="2089230"/>
          <a:ext cx="2914075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8911">
                  <a:extLst>
                    <a:ext uri="{9D8B030D-6E8A-4147-A177-3AD203B41FA5}">
                      <a16:colId xmlns:a16="http://schemas.microsoft.com/office/drawing/2014/main" val="2661888149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781157099"/>
                    </a:ext>
                  </a:extLst>
                </a:gridCol>
                <a:gridCol w="720436">
                  <a:extLst>
                    <a:ext uri="{9D8B030D-6E8A-4147-A177-3AD203B41FA5}">
                      <a16:colId xmlns:a16="http://schemas.microsoft.com/office/drawing/2014/main" val="3088546820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2864053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087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642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9965713"/>
                  </a:ext>
                </a:extLst>
              </a:tr>
            </a:tbl>
          </a:graphicData>
        </a:graphic>
      </p:graphicFrame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316F7F55-EF6F-22AF-587F-D27C2AB53CB6}"/>
              </a:ext>
            </a:extLst>
          </p:cNvPr>
          <p:cNvCxnSpPr>
            <a:cxnSpLocks/>
          </p:cNvCxnSpPr>
          <p:nvPr/>
        </p:nvCxnSpPr>
        <p:spPr>
          <a:xfrm>
            <a:off x="4764329" y="2866470"/>
            <a:ext cx="1326117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a 2">
            <a:extLst>
              <a:ext uri="{FF2B5EF4-FFF2-40B4-BE49-F238E27FC236}">
                <a16:creationId xmlns:a16="http://schemas.microsoft.com/office/drawing/2014/main" id="{2BDC59F4-8277-7D12-E1EC-92694C55E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584727"/>
              </p:ext>
            </p:extLst>
          </p:nvPr>
        </p:nvGraphicFramePr>
        <p:xfrm>
          <a:off x="1630216" y="2058715"/>
          <a:ext cx="2914075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8911">
                  <a:extLst>
                    <a:ext uri="{9D8B030D-6E8A-4147-A177-3AD203B41FA5}">
                      <a16:colId xmlns:a16="http://schemas.microsoft.com/office/drawing/2014/main" val="2661888149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781157099"/>
                    </a:ext>
                  </a:extLst>
                </a:gridCol>
                <a:gridCol w="720436">
                  <a:extLst>
                    <a:ext uri="{9D8B030D-6E8A-4147-A177-3AD203B41FA5}">
                      <a16:colId xmlns:a16="http://schemas.microsoft.com/office/drawing/2014/main" val="3088546820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2864053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087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642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9965713"/>
                  </a:ext>
                </a:extLst>
              </a:tr>
            </a:tbl>
          </a:graphicData>
        </a:graphic>
      </p:graphicFrame>
      <p:sp>
        <p:nvSpPr>
          <p:cNvPr id="26" name="CuadroTexto 25">
            <a:extLst>
              <a:ext uri="{FF2B5EF4-FFF2-40B4-BE49-F238E27FC236}">
                <a16:creationId xmlns:a16="http://schemas.microsoft.com/office/drawing/2014/main" id="{08BF0E47-8EC0-5FAE-04C1-40423812D185}"/>
              </a:ext>
            </a:extLst>
          </p:cNvPr>
          <p:cNvSpPr txBox="1"/>
          <p:nvPr/>
        </p:nvSpPr>
        <p:spPr>
          <a:xfrm>
            <a:off x="4827532" y="2466623"/>
            <a:ext cx="128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F1         F3</a:t>
            </a:r>
            <a:endParaRPr lang="es-NI" dirty="0"/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736B08B2-FEB9-7FAE-61BF-BF12E9157376}"/>
              </a:ext>
            </a:extLst>
          </p:cNvPr>
          <p:cNvCxnSpPr>
            <a:cxnSpLocks/>
          </p:cNvCxnSpPr>
          <p:nvPr/>
        </p:nvCxnSpPr>
        <p:spPr>
          <a:xfrm>
            <a:off x="5236989" y="2636020"/>
            <a:ext cx="289017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55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363134"/>
            <a:ext cx="2552123" cy="358342"/>
          </a:xfrm>
          <a:prstGeom prst="rect">
            <a:avLst/>
          </a:prstGeom>
          <a:gradFill>
            <a:gsLst>
              <a:gs pos="0">
                <a:srgbClr val="001C7D"/>
              </a:gs>
              <a:gs pos="23023">
                <a:srgbClr val="C00812"/>
              </a:gs>
              <a:gs pos="77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 err="1"/>
              <a:t>Gausss</a:t>
            </a:r>
            <a:endParaRPr lang="es-ES" sz="12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918333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3A721BE-0E50-B80D-034D-8D0A1563A142}"/>
              </a:ext>
            </a:extLst>
          </p:cNvPr>
          <p:cNvSpPr/>
          <p:nvPr/>
        </p:nvSpPr>
        <p:spPr>
          <a:xfrm>
            <a:off x="346364" y="-77173"/>
            <a:ext cx="1154083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Paso 3: </a:t>
            </a:r>
            <a:r>
              <a:rPr lang="es-ES" sz="3600" b="1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Convertimos en ceros a</a:t>
            </a:r>
            <a:r>
              <a:rPr lang="es-ES" sz="3600" b="1" baseline="-2500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21</a:t>
            </a:r>
            <a:r>
              <a:rPr lang="es-ES" sz="3600" b="1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 y a</a:t>
            </a:r>
            <a:r>
              <a:rPr lang="es-ES" sz="3600" b="1" baseline="-2500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31</a:t>
            </a:r>
            <a:endParaRPr lang="es-ES" sz="3600" b="1" cap="none" spc="0" baseline="-2500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EF0A6D12-5128-2C0F-0D4C-4D31A906E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893284"/>
              </p:ext>
            </p:extLst>
          </p:nvPr>
        </p:nvGraphicFramePr>
        <p:xfrm>
          <a:off x="6733312" y="1190076"/>
          <a:ext cx="2914075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434">
                  <a:extLst>
                    <a:ext uri="{9D8B030D-6E8A-4147-A177-3AD203B41FA5}">
                      <a16:colId xmlns:a16="http://schemas.microsoft.com/office/drawing/2014/main" val="2661888149"/>
                    </a:ext>
                  </a:extLst>
                </a:gridCol>
                <a:gridCol w="725059">
                  <a:extLst>
                    <a:ext uri="{9D8B030D-6E8A-4147-A177-3AD203B41FA5}">
                      <a16:colId xmlns:a16="http://schemas.microsoft.com/office/drawing/2014/main" val="2781157099"/>
                    </a:ext>
                  </a:extLst>
                </a:gridCol>
                <a:gridCol w="720436">
                  <a:extLst>
                    <a:ext uri="{9D8B030D-6E8A-4147-A177-3AD203B41FA5}">
                      <a16:colId xmlns:a16="http://schemas.microsoft.com/office/drawing/2014/main" val="3088546820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2864053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087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642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-16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9965713"/>
                  </a:ext>
                </a:extLst>
              </a:tr>
            </a:tbl>
          </a:graphicData>
        </a:graphic>
      </p:graphicFrame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316F7F55-EF6F-22AF-587F-D27C2AB53CB6}"/>
              </a:ext>
            </a:extLst>
          </p:cNvPr>
          <p:cNvCxnSpPr>
            <a:cxnSpLocks/>
          </p:cNvCxnSpPr>
          <p:nvPr/>
        </p:nvCxnSpPr>
        <p:spPr>
          <a:xfrm>
            <a:off x="4875166" y="1961880"/>
            <a:ext cx="1326117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8BF0E47-8EC0-5FAE-04C1-40423812D185}"/>
              </a:ext>
            </a:extLst>
          </p:cNvPr>
          <p:cNvSpPr txBox="1"/>
          <p:nvPr/>
        </p:nvSpPr>
        <p:spPr>
          <a:xfrm>
            <a:off x="4938369" y="1562033"/>
            <a:ext cx="128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3F2 - 5F1</a:t>
            </a:r>
            <a:endParaRPr lang="es-NI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626F819-769B-111D-7EF6-B4096B024556}"/>
              </a:ext>
            </a:extLst>
          </p:cNvPr>
          <p:cNvSpPr txBox="1"/>
          <p:nvPr/>
        </p:nvSpPr>
        <p:spPr>
          <a:xfrm>
            <a:off x="4875166" y="2121352"/>
            <a:ext cx="128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3F3 - 4F1</a:t>
            </a:r>
            <a:endParaRPr lang="es-NI" dirty="0"/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44280634-0EBD-3F92-DE7E-4BB288F08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029873"/>
              </p:ext>
            </p:extLst>
          </p:nvPr>
        </p:nvGraphicFramePr>
        <p:xfrm>
          <a:off x="1274618" y="3755808"/>
          <a:ext cx="2867891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436">
                  <a:extLst>
                    <a:ext uri="{9D8B030D-6E8A-4147-A177-3AD203B41FA5}">
                      <a16:colId xmlns:a16="http://schemas.microsoft.com/office/drawing/2014/main" val="3148739543"/>
                    </a:ext>
                  </a:extLst>
                </a:gridCol>
                <a:gridCol w="748145">
                  <a:extLst>
                    <a:ext uri="{9D8B030D-6E8A-4147-A177-3AD203B41FA5}">
                      <a16:colId xmlns:a16="http://schemas.microsoft.com/office/drawing/2014/main" val="1623618210"/>
                    </a:ext>
                  </a:extLst>
                </a:gridCol>
                <a:gridCol w="665019">
                  <a:extLst>
                    <a:ext uri="{9D8B030D-6E8A-4147-A177-3AD203B41FA5}">
                      <a16:colId xmlns:a16="http://schemas.microsoft.com/office/drawing/2014/main" val="1573749978"/>
                    </a:ext>
                  </a:extLst>
                </a:gridCol>
                <a:gridCol w="734291">
                  <a:extLst>
                    <a:ext uri="{9D8B030D-6E8A-4147-A177-3AD203B41FA5}">
                      <a16:colId xmlns:a16="http://schemas.microsoft.com/office/drawing/2014/main" val="33058003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15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9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12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6</a:t>
                      </a:r>
                      <a:endParaRPr lang="es-NI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195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-15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-10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-5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-5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43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-1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7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1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759534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A81BC7C8-2677-679D-D62B-4E7F99A34D8D}"/>
              </a:ext>
            </a:extLst>
          </p:cNvPr>
          <p:cNvSpPr txBox="1"/>
          <p:nvPr/>
        </p:nvSpPr>
        <p:spPr>
          <a:xfrm>
            <a:off x="484908" y="3821966"/>
            <a:ext cx="13208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  3F2 </a:t>
            </a:r>
          </a:p>
          <a:p>
            <a:r>
              <a:rPr lang="es-MX" sz="2400" dirty="0"/>
              <a:t>- 5F1</a:t>
            </a:r>
            <a:endParaRPr lang="es-NI" sz="2400" dirty="0"/>
          </a:p>
        </p:txBody>
      </p:sp>
      <p:graphicFrame>
        <p:nvGraphicFramePr>
          <p:cNvPr id="17" name="Tabla 3">
            <a:extLst>
              <a:ext uri="{FF2B5EF4-FFF2-40B4-BE49-F238E27FC236}">
                <a16:creationId xmlns:a16="http://schemas.microsoft.com/office/drawing/2014/main" id="{F87B12AF-ACCC-7C97-9325-BBD6C6F18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184187"/>
              </p:ext>
            </p:extLst>
          </p:nvPr>
        </p:nvGraphicFramePr>
        <p:xfrm>
          <a:off x="7198304" y="3745767"/>
          <a:ext cx="2867891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436">
                  <a:extLst>
                    <a:ext uri="{9D8B030D-6E8A-4147-A177-3AD203B41FA5}">
                      <a16:colId xmlns:a16="http://schemas.microsoft.com/office/drawing/2014/main" val="3148739543"/>
                    </a:ext>
                  </a:extLst>
                </a:gridCol>
                <a:gridCol w="748145">
                  <a:extLst>
                    <a:ext uri="{9D8B030D-6E8A-4147-A177-3AD203B41FA5}">
                      <a16:colId xmlns:a16="http://schemas.microsoft.com/office/drawing/2014/main" val="1623618210"/>
                    </a:ext>
                  </a:extLst>
                </a:gridCol>
                <a:gridCol w="665019">
                  <a:extLst>
                    <a:ext uri="{9D8B030D-6E8A-4147-A177-3AD203B41FA5}">
                      <a16:colId xmlns:a16="http://schemas.microsoft.com/office/drawing/2014/main" val="1573749978"/>
                    </a:ext>
                  </a:extLst>
                </a:gridCol>
                <a:gridCol w="734291">
                  <a:extLst>
                    <a:ext uri="{9D8B030D-6E8A-4147-A177-3AD203B41FA5}">
                      <a16:colId xmlns:a16="http://schemas.microsoft.com/office/drawing/2014/main" val="33058003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400" dirty="0"/>
                        <a:t>12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12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-12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12</a:t>
                      </a:r>
                      <a:endParaRPr lang="es-NI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195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2400" dirty="0"/>
                        <a:t>-12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-8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-4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-4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43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4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-16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8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759534"/>
                  </a:ext>
                </a:extLst>
              </a:tr>
            </a:tbl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06E7E83C-7CF6-7B0D-95CA-9586A11BFF88}"/>
              </a:ext>
            </a:extLst>
          </p:cNvPr>
          <p:cNvSpPr txBox="1"/>
          <p:nvPr/>
        </p:nvSpPr>
        <p:spPr>
          <a:xfrm>
            <a:off x="6249555" y="3811551"/>
            <a:ext cx="13208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  3F3 </a:t>
            </a:r>
          </a:p>
          <a:p>
            <a:r>
              <a:rPr lang="es-MX" sz="2400" dirty="0"/>
              <a:t>- 4F1</a:t>
            </a:r>
          </a:p>
        </p:txBody>
      </p:sp>
      <p:graphicFrame>
        <p:nvGraphicFramePr>
          <p:cNvPr id="19" name="Tabla 2">
            <a:extLst>
              <a:ext uri="{FF2B5EF4-FFF2-40B4-BE49-F238E27FC236}">
                <a16:creationId xmlns:a16="http://schemas.microsoft.com/office/drawing/2014/main" id="{AD55F180-D8AF-F30E-1A62-04F18477BB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298535"/>
              </p:ext>
            </p:extLst>
          </p:nvPr>
        </p:nvGraphicFramePr>
        <p:xfrm>
          <a:off x="1961091" y="1167072"/>
          <a:ext cx="2914075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8911">
                  <a:extLst>
                    <a:ext uri="{9D8B030D-6E8A-4147-A177-3AD203B41FA5}">
                      <a16:colId xmlns:a16="http://schemas.microsoft.com/office/drawing/2014/main" val="2661888149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781157099"/>
                    </a:ext>
                  </a:extLst>
                </a:gridCol>
                <a:gridCol w="720436">
                  <a:extLst>
                    <a:ext uri="{9D8B030D-6E8A-4147-A177-3AD203B41FA5}">
                      <a16:colId xmlns:a16="http://schemas.microsoft.com/office/drawing/2014/main" val="3088546820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2864053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087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642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9965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242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4" grpId="0"/>
      <p:bldP spid="16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363134"/>
            <a:ext cx="2552123" cy="358342"/>
          </a:xfrm>
          <a:prstGeom prst="rect">
            <a:avLst/>
          </a:prstGeom>
          <a:gradFill>
            <a:gsLst>
              <a:gs pos="0">
                <a:srgbClr val="001C7D"/>
              </a:gs>
              <a:gs pos="23023">
                <a:srgbClr val="C00812"/>
              </a:gs>
              <a:gs pos="77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 err="1"/>
              <a:t>Gausss</a:t>
            </a:r>
            <a:endParaRPr lang="es-ES" sz="12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918333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3A721BE-0E50-B80D-034D-8D0A1563A142}"/>
              </a:ext>
            </a:extLst>
          </p:cNvPr>
          <p:cNvSpPr/>
          <p:nvPr/>
        </p:nvSpPr>
        <p:spPr>
          <a:xfrm>
            <a:off x="346364" y="-77173"/>
            <a:ext cx="1154083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Paso 4: </a:t>
            </a:r>
            <a:r>
              <a:rPr lang="es-ES" sz="3600" b="1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Convertimos en cero a</a:t>
            </a:r>
            <a:r>
              <a:rPr lang="es-ES" sz="3600" b="1" baseline="-2500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32</a:t>
            </a:r>
            <a:endParaRPr lang="es-ES" sz="3600" b="1" cap="none" spc="0" baseline="-2500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316F7F55-EF6F-22AF-587F-D27C2AB53CB6}"/>
              </a:ext>
            </a:extLst>
          </p:cNvPr>
          <p:cNvCxnSpPr>
            <a:cxnSpLocks/>
          </p:cNvCxnSpPr>
          <p:nvPr/>
        </p:nvCxnSpPr>
        <p:spPr>
          <a:xfrm>
            <a:off x="4875166" y="1961880"/>
            <a:ext cx="1326117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8BF0E47-8EC0-5FAE-04C1-40423812D185}"/>
              </a:ext>
            </a:extLst>
          </p:cNvPr>
          <p:cNvSpPr txBox="1"/>
          <p:nvPr/>
        </p:nvSpPr>
        <p:spPr>
          <a:xfrm>
            <a:off x="4938369" y="1562033"/>
            <a:ext cx="128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F3 + 4F2 </a:t>
            </a:r>
            <a:endParaRPr lang="es-NI" dirty="0"/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44280634-0EBD-3F92-DE7E-4BB288F08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716323"/>
              </p:ext>
            </p:extLst>
          </p:nvPr>
        </p:nvGraphicFramePr>
        <p:xfrm>
          <a:off x="4487142" y="3446191"/>
          <a:ext cx="2867891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436">
                  <a:extLst>
                    <a:ext uri="{9D8B030D-6E8A-4147-A177-3AD203B41FA5}">
                      <a16:colId xmlns:a16="http://schemas.microsoft.com/office/drawing/2014/main" val="3148739543"/>
                    </a:ext>
                  </a:extLst>
                </a:gridCol>
                <a:gridCol w="748145">
                  <a:extLst>
                    <a:ext uri="{9D8B030D-6E8A-4147-A177-3AD203B41FA5}">
                      <a16:colId xmlns:a16="http://schemas.microsoft.com/office/drawing/2014/main" val="1623618210"/>
                    </a:ext>
                  </a:extLst>
                </a:gridCol>
                <a:gridCol w="665019">
                  <a:extLst>
                    <a:ext uri="{9D8B030D-6E8A-4147-A177-3AD203B41FA5}">
                      <a16:colId xmlns:a16="http://schemas.microsoft.com/office/drawing/2014/main" val="1573749978"/>
                    </a:ext>
                  </a:extLst>
                </a:gridCol>
                <a:gridCol w="734291">
                  <a:extLst>
                    <a:ext uri="{9D8B030D-6E8A-4147-A177-3AD203B41FA5}">
                      <a16:colId xmlns:a16="http://schemas.microsoft.com/office/drawing/2014/main" val="33058003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4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-16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8</a:t>
                      </a:r>
                      <a:endParaRPr lang="es-NI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195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-4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28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4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43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12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12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759534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A81BC7C8-2677-679D-D62B-4E7F99A34D8D}"/>
              </a:ext>
            </a:extLst>
          </p:cNvPr>
          <p:cNvSpPr txBox="1"/>
          <p:nvPr/>
        </p:nvSpPr>
        <p:spPr>
          <a:xfrm>
            <a:off x="3697432" y="3512349"/>
            <a:ext cx="13208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  F3 </a:t>
            </a:r>
          </a:p>
          <a:p>
            <a:r>
              <a:rPr lang="es-MX" sz="2400" dirty="0"/>
              <a:t>4F2</a:t>
            </a:r>
            <a:endParaRPr lang="es-NI" sz="2400" dirty="0"/>
          </a:p>
        </p:txBody>
      </p:sp>
      <p:graphicFrame>
        <p:nvGraphicFramePr>
          <p:cNvPr id="19" name="Tabla 2">
            <a:extLst>
              <a:ext uri="{FF2B5EF4-FFF2-40B4-BE49-F238E27FC236}">
                <a16:creationId xmlns:a16="http://schemas.microsoft.com/office/drawing/2014/main" id="{892A607F-58E2-FB64-00FD-F93155007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829394"/>
              </p:ext>
            </p:extLst>
          </p:nvPr>
        </p:nvGraphicFramePr>
        <p:xfrm>
          <a:off x="1825338" y="1245565"/>
          <a:ext cx="2914075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434">
                  <a:extLst>
                    <a:ext uri="{9D8B030D-6E8A-4147-A177-3AD203B41FA5}">
                      <a16:colId xmlns:a16="http://schemas.microsoft.com/office/drawing/2014/main" val="2661888149"/>
                    </a:ext>
                  </a:extLst>
                </a:gridCol>
                <a:gridCol w="725059">
                  <a:extLst>
                    <a:ext uri="{9D8B030D-6E8A-4147-A177-3AD203B41FA5}">
                      <a16:colId xmlns:a16="http://schemas.microsoft.com/office/drawing/2014/main" val="2781157099"/>
                    </a:ext>
                  </a:extLst>
                </a:gridCol>
                <a:gridCol w="720436">
                  <a:extLst>
                    <a:ext uri="{9D8B030D-6E8A-4147-A177-3AD203B41FA5}">
                      <a16:colId xmlns:a16="http://schemas.microsoft.com/office/drawing/2014/main" val="3088546820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2864053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087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642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-16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9965713"/>
                  </a:ext>
                </a:extLst>
              </a:tr>
            </a:tbl>
          </a:graphicData>
        </a:graphic>
      </p:graphicFrame>
      <p:graphicFrame>
        <p:nvGraphicFramePr>
          <p:cNvPr id="20" name="Tabla 2">
            <a:extLst>
              <a:ext uri="{FF2B5EF4-FFF2-40B4-BE49-F238E27FC236}">
                <a16:creationId xmlns:a16="http://schemas.microsoft.com/office/drawing/2014/main" id="{C2A40DEB-595F-7251-631D-F8BCE383B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33478"/>
              </p:ext>
            </p:extLst>
          </p:nvPr>
        </p:nvGraphicFramePr>
        <p:xfrm>
          <a:off x="6549738" y="1276080"/>
          <a:ext cx="2914075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434">
                  <a:extLst>
                    <a:ext uri="{9D8B030D-6E8A-4147-A177-3AD203B41FA5}">
                      <a16:colId xmlns:a16="http://schemas.microsoft.com/office/drawing/2014/main" val="2661888149"/>
                    </a:ext>
                  </a:extLst>
                </a:gridCol>
                <a:gridCol w="725059">
                  <a:extLst>
                    <a:ext uri="{9D8B030D-6E8A-4147-A177-3AD203B41FA5}">
                      <a16:colId xmlns:a16="http://schemas.microsoft.com/office/drawing/2014/main" val="2781157099"/>
                    </a:ext>
                  </a:extLst>
                </a:gridCol>
                <a:gridCol w="720436">
                  <a:extLst>
                    <a:ext uri="{9D8B030D-6E8A-4147-A177-3AD203B41FA5}">
                      <a16:colId xmlns:a16="http://schemas.microsoft.com/office/drawing/2014/main" val="3088546820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2864053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087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642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9965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0399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363134"/>
            <a:ext cx="2552123" cy="358342"/>
          </a:xfrm>
          <a:prstGeom prst="rect">
            <a:avLst/>
          </a:prstGeom>
          <a:gradFill>
            <a:gsLst>
              <a:gs pos="0">
                <a:srgbClr val="001C7D"/>
              </a:gs>
              <a:gs pos="23023">
                <a:srgbClr val="C00812"/>
              </a:gs>
              <a:gs pos="77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 err="1"/>
              <a:t>Gausss</a:t>
            </a:r>
            <a:endParaRPr lang="es-ES" sz="12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918333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3A721BE-0E50-B80D-034D-8D0A1563A142}"/>
              </a:ext>
            </a:extLst>
          </p:cNvPr>
          <p:cNvSpPr/>
          <p:nvPr/>
        </p:nvSpPr>
        <p:spPr>
          <a:xfrm>
            <a:off x="346364" y="-77173"/>
            <a:ext cx="1154083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Paso </a:t>
            </a:r>
            <a:r>
              <a:rPr lang="es-ES" sz="3600" b="1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5</a:t>
            </a:r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: </a:t>
            </a:r>
            <a:r>
              <a:rPr lang="es-ES" sz="3600" b="1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Convertimos la matriz resultante nuevamente en un sistema de ecuaciones</a:t>
            </a:r>
            <a:endParaRPr lang="es-ES" sz="3600" b="1" cap="none" spc="0" baseline="-2500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316F7F55-EF6F-22AF-587F-D27C2AB53CB6}"/>
              </a:ext>
            </a:extLst>
          </p:cNvPr>
          <p:cNvCxnSpPr>
            <a:cxnSpLocks/>
          </p:cNvCxnSpPr>
          <p:nvPr/>
        </p:nvCxnSpPr>
        <p:spPr>
          <a:xfrm>
            <a:off x="4916730" y="2580164"/>
            <a:ext cx="1326117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a 2">
            <a:extLst>
              <a:ext uri="{FF2B5EF4-FFF2-40B4-BE49-F238E27FC236}">
                <a16:creationId xmlns:a16="http://schemas.microsoft.com/office/drawing/2014/main" id="{C2A40DEB-595F-7251-631D-F8BCE383B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059055"/>
              </p:ext>
            </p:extLst>
          </p:nvPr>
        </p:nvGraphicFramePr>
        <p:xfrm>
          <a:off x="2045821" y="1927596"/>
          <a:ext cx="2914075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434">
                  <a:extLst>
                    <a:ext uri="{9D8B030D-6E8A-4147-A177-3AD203B41FA5}">
                      <a16:colId xmlns:a16="http://schemas.microsoft.com/office/drawing/2014/main" val="2661888149"/>
                    </a:ext>
                  </a:extLst>
                </a:gridCol>
                <a:gridCol w="725059">
                  <a:extLst>
                    <a:ext uri="{9D8B030D-6E8A-4147-A177-3AD203B41FA5}">
                      <a16:colId xmlns:a16="http://schemas.microsoft.com/office/drawing/2014/main" val="2781157099"/>
                    </a:ext>
                  </a:extLst>
                </a:gridCol>
                <a:gridCol w="720436">
                  <a:extLst>
                    <a:ext uri="{9D8B030D-6E8A-4147-A177-3AD203B41FA5}">
                      <a16:colId xmlns:a16="http://schemas.microsoft.com/office/drawing/2014/main" val="3088546820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2864053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087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642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  <a:endParaRPr lang="es-NI" sz="24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9965713"/>
                  </a:ext>
                </a:extLst>
              </a:tr>
            </a:tbl>
          </a:graphicData>
        </a:graphic>
      </p:graphicFrame>
      <p:grpSp>
        <p:nvGrpSpPr>
          <p:cNvPr id="15" name="Grupo 14">
            <a:extLst>
              <a:ext uri="{FF2B5EF4-FFF2-40B4-BE49-F238E27FC236}">
                <a16:creationId xmlns:a16="http://schemas.microsoft.com/office/drawing/2014/main" id="{82660354-78A4-7101-858E-5DA3CA9F7C8B}"/>
              </a:ext>
            </a:extLst>
          </p:cNvPr>
          <p:cNvGrpSpPr/>
          <p:nvPr/>
        </p:nvGrpSpPr>
        <p:grpSpPr>
          <a:xfrm>
            <a:off x="6553755" y="1990276"/>
            <a:ext cx="2846959" cy="1246239"/>
            <a:chOff x="1395347" y="966796"/>
            <a:chExt cx="2846959" cy="12462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044D74CC-C314-2D16-8B75-67587F11440F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48420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MX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MX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044D74CC-C314-2D16-8B75-67587F1144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484205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229" r="-1229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16025A4F-C095-E507-2925-13F548662E02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44387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MX" sz="2400" b="0" i="0" smtClean="0">
                            <a:latin typeface="Cambria Math" panose="02040503050406030204" pitchFamily="18" charset="0"/>
                          </a:rPr>
                          <m:t>       </m:t>
                        </m:r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MX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16025A4F-C095-E507-2925-13F548662E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443874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2750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E6D96F73-C349-F023-098C-412DBB52260B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46638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MX" sz="24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12</a:t>
                  </a:r>
                </a:p>
              </p:txBody>
            </p:sp>
          </mc:Choice>
          <mc:Fallback xmlns="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E6D96F73-C349-F023-098C-412DBB5226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466381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48" t="-26667" r="-6436" b="-5000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Abrir llave 21">
              <a:extLst>
                <a:ext uri="{FF2B5EF4-FFF2-40B4-BE49-F238E27FC236}">
                  <a16:creationId xmlns:a16="http://schemas.microsoft.com/office/drawing/2014/main" id="{CA5B6476-8B41-BF4B-6688-BB66F8A4DDC1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</p:spTree>
    <p:extLst>
      <p:ext uri="{BB962C8B-B14F-4D97-AF65-F5344CB8AC3E}">
        <p14:creationId xmlns:p14="http://schemas.microsoft.com/office/powerpoint/2010/main" val="3862987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363134"/>
            <a:ext cx="2552123" cy="358342"/>
          </a:xfrm>
          <a:prstGeom prst="rect">
            <a:avLst/>
          </a:prstGeom>
          <a:gradFill>
            <a:gsLst>
              <a:gs pos="0">
                <a:srgbClr val="001C7D"/>
              </a:gs>
              <a:gs pos="23023">
                <a:srgbClr val="C00812"/>
              </a:gs>
              <a:gs pos="77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 err="1"/>
              <a:t>Gausss</a:t>
            </a:r>
            <a:endParaRPr lang="es-ES" sz="12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918333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3A721BE-0E50-B80D-034D-8D0A1563A142}"/>
              </a:ext>
            </a:extLst>
          </p:cNvPr>
          <p:cNvSpPr/>
          <p:nvPr/>
        </p:nvSpPr>
        <p:spPr>
          <a:xfrm>
            <a:off x="346364" y="-77173"/>
            <a:ext cx="1154083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Paso 6: </a:t>
            </a:r>
            <a:r>
              <a:rPr lang="es-ES" sz="3600" b="1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Realizamos los despejes correspondientes</a:t>
            </a:r>
            <a:endParaRPr lang="es-ES" sz="3600" b="1" cap="none" spc="0" baseline="-2500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74763C5C-829D-3B78-B327-D084607F1CDD}"/>
              </a:ext>
            </a:extLst>
          </p:cNvPr>
          <p:cNvCxnSpPr>
            <a:cxnSpLocks/>
          </p:cNvCxnSpPr>
          <p:nvPr/>
        </p:nvCxnSpPr>
        <p:spPr>
          <a:xfrm>
            <a:off x="3893127" y="775855"/>
            <a:ext cx="0" cy="5223163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CB65245-1338-8CB1-5D2E-07B8C18F61C7}"/>
              </a:ext>
            </a:extLst>
          </p:cNvPr>
          <p:cNvCxnSpPr>
            <a:cxnSpLocks/>
          </p:cNvCxnSpPr>
          <p:nvPr/>
        </p:nvCxnSpPr>
        <p:spPr>
          <a:xfrm>
            <a:off x="7495309" y="775855"/>
            <a:ext cx="0" cy="5223163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B644CF76-806F-FE13-F019-67C2D9B841B8}"/>
              </a:ext>
            </a:extLst>
          </p:cNvPr>
          <p:cNvSpPr txBox="1"/>
          <p:nvPr/>
        </p:nvSpPr>
        <p:spPr>
          <a:xfrm>
            <a:off x="346364" y="700920"/>
            <a:ext cx="335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Despejamos Z en la tercera ecuación</a:t>
            </a:r>
            <a:endParaRPr lang="es-NI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2AE2475-03A9-2BC4-9182-3B43662E9644}"/>
              </a:ext>
            </a:extLst>
          </p:cNvPr>
          <p:cNvSpPr txBox="1"/>
          <p:nvPr/>
        </p:nvSpPr>
        <p:spPr>
          <a:xfrm>
            <a:off x="4088827" y="757534"/>
            <a:ext cx="335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Despejamos Y en la Segunda ecuación</a:t>
            </a:r>
            <a:endParaRPr lang="es-NI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16B2A6B-7948-BAB5-F867-3A742B0C6A0C}"/>
              </a:ext>
            </a:extLst>
          </p:cNvPr>
          <p:cNvSpPr txBox="1"/>
          <p:nvPr/>
        </p:nvSpPr>
        <p:spPr>
          <a:xfrm>
            <a:off x="7691008" y="808978"/>
            <a:ext cx="335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Despejamos X en la Primera ecuación</a:t>
            </a:r>
            <a:endParaRPr lang="es-NI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D5E5ED64-5D9D-9559-E528-912E849D2837}"/>
                  </a:ext>
                </a:extLst>
              </p:cNvPr>
              <p:cNvSpPr txBox="1"/>
              <p:nvPr/>
            </p:nvSpPr>
            <p:spPr>
              <a:xfrm>
                <a:off x="1073886" y="1560323"/>
                <a:ext cx="13474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s-NI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NI" sz="24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NI" sz="2400" dirty="0"/>
                  <a:t>12</a:t>
                </a:r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D5E5ED64-5D9D-9559-E528-912E849D2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886" y="1560323"/>
                <a:ext cx="1347484" cy="369332"/>
              </a:xfrm>
              <a:prstGeom prst="rect">
                <a:avLst/>
              </a:prstGeom>
              <a:blipFill>
                <a:blip r:embed="rId2"/>
                <a:stretch>
                  <a:fillRect l="-7692" t="-26230" b="-47541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7EBC313-89E2-970B-199C-CBD46500D075}"/>
                  </a:ext>
                </a:extLst>
              </p:cNvPr>
              <p:cNvSpPr txBox="1"/>
              <p:nvPr/>
            </p:nvSpPr>
            <p:spPr>
              <a:xfrm>
                <a:off x="1025236" y="2114321"/>
                <a:ext cx="134748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NI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NI" sz="24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NI" sz="2400" dirty="0"/>
                  <a:t>12 / 12</a:t>
                </a: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7EBC313-89E2-970B-199C-CBD46500D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236" y="2114321"/>
                <a:ext cx="1347485" cy="369332"/>
              </a:xfrm>
              <a:prstGeom prst="rect">
                <a:avLst/>
              </a:prstGeom>
              <a:blipFill>
                <a:blip r:embed="rId3"/>
                <a:stretch>
                  <a:fillRect l="-5430" t="-26667" r="-12670" b="-5000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3792BE6E-E68A-8596-C03E-F199D91858C6}"/>
                  </a:ext>
                </a:extLst>
              </p:cNvPr>
              <p:cNvSpPr txBox="1"/>
              <p:nvPr/>
            </p:nvSpPr>
            <p:spPr>
              <a:xfrm>
                <a:off x="1397366" y="2702272"/>
                <a:ext cx="6245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NI" sz="2400" b="1" i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es-NI" sz="2400" b="1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NI" sz="2400" b="1" dirty="0"/>
                  <a:t>1</a:t>
                </a:r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3792BE6E-E68A-8596-C03E-F199D9185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366" y="2702272"/>
                <a:ext cx="624530" cy="369332"/>
              </a:xfrm>
              <a:prstGeom prst="rect">
                <a:avLst/>
              </a:prstGeom>
              <a:blipFill>
                <a:blip r:embed="rId4"/>
                <a:stretch>
                  <a:fillRect l="-12621" t="-24590" r="-29126" b="-4918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800AAEE0-66EC-2277-B929-E0C3EC2059B7}"/>
                  </a:ext>
                </a:extLst>
              </p:cNvPr>
              <p:cNvSpPr txBox="1"/>
              <p:nvPr/>
            </p:nvSpPr>
            <p:spPr>
              <a:xfrm>
                <a:off x="4735262" y="1560323"/>
                <a:ext cx="19052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800AAEE0-66EC-2277-B929-E0C3EC205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5262" y="1560323"/>
                <a:ext cx="1905265" cy="369332"/>
              </a:xfrm>
              <a:prstGeom prst="rect">
                <a:avLst/>
              </a:prstGeom>
              <a:blipFill>
                <a:blip r:embed="rId5"/>
                <a:stretch>
                  <a:fillRect l="-641" r="-3526" b="-2459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346807C1-59C2-7BAF-4B12-FAF5D745C777}"/>
                  </a:ext>
                </a:extLst>
              </p:cNvPr>
              <p:cNvSpPr txBox="1"/>
              <p:nvPr/>
            </p:nvSpPr>
            <p:spPr>
              <a:xfrm>
                <a:off x="4581439" y="2126998"/>
                <a:ext cx="217732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(1)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346807C1-59C2-7BAF-4B12-FAF5D745C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439" y="2126998"/>
                <a:ext cx="2177327" cy="369332"/>
              </a:xfrm>
              <a:prstGeom prst="rect">
                <a:avLst/>
              </a:prstGeom>
              <a:blipFill>
                <a:blip r:embed="rId6"/>
                <a:stretch>
                  <a:fillRect l="-560" r="-2801" b="-3278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E6ADCADC-9137-5759-908E-9AC0C0F44D1B}"/>
                  </a:ext>
                </a:extLst>
              </p:cNvPr>
              <p:cNvSpPr txBox="1"/>
              <p:nvPr/>
            </p:nvSpPr>
            <p:spPr>
              <a:xfrm>
                <a:off x="4777056" y="2715147"/>
                <a:ext cx="17936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s-NI" sz="240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E6ADCADC-9137-5759-908E-9AC0C0F44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056" y="2715147"/>
                <a:ext cx="1793696" cy="369332"/>
              </a:xfrm>
              <a:prstGeom prst="rect">
                <a:avLst/>
              </a:prstGeom>
              <a:blipFill>
                <a:blip r:embed="rId7"/>
                <a:stretch>
                  <a:fillRect r="-2381" b="-2459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B190B10A-4905-CA68-D40F-06D12D22AF77}"/>
                  </a:ext>
                </a:extLst>
              </p:cNvPr>
              <p:cNvSpPr txBox="1"/>
              <p:nvPr/>
            </p:nvSpPr>
            <p:spPr>
              <a:xfrm>
                <a:off x="4882671" y="3283050"/>
                <a:ext cx="17509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1−7</m:t>
                      </m:r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B190B10A-4905-CA68-D40F-06D12D22A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671" y="3283050"/>
                <a:ext cx="1750929" cy="369332"/>
              </a:xfrm>
              <a:prstGeom prst="rect">
                <a:avLst/>
              </a:prstGeom>
              <a:blipFill>
                <a:blip r:embed="rId8"/>
                <a:stretch>
                  <a:fillRect l="-697" r="-3833" b="-2666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86FA8E15-6D50-E18F-3965-0AC0C66A3EE8}"/>
                  </a:ext>
                </a:extLst>
              </p:cNvPr>
              <p:cNvSpPr txBox="1"/>
              <p:nvPr/>
            </p:nvSpPr>
            <p:spPr>
              <a:xfrm>
                <a:off x="5036046" y="3743950"/>
                <a:ext cx="14441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−6</m:t>
                      </m:r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86FA8E15-6D50-E18F-3965-0AC0C66A3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046" y="3743950"/>
                <a:ext cx="1444178" cy="369332"/>
              </a:xfrm>
              <a:prstGeom prst="rect">
                <a:avLst/>
              </a:prstGeom>
              <a:blipFill>
                <a:blip r:embed="rId9"/>
                <a:stretch>
                  <a:fillRect l="-422" r="-4641" b="-2459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5E83578D-CAAC-22A1-3675-4B76299CF65D}"/>
                  </a:ext>
                </a:extLst>
              </p:cNvPr>
              <p:cNvSpPr txBox="1"/>
              <p:nvPr/>
            </p:nvSpPr>
            <p:spPr>
              <a:xfrm>
                <a:off x="5096403" y="4271075"/>
                <a:ext cx="14826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NI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NI" sz="240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400" b="0" i="0" smtClean="0">
                        <a:latin typeface="Cambria Math" panose="02040503050406030204" pitchFamily="18" charset="0"/>
                      </a:rPr>
                      <m:t>−6</m:t>
                    </m:r>
                  </m:oMath>
                </a14:m>
                <a:r>
                  <a:rPr lang="es-NI" sz="2400" dirty="0"/>
                  <a:t> / -1</a:t>
                </a:r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5E83578D-CAAC-22A1-3675-4B76299CF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403" y="4271075"/>
                <a:ext cx="1482650" cy="369332"/>
              </a:xfrm>
              <a:prstGeom prst="rect">
                <a:avLst/>
              </a:prstGeom>
              <a:blipFill>
                <a:blip r:embed="rId10"/>
                <a:stretch>
                  <a:fillRect l="-7407" t="-26667" r="-11934" b="-5000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1D5C2389-F45E-0698-548A-B349AF49A905}"/>
                  </a:ext>
                </a:extLst>
              </p:cNvPr>
              <p:cNvSpPr txBox="1"/>
              <p:nvPr/>
            </p:nvSpPr>
            <p:spPr>
              <a:xfrm>
                <a:off x="5413534" y="4746182"/>
                <a:ext cx="8377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24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s-NI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1" i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s-NI" sz="2400" b="1" dirty="0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1D5C2389-F45E-0698-548A-B349AF49A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534" y="4746182"/>
                <a:ext cx="837793" cy="369332"/>
              </a:xfrm>
              <a:prstGeom prst="rect">
                <a:avLst/>
              </a:prstGeom>
              <a:blipFill>
                <a:blip r:embed="rId11"/>
                <a:stretch>
                  <a:fillRect l="-8759" r="-8759" b="-2666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13D4592D-ABF5-60A1-7A69-FA37B4EF664A}"/>
                  </a:ext>
                </a:extLst>
              </p:cNvPr>
              <p:cNvSpPr txBox="1"/>
              <p:nvPr/>
            </p:nvSpPr>
            <p:spPr>
              <a:xfrm>
                <a:off x="8124437" y="1560323"/>
                <a:ext cx="248420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13D4592D-ABF5-60A1-7A69-FA37B4EF6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4437" y="1560323"/>
                <a:ext cx="2484205" cy="369332"/>
              </a:xfrm>
              <a:prstGeom prst="rect">
                <a:avLst/>
              </a:prstGeom>
              <a:blipFill>
                <a:blip r:embed="rId12"/>
                <a:stretch>
                  <a:fillRect l="-1229" r="-1229" b="-2459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0740AB1D-7EDC-EB7D-80A9-962DA7DA17DC}"/>
                  </a:ext>
                </a:extLst>
              </p:cNvPr>
              <p:cNvSpPr txBox="1"/>
              <p:nvPr/>
            </p:nvSpPr>
            <p:spPr>
              <a:xfrm>
                <a:off x="8150082" y="2084090"/>
                <a:ext cx="26820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2(6) 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  1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0740AB1D-7EDC-EB7D-80A9-962DA7DA1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082" y="2084090"/>
                <a:ext cx="2682081" cy="369332"/>
              </a:xfrm>
              <a:prstGeom prst="rect">
                <a:avLst/>
              </a:prstGeom>
              <a:blipFill>
                <a:blip r:embed="rId13"/>
                <a:stretch>
                  <a:fillRect l="-2273" r="-2273" b="-3500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BED20585-BA15-3CCC-C1B5-C22A16985316}"/>
                  </a:ext>
                </a:extLst>
              </p:cNvPr>
              <p:cNvSpPr txBox="1"/>
              <p:nvPr/>
            </p:nvSpPr>
            <p:spPr>
              <a:xfrm>
                <a:off x="8343058" y="2555849"/>
                <a:ext cx="242560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12 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  1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BED20585-BA15-3CCC-C1B5-C22A16985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058" y="2555849"/>
                <a:ext cx="2425600" cy="369332"/>
              </a:xfrm>
              <a:prstGeom prst="rect">
                <a:avLst/>
              </a:prstGeom>
              <a:blipFill>
                <a:blip r:embed="rId14"/>
                <a:stretch>
                  <a:fillRect l="-2764" r="-2513" b="-655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CAEEC1FA-BC02-BDB2-3797-32CC7EC04911}"/>
                  </a:ext>
                </a:extLst>
              </p:cNvPr>
              <p:cNvSpPr txBox="1"/>
              <p:nvPr/>
            </p:nvSpPr>
            <p:spPr>
              <a:xfrm>
                <a:off x="8647303" y="3043121"/>
                <a:ext cx="168764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13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CAEEC1FA-BC02-BDB2-3797-32CC7EC04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303" y="3043121"/>
                <a:ext cx="1687641" cy="369332"/>
              </a:xfrm>
              <a:prstGeom prst="rect">
                <a:avLst/>
              </a:prstGeom>
              <a:blipFill>
                <a:blip r:embed="rId15"/>
                <a:stretch>
                  <a:fillRect l="-3986" r="-3986" b="-655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5D152BD9-AD57-DF01-D9AB-1B1137712012}"/>
                  </a:ext>
                </a:extLst>
              </p:cNvPr>
              <p:cNvSpPr txBox="1"/>
              <p:nvPr/>
            </p:nvSpPr>
            <p:spPr>
              <a:xfrm>
                <a:off x="8712037" y="3516227"/>
                <a:ext cx="168764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1−13</m:t>
                      </m:r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5D152BD9-AD57-DF01-D9AB-1B1137712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037" y="3516227"/>
                <a:ext cx="1687641" cy="369332"/>
              </a:xfrm>
              <a:prstGeom prst="rect">
                <a:avLst/>
              </a:prstGeom>
              <a:blipFill>
                <a:blip r:embed="rId16"/>
                <a:stretch>
                  <a:fillRect l="-3610" r="-4332" b="-666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6F26AF9A-9344-72BD-6666-6CF6F4935D21}"/>
                  </a:ext>
                </a:extLst>
              </p:cNvPr>
              <p:cNvSpPr txBox="1"/>
              <p:nvPr/>
            </p:nvSpPr>
            <p:spPr>
              <a:xfrm>
                <a:off x="8865411" y="3983910"/>
                <a:ext cx="13808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−12</m:t>
                      </m:r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6F26AF9A-9344-72BD-6666-6CF6F4935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411" y="3983910"/>
                <a:ext cx="1380891" cy="369332"/>
              </a:xfrm>
              <a:prstGeom prst="rect">
                <a:avLst/>
              </a:prstGeom>
              <a:blipFill>
                <a:blip r:embed="rId17"/>
                <a:stretch>
                  <a:fillRect l="-4405" r="-5286" b="-666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45F9071A-8EA9-815C-8966-60B3F986EF4E}"/>
                  </a:ext>
                </a:extLst>
              </p:cNvPr>
              <p:cNvSpPr txBox="1"/>
              <p:nvPr/>
            </p:nvSpPr>
            <p:spPr>
              <a:xfrm>
                <a:off x="8722743" y="4467632"/>
                <a:ext cx="16662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−12 / 3</m:t>
                      </m:r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45F9071A-8EA9-815C-8966-60B3F986E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2743" y="4467632"/>
                <a:ext cx="1666225" cy="369332"/>
              </a:xfrm>
              <a:prstGeom prst="rect">
                <a:avLst/>
              </a:prstGeom>
              <a:blipFill>
                <a:blip r:embed="rId18"/>
                <a:stretch>
                  <a:fillRect l="-2198" r="-4029" b="-3500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57A503E5-438A-2A52-5939-770E53178167}"/>
                  </a:ext>
                </a:extLst>
              </p:cNvPr>
              <p:cNvSpPr txBox="1"/>
              <p:nvPr/>
            </p:nvSpPr>
            <p:spPr>
              <a:xfrm>
                <a:off x="9077006" y="4930848"/>
                <a:ext cx="95769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NI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NI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400" b="1" i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s-NI" sz="2400" b="1" dirty="0"/>
                  <a:t>4</a:t>
                </a:r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57A503E5-438A-2A52-5939-770E53178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006" y="4930848"/>
                <a:ext cx="957698" cy="369332"/>
              </a:xfrm>
              <a:prstGeom prst="rect">
                <a:avLst/>
              </a:prstGeom>
              <a:blipFill>
                <a:blip r:embed="rId19"/>
                <a:stretch>
                  <a:fillRect l="-8280" t="-26667" r="-19108" b="-5000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202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1" grpId="0"/>
      <p:bldP spid="32" grpId="0"/>
      <p:bldP spid="33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1AA71C8E-3406-C030-CFB0-5BBC7C96DA2B}"/>
              </a:ext>
            </a:extLst>
          </p:cNvPr>
          <p:cNvSpPr/>
          <p:nvPr/>
        </p:nvSpPr>
        <p:spPr>
          <a:xfrm>
            <a:off x="4707361" y="5069060"/>
            <a:ext cx="6791323" cy="995920"/>
          </a:xfrm>
          <a:prstGeom prst="rect">
            <a:avLst/>
          </a:prstGeom>
          <a:gradFill rotWithShape="0">
            <a:gsLst>
              <a:gs pos="94000">
                <a:srgbClr val="001C7D"/>
              </a:gs>
              <a:gs pos="100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FEF809A-9C84-2E47-B772-DC4D9BAD211D}"/>
              </a:ext>
            </a:extLst>
          </p:cNvPr>
          <p:cNvSpPr/>
          <p:nvPr/>
        </p:nvSpPr>
        <p:spPr>
          <a:xfrm>
            <a:off x="4697291" y="418329"/>
            <a:ext cx="6791323" cy="995920"/>
          </a:xfrm>
          <a:prstGeom prst="rect">
            <a:avLst/>
          </a:prstGeom>
          <a:gradFill rotWithShape="0">
            <a:gsLst>
              <a:gs pos="94000">
                <a:srgbClr val="001C7D"/>
              </a:gs>
              <a:gs pos="100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F587474-DFF0-4DDD-0B03-43D940ECF747}"/>
              </a:ext>
            </a:extLst>
          </p:cNvPr>
          <p:cNvSpPr/>
          <p:nvPr/>
        </p:nvSpPr>
        <p:spPr>
          <a:xfrm>
            <a:off x="4697292" y="1531034"/>
            <a:ext cx="6791323" cy="995920"/>
          </a:xfrm>
          <a:prstGeom prst="rect">
            <a:avLst/>
          </a:prstGeom>
          <a:gradFill rotWithShape="0">
            <a:gsLst>
              <a:gs pos="94000">
                <a:srgbClr val="001C7D"/>
              </a:gs>
              <a:gs pos="100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1EC47C1-D7F2-F531-0683-809ABA633391}"/>
              </a:ext>
            </a:extLst>
          </p:cNvPr>
          <p:cNvSpPr/>
          <p:nvPr/>
        </p:nvSpPr>
        <p:spPr>
          <a:xfrm>
            <a:off x="4697294" y="2710376"/>
            <a:ext cx="6791323" cy="995920"/>
          </a:xfrm>
          <a:prstGeom prst="rect">
            <a:avLst/>
          </a:prstGeom>
          <a:gradFill rotWithShape="0">
            <a:gsLst>
              <a:gs pos="100000">
                <a:srgbClr val="001C7D"/>
              </a:gs>
              <a:gs pos="95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CA25130-DA31-7533-155D-74EFFCAAA16C}"/>
              </a:ext>
            </a:extLst>
          </p:cNvPr>
          <p:cNvSpPr/>
          <p:nvPr/>
        </p:nvSpPr>
        <p:spPr>
          <a:xfrm>
            <a:off x="4697293" y="3889718"/>
            <a:ext cx="6791323" cy="995920"/>
          </a:xfrm>
          <a:prstGeom prst="rect">
            <a:avLst/>
          </a:prstGeom>
          <a:gradFill rotWithShape="0">
            <a:gsLst>
              <a:gs pos="94000">
                <a:srgbClr val="001C7D"/>
              </a:gs>
              <a:gs pos="100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58657EDB-4F7A-C405-C206-F910C85CC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107" y="0"/>
            <a:ext cx="4305300" cy="6721472"/>
          </a:xfrm>
          <a:gradFill>
            <a:gsLst>
              <a:gs pos="1000">
                <a:srgbClr val="B60039"/>
              </a:gs>
              <a:gs pos="10000">
                <a:srgbClr val="001C7D"/>
              </a:gs>
            </a:gsLst>
          </a:gradFill>
        </p:spPr>
        <p:txBody>
          <a:bodyPr rtlCol="0"/>
          <a:lstStyle/>
          <a:p>
            <a:pPr algn="r" rtl="0"/>
            <a:r>
              <a:rPr lang="es-ES" dirty="0">
                <a:solidFill>
                  <a:schemeClr val="bg1"/>
                </a:solidFill>
              </a:rPr>
              <a:t>Esquema del</a:t>
            </a:r>
            <a:br>
              <a:rPr lang="es-ES" dirty="0">
                <a:solidFill>
                  <a:schemeClr val="bg1"/>
                </a:solidFill>
              </a:rPr>
            </a:br>
            <a:r>
              <a:rPr lang="es-ES" dirty="0">
                <a:solidFill>
                  <a:schemeClr val="bg1"/>
                </a:solidFill>
              </a:rPr>
              <a:t>curso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28E46D0F-7710-7F31-D504-6BE9D8452D16}"/>
              </a:ext>
            </a:extLst>
          </p:cNvPr>
          <p:cNvGrpSpPr/>
          <p:nvPr/>
        </p:nvGrpSpPr>
        <p:grpSpPr>
          <a:xfrm>
            <a:off x="5714834" y="497053"/>
            <a:ext cx="5641034" cy="1904954"/>
            <a:chOff x="1150288" y="-1494312"/>
            <a:chExt cx="5641034" cy="2494907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80804032-611D-02F8-41EB-B9C1E6A8B488}"/>
                </a:ext>
              </a:extLst>
            </p:cNvPr>
            <p:cNvSpPr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5F7B33D7-6C16-0DB2-DE68-6536DA3347CC}"/>
                </a:ext>
              </a:extLst>
            </p:cNvPr>
            <p:cNvSpPr txBox="1"/>
            <p:nvPr/>
          </p:nvSpPr>
          <p:spPr>
            <a:xfrm>
              <a:off x="1150288" y="-1494312"/>
              <a:ext cx="5641034" cy="9959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402" tIns="105402" rIns="105402" bIns="105402" numCol="1" spcCol="1270" rtlCol="0" anchor="ctr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900" kern="1200" noProof="0" dirty="0">
                  <a:solidFill>
                    <a:schemeClr val="bg1"/>
                  </a:solidFill>
                </a:rPr>
                <a:t>Matrix Inversa (A</a:t>
              </a:r>
              <a:r>
                <a:rPr lang="es-ES" sz="1900" kern="1200" baseline="30000" noProof="0" dirty="0">
                  <a:solidFill>
                    <a:schemeClr val="bg1"/>
                  </a:solidFill>
                </a:rPr>
                <a:t>-1</a:t>
              </a:r>
              <a:r>
                <a:rPr lang="es-ES" sz="1900" kern="1200" noProof="0" dirty="0">
                  <a:solidFill>
                    <a:schemeClr val="bg1"/>
                  </a:solidFill>
                </a:rPr>
                <a:t>)</a:t>
              </a: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BA511213-EBC6-6385-03C1-74E57CEBF6AF}"/>
              </a:ext>
            </a:extLst>
          </p:cNvPr>
          <p:cNvGrpSpPr/>
          <p:nvPr/>
        </p:nvGrpSpPr>
        <p:grpSpPr>
          <a:xfrm>
            <a:off x="5714834" y="1667962"/>
            <a:ext cx="5641034" cy="771838"/>
            <a:chOff x="1150288" y="4675"/>
            <a:chExt cx="5641034" cy="995920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003EB9EE-314B-6242-55BE-2B5749FB75D8}"/>
                </a:ext>
              </a:extLst>
            </p:cNvPr>
            <p:cNvSpPr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972BD19F-D50D-262E-50F5-E1859DDBEFBF}"/>
                </a:ext>
              </a:extLst>
            </p:cNvPr>
            <p:cNvSpPr txBox="1"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402" tIns="105402" rIns="105402" bIns="105402" numCol="1" spcCol="1270" rtlCol="0" anchor="ctr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900" kern="1200" noProof="0" dirty="0">
                  <a:solidFill>
                    <a:schemeClr val="bg1"/>
                  </a:solidFill>
                </a:rPr>
                <a:t>Método de Gauss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B482D5B4-0776-71D4-95E7-8174C8AA9D99}"/>
              </a:ext>
            </a:extLst>
          </p:cNvPr>
          <p:cNvGrpSpPr/>
          <p:nvPr/>
        </p:nvGrpSpPr>
        <p:grpSpPr>
          <a:xfrm>
            <a:off x="5710833" y="3997015"/>
            <a:ext cx="5645035" cy="771838"/>
            <a:chOff x="1146287" y="4675"/>
            <a:chExt cx="5645035" cy="995920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FC1BF3D-4A03-8A5D-1A3D-D03B30061A1C}"/>
                </a:ext>
              </a:extLst>
            </p:cNvPr>
            <p:cNvSpPr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C4B1F8FA-743C-74C8-0AC7-B97D461A3074}"/>
                </a:ext>
              </a:extLst>
            </p:cNvPr>
            <p:cNvSpPr txBox="1"/>
            <p:nvPr/>
          </p:nvSpPr>
          <p:spPr>
            <a:xfrm>
              <a:off x="1146287" y="4675"/>
              <a:ext cx="5641034" cy="9959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402" tIns="105402" rIns="105402" bIns="105402" numCol="1" spcCol="1270" rtlCol="0" anchor="ctr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900" kern="1200" noProof="0" dirty="0">
                  <a:solidFill>
                    <a:schemeClr val="bg1"/>
                  </a:solidFill>
                </a:rPr>
                <a:t>Ejercicios de practica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4799326C-A40B-82F9-E38B-7C8CF5807957}"/>
              </a:ext>
            </a:extLst>
          </p:cNvPr>
          <p:cNvGrpSpPr/>
          <p:nvPr/>
        </p:nvGrpSpPr>
        <p:grpSpPr>
          <a:xfrm>
            <a:off x="5710833" y="2896930"/>
            <a:ext cx="5641034" cy="771838"/>
            <a:chOff x="1150288" y="4675"/>
            <a:chExt cx="5641034" cy="995920"/>
          </a:xfrm>
        </p:grpSpPr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CACBDE5E-0F2A-D84E-CC99-ACBA2EA08E69}"/>
                </a:ext>
              </a:extLst>
            </p:cNvPr>
            <p:cNvSpPr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595A2BAD-BDAD-D918-69C4-FC629822EB25}"/>
                </a:ext>
              </a:extLst>
            </p:cNvPr>
            <p:cNvSpPr txBox="1"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402" tIns="105402" rIns="105402" bIns="105402" numCol="1" spcCol="1270" rtlCol="0" anchor="ctr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000" b="1" kern="1200" noProof="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Método Gauss </a:t>
              </a:r>
              <a:r>
                <a:rPr lang="es-ES" sz="2000" b="1" kern="1200" noProof="0" dirty="0" err="1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Jordan</a:t>
              </a:r>
              <a:endParaRPr lang="es-ES" sz="2000" b="1" kern="1200" noProof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23FE831-834F-6B5D-4D03-A9DC860AD50C}"/>
              </a:ext>
            </a:extLst>
          </p:cNvPr>
          <p:cNvSpPr txBox="1"/>
          <p:nvPr/>
        </p:nvSpPr>
        <p:spPr>
          <a:xfrm>
            <a:off x="5732748" y="5190038"/>
            <a:ext cx="5641034" cy="77183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5402" tIns="105402" rIns="105402" bIns="105402" numCol="1" spcCol="1270" rtlCol="0" anchor="ctr" anchorCtr="0">
            <a:noAutofit/>
          </a:bodyPr>
          <a:lstStyle/>
          <a:p>
            <a:pPr marL="0" lvl="0" indent="0" algn="l" defTabSz="8445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ES" sz="1900" kern="1200" noProof="0" dirty="0">
                <a:solidFill>
                  <a:schemeClr val="bg1"/>
                </a:solidFill>
              </a:rPr>
              <a:t>Ejercicios trabajo</a:t>
            </a:r>
          </a:p>
        </p:txBody>
      </p:sp>
      <p:pic>
        <p:nvPicPr>
          <p:cNvPr id="3" name="Gráfico 2" descr="Aspiración con relleno sólido">
            <a:extLst>
              <a:ext uri="{FF2B5EF4-FFF2-40B4-BE49-F238E27FC236}">
                <a16:creationId xmlns:a16="http://schemas.microsoft.com/office/drawing/2014/main" id="{75D655B8-5332-4D33-07A3-9D9D1750F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4887" y="5255800"/>
            <a:ext cx="547756" cy="547756"/>
          </a:xfrm>
          <a:prstGeom prst="rect">
            <a:avLst/>
          </a:prstGeom>
        </p:spPr>
      </p:pic>
      <p:pic>
        <p:nvPicPr>
          <p:cNvPr id="6" name="Gráfico 5" descr="Béisbol con relleno sólido">
            <a:extLst>
              <a:ext uri="{FF2B5EF4-FFF2-40B4-BE49-F238E27FC236}">
                <a16:creationId xmlns:a16="http://schemas.microsoft.com/office/drawing/2014/main" id="{6456D047-FFFE-A9D2-17C2-14D1D868F6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4887" y="4159907"/>
            <a:ext cx="547756" cy="547756"/>
          </a:xfrm>
          <a:prstGeom prst="rect">
            <a:avLst/>
          </a:prstGeom>
        </p:spPr>
      </p:pic>
      <p:pic>
        <p:nvPicPr>
          <p:cNvPr id="8" name="Gráfico 7" descr="Piso inferior con relleno sólido">
            <a:extLst>
              <a:ext uri="{FF2B5EF4-FFF2-40B4-BE49-F238E27FC236}">
                <a16:creationId xmlns:a16="http://schemas.microsoft.com/office/drawing/2014/main" id="{F7BF8917-784F-BF0E-B676-05D7716059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65749" y="1747918"/>
            <a:ext cx="547756" cy="547756"/>
          </a:xfrm>
          <a:prstGeom prst="rect">
            <a:avLst/>
          </a:prstGeom>
        </p:spPr>
      </p:pic>
      <p:pic>
        <p:nvPicPr>
          <p:cNvPr id="14" name="Gráfico 13" descr="Piso inferior con relleno sólido">
            <a:extLst>
              <a:ext uri="{FF2B5EF4-FFF2-40B4-BE49-F238E27FC236}">
                <a16:creationId xmlns:a16="http://schemas.microsoft.com/office/drawing/2014/main" id="{CCAC93C6-6E01-0C13-4455-9881089390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8241" y="2967777"/>
            <a:ext cx="547756" cy="547756"/>
          </a:xfrm>
          <a:prstGeom prst="rect">
            <a:avLst/>
          </a:prstGeom>
        </p:spPr>
      </p:pic>
      <p:pic>
        <p:nvPicPr>
          <p:cNvPr id="36" name="Gráfico 35" descr="Piso inferior contorno">
            <a:extLst>
              <a:ext uri="{FF2B5EF4-FFF2-40B4-BE49-F238E27FC236}">
                <a16:creationId xmlns:a16="http://schemas.microsoft.com/office/drawing/2014/main" id="{764F737D-8390-71C4-9CE2-634E554D04E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54235" y="575774"/>
            <a:ext cx="547756" cy="54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16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363134"/>
            <a:ext cx="2552123" cy="358341"/>
          </a:xfrm>
          <a:prstGeom prst="rect">
            <a:avLst/>
          </a:prstGeom>
          <a:gradFill>
            <a:gsLst>
              <a:gs pos="0">
                <a:srgbClr val="001C7D"/>
              </a:gs>
              <a:gs pos="23023">
                <a:srgbClr val="C00812"/>
              </a:gs>
              <a:gs pos="77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473270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DEA4E6C-8FE2-2965-0190-0800D4E1D787}"/>
              </a:ext>
            </a:extLst>
          </p:cNvPr>
          <p:cNvSpPr txBox="1"/>
          <p:nvPr/>
        </p:nvSpPr>
        <p:spPr>
          <a:xfrm>
            <a:off x="335105" y="768027"/>
            <a:ext cx="1151068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El método de </a:t>
            </a:r>
            <a:r>
              <a:rPr lang="es-E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Gausss</a:t>
            </a:r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 nos ayuda a calcular cuales son los valores de las variables de un sistema de ecuaciones a través de la resolución de matrices, convirtiendo la matriz que se forma con las ecuaciones en una 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matriz identidad</a:t>
            </a:r>
          </a:p>
          <a:p>
            <a:endParaRPr lang="es-E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Dada una matriz, llamamos operaciones elementales filas a las siguientes operaciones:</a:t>
            </a:r>
          </a:p>
          <a:p>
            <a:endParaRPr lang="es-E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441450" indent="-457200">
              <a:buFont typeface="+mj-lt"/>
              <a:buAutoNum type="arabicPeriod"/>
            </a:pPr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Intercambiar filas.</a:t>
            </a:r>
          </a:p>
          <a:p>
            <a:pPr marL="1441450" indent="-457200">
              <a:buFont typeface="+mj-lt"/>
              <a:buAutoNum type="arabicPeriod"/>
            </a:pPr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Multiplicar una fila por un número real diferente de cero.</a:t>
            </a:r>
          </a:p>
          <a:p>
            <a:pPr marL="1441450" indent="-457200">
              <a:buFont typeface="+mj-lt"/>
              <a:buAutoNum type="arabicPeriod"/>
            </a:pPr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Obtener una fila al sumarla a otra multiplicada por un número real diferente de cero.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34A3B2B-DB2F-BACC-5821-3AEBBEABDD94}"/>
              </a:ext>
            </a:extLst>
          </p:cNvPr>
          <p:cNvSpPr/>
          <p:nvPr/>
        </p:nvSpPr>
        <p:spPr>
          <a:xfrm>
            <a:off x="5094700" y="-77173"/>
            <a:ext cx="200260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Concepto</a:t>
            </a:r>
          </a:p>
        </p:txBody>
      </p:sp>
    </p:spTree>
    <p:extLst>
      <p:ext uri="{BB962C8B-B14F-4D97-AF65-F5344CB8AC3E}">
        <p14:creationId xmlns:p14="http://schemas.microsoft.com/office/powerpoint/2010/main" val="3424739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 err="1"/>
              <a:t>Gausss</a:t>
            </a:r>
            <a:endParaRPr lang="es-ES" sz="12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363134"/>
            <a:ext cx="2552123" cy="358341"/>
          </a:xfrm>
          <a:prstGeom prst="rect">
            <a:avLst/>
          </a:prstGeom>
          <a:gradFill>
            <a:gsLst>
              <a:gs pos="0">
                <a:srgbClr val="001C7D"/>
              </a:gs>
              <a:gs pos="23023">
                <a:srgbClr val="C00812"/>
              </a:gs>
              <a:gs pos="77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472848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3A721BE-0E50-B80D-034D-8D0A1563A142}"/>
              </a:ext>
            </a:extLst>
          </p:cNvPr>
          <p:cNvSpPr/>
          <p:nvPr/>
        </p:nvSpPr>
        <p:spPr>
          <a:xfrm>
            <a:off x="5053890" y="-77173"/>
            <a:ext cx="20842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Ejemplo 1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F041380-A0FF-C9CA-F132-782ABB588835}"/>
              </a:ext>
            </a:extLst>
          </p:cNvPr>
          <p:cNvSpPr txBox="1"/>
          <p:nvPr/>
        </p:nvSpPr>
        <p:spPr>
          <a:xfrm>
            <a:off x="238122" y="728629"/>
            <a:ext cx="115106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Encuentre los valores de las variables en el siguiente sistema de ecuaciones</a:t>
            </a:r>
          </a:p>
        </p:txBody>
      </p:sp>
      <p:pic>
        <p:nvPicPr>
          <p:cNvPr id="23" name="Picture 2" descr="\begin{cases} 2x-y+2z=6 \\ 3x+2y-z=4 \\ 4x+3y-3z=1 \end{cases}">
            <a:extLst>
              <a:ext uri="{FF2B5EF4-FFF2-40B4-BE49-F238E27FC236}">
                <a16:creationId xmlns:a16="http://schemas.microsoft.com/office/drawing/2014/main" id="{6659BBE4-4851-1CBE-CFB8-8C1D5574B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2" y="1758495"/>
            <a:ext cx="2457633" cy="128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875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 err="1"/>
              <a:t>Gausss</a:t>
            </a:r>
            <a:endParaRPr lang="es-ES" sz="12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363134"/>
            <a:ext cx="2552123" cy="358341"/>
          </a:xfrm>
          <a:prstGeom prst="rect">
            <a:avLst/>
          </a:prstGeom>
          <a:gradFill>
            <a:gsLst>
              <a:gs pos="0">
                <a:srgbClr val="001C7D"/>
              </a:gs>
              <a:gs pos="23023">
                <a:srgbClr val="C00812"/>
              </a:gs>
              <a:gs pos="77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464590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3A721BE-0E50-B80D-034D-8D0A1563A142}"/>
              </a:ext>
            </a:extLst>
          </p:cNvPr>
          <p:cNvSpPr/>
          <p:nvPr/>
        </p:nvSpPr>
        <p:spPr>
          <a:xfrm>
            <a:off x="272018" y="-77173"/>
            <a:ext cx="1164799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Paso 1: Convertimos el sistema de ecuaciones en una matriz</a:t>
            </a: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EF0A6D12-5128-2C0F-0D4C-4D31A906E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187893"/>
              </p:ext>
            </p:extLst>
          </p:nvPr>
        </p:nvGraphicFramePr>
        <p:xfrm>
          <a:off x="7096988" y="2099441"/>
          <a:ext cx="2914075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8911">
                  <a:extLst>
                    <a:ext uri="{9D8B030D-6E8A-4147-A177-3AD203B41FA5}">
                      <a16:colId xmlns:a16="http://schemas.microsoft.com/office/drawing/2014/main" val="2661888149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781157099"/>
                    </a:ext>
                  </a:extLst>
                </a:gridCol>
                <a:gridCol w="720436">
                  <a:extLst>
                    <a:ext uri="{9D8B030D-6E8A-4147-A177-3AD203B41FA5}">
                      <a16:colId xmlns:a16="http://schemas.microsoft.com/office/drawing/2014/main" val="3088546820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2864053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087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642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9965713"/>
                  </a:ext>
                </a:extLst>
              </a:tr>
            </a:tbl>
          </a:graphicData>
        </a:graphic>
      </p:graphicFrame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96EDA95-26C5-AEEF-1954-7A1C59AB2AA2}"/>
              </a:ext>
            </a:extLst>
          </p:cNvPr>
          <p:cNvCxnSpPr>
            <a:cxnSpLocks/>
          </p:cNvCxnSpPr>
          <p:nvPr/>
        </p:nvCxnSpPr>
        <p:spPr>
          <a:xfrm>
            <a:off x="5691386" y="2840389"/>
            <a:ext cx="809228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FCD24B30-5A31-6841-9ABD-2DEEAD2C1021}"/>
              </a:ext>
            </a:extLst>
          </p:cNvPr>
          <p:cNvSpPr txBox="1"/>
          <p:nvPr/>
        </p:nvSpPr>
        <p:spPr>
          <a:xfrm>
            <a:off x="7362928" y="1726215"/>
            <a:ext cx="2157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X           Y            Z</a:t>
            </a:r>
            <a:endParaRPr lang="es-NI" dirty="0"/>
          </a:p>
        </p:txBody>
      </p:sp>
      <p:pic>
        <p:nvPicPr>
          <p:cNvPr id="18" name="Picture 2" descr="\begin{cases} 2x-y+2z=6 \\ 3x+2y-z=4 \\ 4x+3y-3z=1 \end{cases}">
            <a:extLst>
              <a:ext uri="{FF2B5EF4-FFF2-40B4-BE49-F238E27FC236}">
                <a16:creationId xmlns:a16="http://schemas.microsoft.com/office/drawing/2014/main" id="{CCAD0699-A0D4-F068-43DA-EE5AFAC12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984" y="1843070"/>
            <a:ext cx="3809983" cy="199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1007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 err="1"/>
              <a:t>Gausss</a:t>
            </a:r>
            <a:endParaRPr lang="es-ES" sz="12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363134"/>
            <a:ext cx="2552123" cy="358341"/>
          </a:xfrm>
          <a:prstGeom prst="rect">
            <a:avLst/>
          </a:prstGeom>
          <a:gradFill>
            <a:gsLst>
              <a:gs pos="0">
                <a:srgbClr val="001C7D"/>
              </a:gs>
              <a:gs pos="23023">
                <a:srgbClr val="C00812"/>
              </a:gs>
              <a:gs pos="77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478652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3A721BE-0E50-B80D-034D-8D0A1563A142}"/>
              </a:ext>
            </a:extLst>
          </p:cNvPr>
          <p:cNvSpPr/>
          <p:nvPr/>
        </p:nvSpPr>
        <p:spPr>
          <a:xfrm>
            <a:off x="346364" y="-77173"/>
            <a:ext cx="1154083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Paso 2: </a:t>
            </a:r>
            <a:r>
              <a:rPr lang="es-ES" sz="3600" b="1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Ordenamos las filas de modo que el número menor en la primera columna quede más arriba</a:t>
            </a:r>
            <a:endParaRPr lang="es-ES" sz="3600" b="1" cap="none" spc="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316F7F55-EF6F-22AF-587F-D27C2AB53CB6}"/>
              </a:ext>
            </a:extLst>
          </p:cNvPr>
          <p:cNvCxnSpPr>
            <a:cxnSpLocks/>
          </p:cNvCxnSpPr>
          <p:nvPr/>
        </p:nvCxnSpPr>
        <p:spPr>
          <a:xfrm>
            <a:off x="4764329" y="2866470"/>
            <a:ext cx="1326117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a 2">
            <a:extLst>
              <a:ext uri="{FF2B5EF4-FFF2-40B4-BE49-F238E27FC236}">
                <a16:creationId xmlns:a16="http://schemas.microsoft.com/office/drawing/2014/main" id="{5FE0F963-518B-A80B-3ECE-5BD7243481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265830"/>
              </p:ext>
            </p:extLst>
          </p:nvPr>
        </p:nvGraphicFramePr>
        <p:xfrm>
          <a:off x="1581655" y="2009495"/>
          <a:ext cx="2914075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8911">
                  <a:extLst>
                    <a:ext uri="{9D8B030D-6E8A-4147-A177-3AD203B41FA5}">
                      <a16:colId xmlns:a16="http://schemas.microsoft.com/office/drawing/2014/main" val="2661888149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781157099"/>
                    </a:ext>
                  </a:extLst>
                </a:gridCol>
                <a:gridCol w="720436">
                  <a:extLst>
                    <a:ext uri="{9D8B030D-6E8A-4147-A177-3AD203B41FA5}">
                      <a16:colId xmlns:a16="http://schemas.microsoft.com/office/drawing/2014/main" val="3088546820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2864053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087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642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9965713"/>
                  </a:ext>
                </a:extLst>
              </a:tr>
            </a:tbl>
          </a:graphicData>
        </a:graphic>
      </p:graphicFrame>
      <p:graphicFrame>
        <p:nvGraphicFramePr>
          <p:cNvPr id="15" name="Tabla 2">
            <a:extLst>
              <a:ext uri="{FF2B5EF4-FFF2-40B4-BE49-F238E27FC236}">
                <a16:creationId xmlns:a16="http://schemas.microsoft.com/office/drawing/2014/main" id="{95C45480-8F1A-EC9E-F153-E26509CA6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196337"/>
              </p:ext>
            </p:extLst>
          </p:nvPr>
        </p:nvGraphicFramePr>
        <p:xfrm>
          <a:off x="6525654" y="2009495"/>
          <a:ext cx="2914075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8911">
                  <a:extLst>
                    <a:ext uri="{9D8B030D-6E8A-4147-A177-3AD203B41FA5}">
                      <a16:colId xmlns:a16="http://schemas.microsoft.com/office/drawing/2014/main" val="2661888149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781157099"/>
                    </a:ext>
                  </a:extLst>
                </a:gridCol>
                <a:gridCol w="720436">
                  <a:extLst>
                    <a:ext uri="{9D8B030D-6E8A-4147-A177-3AD203B41FA5}">
                      <a16:colId xmlns:a16="http://schemas.microsoft.com/office/drawing/2014/main" val="3088546820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2864053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087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642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9965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6591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 err="1"/>
              <a:t>Gausss</a:t>
            </a:r>
            <a:endParaRPr lang="es-ES" sz="12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363134"/>
            <a:ext cx="2552123" cy="358341"/>
          </a:xfrm>
          <a:prstGeom prst="rect">
            <a:avLst/>
          </a:prstGeom>
          <a:gradFill>
            <a:gsLst>
              <a:gs pos="0">
                <a:srgbClr val="001C7D"/>
              </a:gs>
              <a:gs pos="23023">
                <a:srgbClr val="C00812"/>
              </a:gs>
              <a:gs pos="77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478659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3A721BE-0E50-B80D-034D-8D0A1563A142}"/>
              </a:ext>
            </a:extLst>
          </p:cNvPr>
          <p:cNvSpPr/>
          <p:nvPr/>
        </p:nvSpPr>
        <p:spPr>
          <a:xfrm>
            <a:off x="346364" y="-77173"/>
            <a:ext cx="1154083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Paso 3: </a:t>
            </a:r>
            <a:r>
              <a:rPr lang="es-ES" sz="3600" b="1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Convertimos en ceros a</a:t>
            </a:r>
            <a:r>
              <a:rPr lang="es-ES" sz="3600" b="1" baseline="-2500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21</a:t>
            </a:r>
            <a:r>
              <a:rPr lang="es-ES" sz="3600" b="1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 y a</a:t>
            </a:r>
            <a:r>
              <a:rPr lang="es-ES" sz="3600" b="1" baseline="-2500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31</a:t>
            </a:r>
            <a:endParaRPr lang="es-ES" sz="3600" b="1" cap="none" spc="0" baseline="-2500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316F7F55-EF6F-22AF-587F-D27C2AB53CB6}"/>
              </a:ext>
            </a:extLst>
          </p:cNvPr>
          <p:cNvCxnSpPr>
            <a:cxnSpLocks/>
          </p:cNvCxnSpPr>
          <p:nvPr/>
        </p:nvCxnSpPr>
        <p:spPr>
          <a:xfrm>
            <a:off x="4875166" y="1961880"/>
            <a:ext cx="1326117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8BF0E47-8EC0-5FAE-04C1-40423812D185}"/>
              </a:ext>
            </a:extLst>
          </p:cNvPr>
          <p:cNvSpPr txBox="1"/>
          <p:nvPr/>
        </p:nvSpPr>
        <p:spPr>
          <a:xfrm>
            <a:off x="4938369" y="1562033"/>
            <a:ext cx="128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2F2 - 3F1</a:t>
            </a:r>
            <a:endParaRPr lang="es-NI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626F819-769B-111D-7EF6-B4096B024556}"/>
              </a:ext>
            </a:extLst>
          </p:cNvPr>
          <p:cNvSpPr txBox="1"/>
          <p:nvPr/>
        </p:nvSpPr>
        <p:spPr>
          <a:xfrm>
            <a:off x="4875166" y="2121352"/>
            <a:ext cx="128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F3 - 2F1</a:t>
            </a:r>
            <a:endParaRPr lang="es-NI" dirty="0"/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44280634-0EBD-3F92-DE7E-4BB288F08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961516"/>
              </p:ext>
            </p:extLst>
          </p:nvPr>
        </p:nvGraphicFramePr>
        <p:xfrm>
          <a:off x="1274618" y="3755808"/>
          <a:ext cx="2867891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436">
                  <a:extLst>
                    <a:ext uri="{9D8B030D-6E8A-4147-A177-3AD203B41FA5}">
                      <a16:colId xmlns:a16="http://schemas.microsoft.com/office/drawing/2014/main" val="3148739543"/>
                    </a:ext>
                  </a:extLst>
                </a:gridCol>
                <a:gridCol w="748145">
                  <a:extLst>
                    <a:ext uri="{9D8B030D-6E8A-4147-A177-3AD203B41FA5}">
                      <a16:colId xmlns:a16="http://schemas.microsoft.com/office/drawing/2014/main" val="1623618210"/>
                    </a:ext>
                  </a:extLst>
                </a:gridCol>
                <a:gridCol w="665019">
                  <a:extLst>
                    <a:ext uri="{9D8B030D-6E8A-4147-A177-3AD203B41FA5}">
                      <a16:colId xmlns:a16="http://schemas.microsoft.com/office/drawing/2014/main" val="1573749978"/>
                    </a:ext>
                  </a:extLst>
                </a:gridCol>
                <a:gridCol w="734291">
                  <a:extLst>
                    <a:ext uri="{9D8B030D-6E8A-4147-A177-3AD203B41FA5}">
                      <a16:colId xmlns:a16="http://schemas.microsoft.com/office/drawing/2014/main" val="33058003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6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4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-2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8</a:t>
                      </a:r>
                      <a:endParaRPr lang="es-NI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195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-6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3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-6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-18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43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7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-8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-10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759534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A81BC7C8-2677-679D-D62B-4E7F99A34D8D}"/>
              </a:ext>
            </a:extLst>
          </p:cNvPr>
          <p:cNvSpPr txBox="1"/>
          <p:nvPr/>
        </p:nvSpPr>
        <p:spPr>
          <a:xfrm>
            <a:off x="484908" y="3821966"/>
            <a:ext cx="13208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  2F2 </a:t>
            </a:r>
          </a:p>
          <a:p>
            <a:r>
              <a:rPr lang="es-MX" sz="2400" dirty="0"/>
              <a:t>- 3F1</a:t>
            </a:r>
          </a:p>
        </p:txBody>
      </p:sp>
      <p:graphicFrame>
        <p:nvGraphicFramePr>
          <p:cNvPr id="17" name="Tabla 3">
            <a:extLst>
              <a:ext uri="{FF2B5EF4-FFF2-40B4-BE49-F238E27FC236}">
                <a16:creationId xmlns:a16="http://schemas.microsoft.com/office/drawing/2014/main" id="{F87B12AF-ACCC-7C97-9325-BBD6C6F18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853254"/>
              </p:ext>
            </p:extLst>
          </p:nvPr>
        </p:nvGraphicFramePr>
        <p:xfrm>
          <a:off x="7198304" y="3745767"/>
          <a:ext cx="2867891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436">
                  <a:extLst>
                    <a:ext uri="{9D8B030D-6E8A-4147-A177-3AD203B41FA5}">
                      <a16:colId xmlns:a16="http://schemas.microsoft.com/office/drawing/2014/main" val="3148739543"/>
                    </a:ext>
                  </a:extLst>
                </a:gridCol>
                <a:gridCol w="748145">
                  <a:extLst>
                    <a:ext uri="{9D8B030D-6E8A-4147-A177-3AD203B41FA5}">
                      <a16:colId xmlns:a16="http://schemas.microsoft.com/office/drawing/2014/main" val="1623618210"/>
                    </a:ext>
                  </a:extLst>
                </a:gridCol>
                <a:gridCol w="665019">
                  <a:extLst>
                    <a:ext uri="{9D8B030D-6E8A-4147-A177-3AD203B41FA5}">
                      <a16:colId xmlns:a16="http://schemas.microsoft.com/office/drawing/2014/main" val="1573749978"/>
                    </a:ext>
                  </a:extLst>
                </a:gridCol>
                <a:gridCol w="734291">
                  <a:extLst>
                    <a:ext uri="{9D8B030D-6E8A-4147-A177-3AD203B41FA5}">
                      <a16:colId xmlns:a16="http://schemas.microsoft.com/office/drawing/2014/main" val="33058003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400" dirty="0"/>
                        <a:t>4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3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-3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1</a:t>
                      </a:r>
                      <a:endParaRPr lang="es-NI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195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2400" dirty="0"/>
                        <a:t>-4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2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-4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-12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43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5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-7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-11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759534"/>
                  </a:ext>
                </a:extLst>
              </a:tr>
            </a:tbl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06E7E83C-7CF6-7B0D-95CA-9586A11BFF88}"/>
              </a:ext>
            </a:extLst>
          </p:cNvPr>
          <p:cNvSpPr txBox="1"/>
          <p:nvPr/>
        </p:nvSpPr>
        <p:spPr>
          <a:xfrm>
            <a:off x="6249555" y="3811551"/>
            <a:ext cx="13208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    F3 </a:t>
            </a:r>
          </a:p>
          <a:p>
            <a:r>
              <a:rPr lang="es-MX" sz="2400" dirty="0"/>
              <a:t>- 2F1</a:t>
            </a:r>
          </a:p>
        </p:txBody>
      </p:sp>
      <p:graphicFrame>
        <p:nvGraphicFramePr>
          <p:cNvPr id="20" name="Tabla 2">
            <a:extLst>
              <a:ext uri="{FF2B5EF4-FFF2-40B4-BE49-F238E27FC236}">
                <a16:creationId xmlns:a16="http://schemas.microsoft.com/office/drawing/2014/main" id="{8A147657-4D0A-E24D-92FE-9A25580D2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092929"/>
              </p:ext>
            </p:extLst>
          </p:nvPr>
        </p:nvGraphicFramePr>
        <p:xfrm>
          <a:off x="1568007" y="1184640"/>
          <a:ext cx="2914075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8911">
                  <a:extLst>
                    <a:ext uri="{9D8B030D-6E8A-4147-A177-3AD203B41FA5}">
                      <a16:colId xmlns:a16="http://schemas.microsoft.com/office/drawing/2014/main" val="2661888149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781157099"/>
                    </a:ext>
                  </a:extLst>
                </a:gridCol>
                <a:gridCol w="720436">
                  <a:extLst>
                    <a:ext uri="{9D8B030D-6E8A-4147-A177-3AD203B41FA5}">
                      <a16:colId xmlns:a16="http://schemas.microsoft.com/office/drawing/2014/main" val="3088546820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2864053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087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642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9965713"/>
                  </a:ext>
                </a:extLst>
              </a:tr>
            </a:tbl>
          </a:graphicData>
        </a:graphic>
      </p:graphicFrame>
      <p:graphicFrame>
        <p:nvGraphicFramePr>
          <p:cNvPr id="21" name="Tabla 2">
            <a:extLst>
              <a:ext uri="{FF2B5EF4-FFF2-40B4-BE49-F238E27FC236}">
                <a16:creationId xmlns:a16="http://schemas.microsoft.com/office/drawing/2014/main" id="{B9BFC5B0-FC2E-B3B0-AEEE-1C25F8560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144991"/>
              </p:ext>
            </p:extLst>
          </p:nvPr>
        </p:nvGraphicFramePr>
        <p:xfrm>
          <a:off x="6633751" y="1191644"/>
          <a:ext cx="3015216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8911">
                  <a:extLst>
                    <a:ext uri="{9D8B030D-6E8A-4147-A177-3AD203B41FA5}">
                      <a16:colId xmlns:a16="http://schemas.microsoft.com/office/drawing/2014/main" val="2661888149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781157099"/>
                    </a:ext>
                  </a:extLst>
                </a:gridCol>
                <a:gridCol w="720436">
                  <a:extLst>
                    <a:ext uri="{9D8B030D-6E8A-4147-A177-3AD203B41FA5}">
                      <a16:colId xmlns:a16="http://schemas.microsoft.com/office/drawing/2014/main" val="3088546820"/>
                    </a:ext>
                  </a:extLst>
                </a:gridCol>
                <a:gridCol w="849287">
                  <a:extLst>
                    <a:ext uri="{9D8B030D-6E8A-4147-A177-3AD203B41FA5}">
                      <a16:colId xmlns:a16="http://schemas.microsoft.com/office/drawing/2014/main" val="2864053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087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-8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642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-7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9965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442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4" grpId="0"/>
      <p:bldP spid="16" grpId="0"/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2"/>
            <a:ext cx="2552123" cy="159474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 err="1"/>
              <a:t>Gausss</a:t>
            </a:r>
            <a:endParaRPr lang="es-ES" sz="12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363134"/>
            <a:ext cx="2552123" cy="358341"/>
          </a:xfrm>
          <a:prstGeom prst="rect">
            <a:avLst/>
          </a:prstGeom>
          <a:gradFill>
            <a:gsLst>
              <a:gs pos="0">
                <a:srgbClr val="001C7D"/>
              </a:gs>
              <a:gs pos="23023">
                <a:srgbClr val="C00812"/>
              </a:gs>
              <a:gs pos="77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464584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3A721BE-0E50-B80D-034D-8D0A1563A142}"/>
              </a:ext>
            </a:extLst>
          </p:cNvPr>
          <p:cNvSpPr/>
          <p:nvPr/>
        </p:nvSpPr>
        <p:spPr>
          <a:xfrm>
            <a:off x="346364" y="-77173"/>
            <a:ext cx="1154083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Paso 4: </a:t>
            </a:r>
            <a:r>
              <a:rPr lang="es-ES" sz="3600" b="1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Convertimos en cero a</a:t>
            </a:r>
            <a:r>
              <a:rPr lang="es-ES" sz="3600" b="1" baseline="-2500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32</a:t>
            </a:r>
            <a:endParaRPr lang="es-ES" sz="3600" b="1" cap="none" spc="0" baseline="-2500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316F7F55-EF6F-22AF-587F-D27C2AB53CB6}"/>
              </a:ext>
            </a:extLst>
          </p:cNvPr>
          <p:cNvCxnSpPr>
            <a:cxnSpLocks/>
          </p:cNvCxnSpPr>
          <p:nvPr/>
        </p:nvCxnSpPr>
        <p:spPr>
          <a:xfrm>
            <a:off x="4875166" y="1961880"/>
            <a:ext cx="1326117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8BF0E47-8EC0-5FAE-04C1-40423812D185}"/>
              </a:ext>
            </a:extLst>
          </p:cNvPr>
          <p:cNvSpPr txBox="1"/>
          <p:nvPr/>
        </p:nvSpPr>
        <p:spPr>
          <a:xfrm>
            <a:off x="4938369" y="1562033"/>
            <a:ext cx="128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7F3 - 5F2 </a:t>
            </a:r>
            <a:endParaRPr lang="es-NI" dirty="0"/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44280634-0EBD-3F92-DE7E-4BB288F08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575785"/>
              </p:ext>
            </p:extLst>
          </p:nvPr>
        </p:nvGraphicFramePr>
        <p:xfrm>
          <a:off x="4487142" y="3446191"/>
          <a:ext cx="2867891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436">
                  <a:extLst>
                    <a:ext uri="{9D8B030D-6E8A-4147-A177-3AD203B41FA5}">
                      <a16:colId xmlns:a16="http://schemas.microsoft.com/office/drawing/2014/main" val="3148739543"/>
                    </a:ext>
                  </a:extLst>
                </a:gridCol>
                <a:gridCol w="748145">
                  <a:extLst>
                    <a:ext uri="{9D8B030D-6E8A-4147-A177-3AD203B41FA5}">
                      <a16:colId xmlns:a16="http://schemas.microsoft.com/office/drawing/2014/main" val="1623618210"/>
                    </a:ext>
                  </a:extLst>
                </a:gridCol>
                <a:gridCol w="665019">
                  <a:extLst>
                    <a:ext uri="{9D8B030D-6E8A-4147-A177-3AD203B41FA5}">
                      <a16:colId xmlns:a16="http://schemas.microsoft.com/office/drawing/2014/main" val="1573749978"/>
                    </a:ext>
                  </a:extLst>
                </a:gridCol>
                <a:gridCol w="734291">
                  <a:extLst>
                    <a:ext uri="{9D8B030D-6E8A-4147-A177-3AD203B41FA5}">
                      <a16:colId xmlns:a16="http://schemas.microsoft.com/office/drawing/2014/main" val="33058003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35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-49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-77</a:t>
                      </a:r>
                      <a:endParaRPr lang="es-NI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195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-35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40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50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43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-9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-27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759534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A81BC7C8-2677-679D-D62B-4E7F99A34D8D}"/>
              </a:ext>
            </a:extLst>
          </p:cNvPr>
          <p:cNvSpPr txBox="1"/>
          <p:nvPr/>
        </p:nvSpPr>
        <p:spPr>
          <a:xfrm>
            <a:off x="3697432" y="3512349"/>
            <a:ext cx="13208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  7F3 </a:t>
            </a:r>
          </a:p>
          <a:p>
            <a:r>
              <a:rPr lang="es-MX" sz="2400" dirty="0"/>
              <a:t>- 5F2 </a:t>
            </a:r>
          </a:p>
        </p:txBody>
      </p:sp>
      <p:graphicFrame>
        <p:nvGraphicFramePr>
          <p:cNvPr id="15" name="Tabla 2">
            <a:extLst>
              <a:ext uri="{FF2B5EF4-FFF2-40B4-BE49-F238E27FC236}">
                <a16:creationId xmlns:a16="http://schemas.microsoft.com/office/drawing/2014/main" id="{B0F73498-85BF-BBDB-1E6C-D5CAF74D3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571983"/>
              </p:ext>
            </p:extLst>
          </p:nvPr>
        </p:nvGraphicFramePr>
        <p:xfrm>
          <a:off x="1761801" y="1154125"/>
          <a:ext cx="3015216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8911">
                  <a:extLst>
                    <a:ext uri="{9D8B030D-6E8A-4147-A177-3AD203B41FA5}">
                      <a16:colId xmlns:a16="http://schemas.microsoft.com/office/drawing/2014/main" val="2661888149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781157099"/>
                    </a:ext>
                  </a:extLst>
                </a:gridCol>
                <a:gridCol w="720436">
                  <a:extLst>
                    <a:ext uri="{9D8B030D-6E8A-4147-A177-3AD203B41FA5}">
                      <a16:colId xmlns:a16="http://schemas.microsoft.com/office/drawing/2014/main" val="3088546820"/>
                    </a:ext>
                  </a:extLst>
                </a:gridCol>
                <a:gridCol w="849287">
                  <a:extLst>
                    <a:ext uri="{9D8B030D-6E8A-4147-A177-3AD203B41FA5}">
                      <a16:colId xmlns:a16="http://schemas.microsoft.com/office/drawing/2014/main" val="2864053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087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-8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642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-7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9965713"/>
                  </a:ext>
                </a:extLst>
              </a:tr>
            </a:tbl>
          </a:graphicData>
        </a:graphic>
      </p:graphicFrame>
      <p:graphicFrame>
        <p:nvGraphicFramePr>
          <p:cNvPr id="17" name="Tabla 2">
            <a:extLst>
              <a:ext uri="{FF2B5EF4-FFF2-40B4-BE49-F238E27FC236}">
                <a16:creationId xmlns:a16="http://schemas.microsoft.com/office/drawing/2014/main" id="{9FE83154-6BDB-F4AA-F3CC-62D708BE4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060091"/>
              </p:ext>
            </p:extLst>
          </p:nvPr>
        </p:nvGraphicFramePr>
        <p:xfrm>
          <a:off x="6579160" y="1184640"/>
          <a:ext cx="3015216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8911">
                  <a:extLst>
                    <a:ext uri="{9D8B030D-6E8A-4147-A177-3AD203B41FA5}">
                      <a16:colId xmlns:a16="http://schemas.microsoft.com/office/drawing/2014/main" val="2661888149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781157099"/>
                    </a:ext>
                  </a:extLst>
                </a:gridCol>
                <a:gridCol w="720436">
                  <a:extLst>
                    <a:ext uri="{9D8B030D-6E8A-4147-A177-3AD203B41FA5}">
                      <a16:colId xmlns:a16="http://schemas.microsoft.com/office/drawing/2014/main" val="3088546820"/>
                    </a:ext>
                  </a:extLst>
                </a:gridCol>
                <a:gridCol w="849287">
                  <a:extLst>
                    <a:ext uri="{9D8B030D-6E8A-4147-A177-3AD203B41FA5}">
                      <a16:colId xmlns:a16="http://schemas.microsoft.com/office/drawing/2014/main" val="2864053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087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-8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642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-9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-27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9965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420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 err="1"/>
              <a:t>Gausss</a:t>
            </a:r>
            <a:endParaRPr lang="es-ES" sz="12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363134"/>
            <a:ext cx="2552123" cy="358341"/>
          </a:xfrm>
          <a:prstGeom prst="rect">
            <a:avLst/>
          </a:prstGeom>
          <a:gradFill>
            <a:gsLst>
              <a:gs pos="0">
                <a:srgbClr val="001C7D"/>
              </a:gs>
              <a:gs pos="23023">
                <a:srgbClr val="C00812"/>
              </a:gs>
              <a:gs pos="77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478655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3A721BE-0E50-B80D-034D-8D0A1563A142}"/>
              </a:ext>
            </a:extLst>
          </p:cNvPr>
          <p:cNvSpPr/>
          <p:nvPr/>
        </p:nvSpPr>
        <p:spPr>
          <a:xfrm>
            <a:off x="346364" y="-77173"/>
            <a:ext cx="1154083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Paso 3: </a:t>
            </a:r>
            <a:r>
              <a:rPr lang="es-ES" sz="3600" b="1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Convertimos en ceros a</a:t>
            </a:r>
            <a:r>
              <a:rPr lang="es-ES" sz="3600" b="1" baseline="-2500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13</a:t>
            </a:r>
            <a:r>
              <a:rPr lang="es-ES" sz="3600" b="1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 y a</a:t>
            </a:r>
            <a:r>
              <a:rPr lang="es-ES" sz="3600" b="1" baseline="-2500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23</a:t>
            </a:r>
            <a:endParaRPr lang="es-ES" sz="3600" b="1" cap="none" spc="0" baseline="-2500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316F7F55-EF6F-22AF-587F-D27C2AB53CB6}"/>
              </a:ext>
            </a:extLst>
          </p:cNvPr>
          <p:cNvCxnSpPr>
            <a:cxnSpLocks/>
          </p:cNvCxnSpPr>
          <p:nvPr/>
        </p:nvCxnSpPr>
        <p:spPr>
          <a:xfrm>
            <a:off x="4875166" y="1961880"/>
            <a:ext cx="1326117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8BF0E47-8EC0-5FAE-04C1-40423812D185}"/>
              </a:ext>
            </a:extLst>
          </p:cNvPr>
          <p:cNvSpPr txBox="1"/>
          <p:nvPr/>
        </p:nvSpPr>
        <p:spPr>
          <a:xfrm>
            <a:off x="4938369" y="1562033"/>
            <a:ext cx="128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9F1 +2F3</a:t>
            </a:r>
            <a:endParaRPr lang="es-NI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626F819-769B-111D-7EF6-B4096B024556}"/>
              </a:ext>
            </a:extLst>
          </p:cNvPr>
          <p:cNvSpPr txBox="1"/>
          <p:nvPr/>
        </p:nvSpPr>
        <p:spPr>
          <a:xfrm>
            <a:off x="4875166" y="2121352"/>
            <a:ext cx="128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9F2 - 8F3</a:t>
            </a:r>
            <a:endParaRPr lang="es-NI" dirty="0"/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44280634-0EBD-3F92-DE7E-4BB288F08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553201"/>
              </p:ext>
            </p:extLst>
          </p:nvPr>
        </p:nvGraphicFramePr>
        <p:xfrm>
          <a:off x="1274618" y="3755808"/>
          <a:ext cx="2867891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436">
                  <a:extLst>
                    <a:ext uri="{9D8B030D-6E8A-4147-A177-3AD203B41FA5}">
                      <a16:colId xmlns:a16="http://schemas.microsoft.com/office/drawing/2014/main" val="3148739543"/>
                    </a:ext>
                  </a:extLst>
                </a:gridCol>
                <a:gridCol w="748145">
                  <a:extLst>
                    <a:ext uri="{9D8B030D-6E8A-4147-A177-3AD203B41FA5}">
                      <a16:colId xmlns:a16="http://schemas.microsoft.com/office/drawing/2014/main" val="1623618210"/>
                    </a:ext>
                  </a:extLst>
                </a:gridCol>
                <a:gridCol w="665019">
                  <a:extLst>
                    <a:ext uri="{9D8B030D-6E8A-4147-A177-3AD203B41FA5}">
                      <a16:colId xmlns:a16="http://schemas.microsoft.com/office/drawing/2014/main" val="1573749978"/>
                    </a:ext>
                  </a:extLst>
                </a:gridCol>
                <a:gridCol w="734291">
                  <a:extLst>
                    <a:ext uri="{9D8B030D-6E8A-4147-A177-3AD203B41FA5}">
                      <a16:colId xmlns:a16="http://schemas.microsoft.com/office/drawing/2014/main" val="33058003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18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-9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18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54</a:t>
                      </a:r>
                      <a:endParaRPr lang="es-NI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195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-18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-54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43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18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-9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759534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A81BC7C8-2677-679D-D62B-4E7F99A34D8D}"/>
              </a:ext>
            </a:extLst>
          </p:cNvPr>
          <p:cNvSpPr txBox="1"/>
          <p:nvPr/>
        </p:nvSpPr>
        <p:spPr>
          <a:xfrm>
            <a:off x="484909" y="3821966"/>
            <a:ext cx="9754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9F1 +2F3</a:t>
            </a:r>
          </a:p>
        </p:txBody>
      </p:sp>
      <p:graphicFrame>
        <p:nvGraphicFramePr>
          <p:cNvPr id="17" name="Tabla 3">
            <a:extLst>
              <a:ext uri="{FF2B5EF4-FFF2-40B4-BE49-F238E27FC236}">
                <a16:creationId xmlns:a16="http://schemas.microsoft.com/office/drawing/2014/main" id="{F87B12AF-ACCC-7C97-9325-BBD6C6F18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133051"/>
              </p:ext>
            </p:extLst>
          </p:nvPr>
        </p:nvGraphicFramePr>
        <p:xfrm>
          <a:off x="7198304" y="3745767"/>
          <a:ext cx="2996574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436">
                  <a:extLst>
                    <a:ext uri="{9D8B030D-6E8A-4147-A177-3AD203B41FA5}">
                      <a16:colId xmlns:a16="http://schemas.microsoft.com/office/drawing/2014/main" val="3148739543"/>
                    </a:ext>
                  </a:extLst>
                </a:gridCol>
                <a:gridCol w="748145">
                  <a:extLst>
                    <a:ext uri="{9D8B030D-6E8A-4147-A177-3AD203B41FA5}">
                      <a16:colId xmlns:a16="http://schemas.microsoft.com/office/drawing/2014/main" val="1623618210"/>
                    </a:ext>
                  </a:extLst>
                </a:gridCol>
                <a:gridCol w="665019">
                  <a:extLst>
                    <a:ext uri="{9D8B030D-6E8A-4147-A177-3AD203B41FA5}">
                      <a16:colId xmlns:a16="http://schemas.microsoft.com/office/drawing/2014/main" val="1573749978"/>
                    </a:ext>
                  </a:extLst>
                </a:gridCol>
                <a:gridCol w="862974">
                  <a:extLst>
                    <a:ext uri="{9D8B030D-6E8A-4147-A177-3AD203B41FA5}">
                      <a16:colId xmlns:a16="http://schemas.microsoft.com/office/drawing/2014/main" val="33058003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63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-72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-90</a:t>
                      </a:r>
                      <a:endParaRPr lang="es-NI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195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72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216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43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63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126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759534"/>
                  </a:ext>
                </a:extLst>
              </a:tr>
            </a:tbl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06E7E83C-7CF6-7B0D-95CA-9586A11BFF88}"/>
              </a:ext>
            </a:extLst>
          </p:cNvPr>
          <p:cNvSpPr txBox="1"/>
          <p:nvPr/>
        </p:nvSpPr>
        <p:spPr>
          <a:xfrm>
            <a:off x="6249555" y="3811551"/>
            <a:ext cx="11748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  9F2 </a:t>
            </a:r>
          </a:p>
          <a:p>
            <a:r>
              <a:rPr lang="es-MX" sz="2400" dirty="0"/>
              <a:t>- 8F3</a:t>
            </a:r>
          </a:p>
        </p:txBody>
      </p:sp>
      <p:graphicFrame>
        <p:nvGraphicFramePr>
          <p:cNvPr id="19" name="Tabla 2">
            <a:extLst>
              <a:ext uri="{FF2B5EF4-FFF2-40B4-BE49-F238E27FC236}">
                <a16:creationId xmlns:a16="http://schemas.microsoft.com/office/drawing/2014/main" id="{16B9B0C7-DABB-4FA9-B8F1-D94D13BDD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93962"/>
              </p:ext>
            </p:extLst>
          </p:nvPr>
        </p:nvGraphicFramePr>
        <p:xfrm>
          <a:off x="1805709" y="1184640"/>
          <a:ext cx="3015216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8911">
                  <a:extLst>
                    <a:ext uri="{9D8B030D-6E8A-4147-A177-3AD203B41FA5}">
                      <a16:colId xmlns:a16="http://schemas.microsoft.com/office/drawing/2014/main" val="2661888149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781157099"/>
                    </a:ext>
                  </a:extLst>
                </a:gridCol>
                <a:gridCol w="720436">
                  <a:extLst>
                    <a:ext uri="{9D8B030D-6E8A-4147-A177-3AD203B41FA5}">
                      <a16:colId xmlns:a16="http://schemas.microsoft.com/office/drawing/2014/main" val="3088546820"/>
                    </a:ext>
                  </a:extLst>
                </a:gridCol>
                <a:gridCol w="849287">
                  <a:extLst>
                    <a:ext uri="{9D8B030D-6E8A-4147-A177-3AD203B41FA5}">
                      <a16:colId xmlns:a16="http://schemas.microsoft.com/office/drawing/2014/main" val="2864053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087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7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-8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-10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642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-9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-27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9965713"/>
                  </a:ext>
                </a:extLst>
              </a:tr>
            </a:tbl>
          </a:graphicData>
        </a:graphic>
      </p:graphicFrame>
      <p:graphicFrame>
        <p:nvGraphicFramePr>
          <p:cNvPr id="22" name="Tabla 2">
            <a:extLst>
              <a:ext uri="{FF2B5EF4-FFF2-40B4-BE49-F238E27FC236}">
                <a16:creationId xmlns:a16="http://schemas.microsoft.com/office/drawing/2014/main" id="{2407FDAC-51BA-9B1B-2E73-BEF88C0F2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50148"/>
              </p:ext>
            </p:extLst>
          </p:nvPr>
        </p:nvGraphicFramePr>
        <p:xfrm>
          <a:off x="6483626" y="1151411"/>
          <a:ext cx="3206285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5734">
                  <a:extLst>
                    <a:ext uri="{9D8B030D-6E8A-4147-A177-3AD203B41FA5}">
                      <a16:colId xmlns:a16="http://schemas.microsoft.com/office/drawing/2014/main" val="2661888149"/>
                    </a:ext>
                  </a:extLst>
                </a:gridCol>
                <a:gridCol w="919297">
                  <a:extLst>
                    <a:ext uri="{9D8B030D-6E8A-4147-A177-3AD203B41FA5}">
                      <a16:colId xmlns:a16="http://schemas.microsoft.com/office/drawing/2014/main" val="2781157099"/>
                    </a:ext>
                  </a:extLst>
                </a:gridCol>
                <a:gridCol w="598149">
                  <a:extLst>
                    <a:ext uri="{9D8B030D-6E8A-4147-A177-3AD203B41FA5}">
                      <a16:colId xmlns:a16="http://schemas.microsoft.com/office/drawing/2014/main" val="3088546820"/>
                    </a:ext>
                  </a:extLst>
                </a:gridCol>
                <a:gridCol w="903105">
                  <a:extLst>
                    <a:ext uri="{9D8B030D-6E8A-4147-A177-3AD203B41FA5}">
                      <a16:colId xmlns:a16="http://schemas.microsoft.com/office/drawing/2014/main" val="2864053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18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-9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087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126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642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-9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-27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9965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5191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4" grpId="0"/>
      <p:bldP spid="16" grpId="0"/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2"/>
            <a:ext cx="2552123" cy="159474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 err="1"/>
              <a:t>Gausss</a:t>
            </a:r>
            <a:endParaRPr lang="es-ES" sz="12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363134"/>
            <a:ext cx="2552123" cy="358341"/>
          </a:xfrm>
          <a:prstGeom prst="rect">
            <a:avLst/>
          </a:prstGeom>
          <a:gradFill>
            <a:gsLst>
              <a:gs pos="0">
                <a:srgbClr val="001C7D"/>
              </a:gs>
              <a:gs pos="23023">
                <a:srgbClr val="C00812"/>
              </a:gs>
              <a:gs pos="77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464584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3A721BE-0E50-B80D-034D-8D0A1563A142}"/>
              </a:ext>
            </a:extLst>
          </p:cNvPr>
          <p:cNvSpPr/>
          <p:nvPr/>
        </p:nvSpPr>
        <p:spPr>
          <a:xfrm>
            <a:off x="346364" y="-77173"/>
            <a:ext cx="1154083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Paso 4: </a:t>
            </a:r>
            <a:r>
              <a:rPr lang="es-ES" sz="3600" b="1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Convertimos en cero a</a:t>
            </a:r>
            <a:r>
              <a:rPr lang="es-ES" sz="3600" b="1" baseline="-2500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12</a:t>
            </a:r>
            <a:endParaRPr lang="es-ES" sz="3600" b="1" cap="none" spc="0" baseline="-2500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316F7F55-EF6F-22AF-587F-D27C2AB53CB6}"/>
              </a:ext>
            </a:extLst>
          </p:cNvPr>
          <p:cNvCxnSpPr>
            <a:cxnSpLocks/>
          </p:cNvCxnSpPr>
          <p:nvPr/>
        </p:nvCxnSpPr>
        <p:spPr>
          <a:xfrm>
            <a:off x="4875166" y="1961880"/>
            <a:ext cx="1326117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8BF0E47-8EC0-5FAE-04C1-40423812D185}"/>
              </a:ext>
            </a:extLst>
          </p:cNvPr>
          <p:cNvSpPr txBox="1"/>
          <p:nvPr/>
        </p:nvSpPr>
        <p:spPr>
          <a:xfrm>
            <a:off x="4938369" y="1562033"/>
            <a:ext cx="128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7F1 + F2</a:t>
            </a:r>
            <a:endParaRPr lang="es-NI" dirty="0"/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44280634-0EBD-3F92-DE7E-4BB288F08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285366"/>
              </p:ext>
            </p:extLst>
          </p:nvPr>
        </p:nvGraphicFramePr>
        <p:xfrm>
          <a:off x="4487142" y="3446191"/>
          <a:ext cx="3120289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3840">
                  <a:extLst>
                    <a:ext uri="{9D8B030D-6E8A-4147-A177-3AD203B41FA5}">
                      <a16:colId xmlns:a16="http://schemas.microsoft.com/office/drawing/2014/main" val="3148739543"/>
                    </a:ext>
                  </a:extLst>
                </a:gridCol>
                <a:gridCol w="813988">
                  <a:extLst>
                    <a:ext uri="{9D8B030D-6E8A-4147-A177-3AD203B41FA5}">
                      <a16:colId xmlns:a16="http://schemas.microsoft.com/office/drawing/2014/main" val="1623618210"/>
                    </a:ext>
                  </a:extLst>
                </a:gridCol>
                <a:gridCol w="723546">
                  <a:extLst>
                    <a:ext uri="{9D8B030D-6E8A-4147-A177-3AD203B41FA5}">
                      <a16:colId xmlns:a16="http://schemas.microsoft.com/office/drawing/2014/main" val="1573749978"/>
                    </a:ext>
                  </a:extLst>
                </a:gridCol>
                <a:gridCol w="798915">
                  <a:extLst>
                    <a:ext uri="{9D8B030D-6E8A-4147-A177-3AD203B41FA5}">
                      <a16:colId xmlns:a16="http://schemas.microsoft.com/office/drawing/2014/main" val="33058003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126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-63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195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63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126</a:t>
                      </a:r>
                      <a:endParaRPr lang="es-NI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43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126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0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126</a:t>
                      </a:r>
                      <a:endParaRPr lang="es-NI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759534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A81BC7C8-2677-679D-D62B-4E7F99A34D8D}"/>
              </a:ext>
            </a:extLst>
          </p:cNvPr>
          <p:cNvSpPr txBox="1"/>
          <p:nvPr/>
        </p:nvSpPr>
        <p:spPr>
          <a:xfrm>
            <a:off x="3697432" y="3512349"/>
            <a:ext cx="13208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7F1 </a:t>
            </a:r>
          </a:p>
          <a:p>
            <a:r>
              <a:rPr lang="es-MX" sz="2400" dirty="0"/>
              <a:t>  F2</a:t>
            </a:r>
          </a:p>
        </p:txBody>
      </p:sp>
      <p:graphicFrame>
        <p:nvGraphicFramePr>
          <p:cNvPr id="18" name="Tabla 2">
            <a:extLst>
              <a:ext uri="{FF2B5EF4-FFF2-40B4-BE49-F238E27FC236}">
                <a16:creationId xmlns:a16="http://schemas.microsoft.com/office/drawing/2014/main" id="{3259A24E-C6A5-2A24-092E-F3D09E71A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704696"/>
              </p:ext>
            </p:extLst>
          </p:nvPr>
        </p:nvGraphicFramePr>
        <p:xfrm>
          <a:off x="6457875" y="1160103"/>
          <a:ext cx="3684931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3031">
                  <a:extLst>
                    <a:ext uri="{9D8B030D-6E8A-4147-A177-3AD203B41FA5}">
                      <a16:colId xmlns:a16="http://schemas.microsoft.com/office/drawing/2014/main" val="2661888149"/>
                    </a:ext>
                  </a:extLst>
                </a:gridCol>
                <a:gridCol w="1056533">
                  <a:extLst>
                    <a:ext uri="{9D8B030D-6E8A-4147-A177-3AD203B41FA5}">
                      <a16:colId xmlns:a16="http://schemas.microsoft.com/office/drawing/2014/main" val="2781157099"/>
                    </a:ext>
                  </a:extLst>
                </a:gridCol>
                <a:gridCol w="687443">
                  <a:extLst>
                    <a:ext uri="{9D8B030D-6E8A-4147-A177-3AD203B41FA5}">
                      <a16:colId xmlns:a16="http://schemas.microsoft.com/office/drawing/2014/main" val="3088546820"/>
                    </a:ext>
                  </a:extLst>
                </a:gridCol>
                <a:gridCol w="1037924">
                  <a:extLst>
                    <a:ext uri="{9D8B030D-6E8A-4147-A177-3AD203B41FA5}">
                      <a16:colId xmlns:a16="http://schemas.microsoft.com/office/drawing/2014/main" val="2864053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126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126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087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126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642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-9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-27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9965713"/>
                  </a:ext>
                </a:extLst>
              </a:tr>
            </a:tbl>
          </a:graphicData>
        </a:graphic>
      </p:graphicFrame>
      <p:graphicFrame>
        <p:nvGraphicFramePr>
          <p:cNvPr id="19" name="Tabla 2">
            <a:extLst>
              <a:ext uri="{FF2B5EF4-FFF2-40B4-BE49-F238E27FC236}">
                <a16:creationId xmlns:a16="http://schemas.microsoft.com/office/drawing/2014/main" id="{D639BBEF-0AE3-8131-C8A9-C9F4CA5A9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79157"/>
              </p:ext>
            </p:extLst>
          </p:nvPr>
        </p:nvGraphicFramePr>
        <p:xfrm>
          <a:off x="1475492" y="1180629"/>
          <a:ext cx="3206285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5734">
                  <a:extLst>
                    <a:ext uri="{9D8B030D-6E8A-4147-A177-3AD203B41FA5}">
                      <a16:colId xmlns:a16="http://schemas.microsoft.com/office/drawing/2014/main" val="2661888149"/>
                    </a:ext>
                  </a:extLst>
                </a:gridCol>
                <a:gridCol w="919297">
                  <a:extLst>
                    <a:ext uri="{9D8B030D-6E8A-4147-A177-3AD203B41FA5}">
                      <a16:colId xmlns:a16="http://schemas.microsoft.com/office/drawing/2014/main" val="2781157099"/>
                    </a:ext>
                  </a:extLst>
                </a:gridCol>
                <a:gridCol w="598149">
                  <a:extLst>
                    <a:ext uri="{9D8B030D-6E8A-4147-A177-3AD203B41FA5}">
                      <a16:colId xmlns:a16="http://schemas.microsoft.com/office/drawing/2014/main" val="3088546820"/>
                    </a:ext>
                  </a:extLst>
                </a:gridCol>
                <a:gridCol w="903105">
                  <a:extLst>
                    <a:ext uri="{9D8B030D-6E8A-4147-A177-3AD203B41FA5}">
                      <a16:colId xmlns:a16="http://schemas.microsoft.com/office/drawing/2014/main" val="2864053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18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-9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087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126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642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-9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-27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9965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059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46270"/>
            <a:ext cx="2552123" cy="175205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 err="1"/>
              <a:t>Gausss</a:t>
            </a:r>
            <a:endParaRPr lang="es-ES" sz="12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363134"/>
            <a:ext cx="2552123" cy="358341"/>
          </a:xfrm>
          <a:prstGeom prst="rect">
            <a:avLst/>
          </a:prstGeom>
          <a:gradFill>
            <a:gsLst>
              <a:gs pos="0">
                <a:srgbClr val="001C7D"/>
              </a:gs>
              <a:gs pos="23023">
                <a:srgbClr val="C00812"/>
              </a:gs>
              <a:gs pos="77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464587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3A721BE-0E50-B80D-034D-8D0A1563A142}"/>
              </a:ext>
            </a:extLst>
          </p:cNvPr>
          <p:cNvSpPr/>
          <p:nvPr/>
        </p:nvSpPr>
        <p:spPr>
          <a:xfrm>
            <a:off x="346364" y="-77173"/>
            <a:ext cx="1154083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Paso </a:t>
            </a:r>
            <a:r>
              <a:rPr lang="es-ES" sz="3600" b="1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5</a:t>
            </a:r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: </a:t>
            </a:r>
            <a:r>
              <a:rPr lang="es-ES" sz="3600" b="1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Convertimos la matriz resultante nuevamente en un sistema de ecuaciones</a:t>
            </a:r>
            <a:endParaRPr lang="es-ES" sz="3600" b="1" cap="none" spc="0" baseline="-2500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316F7F55-EF6F-22AF-587F-D27C2AB53CB6}"/>
              </a:ext>
            </a:extLst>
          </p:cNvPr>
          <p:cNvCxnSpPr>
            <a:cxnSpLocks/>
          </p:cNvCxnSpPr>
          <p:nvPr/>
        </p:nvCxnSpPr>
        <p:spPr>
          <a:xfrm>
            <a:off x="4916730" y="2580164"/>
            <a:ext cx="1326117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2660354-78A4-7101-858E-5DA3CA9F7C8B}"/>
              </a:ext>
            </a:extLst>
          </p:cNvPr>
          <p:cNvGrpSpPr/>
          <p:nvPr/>
        </p:nvGrpSpPr>
        <p:grpSpPr>
          <a:xfrm>
            <a:off x="6553755" y="1990276"/>
            <a:ext cx="2039558" cy="1246239"/>
            <a:chOff x="1395347" y="966796"/>
            <a:chExt cx="2039558" cy="12462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044D74CC-C314-2D16-8B75-67587F11440F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166141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MX" sz="2400" b="0" i="0" smtClean="0">
                            <a:latin typeface="Cambria Math" panose="02040503050406030204" pitchFamily="18" charset="0"/>
                          </a:rPr>
                          <m:t>126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044D74CC-C314-2D16-8B75-67587F1144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1661417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4044" r="-4412" b="-655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16025A4F-C095-E507-2925-13F548662E02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149547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63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MX" sz="2400" b="0" i="0" smtClean="0">
                            <a:latin typeface="Cambria Math" panose="02040503050406030204" pitchFamily="18" charset="0"/>
                          </a:rPr>
                          <m:t>126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16025A4F-C095-E507-2925-13F548662E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1495474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4490" r="-4898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E6D96F73-C349-F023-098C-412DBB52260B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165898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4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−9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MX" sz="2400" b="0" i="0" smtClean="0">
                            <a:latin typeface="Cambria Math" panose="02040503050406030204" pitchFamily="18" charset="0"/>
                          </a:rPr>
                          <m:t>−27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E6D96F73-C349-F023-098C-412DBB5226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165898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4044" b="-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Abrir llave 21">
              <a:extLst>
                <a:ext uri="{FF2B5EF4-FFF2-40B4-BE49-F238E27FC236}">
                  <a16:creationId xmlns:a16="http://schemas.microsoft.com/office/drawing/2014/main" id="{CA5B6476-8B41-BF4B-6688-BB66F8A4DDC1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graphicFrame>
        <p:nvGraphicFramePr>
          <p:cNvPr id="16" name="Tabla 2">
            <a:extLst>
              <a:ext uri="{FF2B5EF4-FFF2-40B4-BE49-F238E27FC236}">
                <a16:creationId xmlns:a16="http://schemas.microsoft.com/office/drawing/2014/main" id="{9887F72C-553C-0DA5-57AB-9CF5F8EA5D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874122"/>
              </p:ext>
            </p:extLst>
          </p:nvPr>
        </p:nvGraphicFramePr>
        <p:xfrm>
          <a:off x="1241993" y="1802924"/>
          <a:ext cx="3684931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3031">
                  <a:extLst>
                    <a:ext uri="{9D8B030D-6E8A-4147-A177-3AD203B41FA5}">
                      <a16:colId xmlns:a16="http://schemas.microsoft.com/office/drawing/2014/main" val="2661888149"/>
                    </a:ext>
                  </a:extLst>
                </a:gridCol>
                <a:gridCol w="1056533">
                  <a:extLst>
                    <a:ext uri="{9D8B030D-6E8A-4147-A177-3AD203B41FA5}">
                      <a16:colId xmlns:a16="http://schemas.microsoft.com/office/drawing/2014/main" val="2781157099"/>
                    </a:ext>
                  </a:extLst>
                </a:gridCol>
                <a:gridCol w="687443">
                  <a:extLst>
                    <a:ext uri="{9D8B030D-6E8A-4147-A177-3AD203B41FA5}">
                      <a16:colId xmlns:a16="http://schemas.microsoft.com/office/drawing/2014/main" val="3088546820"/>
                    </a:ext>
                  </a:extLst>
                </a:gridCol>
                <a:gridCol w="1037924">
                  <a:extLst>
                    <a:ext uri="{9D8B030D-6E8A-4147-A177-3AD203B41FA5}">
                      <a16:colId xmlns:a16="http://schemas.microsoft.com/office/drawing/2014/main" val="28640537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126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126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087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63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126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642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-9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-27</a:t>
                      </a:r>
                      <a:endParaRPr lang="es-NI" sz="28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49965713"/>
                  </a:ext>
                </a:extLst>
              </a:tr>
            </a:tbl>
          </a:graphicData>
        </a:graphic>
      </p:graphicFrame>
      <p:sp>
        <p:nvSpPr>
          <p:cNvPr id="19" name="CuadroTexto 18">
            <a:extLst>
              <a:ext uri="{FF2B5EF4-FFF2-40B4-BE49-F238E27FC236}">
                <a16:creationId xmlns:a16="http://schemas.microsoft.com/office/drawing/2014/main" id="{2CE70270-595D-5CF5-5AAD-0667F87B8751}"/>
              </a:ext>
            </a:extLst>
          </p:cNvPr>
          <p:cNvSpPr txBox="1"/>
          <p:nvPr/>
        </p:nvSpPr>
        <p:spPr>
          <a:xfrm>
            <a:off x="1539584" y="1353857"/>
            <a:ext cx="2704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X                Y               Z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8311424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46270"/>
            <a:ext cx="2552123" cy="175205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 err="1"/>
              <a:t>Gausss</a:t>
            </a:r>
            <a:endParaRPr lang="es-ES" sz="12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363134"/>
            <a:ext cx="2552123" cy="358341"/>
          </a:xfrm>
          <a:prstGeom prst="rect">
            <a:avLst/>
          </a:prstGeom>
          <a:gradFill>
            <a:gsLst>
              <a:gs pos="0">
                <a:srgbClr val="001C7D"/>
              </a:gs>
              <a:gs pos="23023">
                <a:srgbClr val="C00812"/>
              </a:gs>
              <a:gs pos="77000">
                <a:srgbClr val="C00812"/>
              </a:gs>
              <a:gs pos="100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562004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464587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0F78240-52B1-02E1-CCAC-B8164E151F00}"/>
              </a:ext>
            </a:extLst>
          </p:cNvPr>
          <p:cNvSpPr/>
          <p:nvPr/>
        </p:nvSpPr>
        <p:spPr>
          <a:xfrm>
            <a:off x="346364" y="-77173"/>
            <a:ext cx="1154083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Paso 6: </a:t>
            </a:r>
            <a:r>
              <a:rPr lang="es-ES" sz="3600" b="1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Realizamos los despejes correspondientes</a:t>
            </a:r>
            <a:endParaRPr lang="es-ES" sz="3600" b="1" cap="none" spc="0" baseline="-2500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0E56FA7B-8266-443D-DB35-95CDB9303E28}"/>
              </a:ext>
            </a:extLst>
          </p:cNvPr>
          <p:cNvCxnSpPr>
            <a:cxnSpLocks/>
          </p:cNvCxnSpPr>
          <p:nvPr/>
        </p:nvCxnSpPr>
        <p:spPr>
          <a:xfrm>
            <a:off x="3893127" y="775855"/>
            <a:ext cx="0" cy="5223163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77EF689C-7946-EDC8-304E-789BE016E2AF}"/>
              </a:ext>
            </a:extLst>
          </p:cNvPr>
          <p:cNvCxnSpPr>
            <a:cxnSpLocks/>
          </p:cNvCxnSpPr>
          <p:nvPr/>
        </p:nvCxnSpPr>
        <p:spPr>
          <a:xfrm>
            <a:off x="7495309" y="775855"/>
            <a:ext cx="0" cy="5223163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0F1F0D4-574F-CA3C-EDA8-C86180226E51}"/>
              </a:ext>
            </a:extLst>
          </p:cNvPr>
          <p:cNvSpPr txBox="1"/>
          <p:nvPr/>
        </p:nvSpPr>
        <p:spPr>
          <a:xfrm>
            <a:off x="346364" y="700920"/>
            <a:ext cx="335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Despejamos X en la tercera ecuación</a:t>
            </a:r>
            <a:endParaRPr lang="es-NI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0471422-661F-2DF2-B5D8-0F34E59B8584}"/>
              </a:ext>
            </a:extLst>
          </p:cNvPr>
          <p:cNvSpPr txBox="1"/>
          <p:nvPr/>
        </p:nvSpPr>
        <p:spPr>
          <a:xfrm>
            <a:off x="4088827" y="757534"/>
            <a:ext cx="335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Despejamos Y en la Segunda ecuación</a:t>
            </a:r>
            <a:endParaRPr lang="es-NI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F0F5EE5-93FC-4D41-739E-412EB0041401}"/>
              </a:ext>
            </a:extLst>
          </p:cNvPr>
          <p:cNvSpPr txBox="1"/>
          <p:nvPr/>
        </p:nvSpPr>
        <p:spPr>
          <a:xfrm>
            <a:off x="7691008" y="808978"/>
            <a:ext cx="335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Despejamos Z en la Primera ecuación</a:t>
            </a:r>
            <a:endParaRPr lang="es-NI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81A85F3D-DA6C-ED13-820B-C49F2A0DFA9E}"/>
                  </a:ext>
                </a:extLst>
              </p:cNvPr>
              <p:cNvSpPr txBox="1"/>
              <p:nvPr/>
            </p:nvSpPr>
            <p:spPr>
              <a:xfrm>
                <a:off x="918994" y="1455309"/>
                <a:ext cx="166141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26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126</m:t>
                      </m:r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81A85F3D-DA6C-ED13-820B-C49F2A0DF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994" y="1455309"/>
                <a:ext cx="1661417" cy="369332"/>
              </a:xfrm>
              <a:prstGeom prst="rect">
                <a:avLst/>
              </a:prstGeom>
              <a:blipFill>
                <a:blip r:embed="rId2"/>
                <a:stretch>
                  <a:fillRect l="-4044" r="-4412" b="-666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3E8AD060-FA07-6C7D-233E-144B6C64B63A}"/>
                  </a:ext>
                </a:extLst>
              </p:cNvPr>
              <p:cNvSpPr txBox="1"/>
              <p:nvPr/>
            </p:nvSpPr>
            <p:spPr>
              <a:xfrm>
                <a:off x="4703796" y="1455309"/>
                <a:ext cx="14954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63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126</m:t>
                      </m:r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3E8AD060-FA07-6C7D-233E-144B6C64B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3796" y="1455309"/>
                <a:ext cx="1495474" cy="369332"/>
              </a:xfrm>
              <a:prstGeom prst="rect">
                <a:avLst/>
              </a:prstGeom>
              <a:blipFill>
                <a:blip r:embed="rId3"/>
                <a:stretch>
                  <a:fillRect l="-4490" r="-4898" b="-2666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7EC6CC7B-6E42-9AE9-FC71-D89AF60B2D7D}"/>
                  </a:ext>
                </a:extLst>
              </p:cNvPr>
              <p:cNvSpPr txBox="1"/>
              <p:nvPr/>
            </p:nvSpPr>
            <p:spPr>
              <a:xfrm>
                <a:off x="8256696" y="1455309"/>
                <a:ext cx="16589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−9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−27</m:t>
                      </m:r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7EC6CC7B-6E42-9AE9-FC71-D89AF60B2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696" y="1455309"/>
                <a:ext cx="1658980" cy="369332"/>
              </a:xfrm>
              <a:prstGeom prst="rect">
                <a:avLst/>
              </a:prstGeom>
              <a:blipFill>
                <a:blip r:embed="rId4"/>
                <a:stretch>
                  <a:fillRect r="-4029" b="-666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411D426F-002D-980E-90AF-BE0D8A4FA866}"/>
                  </a:ext>
                </a:extLst>
              </p:cNvPr>
              <p:cNvSpPr txBox="1"/>
              <p:nvPr/>
            </p:nvSpPr>
            <p:spPr>
              <a:xfrm>
                <a:off x="918993" y="1932699"/>
                <a:ext cx="181209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126/126</m:t>
                      </m:r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411D426F-002D-980E-90AF-BE0D8A4FA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993" y="1932699"/>
                <a:ext cx="1812099" cy="369332"/>
              </a:xfrm>
              <a:prstGeom prst="rect">
                <a:avLst/>
              </a:prstGeom>
              <a:blipFill>
                <a:blip r:embed="rId5"/>
                <a:stretch>
                  <a:fillRect l="-2020" r="-3704" b="-34426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DC8D6154-FD9A-F915-697C-2C1D712A0D64}"/>
                  </a:ext>
                </a:extLst>
              </p:cNvPr>
              <p:cNvSpPr txBox="1"/>
              <p:nvPr/>
            </p:nvSpPr>
            <p:spPr>
              <a:xfrm>
                <a:off x="1419129" y="2409548"/>
                <a:ext cx="8313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NI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1" i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NI" sz="2400" b="1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DC8D6154-FD9A-F915-697C-2C1D712A0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129" y="2409548"/>
                <a:ext cx="831381" cy="369332"/>
              </a:xfrm>
              <a:prstGeom prst="rect">
                <a:avLst/>
              </a:prstGeom>
              <a:blipFill>
                <a:blip r:embed="rId6"/>
                <a:stretch>
                  <a:fillRect l="-5147" r="-8088" b="-655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5BF149DA-8573-7BC3-86D0-8E49CD01F58E}"/>
                  </a:ext>
                </a:extLst>
              </p:cNvPr>
              <p:cNvSpPr txBox="1"/>
              <p:nvPr/>
            </p:nvSpPr>
            <p:spPr>
              <a:xfrm>
                <a:off x="4628455" y="1876085"/>
                <a:ext cx="16461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126/63</m:t>
                      </m:r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5BF149DA-8573-7BC3-86D0-8E49CD01F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455" y="1876085"/>
                <a:ext cx="1646156" cy="369332"/>
              </a:xfrm>
              <a:prstGeom prst="rect">
                <a:avLst/>
              </a:prstGeom>
              <a:blipFill>
                <a:blip r:embed="rId7"/>
                <a:stretch>
                  <a:fillRect l="-4074" r="-4444" b="-3500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F7FA1AD0-EC65-DEFB-9A0B-82BB4E5D2C85}"/>
                  </a:ext>
                </a:extLst>
              </p:cNvPr>
              <p:cNvSpPr txBox="1"/>
              <p:nvPr/>
            </p:nvSpPr>
            <p:spPr>
              <a:xfrm>
                <a:off x="5100556" y="2293269"/>
                <a:ext cx="8377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24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s-NI" sz="24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1" i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NI" sz="2400" b="1" dirty="0"/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F7FA1AD0-EC65-DEFB-9A0B-82BB4E5D2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556" y="2293269"/>
                <a:ext cx="837793" cy="369332"/>
              </a:xfrm>
              <a:prstGeom prst="rect">
                <a:avLst/>
              </a:prstGeom>
              <a:blipFill>
                <a:blip r:embed="rId8"/>
                <a:stretch>
                  <a:fillRect l="-9489" r="-8029" b="-2623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39A9E41C-A8D4-9217-27BB-2941A96EC619}"/>
                  </a:ext>
                </a:extLst>
              </p:cNvPr>
              <p:cNvSpPr txBox="1"/>
              <p:nvPr/>
            </p:nvSpPr>
            <p:spPr>
              <a:xfrm>
                <a:off x="8181354" y="1923937"/>
                <a:ext cx="18096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−27/−9</m:t>
                      </m:r>
                    </m:oMath>
                  </m:oMathPara>
                </a14:m>
                <a:endParaRPr lang="es-NI" sz="2400" dirty="0"/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39A9E41C-A8D4-9217-27BB-2941A96EC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354" y="1923937"/>
                <a:ext cx="1809663" cy="369332"/>
              </a:xfrm>
              <a:prstGeom prst="rect">
                <a:avLst/>
              </a:prstGeom>
              <a:blipFill>
                <a:blip r:embed="rId9"/>
                <a:stretch>
                  <a:fillRect r="-4040" b="-3500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4F230B85-B539-4E86-729C-BC37FB6F3246}"/>
                  </a:ext>
                </a:extLst>
              </p:cNvPr>
              <p:cNvSpPr txBox="1"/>
              <p:nvPr/>
            </p:nvSpPr>
            <p:spPr>
              <a:xfrm>
                <a:off x="8657853" y="2302031"/>
                <a:ext cx="87947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NI" sz="2400" b="1" i="1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s-NI" sz="24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1" i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NI" sz="2400" b="1" dirty="0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4F230B85-B539-4E86-729C-BC37FB6F3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7853" y="2302031"/>
                <a:ext cx="879472" cy="369332"/>
              </a:xfrm>
              <a:prstGeom prst="rect">
                <a:avLst/>
              </a:prstGeom>
              <a:blipFill>
                <a:blip r:embed="rId10"/>
                <a:stretch>
                  <a:fillRect r="-7586" b="-666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8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1" grpId="0"/>
      <p:bldP spid="32" grpId="0"/>
      <p:bldP spid="33" grpId="0"/>
      <p:bldP spid="39" grpId="0"/>
      <p:bldP spid="40" grpId="0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1AA71C8E-3406-C030-CFB0-5BBC7C96DA2B}"/>
              </a:ext>
            </a:extLst>
          </p:cNvPr>
          <p:cNvSpPr/>
          <p:nvPr/>
        </p:nvSpPr>
        <p:spPr>
          <a:xfrm>
            <a:off x="4707361" y="5069060"/>
            <a:ext cx="6791323" cy="995920"/>
          </a:xfrm>
          <a:prstGeom prst="rect">
            <a:avLst/>
          </a:prstGeom>
          <a:gradFill rotWithShape="0">
            <a:gsLst>
              <a:gs pos="94000">
                <a:srgbClr val="001C7D"/>
              </a:gs>
              <a:gs pos="100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FEF809A-9C84-2E47-B772-DC4D9BAD211D}"/>
              </a:ext>
            </a:extLst>
          </p:cNvPr>
          <p:cNvSpPr/>
          <p:nvPr/>
        </p:nvSpPr>
        <p:spPr>
          <a:xfrm>
            <a:off x="4697291" y="418329"/>
            <a:ext cx="6791323" cy="995920"/>
          </a:xfrm>
          <a:prstGeom prst="rect">
            <a:avLst/>
          </a:prstGeom>
          <a:gradFill rotWithShape="0">
            <a:gsLst>
              <a:gs pos="94000">
                <a:srgbClr val="001C7D"/>
              </a:gs>
              <a:gs pos="100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F587474-DFF0-4DDD-0B03-43D940ECF747}"/>
              </a:ext>
            </a:extLst>
          </p:cNvPr>
          <p:cNvSpPr/>
          <p:nvPr/>
        </p:nvSpPr>
        <p:spPr>
          <a:xfrm>
            <a:off x="4697292" y="1531034"/>
            <a:ext cx="6791323" cy="995920"/>
          </a:xfrm>
          <a:prstGeom prst="rect">
            <a:avLst/>
          </a:prstGeom>
          <a:gradFill rotWithShape="0">
            <a:gsLst>
              <a:gs pos="94000">
                <a:srgbClr val="001C7D"/>
              </a:gs>
              <a:gs pos="100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1EC47C1-D7F2-F531-0683-809ABA633391}"/>
              </a:ext>
            </a:extLst>
          </p:cNvPr>
          <p:cNvSpPr/>
          <p:nvPr/>
        </p:nvSpPr>
        <p:spPr>
          <a:xfrm>
            <a:off x="4697294" y="2710376"/>
            <a:ext cx="6791323" cy="995920"/>
          </a:xfrm>
          <a:prstGeom prst="rect">
            <a:avLst/>
          </a:prstGeom>
          <a:gradFill rotWithShape="0">
            <a:gsLst>
              <a:gs pos="94000">
                <a:srgbClr val="001C7D"/>
              </a:gs>
              <a:gs pos="100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CA25130-DA31-7533-155D-74EFFCAAA16C}"/>
              </a:ext>
            </a:extLst>
          </p:cNvPr>
          <p:cNvSpPr/>
          <p:nvPr/>
        </p:nvSpPr>
        <p:spPr>
          <a:xfrm>
            <a:off x="4697293" y="3889718"/>
            <a:ext cx="6791323" cy="995920"/>
          </a:xfrm>
          <a:prstGeom prst="rect">
            <a:avLst/>
          </a:prstGeom>
          <a:gradFill rotWithShape="0">
            <a:gsLst>
              <a:gs pos="100000">
                <a:srgbClr val="001C7D"/>
              </a:gs>
              <a:gs pos="95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58657EDB-4F7A-C405-C206-F910C85CC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107" y="0"/>
            <a:ext cx="4305300" cy="6721472"/>
          </a:xfrm>
          <a:gradFill>
            <a:gsLst>
              <a:gs pos="1000">
                <a:srgbClr val="B60039"/>
              </a:gs>
              <a:gs pos="10000">
                <a:srgbClr val="001C7D"/>
              </a:gs>
            </a:gsLst>
          </a:gradFill>
        </p:spPr>
        <p:txBody>
          <a:bodyPr rtlCol="0"/>
          <a:lstStyle/>
          <a:p>
            <a:pPr algn="r" rtl="0"/>
            <a:r>
              <a:rPr lang="es-ES" dirty="0">
                <a:solidFill>
                  <a:schemeClr val="bg1"/>
                </a:solidFill>
              </a:rPr>
              <a:t>Esquema del</a:t>
            </a:r>
            <a:br>
              <a:rPr lang="es-ES" dirty="0">
                <a:solidFill>
                  <a:schemeClr val="bg1"/>
                </a:solidFill>
              </a:rPr>
            </a:br>
            <a:r>
              <a:rPr lang="es-ES" dirty="0">
                <a:solidFill>
                  <a:schemeClr val="bg1"/>
                </a:solidFill>
              </a:rPr>
              <a:t>curso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28E46D0F-7710-7F31-D504-6BE9D8452D16}"/>
              </a:ext>
            </a:extLst>
          </p:cNvPr>
          <p:cNvGrpSpPr/>
          <p:nvPr/>
        </p:nvGrpSpPr>
        <p:grpSpPr>
          <a:xfrm>
            <a:off x="5714834" y="497053"/>
            <a:ext cx="5641034" cy="1904954"/>
            <a:chOff x="1150288" y="-1494312"/>
            <a:chExt cx="5641034" cy="2494907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80804032-611D-02F8-41EB-B9C1E6A8B488}"/>
                </a:ext>
              </a:extLst>
            </p:cNvPr>
            <p:cNvSpPr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5F7B33D7-6C16-0DB2-DE68-6536DA3347CC}"/>
                </a:ext>
              </a:extLst>
            </p:cNvPr>
            <p:cNvSpPr txBox="1"/>
            <p:nvPr/>
          </p:nvSpPr>
          <p:spPr>
            <a:xfrm>
              <a:off x="1150288" y="-1494312"/>
              <a:ext cx="5641034" cy="9959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402" tIns="105402" rIns="105402" bIns="105402" numCol="1" spcCol="1270" rtlCol="0" anchor="ctr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900" kern="1200" noProof="0" dirty="0">
                  <a:solidFill>
                    <a:schemeClr val="bg1"/>
                  </a:solidFill>
                </a:rPr>
                <a:t>Matrix Inversa (A</a:t>
              </a:r>
              <a:r>
                <a:rPr lang="es-ES" sz="1900" kern="1200" baseline="30000" noProof="0" dirty="0">
                  <a:solidFill>
                    <a:schemeClr val="bg1"/>
                  </a:solidFill>
                </a:rPr>
                <a:t>-1</a:t>
              </a:r>
              <a:r>
                <a:rPr lang="es-ES" sz="1900" kern="1200" noProof="0" dirty="0">
                  <a:solidFill>
                    <a:schemeClr val="bg1"/>
                  </a:solidFill>
                </a:rPr>
                <a:t>)</a:t>
              </a: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BA511213-EBC6-6385-03C1-74E57CEBF6AF}"/>
              </a:ext>
            </a:extLst>
          </p:cNvPr>
          <p:cNvGrpSpPr/>
          <p:nvPr/>
        </p:nvGrpSpPr>
        <p:grpSpPr>
          <a:xfrm>
            <a:off x="5714834" y="1667962"/>
            <a:ext cx="5641034" cy="771838"/>
            <a:chOff x="1150288" y="4675"/>
            <a:chExt cx="5641034" cy="995920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003EB9EE-314B-6242-55BE-2B5749FB75D8}"/>
                </a:ext>
              </a:extLst>
            </p:cNvPr>
            <p:cNvSpPr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972BD19F-D50D-262E-50F5-E1859DDBEFBF}"/>
                </a:ext>
              </a:extLst>
            </p:cNvPr>
            <p:cNvSpPr txBox="1"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402" tIns="105402" rIns="105402" bIns="105402" numCol="1" spcCol="1270" rtlCol="0" anchor="ctr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900" kern="1200" noProof="0" dirty="0">
                  <a:solidFill>
                    <a:schemeClr val="bg1"/>
                  </a:solidFill>
                </a:rPr>
                <a:t>Método de Gauss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B482D5B4-0776-71D4-95E7-8174C8AA9D99}"/>
              </a:ext>
            </a:extLst>
          </p:cNvPr>
          <p:cNvGrpSpPr/>
          <p:nvPr/>
        </p:nvGrpSpPr>
        <p:grpSpPr>
          <a:xfrm>
            <a:off x="5710833" y="3997015"/>
            <a:ext cx="5645035" cy="771838"/>
            <a:chOff x="1146287" y="4675"/>
            <a:chExt cx="5645035" cy="995920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FC1BF3D-4A03-8A5D-1A3D-D03B30061A1C}"/>
                </a:ext>
              </a:extLst>
            </p:cNvPr>
            <p:cNvSpPr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C4B1F8FA-743C-74C8-0AC7-B97D461A3074}"/>
                </a:ext>
              </a:extLst>
            </p:cNvPr>
            <p:cNvSpPr txBox="1"/>
            <p:nvPr/>
          </p:nvSpPr>
          <p:spPr>
            <a:xfrm>
              <a:off x="1146287" y="4675"/>
              <a:ext cx="5641034" cy="9959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402" tIns="105402" rIns="105402" bIns="105402" numCol="1" spcCol="1270" rtlCol="0" anchor="ctr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000" b="1" kern="1200" noProof="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Ejercicios de práctica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4799326C-A40B-82F9-E38B-7C8CF5807957}"/>
              </a:ext>
            </a:extLst>
          </p:cNvPr>
          <p:cNvGrpSpPr/>
          <p:nvPr/>
        </p:nvGrpSpPr>
        <p:grpSpPr>
          <a:xfrm>
            <a:off x="5710833" y="2896930"/>
            <a:ext cx="5641034" cy="771838"/>
            <a:chOff x="1150288" y="4675"/>
            <a:chExt cx="5641034" cy="995920"/>
          </a:xfrm>
        </p:grpSpPr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CACBDE5E-0F2A-D84E-CC99-ACBA2EA08E69}"/>
                </a:ext>
              </a:extLst>
            </p:cNvPr>
            <p:cNvSpPr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595A2BAD-BDAD-D918-69C4-FC629822EB25}"/>
                </a:ext>
              </a:extLst>
            </p:cNvPr>
            <p:cNvSpPr txBox="1"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402" tIns="105402" rIns="105402" bIns="105402" numCol="1" spcCol="1270" rtlCol="0" anchor="ctr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900" kern="1200" noProof="0" dirty="0">
                  <a:solidFill>
                    <a:schemeClr val="bg1"/>
                  </a:solidFill>
                </a:rPr>
                <a:t>Método Gauss </a:t>
              </a:r>
              <a:r>
                <a:rPr lang="es-ES" sz="1900" kern="1200" noProof="0" dirty="0" err="1">
                  <a:solidFill>
                    <a:schemeClr val="bg1"/>
                  </a:solidFill>
                </a:rPr>
                <a:t>Jordan</a:t>
              </a:r>
              <a:endParaRPr lang="es-ES" sz="1900" kern="1200" noProof="0" dirty="0">
                <a:solidFill>
                  <a:schemeClr val="bg1"/>
                </a:solidFill>
              </a:endParaRPr>
            </a:p>
          </p:txBody>
        </p:sp>
      </p:grp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23FE831-834F-6B5D-4D03-A9DC860AD50C}"/>
              </a:ext>
            </a:extLst>
          </p:cNvPr>
          <p:cNvSpPr txBox="1"/>
          <p:nvPr/>
        </p:nvSpPr>
        <p:spPr>
          <a:xfrm>
            <a:off x="5732748" y="5190038"/>
            <a:ext cx="5641034" cy="77183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5402" tIns="105402" rIns="105402" bIns="105402" numCol="1" spcCol="1270" rtlCol="0" anchor="ctr" anchorCtr="0">
            <a:noAutofit/>
          </a:bodyPr>
          <a:lstStyle/>
          <a:p>
            <a:pPr marL="0" lvl="0" indent="0" algn="l" defTabSz="8445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ES" sz="1900" kern="1200" noProof="0" dirty="0">
                <a:solidFill>
                  <a:schemeClr val="bg1"/>
                </a:solidFill>
              </a:rPr>
              <a:t>Ejercicios trabajo</a:t>
            </a:r>
          </a:p>
        </p:txBody>
      </p:sp>
      <p:pic>
        <p:nvPicPr>
          <p:cNvPr id="3" name="Gráfico 2" descr="Aspiración con relleno sólido">
            <a:extLst>
              <a:ext uri="{FF2B5EF4-FFF2-40B4-BE49-F238E27FC236}">
                <a16:creationId xmlns:a16="http://schemas.microsoft.com/office/drawing/2014/main" id="{75D655B8-5332-4D33-07A3-9D9D1750F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4887" y="5255800"/>
            <a:ext cx="547756" cy="547756"/>
          </a:xfrm>
          <a:prstGeom prst="rect">
            <a:avLst/>
          </a:prstGeom>
        </p:spPr>
      </p:pic>
      <p:pic>
        <p:nvPicPr>
          <p:cNvPr id="6" name="Gráfico 5" descr="Béisbol con relleno sólido">
            <a:extLst>
              <a:ext uri="{FF2B5EF4-FFF2-40B4-BE49-F238E27FC236}">
                <a16:creationId xmlns:a16="http://schemas.microsoft.com/office/drawing/2014/main" id="{6456D047-FFFE-A9D2-17C2-14D1D868F6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4887" y="4159907"/>
            <a:ext cx="547756" cy="547756"/>
          </a:xfrm>
          <a:prstGeom prst="rect">
            <a:avLst/>
          </a:prstGeom>
        </p:spPr>
      </p:pic>
      <p:pic>
        <p:nvPicPr>
          <p:cNvPr id="8" name="Gráfico 7" descr="Piso inferior con relleno sólido">
            <a:extLst>
              <a:ext uri="{FF2B5EF4-FFF2-40B4-BE49-F238E27FC236}">
                <a16:creationId xmlns:a16="http://schemas.microsoft.com/office/drawing/2014/main" id="{F7BF8917-784F-BF0E-B676-05D7716059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65749" y="1747918"/>
            <a:ext cx="547756" cy="547756"/>
          </a:xfrm>
          <a:prstGeom prst="rect">
            <a:avLst/>
          </a:prstGeom>
        </p:spPr>
      </p:pic>
      <p:pic>
        <p:nvPicPr>
          <p:cNvPr id="14" name="Gráfico 13" descr="Piso inferior con relleno sólido">
            <a:extLst>
              <a:ext uri="{FF2B5EF4-FFF2-40B4-BE49-F238E27FC236}">
                <a16:creationId xmlns:a16="http://schemas.microsoft.com/office/drawing/2014/main" id="{CCAC93C6-6E01-0C13-4455-9881089390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8241" y="2967777"/>
            <a:ext cx="547756" cy="547756"/>
          </a:xfrm>
          <a:prstGeom prst="rect">
            <a:avLst/>
          </a:prstGeom>
        </p:spPr>
      </p:pic>
      <p:pic>
        <p:nvPicPr>
          <p:cNvPr id="36" name="Gráfico 35" descr="Piso inferior contorno">
            <a:extLst>
              <a:ext uri="{FF2B5EF4-FFF2-40B4-BE49-F238E27FC236}">
                <a16:creationId xmlns:a16="http://schemas.microsoft.com/office/drawing/2014/main" id="{764F737D-8390-71C4-9CE2-634E554D04E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54235" y="575774"/>
            <a:ext cx="547756" cy="54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467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363134"/>
            <a:ext cx="2552123" cy="358341"/>
          </a:xfrm>
          <a:prstGeom prst="rect">
            <a:avLst/>
          </a:prstGeom>
          <a:gradFill>
            <a:gsLst>
              <a:gs pos="14000">
                <a:srgbClr val="C00812"/>
              </a:gs>
              <a:gs pos="2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068551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6E9189F-DAAB-7DAD-D177-35CD2B8EDA21}"/>
              </a:ext>
            </a:extLst>
          </p:cNvPr>
          <p:cNvSpPr/>
          <p:nvPr/>
        </p:nvSpPr>
        <p:spPr>
          <a:xfrm>
            <a:off x="346364" y="-77173"/>
            <a:ext cx="1154083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Calcule la matriz inversa de las siguientes matrices</a:t>
            </a:r>
            <a:endParaRPr lang="es-ES" sz="3600" b="1" cap="none" spc="0" baseline="-2500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  <p:graphicFrame>
        <p:nvGraphicFramePr>
          <p:cNvPr id="9" name="Tabla 2">
            <a:extLst>
              <a:ext uri="{FF2B5EF4-FFF2-40B4-BE49-F238E27FC236}">
                <a16:creationId xmlns:a16="http://schemas.microsoft.com/office/drawing/2014/main" id="{F8BC7316-D631-F77C-88D2-77B08F3E9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445013"/>
              </p:ext>
            </p:extLst>
          </p:nvPr>
        </p:nvGraphicFramePr>
        <p:xfrm>
          <a:off x="2386933" y="1402948"/>
          <a:ext cx="2201956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886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699247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EB387072-8EBE-1191-8584-CB97C77ED693}"/>
              </a:ext>
            </a:extLst>
          </p:cNvPr>
          <p:cNvSpPr txBox="1"/>
          <p:nvPr/>
        </p:nvSpPr>
        <p:spPr>
          <a:xfrm>
            <a:off x="3311996" y="927499"/>
            <a:ext cx="5776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endParaRPr lang="es-NI" sz="2000" b="1" dirty="0"/>
          </a:p>
        </p:txBody>
      </p:sp>
      <p:graphicFrame>
        <p:nvGraphicFramePr>
          <p:cNvPr id="11" name="Tabla 2">
            <a:extLst>
              <a:ext uri="{FF2B5EF4-FFF2-40B4-BE49-F238E27FC236}">
                <a16:creationId xmlns:a16="http://schemas.microsoft.com/office/drawing/2014/main" id="{6EC2A71F-CD29-249B-30F4-E0B5045845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58662"/>
              </p:ext>
            </p:extLst>
          </p:nvPr>
        </p:nvGraphicFramePr>
        <p:xfrm>
          <a:off x="7617816" y="1402948"/>
          <a:ext cx="2201956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886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699247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8EBB35A3-73DD-2275-F174-80604CE92E33}"/>
              </a:ext>
            </a:extLst>
          </p:cNvPr>
          <p:cNvSpPr txBox="1"/>
          <p:nvPr/>
        </p:nvSpPr>
        <p:spPr>
          <a:xfrm>
            <a:off x="8542879" y="927499"/>
            <a:ext cx="5776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endParaRPr lang="es-NI" sz="2000" b="1" dirty="0"/>
          </a:p>
        </p:txBody>
      </p:sp>
      <p:graphicFrame>
        <p:nvGraphicFramePr>
          <p:cNvPr id="13" name="Tabla 2">
            <a:extLst>
              <a:ext uri="{FF2B5EF4-FFF2-40B4-BE49-F238E27FC236}">
                <a16:creationId xmlns:a16="http://schemas.microsoft.com/office/drawing/2014/main" id="{96482221-CFB9-3E83-3711-F14665132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857040"/>
              </p:ext>
            </p:extLst>
          </p:nvPr>
        </p:nvGraphicFramePr>
        <p:xfrm>
          <a:off x="2386933" y="3946500"/>
          <a:ext cx="2201956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886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699247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DA90C929-CACD-D0FD-742B-2C2BC82968D2}"/>
              </a:ext>
            </a:extLst>
          </p:cNvPr>
          <p:cNvSpPr txBox="1"/>
          <p:nvPr/>
        </p:nvSpPr>
        <p:spPr>
          <a:xfrm>
            <a:off x="3311996" y="3471051"/>
            <a:ext cx="5776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endParaRPr lang="es-NI" sz="2000" b="1" dirty="0"/>
          </a:p>
        </p:txBody>
      </p:sp>
      <p:graphicFrame>
        <p:nvGraphicFramePr>
          <p:cNvPr id="15" name="Tabla 2">
            <a:extLst>
              <a:ext uri="{FF2B5EF4-FFF2-40B4-BE49-F238E27FC236}">
                <a16:creationId xmlns:a16="http://schemas.microsoft.com/office/drawing/2014/main" id="{1051E8D0-67AC-0162-6249-E040D7825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468983"/>
              </p:ext>
            </p:extLst>
          </p:nvPr>
        </p:nvGraphicFramePr>
        <p:xfrm>
          <a:off x="7617816" y="3946500"/>
          <a:ext cx="2201956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886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699247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716E093C-394D-283F-0EF8-7EB9E4FB8BC2}"/>
              </a:ext>
            </a:extLst>
          </p:cNvPr>
          <p:cNvSpPr txBox="1"/>
          <p:nvPr/>
        </p:nvSpPr>
        <p:spPr>
          <a:xfrm>
            <a:off x="8542879" y="3471051"/>
            <a:ext cx="5776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endParaRPr lang="es-NI" sz="2000" b="1" dirty="0"/>
          </a:p>
        </p:txBody>
      </p:sp>
    </p:spTree>
    <p:extLst>
      <p:ext uri="{BB962C8B-B14F-4D97-AF65-F5344CB8AC3E}">
        <p14:creationId xmlns:p14="http://schemas.microsoft.com/office/powerpoint/2010/main" val="41968233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363134"/>
            <a:ext cx="2552123" cy="358341"/>
          </a:xfrm>
          <a:prstGeom prst="rect">
            <a:avLst/>
          </a:prstGeom>
          <a:gradFill>
            <a:gsLst>
              <a:gs pos="14000">
                <a:srgbClr val="C00812"/>
              </a:gs>
              <a:gs pos="2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068551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D990A14-9124-92D6-CCFD-2FC35926703E}"/>
              </a:ext>
            </a:extLst>
          </p:cNvPr>
          <p:cNvSpPr/>
          <p:nvPr/>
        </p:nvSpPr>
        <p:spPr>
          <a:xfrm>
            <a:off x="346364" y="-77173"/>
            <a:ext cx="1154083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Respuestas matrices inversas</a:t>
            </a:r>
            <a:endParaRPr lang="es-ES" sz="3600" b="1" cap="none" spc="0" baseline="-2500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  <p:graphicFrame>
        <p:nvGraphicFramePr>
          <p:cNvPr id="9" name="Tabla 2">
            <a:extLst>
              <a:ext uri="{FF2B5EF4-FFF2-40B4-BE49-F238E27FC236}">
                <a16:creationId xmlns:a16="http://schemas.microsoft.com/office/drawing/2014/main" id="{1CB4F389-3521-DF0E-10F3-4B4581D1C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150038"/>
              </p:ext>
            </p:extLst>
          </p:nvPr>
        </p:nvGraphicFramePr>
        <p:xfrm>
          <a:off x="1783830" y="1287236"/>
          <a:ext cx="2995836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6777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951349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1097710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-7/5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6/5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1/5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11/20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-2/5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1/10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19/20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-3/5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-1/10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BB79AA8B-11F6-3B85-1009-9CCACC369F24}"/>
              </a:ext>
            </a:extLst>
          </p:cNvPr>
          <p:cNvSpPr txBox="1"/>
          <p:nvPr/>
        </p:nvSpPr>
        <p:spPr>
          <a:xfrm>
            <a:off x="2998844" y="887126"/>
            <a:ext cx="698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r>
              <a:rPr lang="es-MX" sz="2000" b="1" baseline="30000" dirty="0">
                <a:latin typeface="Verdana" panose="020B0604030504040204" pitchFamily="34" charset="0"/>
                <a:ea typeface="Verdana" panose="020B0604030504040204" pitchFamily="34" charset="0"/>
              </a:rPr>
              <a:t>-1</a:t>
            </a:r>
            <a:endParaRPr lang="es-NI" sz="2000" b="1" baseline="30000" dirty="0"/>
          </a:p>
        </p:txBody>
      </p:sp>
      <p:graphicFrame>
        <p:nvGraphicFramePr>
          <p:cNvPr id="11" name="Tabla 2">
            <a:extLst>
              <a:ext uri="{FF2B5EF4-FFF2-40B4-BE49-F238E27FC236}">
                <a16:creationId xmlns:a16="http://schemas.microsoft.com/office/drawing/2014/main" id="{C7BAD98C-638F-54A2-51E5-DDF218B83E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036899"/>
              </p:ext>
            </p:extLst>
          </p:nvPr>
        </p:nvGraphicFramePr>
        <p:xfrm>
          <a:off x="7605952" y="1240802"/>
          <a:ext cx="2391450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5772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759422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876256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-2/3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2/3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1/6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7/3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-4/3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-1/3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1/3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1/6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F2E0DB06-12F9-BC5E-94CF-AAB5D765CD1D}"/>
              </a:ext>
            </a:extLst>
          </p:cNvPr>
          <p:cNvSpPr txBox="1"/>
          <p:nvPr/>
        </p:nvSpPr>
        <p:spPr>
          <a:xfrm>
            <a:off x="8452383" y="833253"/>
            <a:ext cx="698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r>
              <a:rPr lang="es-MX" sz="2000" b="1" baseline="30000" dirty="0">
                <a:latin typeface="Verdana" panose="020B0604030504040204" pitchFamily="34" charset="0"/>
                <a:ea typeface="Verdana" panose="020B0604030504040204" pitchFamily="34" charset="0"/>
              </a:rPr>
              <a:t>-1</a:t>
            </a:r>
            <a:endParaRPr lang="es-NI" sz="2000" b="1" baseline="30000" dirty="0"/>
          </a:p>
        </p:txBody>
      </p:sp>
      <p:graphicFrame>
        <p:nvGraphicFramePr>
          <p:cNvPr id="13" name="Tabla 2">
            <a:extLst>
              <a:ext uri="{FF2B5EF4-FFF2-40B4-BE49-F238E27FC236}">
                <a16:creationId xmlns:a16="http://schemas.microsoft.com/office/drawing/2014/main" id="{F512CCE4-F360-B37A-8CDC-0E6F7BEA15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198436"/>
              </p:ext>
            </p:extLst>
          </p:nvPr>
        </p:nvGraphicFramePr>
        <p:xfrm>
          <a:off x="2094626" y="4148680"/>
          <a:ext cx="2201956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886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699247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3/5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-4/5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3/5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60518719-AA71-B0D5-A948-2E87FC94DFB4}"/>
              </a:ext>
            </a:extLst>
          </p:cNvPr>
          <p:cNvSpPr txBox="1"/>
          <p:nvPr/>
        </p:nvSpPr>
        <p:spPr>
          <a:xfrm>
            <a:off x="2846310" y="3668834"/>
            <a:ext cx="698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r>
              <a:rPr lang="es-MX" sz="2000" b="1" baseline="30000" dirty="0">
                <a:latin typeface="Verdana" panose="020B0604030504040204" pitchFamily="34" charset="0"/>
                <a:ea typeface="Verdana" panose="020B0604030504040204" pitchFamily="34" charset="0"/>
              </a:rPr>
              <a:t>-1</a:t>
            </a:r>
            <a:endParaRPr lang="es-NI" sz="2000" b="1" baseline="30000" dirty="0"/>
          </a:p>
        </p:txBody>
      </p:sp>
      <p:graphicFrame>
        <p:nvGraphicFramePr>
          <p:cNvPr id="15" name="Tabla 2">
            <a:extLst>
              <a:ext uri="{FF2B5EF4-FFF2-40B4-BE49-F238E27FC236}">
                <a16:creationId xmlns:a16="http://schemas.microsoft.com/office/drawing/2014/main" id="{D99B7239-57BD-81CD-73ED-50576FEE8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356040"/>
              </p:ext>
            </p:extLst>
          </p:nvPr>
        </p:nvGraphicFramePr>
        <p:xfrm>
          <a:off x="7190093" y="4050838"/>
          <a:ext cx="3395776" cy="1422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3170">
                  <a:extLst>
                    <a:ext uri="{9D8B030D-6E8A-4147-A177-3AD203B41FA5}">
                      <a16:colId xmlns:a16="http://schemas.microsoft.com/office/drawing/2014/main" val="1265881239"/>
                    </a:ext>
                  </a:extLst>
                </a:gridCol>
                <a:gridCol w="1078353">
                  <a:extLst>
                    <a:ext uri="{9D8B030D-6E8A-4147-A177-3AD203B41FA5}">
                      <a16:colId xmlns:a16="http://schemas.microsoft.com/office/drawing/2014/main" val="479768650"/>
                    </a:ext>
                  </a:extLst>
                </a:gridCol>
                <a:gridCol w="1244253">
                  <a:extLst>
                    <a:ext uri="{9D8B030D-6E8A-4147-A177-3AD203B41FA5}">
                      <a16:colId xmlns:a16="http://schemas.microsoft.com/office/drawing/2014/main" val="363449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23/67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19/67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-6/67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726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14/67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-3/67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8/67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80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-1/67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5/67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tabLst>
                          <a:tab pos="1952625" algn="l"/>
                        </a:tabLst>
                      </a:pPr>
                      <a:r>
                        <a:rPr lang="es-NI" sz="24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9/67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601502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24E6451E-22BD-DA5E-22DE-025BB23D7F5B}"/>
              </a:ext>
            </a:extLst>
          </p:cNvPr>
          <p:cNvSpPr txBox="1"/>
          <p:nvPr/>
        </p:nvSpPr>
        <p:spPr>
          <a:xfrm>
            <a:off x="8538687" y="3650728"/>
            <a:ext cx="698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r>
              <a:rPr lang="es-MX" sz="2000" b="1" baseline="30000" dirty="0">
                <a:latin typeface="Verdana" panose="020B0604030504040204" pitchFamily="34" charset="0"/>
                <a:ea typeface="Verdana" panose="020B0604030504040204" pitchFamily="34" charset="0"/>
              </a:rPr>
              <a:t>-1</a:t>
            </a:r>
            <a:endParaRPr lang="es-NI" sz="2000" b="1" baseline="30000" dirty="0"/>
          </a:p>
        </p:txBody>
      </p:sp>
    </p:spTree>
    <p:extLst>
      <p:ext uri="{BB962C8B-B14F-4D97-AF65-F5344CB8AC3E}">
        <p14:creationId xmlns:p14="http://schemas.microsoft.com/office/powerpoint/2010/main" val="15499091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363134"/>
            <a:ext cx="2552123" cy="358341"/>
          </a:xfrm>
          <a:prstGeom prst="rect">
            <a:avLst/>
          </a:prstGeom>
          <a:gradFill>
            <a:gsLst>
              <a:gs pos="14000">
                <a:srgbClr val="C00812"/>
              </a:gs>
              <a:gs pos="2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068551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E25F4901-9C0E-37A0-82DF-76A56448A964}"/>
              </a:ext>
            </a:extLst>
          </p:cNvPr>
          <p:cNvGrpSpPr/>
          <p:nvPr/>
        </p:nvGrpSpPr>
        <p:grpSpPr>
          <a:xfrm>
            <a:off x="843993" y="1211408"/>
            <a:ext cx="2558912" cy="1246239"/>
            <a:chOff x="1395347" y="966796"/>
            <a:chExt cx="2558912" cy="12462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287FD9B3-F103-55A0-146F-1900EF726C0C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04607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8</a:t>
                  </a:r>
                </a:p>
              </p:txBody>
            </p:sp>
          </mc:Choice>
          <mc:Fallback xmlns="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AC079F07-1571-4C7F-AD92-E6EC1DC5C7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046073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5373" t="-24590" r="-8060" b="-4918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DEE6B83B-6F61-E77C-7669-B5BFDDF92396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2149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1D19D1E1-A140-422E-BDED-715CD4FF5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214902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3306" r="-2755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E07C6EEB-2E04-0D9B-3A1E-8003828E0A8A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04607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1</a:t>
                  </a:r>
                </a:p>
              </p:txBody>
            </p:sp>
          </mc:Choice>
          <mc:Fallback xmlns="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3610881E-655D-48F7-8AAB-4623EE859C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046073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5373" t="-26230" r="-8060" b="-47541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Abrir llave 11">
              <a:extLst>
                <a:ext uri="{FF2B5EF4-FFF2-40B4-BE49-F238E27FC236}">
                  <a16:creationId xmlns:a16="http://schemas.microsoft.com/office/drawing/2014/main" id="{E3D28B5E-B624-A675-C1B8-AD09141A179F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4ACA2933-9451-01ED-B9E7-1A57D90F8286}"/>
              </a:ext>
            </a:extLst>
          </p:cNvPr>
          <p:cNvGrpSpPr/>
          <p:nvPr/>
        </p:nvGrpSpPr>
        <p:grpSpPr>
          <a:xfrm>
            <a:off x="7238564" y="1166180"/>
            <a:ext cx="2765398" cy="1246239"/>
            <a:chOff x="1395347" y="966796"/>
            <a:chExt cx="2765398" cy="12462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F8C31B59-347C-86C0-6A03-D3AA4425D5F8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20156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12</a:t>
                  </a:r>
                </a:p>
              </p:txBody>
            </p:sp>
          </mc:Choice>
          <mc:Fallback xmlns="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906B866A-1106-4C24-B117-4259957EC9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201565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4709" t="-24590" r="-7479" b="-4918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69092002-39D1-B39A-4D1F-D2D52DAC6A67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27421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4E2FE908-659F-497C-A927-05F23FCA9E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274212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340" r="-2949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E354BCCD-0877-F471-5E92-52DEB3E806AD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38482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6CB39DB0-48EE-4FCF-B6B2-64C85C01F5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384820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2558" r="-2813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Abrir llave 16">
              <a:extLst>
                <a:ext uri="{FF2B5EF4-FFF2-40B4-BE49-F238E27FC236}">
                  <a16:creationId xmlns:a16="http://schemas.microsoft.com/office/drawing/2014/main" id="{26AC79C2-483C-ED90-8D01-FC26DDDD5A40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9E6CA8DD-E065-6D44-984A-A4864B30331C}"/>
              </a:ext>
            </a:extLst>
          </p:cNvPr>
          <p:cNvGrpSpPr/>
          <p:nvPr/>
        </p:nvGrpSpPr>
        <p:grpSpPr>
          <a:xfrm>
            <a:off x="825336" y="4009388"/>
            <a:ext cx="2765398" cy="1246239"/>
            <a:chOff x="1395347" y="966796"/>
            <a:chExt cx="2765398" cy="12462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BAB22AF2-E91C-BCB8-93CE-3A84689326E4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37148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28</a:t>
                  </a:r>
                </a:p>
              </p:txBody>
            </p:sp>
          </mc:Choice>
          <mc:Fallback xmlns="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57EECF4D-84A4-4AEE-AAC8-BB30ADBB6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371483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4627" t="-24590" r="-6684" b="-4918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51C73EF9-2CDF-585A-2134-41756FB02FA6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20156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19</a:t>
                  </a:r>
                </a:p>
              </p:txBody>
            </p:sp>
          </mc:Choice>
          <mc:Fallback xmlns="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F7AD4E0C-8959-4D8F-B091-84D94AF9F1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201565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4986" t="-24590" r="-7202" b="-4918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1ED475B7-F283-3BAA-3B07-3702F8D2E11E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38482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16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6C0C65D3-AF13-4A98-8915-6821FE796A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384820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2813" r="-2558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Abrir llave 21">
              <a:extLst>
                <a:ext uri="{FF2B5EF4-FFF2-40B4-BE49-F238E27FC236}">
                  <a16:creationId xmlns:a16="http://schemas.microsoft.com/office/drawing/2014/main" id="{0CAEB722-0B36-E56E-1D0A-1DA55E7CD4B2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7F722BD9-ECB9-F172-F685-4DC7C3F45AB7}"/>
              </a:ext>
            </a:extLst>
          </p:cNvPr>
          <p:cNvGrpSpPr/>
          <p:nvPr/>
        </p:nvGrpSpPr>
        <p:grpSpPr>
          <a:xfrm>
            <a:off x="7257103" y="4013281"/>
            <a:ext cx="2788141" cy="1246239"/>
            <a:chOff x="1395347" y="966796"/>
            <a:chExt cx="2788141" cy="12462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B11D4C4A-7858-34D6-2F35-4910AE8EEC12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38482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+4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571552BC-1711-4798-8EAD-70A1EA3DB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384820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2551" r="-2551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uadroTexto 24">
                  <a:extLst>
                    <a:ext uri="{FF2B5EF4-FFF2-40B4-BE49-F238E27FC236}">
                      <a16:creationId xmlns:a16="http://schemas.microsoft.com/office/drawing/2014/main" id="{5E32FD1E-A90E-7047-E9AD-5015BD80491E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44413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−7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806FE436-63F7-4C5A-A7B6-597D5BBC4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444131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2743" r="-2743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uadroTexto 25">
                  <a:extLst>
                    <a:ext uri="{FF2B5EF4-FFF2-40B4-BE49-F238E27FC236}">
                      <a16:creationId xmlns:a16="http://schemas.microsoft.com/office/drawing/2014/main" id="{9408CC7C-8094-0D7C-9559-2794009B41C7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2149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52294B05-56FC-4CDB-8806-EDECC3CE37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214902" cy="369332"/>
                </a:xfrm>
                <a:prstGeom prst="rect">
                  <a:avLst/>
                </a:prstGeom>
                <a:blipFill>
                  <a:blip r:embed="rId14"/>
                  <a:stretch>
                    <a:fillRect l="-2747" r="-2747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Abrir llave 26">
              <a:extLst>
                <a:ext uri="{FF2B5EF4-FFF2-40B4-BE49-F238E27FC236}">
                  <a16:creationId xmlns:a16="http://schemas.microsoft.com/office/drawing/2014/main" id="{D4A612E7-4717-0C22-7F41-32B8C3781BC6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B1F4B3B-C1B8-D451-C9D9-E854321819F1}"/>
              </a:ext>
            </a:extLst>
          </p:cNvPr>
          <p:cNvSpPr/>
          <p:nvPr/>
        </p:nvSpPr>
        <p:spPr>
          <a:xfrm>
            <a:off x="346364" y="-77173"/>
            <a:ext cx="1154083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Resuelva los sistemas de ecuaciones aplicando el método de Gauss</a:t>
            </a:r>
            <a:endParaRPr lang="es-ES" sz="3600" b="1" cap="none" spc="0" baseline="-2500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78127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363134"/>
            <a:ext cx="2552123" cy="358341"/>
          </a:xfrm>
          <a:prstGeom prst="rect">
            <a:avLst/>
          </a:prstGeom>
          <a:gradFill>
            <a:gsLst>
              <a:gs pos="14000">
                <a:srgbClr val="C00812"/>
              </a:gs>
              <a:gs pos="2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068551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846976D-6B06-4815-6DFD-AD98E0E17A64}"/>
              </a:ext>
            </a:extLst>
          </p:cNvPr>
          <p:cNvSpPr/>
          <p:nvPr/>
        </p:nvSpPr>
        <p:spPr>
          <a:xfrm>
            <a:off x="346364" y="-77173"/>
            <a:ext cx="1154083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Respuestas, sistemas de ecuaciones aplicando gauss</a:t>
            </a:r>
            <a:endParaRPr lang="es-ES" sz="3600" b="1" cap="none" spc="0" baseline="-2500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C3CDFBC1-67C8-CD3C-43F4-E29813173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084452"/>
              </p:ext>
            </p:extLst>
          </p:nvPr>
        </p:nvGraphicFramePr>
        <p:xfrm>
          <a:off x="2746589" y="1291713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126562390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65533563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X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1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80357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Y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2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007961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Z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3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34724736"/>
                  </a:ext>
                </a:extLst>
              </a:tr>
            </a:tbl>
          </a:graphicData>
        </a:graphic>
      </p:graphicFrame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7F33D557-7B9A-79E9-B49B-E81BE10DA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833256"/>
              </p:ext>
            </p:extLst>
          </p:nvPr>
        </p:nvGraphicFramePr>
        <p:xfrm>
          <a:off x="8683413" y="1291713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82271743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86724795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 dirty="0">
                          <a:effectLst/>
                        </a:rPr>
                        <a:t>X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3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19614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Y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-2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976183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Z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-1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1089402"/>
                  </a:ext>
                </a:extLst>
              </a:tr>
            </a:tbl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A96C7D2E-EFCE-B85F-DADC-C35DE7D5E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112449"/>
              </p:ext>
            </p:extLst>
          </p:nvPr>
        </p:nvGraphicFramePr>
        <p:xfrm>
          <a:off x="2746589" y="4150665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113178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17868534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X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5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479046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Y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1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430691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Z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-1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6616351"/>
                  </a:ext>
                </a:extLst>
              </a:tr>
            </a:tbl>
          </a:graphicData>
        </a:graphic>
      </p:graphicFrame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9F48A941-140C-F6EC-EDBF-4E4A98B6B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090660"/>
              </p:ext>
            </p:extLst>
          </p:nvPr>
        </p:nvGraphicFramePr>
        <p:xfrm>
          <a:off x="8683411" y="4150664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492375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83976876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X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-1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182310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Y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2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139613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Z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0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93400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990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363134"/>
            <a:ext cx="2552123" cy="358341"/>
          </a:xfrm>
          <a:prstGeom prst="rect">
            <a:avLst/>
          </a:prstGeom>
          <a:gradFill>
            <a:gsLst>
              <a:gs pos="14000">
                <a:srgbClr val="C00812"/>
              </a:gs>
              <a:gs pos="2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068551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452C66C4-3F41-A693-2008-5B0AF16EFFF7}"/>
              </a:ext>
            </a:extLst>
          </p:cNvPr>
          <p:cNvGrpSpPr/>
          <p:nvPr/>
        </p:nvGrpSpPr>
        <p:grpSpPr>
          <a:xfrm>
            <a:off x="1145309" y="937944"/>
            <a:ext cx="2765398" cy="1246239"/>
            <a:chOff x="1395347" y="966796"/>
            <a:chExt cx="2765398" cy="12462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EBED7376-8D54-7900-D7E4-9A262F2EB216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2149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E6C02584-D3E9-4CC4-BD8F-83169E6119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214902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2747" r="-2747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42DC486C-4EF7-7DC7-AEFA-400B148F403F}"/>
                    </a:ext>
                  </a:extLst>
                </p:cNvPr>
                <p:cNvSpPr txBox="1"/>
                <p:nvPr/>
              </p:nvSpPr>
              <p:spPr>
                <a:xfrm>
                  <a:off x="1870100" y="1428461"/>
                  <a:ext cx="187506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E7D28C5D-763E-4E55-95BB-3F58E5C03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0100" y="1428461"/>
                  <a:ext cx="1875065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1954" r="-3583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843AF49E-02CE-98D1-55C7-EBA47F6A25D0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38482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85430D58-3D5A-4EEF-A609-30224F2678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384820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2558" r="-2813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Abrir llave 11">
              <a:extLst>
                <a:ext uri="{FF2B5EF4-FFF2-40B4-BE49-F238E27FC236}">
                  <a16:creationId xmlns:a16="http://schemas.microsoft.com/office/drawing/2014/main" id="{F9D7B5CD-D98D-A4AD-86D6-4FFF34D42986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96834D2C-81E6-B7CE-7B4A-D5CFF0C71150}"/>
              </a:ext>
            </a:extLst>
          </p:cNvPr>
          <p:cNvGrpSpPr/>
          <p:nvPr/>
        </p:nvGrpSpPr>
        <p:grpSpPr>
          <a:xfrm>
            <a:off x="981939" y="4073653"/>
            <a:ext cx="2715493" cy="1246239"/>
            <a:chOff x="1395347" y="966796"/>
            <a:chExt cx="2715493" cy="12462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B6847117-B8FF-23F4-7A1B-6FCE8FDB910E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2149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3" name="CuadroTexto 2">
                  <a:extLst>
                    <a:ext uri="{FF2B5EF4-FFF2-40B4-BE49-F238E27FC236}">
                      <a16:creationId xmlns:a16="http://schemas.microsoft.com/office/drawing/2014/main" id="{2AE92F81-4E02-4890-ABDA-B3A7B626F3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214902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3030" r="-3030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2A66826D-A96E-81D1-1219-AA8FA408E6F3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37148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22</a:t>
                  </a:r>
                </a:p>
              </p:txBody>
            </p:sp>
          </mc:Choice>
          <mc:Fallback xmlns="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63B8B49B-CAF2-4386-BFA7-35E235539B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371483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4884" t="-26667" r="-6684" b="-5000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C762B1A0-0055-389B-F175-D3D34DC2B767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20688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075BE3F5-F3E0-4F1F-9343-199733378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206886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76" r="-2762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Abrir llave 16">
              <a:extLst>
                <a:ext uri="{FF2B5EF4-FFF2-40B4-BE49-F238E27FC236}">
                  <a16:creationId xmlns:a16="http://schemas.microsoft.com/office/drawing/2014/main" id="{43CAFA37-05C9-8C3B-BAE6-0BD20DFBD2A3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DF569EA0-021B-B823-4F70-F80B81DAE94D}"/>
              </a:ext>
            </a:extLst>
          </p:cNvPr>
          <p:cNvGrpSpPr/>
          <p:nvPr/>
        </p:nvGrpSpPr>
        <p:grpSpPr>
          <a:xfrm>
            <a:off x="7642990" y="1014439"/>
            <a:ext cx="2425561" cy="1246239"/>
            <a:chOff x="1395347" y="966796"/>
            <a:chExt cx="2425561" cy="12462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FC2AA122-5290-9ED0-4EA1-2FF1C1A4BE96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186172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12</a:t>
                  </a:r>
                </a:p>
              </p:txBody>
            </p:sp>
          </mc:Choice>
          <mc:Fallback xmlns="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6129AEB9-EE6B-46FD-A282-164E36103E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1861728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3922" t="-24590" r="-8824" b="-4918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1CD7F42B-E6E5-B8BB-3E67-76B53831D91A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187615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7</a:t>
                  </a:r>
                </a:p>
              </p:txBody>
            </p:sp>
          </mc:Choice>
          <mc:Fallback xmlns="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EF575794-1167-48A0-A43E-CA65EC617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1876155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5519" t="-24590" r="-9091" b="-4918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23F41B3B-0F67-4B4A-F2A7-9A317871D693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04498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1BE3C0F7-980F-4A6B-A053-1DB13CFD9F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044983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488" r="-3274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Abrir llave 21">
              <a:extLst>
                <a:ext uri="{FF2B5EF4-FFF2-40B4-BE49-F238E27FC236}">
                  <a16:creationId xmlns:a16="http://schemas.microsoft.com/office/drawing/2014/main" id="{6CB72DB2-57EF-E19D-1DFD-0423E99CB98B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2FBB1BE-8E22-0C69-F5A4-1B88406D1A11}"/>
              </a:ext>
            </a:extLst>
          </p:cNvPr>
          <p:cNvGrpSpPr/>
          <p:nvPr/>
        </p:nvGrpSpPr>
        <p:grpSpPr>
          <a:xfrm>
            <a:off x="7253029" y="4158868"/>
            <a:ext cx="2824709" cy="1246239"/>
            <a:chOff x="1395347" y="966796"/>
            <a:chExt cx="2824709" cy="12462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0D738A05-D735-A81B-3C41-A280FA59BBAF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37148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11</a:t>
                  </a:r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6ED31520-F982-460D-BEB3-3013C1FEB1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371483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4370" t="-24590" r="-6941" b="-4918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uadroTexto 24">
                  <a:extLst>
                    <a:ext uri="{FF2B5EF4-FFF2-40B4-BE49-F238E27FC236}">
                      <a16:creationId xmlns:a16="http://schemas.microsoft.com/office/drawing/2014/main" id="{2E368F71-48EB-26C4-4558-B54D4148C450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27421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67546669-3A14-4F4D-96DF-DC2014549F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274212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1340" r="-2949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uadroTexto 25">
                  <a:extLst>
                    <a:ext uri="{FF2B5EF4-FFF2-40B4-BE49-F238E27FC236}">
                      <a16:creationId xmlns:a16="http://schemas.microsoft.com/office/drawing/2014/main" id="{2813F79A-3F99-6709-45C6-B10CC451E3F8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44413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A190C2C7-D4A1-45BB-BF5B-10809A40D7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444131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249" r="-2993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Abrir llave 26">
              <a:extLst>
                <a:ext uri="{FF2B5EF4-FFF2-40B4-BE49-F238E27FC236}">
                  <a16:creationId xmlns:a16="http://schemas.microsoft.com/office/drawing/2014/main" id="{D3238624-F256-BE9D-8B4F-D6E1331AC72E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0090F98-3310-DF29-D96F-24AAD6E6641A}"/>
              </a:ext>
            </a:extLst>
          </p:cNvPr>
          <p:cNvSpPr/>
          <p:nvPr/>
        </p:nvSpPr>
        <p:spPr>
          <a:xfrm>
            <a:off x="346364" y="-77173"/>
            <a:ext cx="1154083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Resuelva los sistemas de ecuaciones aplicando el método de Gauss-</a:t>
            </a:r>
            <a:r>
              <a:rPr lang="es-ES" sz="3600" b="1" cap="none" spc="0" dirty="0" err="1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Jordan</a:t>
            </a:r>
            <a:endParaRPr lang="es-ES" sz="3600" b="1" cap="none" spc="0" baseline="-2500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336550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363134"/>
            <a:ext cx="2552123" cy="358341"/>
          </a:xfrm>
          <a:prstGeom prst="rect">
            <a:avLst/>
          </a:prstGeom>
          <a:gradFill>
            <a:gsLst>
              <a:gs pos="14000">
                <a:srgbClr val="C00812"/>
              </a:gs>
              <a:gs pos="2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068551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EC8AC6F-79D1-78A8-06C6-355F05C7DF48}"/>
              </a:ext>
            </a:extLst>
          </p:cNvPr>
          <p:cNvSpPr/>
          <p:nvPr/>
        </p:nvSpPr>
        <p:spPr>
          <a:xfrm>
            <a:off x="346364" y="-77173"/>
            <a:ext cx="1154083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Respuestas, sistemas de ecuaciones aplicando gauss-</a:t>
            </a:r>
            <a:r>
              <a:rPr lang="es-ES" sz="3600" b="1" cap="none" spc="0" dirty="0" err="1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jordan</a:t>
            </a:r>
            <a:endParaRPr lang="es-ES" sz="3600" b="1" cap="none" spc="0" baseline="-2500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A29883E5-D36A-3397-EA7A-C7A7500C4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699027"/>
              </p:ext>
            </p:extLst>
          </p:nvPr>
        </p:nvGraphicFramePr>
        <p:xfrm>
          <a:off x="2686873" y="1331111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62914454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37641116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X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0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48943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Y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0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006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Z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0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45079484"/>
                  </a:ext>
                </a:extLst>
              </a:tr>
            </a:tbl>
          </a:graphicData>
        </a:graphic>
      </p:graphicFrame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2ECB7E71-BD2E-68EA-5790-6E24DCEA9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50745"/>
              </p:ext>
            </p:extLst>
          </p:nvPr>
        </p:nvGraphicFramePr>
        <p:xfrm>
          <a:off x="8362129" y="1316022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194488803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75588964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X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3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697413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Y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4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27538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 dirty="0">
                          <a:effectLst/>
                        </a:rPr>
                        <a:t>Z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5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93008227"/>
                  </a:ext>
                </a:extLst>
              </a:tr>
            </a:tbl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C535AEA3-DD14-EC41-1483-34814F87D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744450"/>
              </p:ext>
            </p:extLst>
          </p:nvPr>
        </p:nvGraphicFramePr>
        <p:xfrm>
          <a:off x="2686873" y="4111267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401860304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49237679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 dirty="0">
                          <a:effectLst/>
                        </a:rPr>
                        <a:t>X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-1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36157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Y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1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95326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Z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6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36602517"/>
                  </a:ext>
                </a:extLst>
              </a:tr>
            </a:tbl>
          </a:graphicData>
        </a:graphic>
      </p:graphicFrame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2CF07552-2F5A-A123-DC74-6E4D1E3D2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499983"/>
              </p:ext>
            </p:extLst>
          </p:nvPr>
        </p:nvGraphicFramePr>
        <p:xfrm>
          <a:off x="8420677" y="4272771"/>
          <a:ext cx="76200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46035404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80932354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X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>
                          <a:effectLst/>
                        </a:rPr>
                        <a:t>1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19695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Y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-3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00087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NI" sz="2400" u="none" strike="noStrike">
                          <a:effectLst/>
                        </a:rPr>
                        <a:t>Z</a:t>
                      </a:r>
                      <a:endParaRPr lang="es-NI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NI" sz="2400" u="none" strike="noStrike" dirty="0">
                          <a:effectLst/>
                        </a:rPr>
                        <a:t>0</a:t>
                      </a:r>
                      <a:endParaRPr lang="es-NI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32015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51779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1AA71C8E-3406-C030-CFB0-5BBC7C96DA2B}"/>
              </a:ext>
            </a:extLst>
          </p:cNvPr>
          <p:cNvSpPr/>
          <p:nvPr/>
        </p:nvSpPr>
        <p:spPr>
          <a:xfrm>
            <a:off x="4707361" y="5069060"/>
            <a:ext cx="6791323" cy="995920"/>
          </a:xfrm>
          <a:prstGeom prst="rect">
            <a:avLst/>
          </a:prstGeom>
          <a:gradFill rotWithShape="0">
            <a:gsLst>
              <a:gs pos="100000">
                <a:srgbClr val="001C7D"/>
              </a:gs>
              <a:gs pos="95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FEF809A-9C84-2E47-B772-DC4D9BAD211D}"/>
              </a:ext>
            </a:extLst>
          </p:cNvPr>
          <p:cNvSpPr/>
          <p:nvPr/>
        </p:nvSpPr>
        <p:spPr>
          <a:xfrm>
            <a:off x="4697291" y="418329"/>
            <a:ext cx="6791323" cy="995920"/>
          </a:xfrm>
          <a:prstGeom prst="rect">
            <a:avLst/>
          </a:prstGeom>
          <a:gradFill rotWithShape="0">
            <a:gsLst>
              <a:gs pos="94000">
                <a:srgbClr val="001C7D"/>
              </a:gs>
              <a:gs pos="100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F587474-DFF0-4DDD-0B03-43D940ECF747}"/>
              </a:ext>
            </a:extLst>
          </p:cNvPr>
          <p:cNvSpPr/>
          <p:nvPr/>
        </p:nvSpPr>
        <p:spPr>
          <a:xfrm>
            <a:off x="4697292" y="1531034"/>
            <a:ext cx="6791323" cy="995920"/>
          </a:xfrm>
          <a:prstGeom prst="rect">
            <a:avLst/>
          </a:prstGeom>
          <a:gradFill rotWithShape="0">
            <a:gsLst>
              <a:gs pos="94000">
                <a:srgbClr val="001C7D"/>
              </a:gs>
              <a:gs pos="100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1EC47C1-D7F2-F531-0683-809ABA633391}"/>
              </a:ext>
            </a:extLst>
          </p:cNvPr>
          <p:cNvSpPr/>
          <p:nvPr/>
        </p:nvSpPr>
        <p:spPr>
          <a:xfrm>
            <a:off x="4697294" y="2710376"/>
            <a:ext cx="6791323" cy="995920"/>
          </a:xfrm>
          <a:prstGeom prst="rect">
            <a:avLst/>
          </a:prstGeom>
          <a:gradFill rotWithShape="0">
            <a:gsLst>
              <a:gs pos="94000">
                <a:srgbClr val="001C7D"/>
              </a:gs>
              <a:gs pos="100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CA25130-DA31-7533-155D-74EFFCAAA16C}"/>
              </a:ext>
            </a:extLst>
          </p:cNvPr>
          <p:cNvSpPr/>
          <p:nvPr/>
        </p:nvSpPr>
        <p:spPr>
          <a:xfrm>
            <a:off x="4697293" y="3889718"/>
            <a:ext cx="6791323" cy="995920"/>
          </a:xfrm>
          <a:prstGeom prst="rect">
            <a:avLst/>
          </a:prstGeom>
          <a:gradFill rotWithShape="0">
            <a:gsLst>
              <a:gs pos="94000">
                <a:srgbClr val="001C7D"/>
              </a:gs>
              <a:gs pos="100000">
                <a:srgbClr val="C00812"/>
              </a:gs>
            </a:gsLst>
            <a:lin ang="10800000" scaled="0"/>
          </a:gra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58657EDB-4F7A-C405-C206-F910C85CC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107" y="0"/>
            <a:ext cx="4305300" cy="6721472"/>
          </a:xfrm>
          <a:gradFill>
            <a:gsLst>
              <a:gs pos="1000">
                <a:srgbClr val="B60039"/>
              </a:gs>
              <a:gs pos="10000">
                <a:srgbClr val="001C7D"/>
              </a:gs>
            </a:gsLst>
          </a:gradFill>
        </p:spPr>
        <p:txBody>
          <a:bodyPr rtlCol="0">
            <a:normAutofit/>
          </a:bodyPr>
          <a:lstStyle/>
          <a:p>
            <a:pPr algn="r" rtl="0"/>
            <a:r>
              <a:rPr lang="es-ES" sz="4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Esquema del</a:t>
            </a:r>
            <a:br>
              <a:rPr lang="es-ES" sz="4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ES" sz="4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curso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28E46D0F-7710-7F31-D504-6BE9D8452D16}"/>
              </a:ext>
            </a:extLst>
          </p:cNvPr>
          <p:cNvGrpSpPr/>
          <p:nvPr/>
        </p:nvGrpSpPr>
        <p:grpSpPr>
          <a:xfrm>
            <a:off x="5714834" y="497053"/>
            <a:ext cx="5641034" cy="1904954"/>
            <a:chOff x="1150288" y="-1494312"/>
            <a:chExt cx="5641034" cy="2494907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80804032-611D-02F8-41EB-B9C1E6A8B488}"/>
                </a:ext>
              </a:extLst>
            </p:cNvPr>
            <p:cNvSpPr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5F7B33D7-6C16-0DB2-DE68-6536DA3347CC}"/>
                </a:ext>
              </a:extLst>
            </p:cNvPr>
            <p:cNvSpPr txBox="1"/>
            <p:nvPr/>
          </p:nvSpPr>
          <p:spPr>
            <a:xfrm>
              <a:off x="1150288" y="-1494312"/>
              <a:ext cx="5641034" cy="9959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402" tIns="105402" rIns="105402" bIns="105402" numCol="1" spcCol="1270" rtlCol="0" anchor="ctr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900" kern="1200" noProof="0" dirty="0">
                  <a:solidFill>
                    <a:schemeClr val="bg1"/>
                  </a:solidFill>
                </a:rPr>
                <a:t>Matrix Inversa (A</a:t>
              </a:r>
              <a:r>
                <a:rPr lang="es-ES" sz="1900" kern="1200" baseline="30000" noProof="0" dirty="0">
                  <a:solidFill>
                    <a:schemeClr val="bg1"/>
                  </a:solidFill>
                </a:rPr>
                <a:t>-1</a:t>
              </a:r>
              <a:r>
                <a:rPr lang="es-ES" sz="1900" kern="1200" noProof="0" dirty="0">
                  <a:solidFill>
                    <a:schemeClr val="bg1"/>
                  </a:solidFill>
                </a:rPr>
                <a:t>)</a:t>
              </a: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BA511213-EBC6-6385-03C1-74E57CEBF6AF}"/>
              </a:ext>
            </a:extLst>
          </p:cNvPr>
          <p:cNvGrpSpPr/>
          <p:nvPr/>
        </p:nvGrpSpPr>
        <p:grpSpPr>
          <a:xfrm>
            <a:off x="5714834" y="1667962"/>
            <a:ext cx="5641034" cy="771838"/>
            <a:chOff x="1150288" y="4675"/>
            <a:chExt cx="5641034" cy="995920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003EB9EE-314B-6242-55BE-2B5749FB75D8}"/>
                </a:ext>
              </a:extLst>
            </p:cNvPr>
            <p:cNvSpPr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972BD19F-D50D-262E-50F5-E1859DDBEFBF}"/>
                </a:ext>
              </a:extLst>
            </p:cNvPr>
            <p:cNvSpPr txBox="1"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402" tIns="105402" rIns="105402" bIns="105402" numCol="1" spcCol="1270" rtlCol="0" anchor="ctr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900" kern="1200" noProof="0" dirty="0">
                  <a:solidFill>
                    <a:schemeClr val="bg1"/>
                  </a:solidFill>
                </a:rPr>
                <a:t>Método de Gauss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B482D5B4-0776-71D4-95E7-8174C8AA9D99}"/>
              </a:ext>
            </a:extLst>
          </p:cNvPr>
          <p:cNvGrpSpPr/>
          <p:nvPr/>
        </p:nvGrpSpPr>
        <p:grpSpPr>
          <a:xfrm>
            <a:off x="5710833" y="3997015"/>
            <a:ext cx="5645035" cy="771838"/>
            <a:chOff x="1146287" y="4675"/>
            <a:chExt cx="5645035" cy="995920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FC1BF3D-4A03-8A5D-1A3D-D03B30061A1C}"/>
                </a:ext>
              </a:extLst>
            </p:cNvPr>
            <p:cNvSpPr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C4B1F8FA-743C-74C8-0AC7-B97D461A3074}"/>
                </a:ext>
              </a:extLst>
            </p:cNvPr>
            <p:cNvSpPr txBox="1"/>
            <p:nvPr/>
          </p:nvSpPr>
          <p:spPr>
            <a:xfrm>
              <a:off x="1146287" y="4675"/>
              <a:ext cx="5641034" cy="9959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402" tIns="105402" rIns="105402" bIns="105402" numCol="1" spcCol="1270" rtlCol="0" anchor="ctr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900" kern="1200" noProof="0" dirty="0">
                  <a:solidFill>
                    <a:schemeClr val="bg1"/>
                  </a:solidFill>
                </a:rPr>
                <a:t>Ejercicios de practica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4799326C-A40B-82F9-E38B-7C8CF5807957}"/>
              </a:ext>
            </a:extLst>
          </p:cNvPr>
          <p:cNvGrpSpPr/>
          <p:nvPr/>
        </p:nvGrpSpPr>
        <p:grpSpPr>
          <a:xfrm>
            <a:off x="5710833" y="2896930"/>
            <a:ext cx="5641034" cy="771838"/>
            <a:chOff x="1150288" y="4675"/>
            <a:chExt cx="5641034" cy="995920"/>
          </a:xfrm>
        </p:grpSpPr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CACBDE5E-0F2A-D84E-CC99-ACBA2EA08E69}"/>
                </a:ext>
              </a:extLst>
            </p:cNvPr>
            <p:cNvSpPr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595A2BAD-BDAD-D918-69C4-FC629822EB25}"/>
                </a:ext>
              </a:extLst>
            </p:cNvPr>
            <p:cNvSpPr txBox="1"/>
            <p:nvPr/>
          </p:nvSpPr>
          <p:spPr>
            <a:xfrm>
              <a:off x="1150288" y="4675"/>
              <a:ext cx="5641034" cy="9959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402" tIns="105402" rIns="105402" bIns="105402" numCol="1" spcCol="1270" rtlCol="0" anchor="ctr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900" kern="1200" noProof="0" dirty="0">
                  <a:solidFill>
                    <a:schemeClr val="bg1"/>
                  </a:solidFill>
                </a:rPr>
                <a:t>Método Gauss </a:t>
              </a:r>
              <a:r>
                <a:rPr lang="es-ES" sz="1900" kern="1200" noProof="0" dirty="0" err="1">
                  <a:solidFill>
                    <a:schemeClr val="bg1"/>
                  </a:solidFill>
                </a:rPr>
                <a:t>Jordan</a:t>
              </a:r>
              <a:endParaRPr lang="es-ES" sz="1900" kern="1200" noProof="0" dirty="0">
                <a:solidFill>
                  <a:schemeClr val="bg1"/>
                </a:solidFill>
              </a:endParaRPr>
            </a:p>
          </p:txBody>
        </p:sp>
      </p:grp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23FE831-834F-6B5D-4D03-A9DC860AD50C}"/>
              </a:ext>
            </a:extLst>
          </p:cNvPr>
          <p:cNvSpPr txBox="1"/>
          <p:nvPr/>
        </p:nvSpPr>
        <p:spPr>
          <a:xfrm>
            <a:off x="5732748" y="5190038"/>
            <a:ext cx="5641034" cy="77183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5402" tIns="105402" rIns="105402" bIns="105402" numCol="1" spcCol="1270" rtlCol="0" anchor="ctr" anchorCtr="0">
            <a:noAutofit/>
          </a:bodyPr>
          <a:lstStyle/>
          <a:p>
            <a:pPr marL="0" lvl="0" indent="0" algn="l" defTabSz="8445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ES" sz="2000" b="1" kern="1200" noProof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Ejercicios trabajo</a:t>
            </a:r>
          </a:p>
        </p:txBody>
      </p:sp>
      <p:pic>
        <p:nvPicPr>
          <p:cNvPr id="3" name="Gráfico 2" descr="Aspiración con relleno sólido">
            <a:extLst>
              <a:ext uri="{FF2B5EF4-FFF2-40B4-BE49-F238E27FC236}">
                <a16:creationId xmlns:a16="http://schemas.microsoft.com/office/drawing/2014/main" id="{75D655B8-5332-4D33-07A3-9D9D1750F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4887" y="5255800"/>
            <a:ext cx="547756" cy="547756"/>
          </a:xfrm>
          <a:prstGeom prst="rect">
            <a:avLst/>
          </a:prstGeom>
        </p:spPr>
      </p:pic>
      <p:pic>
        <p:nvPicPr>
          <p:cNvPr id="6" name="Gráfico 5" descr="Béisbol con relleno sólido">
            <a:extLst>
              <a:ext uri="{FF2B5EF4-FFF2-40B4-BE49-F238E27FC236}">
                <a16:creationId xmlns:a16="http://schemas.microsoft.com/office/drawing/2014/main" id="{6456D047-FFFE-A9D2-17C2-14D1D868F6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4887" y="4159907"/>
            <a:ext cx="547756" cy="547756"/>
          </a:xfrm>
          <a:prstGeom prst="rect">
            <a:avLst/>
          </a:prstGeom>
        </p:spPr>
      </p:pic>
      <p:pic>
        <p:nvPicPr>
          <p:cNvPr id="8" name="Gráfico 7" descr="Piso inferior con relleno sólido">
            <a:extLst>
              <a:ext uri="{FF2B5EF4-FFF2-40B4-BE49-F238E27FC236}">
                <a16:creationId xmlns:a16="http://schemas.microsoft.com/office/drawing/2014/main" id="{F7BF8917-784F-BF0E-B676-05D7716059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65749" y="1747918"/>
            <a:ext cx="547756" cy="547756"/>
          </a:xfrm>
          <a:prstGeom prst="rect">
            <a:avLst/>
          </a:prstGeom>
        </p:spPr>
      </p:pic>
      <p:pic>
        <p:nvPicPr>
          <p:cNvPr id="14" name="Gráfico 13" descr="Piso inferior con relleno sólido">
            <a:extLst>
              <a:ext uri="{FF2B5EF4-FFF2-40B4-BE49-F238E27FC236}">
                <a16:creationId xmlns:a16="http://schemas.microsoft.com/office/drawing/2014/main" id="{CCAC93C6-6E01-0C13-4455-9881089390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8241" y="2967777"/>
            <a:ext cx="547756" cy="547756"/>
          </a:xfrm>
          <a:prstGeom prst="rect">
            <a:avLst/>
          </a:prstGeom>
        </p:spPr>
      </p:pic>
      <p:pic>
        <p:nvPicPr>
          <p:cNvPr id="36" name="Gráfico 35" descr="Piso inferior contorno">
            <a:extLst>
              <a:ext uri="{FF2B5EF4-FFF2-40B4-BE49-F238E27FC236}">
                <a16:creationId xmlns:a16="http://schemas.microsoft.com/office/drawing/2014/main" id="{764F737D-8390-71C4-9CE2-634E554D04E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54235" y="575774"/>
            <a:ext cx="547756" cy="54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3735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363134"/>
            <a:ext cx="2552123" cy="358341"/>
          </a:xfrm>
          <a:prstGeom prst="rect">
            <a:avLst/>
          </a:prstGeom>
          <a:gradFill>
            <a:gsLst>
              <a:gs pos="14000">
                <a:srgbClr val="C00812"/>
              </a:gs>
              <a:gs pos="2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068551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D3F25E2-04C5-04A1-326F-56DE7B7AA13C}"/>
              </a:ext>
            </a:extLst>
          </p:cNvPr>
          <p:cNvSpPr/>
          <p:nvPr/>
        </p:nvSpPr>
        <p:spPr>
          <a:xfrm>
            <a:off x="360879" y="430827"/>
            <a:ext cx="5198093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Dada la matriz A, calcule A * A</a:t>
            </a:r>
            <a:r>
              <a:rPr lang="es-ES" sz="3600" b="1" cap="none" spc="0" baseline="3000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-1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6BBAC89-0AC4-6FEE-25FB-B16B3B906E99}"/>
              </a:ext>
            </a:extLst>
          </p:cNvPr>
          <p:cNvSpPr/>
          <p:nvPr/>
        </p:nvSpPr>
        <p:spPr>
          <a:xfrm>
            <a:off x="6242794" y="153828"/>
            <a:ext cx="519809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Resuelva los sistemas de ecuaciones aplicando el método de Gauss</a:t>
            </a:r>
            <a:endParaRPr lang="es-ES" sz="3600" b="1" cap="none" spc="0" baseline="-2500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0F199F16-ABCB-5546-DDF0-8CBC06517058}"/>
              </a:ext>
            </a:extLst>
          </p:cNvPr>
          <p:cNvGrpSpPr/>
          <p:nvPr/>
        </p:nvGrpSpPr>
        <p:grpSpPr>
          <a:xfrm>
            <a:off x="7651397" y="2306957"/>
            <a:ext cx="2560001" cy="1246239"/>
            <a:chOff x="1395347" y="966796"/>
            <a:chExt cx="2560001" cy="12462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B20759AA-1B72-9114-BCFC-2B00A0850D45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04607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1</a:t>
                  </a:r>
                </a:p>
              </p:txBody>
            </p:sp>
          </mc:Choice>
          <mc:Fallback xmlns="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715478D8-9D40-A7E6-DC5A-EEFD5C6BA6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046073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5060" t="-24590" r="-8036" b="-4918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21A11424-33E3-BF53-F565-DE2E0EE95D49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21599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2</a:t>
                  </a:r>
                </a:p>
              </p:txBody>
            </p:sp>
          </mc:Choice>
          <mc:Fallback xmlns="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46AC8D97-1467-8CEA-C9B4-F6609AFA73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215991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4945" t="-26667" r="-7418" b="-5000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3C103D12-029D-8684-F26E-3B9482E7C5B6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170623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NI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NI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NI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2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NI" sz="2400" dirty="0"/>
                    <a:t>1</a:t>
                  </a:r>
                </a:p>
              </p:txBody>
            </p:sp>
          </mc:Choice>
          <mc:Fallback xmlns="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6311BDC9-1E0C-E3BC-3CC2-E064821B4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1706236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4286" t="-26667" r="-10000" b="-5000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Abrir llave 13">
              <a:extLst>
                <a:ext uri="{FF2B5EF4-FFF2-40B4-BE49-F238E27FC236}">
                  <a16:creationId xmlns:a16="http://schemas.microsoft.com/office/drawing/2014/main" id="{26933CA6-84DD-77E7-E688-A070B45CAF51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5FF302D-D76D-4726-3C13-971F8106EDCE}"/>
              </a:ext>
            </a:extLst>
          </p:cNvPr>
          <p:cNvGrpSpPr/>
          <p:nvPr/>
        </p:nvGrpSpPr>
        <p:grpSpPr>
          <a:xfrm>
            <a:off x="7525616" y="4223037"/>
            <a:ext cx="2958059" cy="1246239"/>
            <a:chOff x="1395347" y="966796"/>
            <a:chExt cx="2958059" cy="12462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E66AFF4D-56C4-2760-6A8A-AD69648E8292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2149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F305417E-A6C7-F2BC-A52C-7C4A37E812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214902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755" r="-3030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7765CBDA-3137-58AE-E0EF-BFCA2F27B47E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61404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−3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FC80ABAF-B3A5-E5D7-2B95-EC1122A7A0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614049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2098" r="-2331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2DDB1C84-7E98-3F4F-7E28-638D8845005E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27421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6A806A5D-E691-F269-72A9-C35F4181F2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274212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2949" r="-2949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Abrir llave 18">
              <a:extLst>
                <a:ext uri="{FF2B5EF4-FFF2-40B4-BE49-F238E27FC236}">
                  <a16:creationId xmlns:a16="http://schemas.microsoft.com/office/drawing/2014/main" id="{B6BBD0DA-4B1D-F6C3-DE48-DACA6CD73998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130F493-1AD8-9B0D-2B59-6F8482204798}"/>
              </a:ext>
            </a:extLst>
          </p:cNvPr>
          <p:cNvSpPr txBox="1"/>
          <p:nvPr/>
        </p:nvSpPr>
        <p:spPr>
          <a:xfrm>
            <a:off x="2745939" y="2179557"/>
            <a:ext cx="5776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endParaRPr lang="es-NI" sz="2000" b="1" dirty="0"/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B353AE14-F817-487C-F339-90076B6FF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471576"/>
              </p:ext>
            </p:extLst>
          </p:nvPr>
        </p:nvGraphicFramePr>
        <p:xfrm>
          <a:off x="1145309" y="2653383"/>
          <a:ext cx="4045131" cy="2377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8831">
                  <a:extLst>
                    <a:ext uri="{9D8B030D-6E8A-4147-A177-3AD203B41FA5}">
                      <a16:colId xmlns:a16="http://schemas.microsoft.com/office/drawing/2014/main" val="1385698554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66586389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4167579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6106913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497949645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187782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NI" sz="2000" dirty="0"/>
                        <a:t>1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2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3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4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5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6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454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sz="2000" dirty="0"/>
                        <a:t>7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8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9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10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11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12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7606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sz="2000" dirty="0"/>
                        <a:t>12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14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15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16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17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18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2358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sz="2000" dirty="0"/>
                        <a:t>19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20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21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22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23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24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7436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sz="2000" dirty="0"/>
                        <a:t>25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26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27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28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29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30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5016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sz="2000" dirty="0"/>
                        <a:t>31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32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33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34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35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s-NI" sz="2000" dirty="0"/>
                        <a:t>36</a:t>
                      </a:r>
                      <a:endParaRPr lang="es-NI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634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92921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F3A44E1A-4083-7792-0E57-73C466E58D49}"/>
              </a:ext>
            </a:extLst>
          </p:cNvPr>
          <p:cNvSpPr/>
          <p:nvPr/>
        </p:nvSpPr>
        <p:spPr>
          <a:xfrm>
            <a:off x="-11107" y="6721475"/>
            <a:ext cx="12203107" cy="136525"/>
          </a:xfrm>
          <a:prstGeom prst="flowChartProcess">
            <a:avLst/>
          </a:prstGeom>
          <a:solidFill>
            <a:srgbClr val="C00812"/>
          </a:solidFill>
          <a:ln>
            <a:solidFill>
              <a:srgbClr val="C008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1F3386B-D86D-6315-B05E-B0CECFDC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5309" y="6562003"/>
            <a:ext cx="2552123" cy="159471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Matriz Inversa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BF2781D-7E98-AC01-3569-12F3958BE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7432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0E7AA87-4A4A-539A-2DF7-A4AA39CB1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9555" y="6562002"/>
            <a:ext cx="2552123" cy="159473"/>
          </a:xfrm>
          <a:prstGeom prst="rect">
            <a:avLst/>
          </a:prstGeom>
          <a:solidFill>
            <a:srgbClr val="001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Gauss </a:t>
            </a:r>
            <a:r>
              <a:rPr lang="es-ES" sz="1200" dirty="0" err="1"/>
              <a:t>Jordan</a:t>
            </a:r>
            <a:endParaRPr lang="es-ES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071997-59B8-FC82-9969-4D64797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1677" y="6363134"/>
            <a:ext cx="2552123" cy="358341"/>
          </a:xfrm>
          <a:prstGeom prst="rect">
            <a:avLst/>
          </a:prstGeom>
          <a:gradFill>
            <a:gsLst>
              <a:gs pos="14000">
                <a:srgbClr val="C00812"/>
              </a:gs>
              <a:gs pos="2000">
                <a:srgbClr val="001C7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dirty="0"/>
              <a:t>Ejercicios</a:t>
            </a:r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59E3D795-C873-C98A-C95D-A5AD69FA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068551" y="6271566"/>
            <a:ext cx="142847" cy="91567"/>
          </a:xfrm>
          <a:prstGeom prst="triangle">
            <a:avLst/>
          </a:prstGeom>
          <a:solidFill>
            <a:srgbClr val="C008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pic>
        <p:nvPicPr>
          <p:cNvPr id="13" name="Picture 4" descr="\begin{cases}5x-3y-z=1 \\ x+4y-6z=-1 \\ 2x+3y+4z=9 \end{cases}">
            <a:extLst>
              <a:ext uri="{FF2B5EF4-FFF2-40B4-BE49-F238E27FC236}">
                <a16:creationId xmlns:a16="http://schemas.microsoft.com/office/drawing/2014/main" id="{933B7691-F279-DAC1-A1C8-8F4C2AE2A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907" y="2579476"/>
            <a:ext cx="2753635" cy="140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upo 18">
            <a:extLst>
              <a:ext uri="{FF2B5EF4-FFF2-40B4-BE49-F238E27FC236}">
                <a16:creationId xmlns:a16="http://schemas.microsoft.com/office/drawing/2014/main" id="{7FE65D1E-18B9-EF5C-498F-4E4EC30FD29B}"/>
              </a:ext>
            </a:extLst>
          </p:cNvPr>
          <p:cNvGrpSpPr/>
          <p:nvPr/>
        </p:nvGrpSpPr>
        <p:grpSpPr>
          <a:xfrm>
            <a:off x="7322647" y="2579476"/>
            <a:ext cx="2958059" cy="1246239"/>
            <a:chOff x="1395347" y="966796"/>
            <a:chExt cx="2958059" cy="12462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5D9D6E1E-2C89-643B-46CC-9945606BDD67}"/>
                    </a:ext>
                  </a:extLst>
                </p:cNvPr>
                <p:cNvSpPr txBox="1"/>
                <p:nvPr/>
              </p:nvSpPr>
              <p:spPr>
                <a:xfrm>
                  <a:off x="1739356" y="1043291"/>
                  <a:ext cx="244413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=−10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5D9D6E1E-2C89-643B-46CC-9945606BDD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6" y="1043291"/>
                  <a:ext cx="2444131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1496" r="-2494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AA80D6B6-AFFA-301E-C2A3-DF8E22E6767A}"/>
                    </a:ext>
                  </a:extLst>
                </p:cNvPr>
                <p:cNvSpPr txBox="1"/>
                <p:nvPr/>
              </p:nvSpPr>
              <p:spPr>
                <a:xfrm>
                  <a:off x="1739357" y="1405250"/>
                  <a:ext cx="261404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−14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AA80D6B6-AFFA-301E-C2A3-DF8E22E676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9357" y="1405250"/>
                  <a:ext cx="2614049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2336" r="-2570" b="-26667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6C2E7B3E-0699-F84E-B3B5-283CED6906E9}"/>
                    </a:ext>
                  </a:extLst>
                </p:cNvPr>
                <p:cNvSpPr txBox="1"/>
                <p:nvPr/>
              </p:nvSpPr>
              <p:spPr>
                <a:xfrm>
                  <a:off x="1775925" y="1820748"/>
                  <a:ext cx="22149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NI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s-NI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NI" sz="2400" b="0" i="0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s-NI" sz="2400" dirty="0"/>
                </a:p>
              </p:txBody>
            </p:sp>
          </mc:Choice>
          <mc:Fallback xmlns=""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6C2E7B3E-0699-F84E-B3B5-283CED6906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925" y="1820748"/>
                  <a:ext cx="2214902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3030" r="-2755" b="-24590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Abrir llave 22">
              <a:extLst>
                <a:ext uri="{FF2B5EF4-FFF2-40B4-BE49-F238E27FC236}">
                  <a16:creationId xmlns:a16="http://schemas.microsoft.com/office/drawing/2014/main" id="{F6A9418B-5D38-38C2-C2DD-CF1E86E38526}"/>
                </a:ext>
              </a:extLst>
            </p:cNvPr>
            <p:cNvSpPr/>
            <p:nvPr/>
          </p:nvSpPr>
          <p:spPr>
            <a:xfrm>
              <a:off x="1395347" y="966796"/>
              <a:ext cx="380578" cy="124623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 sz="2400"/>
            </a:p>
          </p:txBody>
        </p:sp>
      </p:grp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F76969E-6E20-7BA7-906A-0B82B0D572B5}"/>
              </a:ext>
            </a:extLst>
          </p:cNvPr>
          <p:cNvSpPr/>
          <p:nvPr/>
        </p:nvSpPr>
        <p:spPr>
          <a:xfrm>
            <a:off x="362857" y="153828"/>
            <a:ext cx="11466285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Resuelva los sistemas de ecuaciones aplicando el método de Gauss-</a:t>
            </a:r>
            <a:r>
              <a:rPr lang="es-ES" sz="3600" b="1" cap="none" spc="0" dirty="0" err="1">
                <a:ln w="9525">
                  <a:solidFill>
                    <a:srgbClr val="36147C"/>
                  </a:solidFill>
                  <a:prstDash val="solid"/>
                </a:ln>
                <a:solidFill>
                  <a:srgbClr val="001C7D"/>
                </a:solidFill>
                <a:effectLst>
                  <a:outerShdw dist="63500" dir="5400000" sx="101000" sy="101000" algn="t" rotWithShape="0">
                    <a:srgbClr val="C00812">
                      <a:alpha val="50000"/>
                    </a:srgbClr>
                  </a:outerShdw>
                </a:effectLst>
              </a:rPr>
              <a:t>Jordan</a:t>
            </a:r>
            <a:endParaRPr lang="es-ES" sz="3600" b="1" cap="none" spc="0" baseline="-25000" dirty="0">
              <a:ln w="9525">
                <a:solidFill>
                  <a:srgbClr val="36147C"/>
                </a:solidFill>
                <a:prstDash val="solid"/>
              </a:ln>
              <a:solidFill>
                <a:srgbClr val="001C7D"/>
              </a:solidFill>
              <a:effectLst>
                <a:outerShdw dist="63500" dir="5400000" sx="101000" sy="101000" algn="t" rotWithShape="0">
                  <a:srgbClr val="C00812">
                    <a:alpha val="50000"/>
                  </a:srgbClr>
                </a:outerShdw>
              </a:effectLst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51F751B-E3D4-D506-ECF7-8A7E1E17B571}"/>
              </a:ext>
            </a:extLst>
          </p:cNvPr>
          <p:cNvSpPr txBox="1"/>
          <p:nvPr/>
        </p:nvSpPr>
        <p:spPr>
          <a:xfrm>
            <a:off x="1738368" y="5253645"/>
            <a:ext cx="87041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Nota: </a:t>
            </a:r>
            <a:r>
              <a:rPr lang="es-NI" sz="2400" dirty="0">
                <a:solidFill>
                  <a:srgbClr val="001C7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Cada ejercicio en el trabajo vale 2 puntos, para un total de 10 puntos, el trabajo se entrega en parejas</a:t>
            </a:r>
          </a:p>
        </p:txBody>
      </p:sp>
    </p:spTree>
    <p:extLst>
      <p:ext uri="{BB962C8B-B14F-4D97-AF65-F5344CB8AC3E}">
        <p14:creationId xmlns:p14="http://schemas.microsoft.com/office/powerpoint/2010/main" val="16826711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2554</Words>
  <Application>Microsoft Office PowerPoint</Application>
  <PresentationFormat>Panorámica</PresentationFormat>
  <Paragraphs>993</Paragraphs>
  <Slides>38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Tahoma</vt:lpstr>
      <vt:lpstr>Verdana</vt:lpstr>
      <vt:lpstr>Tema de Office</vt:lpstr>
      <vt:lpstr>Presentación de PowerPoint</vt:lpstr>
      <vt:lpstr>Esquema del curso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Esquema del curso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Esquema del curso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Esquema del curso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Esquema del curso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AntonioAguirre</dc:creator>
  <cp:lastModifiedBy>Guillermo AntonioAguirre</cp:lastModifiedBy>
  <cp:revision>1</cp:revision>
  <dcterms:created xsi:type="dcterms:W3CDTF">2022-06-02T15:32:15Z</dcterms:created>
  <dcterms:modified xsi:type="dcterms:W3CDTF">2022-06-03T16:56:39Z</dcterms:modified>
</cp:coreProperties>
</file>