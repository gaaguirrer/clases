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190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AAB6C-458D-41D2-8E5C-A2DB666F09FD}" v="23" dt="2023-03-09T23:25:54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416" y="48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049AAB6C-458D-41D2-8E5C-A2DB666F09FD}"/>
    <pc:docChg chg="undo redo custSel modSld">
      <pc:chgData name="Guillermo AntonioAguirre" userId="42908199-65f4-4d4a-8e05-6e659ccb82ce" providerId="ADAL" clId="{049AAB6C-458D-41D2-8E5C-A2DB666F09FD}" dt="2023-03-09T23:26:26.148" v="118" actId="1076"/>
      <pc:docMkLst>
        <pc:docMk/>
      </pc:docMkLst>
      <pc:sldChg chg="addSp modSp mod">
        <pc:chgData name="Guillermo AntonioAguirre" userId="42908199-65f4-4d4a-8e05-6e659ccb82ce" providerId="ADAL" clId="{049AAB6C-458D-41D2-8E5C-A2DB666F09FD}" dt="2023-03-09T23:24:54.607" v="108" actId="1076"/>
        <pc:sldMkLst>
          <pc:docMk/>
          <pc:sldMk cId="3577079779" sldId="257"/>
        </pc:sldMkLst>
        <pc:spChg chg="mod">
          <ac:chgData name="Guillermo AntonioAguirre" userId="42908199-65f4-4d4a-8e05-6e659ccb82ce" providerId="ADAL" clId="{049AAB6C-458D-41D2-8E5C-A2DB666F09FD}" dt="2023-03-09T23:22:56.791" v="94" actId="1076"/>
          <ac:spMkLst>
            <pc:docMk/>
            <pc:sldMk cId="3577079779" sldId="257"/>
            <ac:spMk id="17" creationId="{139C17D8-4784-9B41-CBBD-1B8AC44D5392}"/>
          </ac:spMkLst>
        </pc:spChg>
        <pc:spChg chg="mod ord">
          <ac:chgData name="Guillermo AntonioAguirre" userId="42908199-65f4-4d4a-8e05-6e659ccb82ce" providerId="ADAL" clId="{049AAB6C-458D-41D2-8E5C-A2DB666F09FD}" dt="2023-03-09T23:23:26.380" v="100" actId="166"/>
          <ac:spMkLst>
            <pc:docMk/>
            <pc:sldMk cId="3577079779" sldId="257"/>
            <ac:spMk id="18" creationId="{93E2A7CD-15BF-6FF5-6BA3-B9E0EC4368E9}"/>
          </ac:spMkLst>
        </pc:spChg>
        <pc:spChg chg="mod ord">
          <ac:chgData name="Guillermo AntonioAguirre" userId="42908199-65f4-4d4a-8e05-6e659ccb82ce" providerId="ADAL" clId="{049AAB6C-458D-41D2-8E5C-A2DB666F09FD}" dt="2023-03-09T23:24:03.242" v="107" actId="166"/>
          <ac:spMkLst>
            <pc:docMk/>
            <pc:sldMk cId="3577079779" sldId="257"/>
            <ac:spMk id="19" creationId="{85670AB9-07F5-76AD-9034-BFE32787C581}"/>
          </ac:spMkLst>
        </pc:spChg>
        <pc:spChg chg="mod">
          <ac:chgData name="Guillermo AntonioAguirre" userId="42908199-65f4-4d4a-8e05-6e659ccb82ce" providerId="ADAL" clId="{049AAB6C-458D-41D2-8E5C-A2DB666F09FD}" dt="2023-03-09T23:22:29.984" v="88" actId="1076"/>
          <ac:spMkLst>
            <pc:docMk/>
            <pc:sldMk cId="3577079779" sldId="257"/>
            <ac:spMk id="21" creationId="{FDB87F2C-A96D-68E9-EBDF-9E9B541C936D}"/>
          </ac:spMkLst>
        </pc:spChg>
        <pc:spChg chg="mod">
          <ac:chgData name="Guillermo AntonioAguirre" userId="42908199-65f4-4d4a-8e05-6e659ccb82ce" providerId="ADAL" clId="{049AAB6C-458D-41D2-8E5C-A2DB666F09FD}" dt="2023-03-09T23:22:33.520" v="89" actId="1076"/>
          <ac:spMkLst>
            <pc:docMk/>
            <pc:sldMk cId="3577079779" sldId="257"/>
            <ac:spMk id="22" creationId="{30A62862-67C6-B9CD-3029-80E82DB8C8C7}"/>
          </ac:spMkLst>
        </pc:spChg>
        <pc:grpChg chg="add mod">
          <ac:chgData name="Guillermo AntonioAguirre" userId="42908199-65f4-4d4a-8e05-6e659ccb82ce" providerId="ADAL" clId="{049AAB6C-458D-41D2-8E5C-A2DB666F09FD}" dt="2023-03-09T23:24:54.607" v="108" actId="1076"/>
          <ac:grpSpMkLst>
            <pc:docMk/>
            <pc:sldMk cId="3577079779" sldId="257"/>
            <ac:grpSpMk id="3" creationId="{0CBB54E1-BAE9-2189-47CA-7A3A27A6CD98}"/>
          </ac:grpSpMkLst>
        </pc:grpChg>
        <pc:grpChg chg="mod">
          <ac:chgData name="Guillermo AntonioAguirre" userId="42908199-65f4-4d4a-8e05-6e659ccb82ce" providerId="ADAL" clId="{049AAB6C-458D-41D2-8E5C-A2DB666F09FD}" dt="2023-03-09T23:12:39.748" v="81"/>
          <ac:grpSpMkLst>
            <pc:docMk/>
            <pc:sldMk cId="3577079779" sldId="257"/>
            <ac:grpSpMk id="6" creationId="{7A0AB6D2-8A27-99A7-179C-CD24FD3BFFD0}"/>
          </ac:grpSpMkLst>
        </pc:grpChg>
        <pc:cxnChg chg="mod">
          <ac:chgData name="Guillermo AntonioAguirre" userId="42908199-65f4-4d4a-8e05-6e659ccb82ce" providerId="ADAL" clId="{049AAB6C-458D-41D2-8E5C-A2DB666F09FD}" dt="2023-03-09T23:21:43.023" v="83" actId="1076"/>
          <ac:cxnSpMkLst>
            <pc:docMk/>
            <pc:sldMk cId="3577079779" sldId="257"/>
            <ac:cxnSpMk id="4" creationId="{35DDC23E-6491-CA1B-D9B7-1BD1D8E16AB9}"/>
          </ac:cxnSpMkLst>
        </pc:cxnChg>
        <pc:cxnChg chg="mod">
          <ac:chgData name="Guillermo AntonioAguirre" userId="42908199-65f4-4d4a-8e05-6e659ccb82ce" providerId="ADAL" clId="{049AAB6C-458D-41D2-8E5C-A2DB666F09FD}" dt="2023-03-09T23:23:11.503" v="97" actId="14100"/>
          <ac:cxnSpMkLst>
            <pc:docMk/>
            <pc:sldMk cId="3577079779" sldId="257"/>
            <ac:cxnSpMk id="5" creationId="{FAC6F14B-A8F0-5ED9-FB58-560B424BD664}"/>
          </ac:cxnSpMkLst>
        </pc:cxnChg>
        <pc:cxnChg chg="mod">
          <ac:chgData name="Guillermo AntonioAguirre" userId="42908199-65f4-4d4a-8e05-6e659ccb82ce" providerId="ADAL" clId="{049AAB6C-458D-41D2-8E5C-A2DB666F09FD}" dt="2023-03-09T23:21:46.568" v="84" actId="1076"/>
          <ac:cxnSpMkLst>
            <pc:docMk/>
            <pc:sldMk cId="3577079779" sldId="257"/>
            <ac:cxnSpMk id="7" creationId="{9FA37DC8-BFD2-925B-936C-32CECF6031B3}"/>
          </ac:cxnSpMkLst>
        </pc:cxnChg>
        <pc:cxnChg chg="mod">
          <ac:chgData name="Guillermo AntonioAguirre" userId="42908199-65f4-4d4a-8e05-6e659ccb82ce" providerId="ADAL" clId="{049AAB6C-458D-41D2-8E5C-A2DB666F09FD}" dt="2023-03-09T23:23:04.623" v="96" actId="14100"/>
          <ac:cxnSpMkLst>
            <pc:docMk/>
            <pc:sldMk cId="3577079779" sldId="257"/>
            <ac:cxnSpMk id="8" creationId="{F942083D-3F33-BB25-1012-F7ED69F85325}"/>
          </ac:cxnSpMkLst>
        </pc:cxnChg>
        <pc:cxnChg chg="mod">
          <ac:chgData name="Guillermo AntonioAguirre" userId="42908199-65f4-4d4a-8e05-6e659ccb82ce" providerId="ADAL" clId="{049AAB6C-458D-41D2-8E5C-A2DB666F09FD}" dt="2023-03-09T23:23:21.336" v="99" actId="14100"/>
          <ac:cxnSpMkLst>
            <pc:docMk/>
            <pc:sldMk cId="3577079779" sldId="257"/>
            <ac:cxnSpMk id="9" creationId="{B42DAD27-E973-1518-6F07-7A54491429E6}"/>
          </ac:cxnSpMkLst>
        </pc:cxnChg>
        <pc:cxnChg chg="mod">
          <ac:chgData name="Guillermo AntonioAguirre" userId="42908199-65f4-4d4a-8e05-6e659ccb82ce" providerId="ADAL" clId="{049AAB6C-458D-41D2-8E5C-A2DB666F09FD}" dt="2023-03-09T23:22:41.448" v="90" actId="1076"/>
          <ac:cxnSpMkLst>
            <pc:docMk/>
            <pc:sldMk cId="3577079779" sldId="257"/>
            <ac:cxnSpMk id="10" creationId="{E0AFB5AF-4FB9-A6E9-0E4C-233A51F3DA74}"/>
          </ac:cxnSpMkLst>
        </pc:cxnChg>
        <pc:cxnChg chg="mod">
          <ac:chgData name="Guillermo AntonioAguirre" userId="42908199-65f4-4d4a-8e05-6e659ccb82ce" providerId="ADAL" clId="{049AAB6C-458D-41D2-8E5C-A2DB666F09FD}" dt="2023-03-09T23:22:55.088" v="93" actId="1076"/>
          <ac:cxnSpMkLst>
            <pc:docMk/>
            <pc:sldMk cId="3577079779" sldId="257"/>
            <ac:cxnSpMk id="11" creationId="{76F9150F-B6ED-0379-8271-82C9B09735FB}"/>
          </ac:cxnSpMkLst>
        </pc:cxnChg>
        <pc:cxnChg chg="mod">
          <ac:chgData name="Guillermo AntonioAguirre" userId="42908199-65f4-4d4a-8e05-6e659ccb82ce" providerId="ADAL" clId="{049AAB6C-458D-41D2-8E5C-A2DB666F09FD}" dt="2023-03-09T23:23:15.439" v="98" actId="14100"/>
          <ac:cxnSpMkLst>
            <pc:docMk/>
            <pc:sldMk cId="3577079779" sldId="257"/>
            <ac:cxnSpMk id="13" creationId="{C224AEB9-D29A-90AF-2DC3-1902F5A8AA68}"/>
          </ac:cxnSpMkLst>
        </pc:cxnChg>
        <pc:cxnChg chg="mod">
          <ac:chgData name="Guillermo AntonioAguirre" userId="42908199-65f4-4d4a-8e05-6e659ccb82ce" providerId="ADAL" clId="{049AAB6C-458D-41D2-8E5C-A2DB666F09FD}" dt="2023-03-09T23:23:59.247" v="106" actId="14100"/>
          <ac:cxnSpMkLst>
            <pc:docMk/>
            <pc:sldMk cId="3577079779" sldId="257"/>
            <ac:cxnSpMk id="15" creationId="{BB0C8252-1FDF-5D91-D3B0-4922FE9FA32A}"/>
          </ac:cxnSpMkLst>
        </pc:cxnChg>
        <pc:cxnChg chg="mod">
          <ac:chgData name="Guillermo AntonioAguirre" userId="42908199-65f4-4d4a-8e05-6e659ccb82ce" providerId="ADAL" clId="{049AAB6C-458D-41D2-8E5C-A2DB666F09FD}" dt="2023-03-09T23:23:44.183" v="103" actId="1076"/>
          <ac:cxnSpMkLst>
            <pc:docMk/>
            <pc:sldMk cId="3577079779" sldId="257"/>
            <ac:cxnSpMk id="16" creationId="{EEAEE3EA-3F56-6AF9-0840-8A7B4613F264}"/>
          </ac:cxnSpMkLst>
        </pc:cxnChg>
        <pc:cxnChg chg="mod">
          <ac:chgData name="Guillermo AntonioAguirre" userId="42908199-65f4-4d4a-8e05-6e659ccb82ce" providerId="ADAL" clId="{049AAB6C-458D-41D2-8E5C-A2DB666F09FD}" dt="2023-03-09T23:23:53.687" v="105" actId="1076"/>
          <ac:cxnSpMkLst>
            <pc:docMk/>
            <pc:sldMk cId="3577079779" sldId="257"/>
            <ac:cxnSpMk id="20" creationId="{C9524F30-A8A9-C05B-4213-3A427BD6FCC5}"/>
          </ac:cxnSpMkLst>
        </pc:cxnChg>
      </pc:sldChg>
      <pc:sldChg chg="modSp mod">
        <pc:chgData name="Guillermo AntonioAguirre" userId="42908199-65f4-4d4a-8e05-6e659ccb82ce" providerId="ADAL" clId="{049AAB6C-458D-41D2-8E5C-A2DB666F09FD}" dt="2023-03-09T23:26:25.897" v="117" actId="14100"/>
        <pc:sldMkLst>
          <pc:docMk/>
          <pc:sldMk cId="738847711" sldId="258"/>
        </pc:sldMkLst>
        <pc:spChg chg="mod">
          <ac:chgData name="Guillermo AntonioAguirre" userId="42908199-65f4-4d4a-8e05-6e659ccb82ce" providerId="ADAL" clId="{049AAB6C-458D-41D2-8E5C-A2DB666F09FD}" dt="2023-03-09T23:26:25.897" v="117" actId="14100"/>
          <ac:spMkLst>
            <pc:docMk/>
            <pc:sldMk cId="738847711" sldId="258"/>
            <ac:spMk id="6" creationId="{55CE7F83-B877-8D3D-094C-F3D3A879E9C7}"/>
          </ac:spMkLst>
        </pc:spChg>
        <pc:spChg chg="mod">
          <ac:chgData name="Guillermo AntonioAguirre" userId="42908199-65f4-4d4a-8e05-6e659ccb82ce" providerId="ADAL" clId="{049AAB6C-458D-41D2-8E5C-A2DB666F09FD}" dt="2023-03-09T23:26:25.897" v="117" actId="14100"/>
          <ac:spMkLst>
            <pc:docMk/>
            <pc:sldMk cId="738847711" sldId="258"/>
            <ac:spMk id="11" creationId="{2897359C-90DA-8350-DBBA-CA8FA6CA34D5}"/>
          </ac:spMkLst>
        </pc:spChg>
        <pc:grpChg chg="mod">
          <ac:chgData name="Guillermo AntonioAguirre" userId="42908199-65f4-4d4a-8e05-6e659ccb82ce" providerId="ADAL" clId="{049AAB6C-458D-41D2-8E5C-A2DB666F09FD}" dt="2023-03-09T23:26:25.897" v="117" actId="14100"/>
          <ac:grpSpMkLst>
            <pc:docMk/>
            <pc:sldMk cId="738847711" sldId="258"/>
            <ac:grpSpMk id="13" creationId="{CB661129-9593-E9A9-506C-C44AB00623FC}"/>
          </ac:grpSpMkLst>
        </pc:grpChg>
        <pc:grpChg chg="mod">
          <ac:chgData name="Guillermo AntonioAguirre" userId="42908199-65f4-4d4a-8e05-6e659ccb82ce" providerId="ADAL" clId="{049AAB6C-458D-41D2-8E5C-A2DB666F09FD}" dt="2023-03-09T23:26:25.897" v="117" actId="14100"/>
          <ac:grpSpMkLst>
            <pc:docMk/>
            <pc:sldMk cId="738847711" sldId="258"/>
            <ac:grpSpMk id="18" creationId="{6EA2BD3A-602E-4ADA-287F-5629703D221E}"/>
          </ac:grpSpMkLst>
        </pc:grpChg>
        <pc:grpChg chg="mod">
          <ac:chgData name="Guillermo AntonioAguirre" userId="42908199-65f4-4d4a-8e05-6e659ccb82ce" providerId="ADAL" clId="{049AAB6C-458D-41D2-8E5C-A2DB666F09FD}" dt="2023-03-09T23:26:25.897" v="117" actId="14100"/>
          <ac:grpSpMkLst>
            <pc:docMk/>
            <pc:sldMk cId="738847711" sldId="258"/>
            <ac:grpSpMk id="27" creationId="{399CDB1D-AB0D-1247-4CE7-7119AE6454F8}"/>
          </ac:grpSpMkLst>
        </pc:grpChg>
        <pc:grpChg chg="mod">
          <ac:chgData name="Guillermo AntonioAguirre" userId="42908199-65f4-4d4a-8e05-6e659ccb82ce" providerId="ADAL" clId="{049AAB6C-458D-41D2-8E5C-A2DB666F09FD}" dt="2023-03-09T23:26:25.897" v="117" actId="14100"/>
          <ac:grpSpMkLst>
            <pc:docMk/>
            <pc:sldMk cId="738847711" sldId="258"/>
            <ac:grpSpMk id="28" creationId="{A07603A9-2E86-67D5-7D4A-AFDEE494CFEC}"/>
          </ac:grpSpMkLst>
        </pc:grpChg>
        <pc:grpChg chg="mod">
          <ac:chgData name="Guillermo AntonioAguirre" userId="42908199-65f4-4d4a-8e05-6e659ccb82ce" providerId="ADAL" clId="{049AAB6C-458D-41D2-8E5C-A2DB666F09FD}" dt="2023-03-09T23:26:25.897" v="117" actId="14100"/>
          <ac:grpSpMkLst>
            <pc:docMk/>
            <pc:sldMk cId="738847711" sldId="258"/>
            <ac:grpSpMk id="29" creationId="{6BEB3F1A-4387-35BC-19E5-63DFB2A77C31}"/>
          </ac:grpSpMkLst>
        </pc:grpChg>
      </pc:sldChg>
      <pc:sldChg chg="addSp delSp modSp mod">
        <pc:chgData name="Guillermo AntonioAguirre" userId="42908199-65f4-4d4a-8e05-6e659ccb82ce" providerId="ADAL" clId="{049AAB6C-458D-41D2-8E5C-A2DB666F09FD}" dt="2023-03-09T23:12:26.231" v="80" actId="164"/>
        <pc:sldMkLst>
          <pc:docMk/>
          <pc:sldMk cId="3125445485" sldId="259"/>
        </pc:sldMkLst>
        <pc:spChg chg="mod">
          <ac:chgData name="Guillermo AntonioAguirre" userId="42908199-65f4-4d4a-8e05-6e659ccb82ce" providerId="ADAL" clId="{049AAB6C-458D-41D2-8E5C-A2DB666F09FD}" dt="2023-03-09T17:55:54.777" v="31" actId="207"/>
          <ac:spMkLst>
            <pc:docMk/>
            <pc:sldMk cId="3125445485" sldId="259"/>
            <ac:spMk id="3" creationId="{C7D73BDE-9127-54AC-6643-0181178064AA}"/>
          </ac:spMkLst>
        </pc:spChg>
        <pc:spChg chg="mod">
          <ac:chgData name="Guillermo AntonioAguirre" userId="42908199-65f4-4d4a-8e05-6e659ccb82ce" providerId="ADAL" clId="{049AAB6C-458D-41D2-8E5C-A2DB666F09FD}" dt="2023-03-09T17:52:08.341" v="10"/>
          <ac:spMkLst>
            <pc:docMk/>
            <pc:sldMk cId="3125445485" sldId="259"/>
            <ac:spMk id="11" creationId="{1CD41C7F-5D77-FDC5-E369-D8767CDD02E0}"/>
          </ac:spMkLst>
        </pc:spChg>
        <pc:spChg chg="mod">
          <ac:chgData name="Guillermo AntonioAguirre" userId="42908199-65f4-4d4a-8e05-6e659ccb82ce" providerId="ADAL" clId="{049AAB6C-458D-41D2-8E5C-A2DB666F09FD}" dt="2023-03-09T17:52:08.341" v="10"/>
          <ac:spMkLst>
            <pc:docMk/>
            <pc:sldMk cId="3125445485" sldId="259"/>
            <ac:spMk id="12" creationId="{EF9C7D53-34B0-9864-DFC9-AA7651A99B8D}"/>
          </ac:spMkLst>
        </pc:spChg>
        <pc:spChg chg="add mod ord">
          <ac:chgData name="Guillermo AntonioAguirre" userId="42908199-65f4-4d4a-8e05-6e659ccb82ce" providerId="ADAL" clId="{049AAB6C-458D-41D2-8E5C-A2DB666F09FD}" dt="2023-03-09T23:12:26.231" v="80" actId="164"/>
          <ac:spMkLst>
            <pc:docMk/>
            <pc:sldMk cId="3125445485" sldId="259"/>
            <ac:spMk id="21" creationId="{60BBA447-83CB-DA80-2AC0-FDB33A2A55C2}"/>
          </ac:spMkLst>
        </pc:spChg>
        <pc:spChg chg="add mod ord">
          <ac:chgData name="Guillermo AntonioAguirre" userId="42908199-65f4-4d4a-8e05-6e659ccb82ce" providerId="ADAL" clId="{049AAB6C-458D-41D2-8E5C-A2DB666F09FD}" dt="2023-03-09T23:12:26.231" v="80" actId="164"/>
          <ac:spMkLst>
            <pc:docMk/>
            <pc:sldMk cId="3125445485" sldId="259"/>
            <ac:spMk id="24" creationId="{FCAC9A97-A1D1-970B-952A-BA236729B829}"/>
          </ac:spMkLst>
        </pc:spChg>
        <pc:spChg chg="add mod">
          <ac:chgData name="Guillermo AntonioAguirre" userId="42908199-65f4-4d4a-8e05-6e659ccb82ce" providerId="ADAL" clId="{049AAB6C-458D-41D2-8E5C-A2DB666F09FD}" dt="2023-03-09T23:12:26.231" v="80" actId="164"/>
          <ac:spMkLst>
            <pc:docMk/>
            <pc:sldMk cId="3125445485" sldId="259"/>
            <ac:spMk id="43" creationId="{C20B6B89-928E-413F-1B50-110196A17796}"/>
          </ac:spMkLst>
        </pc:spChg>
        <pc:grpChg chg="add mod">
          <ac:chgData name="Guillermo AntonioAguirre" userId="42908199-65f4-4d4a-8e05-6e659ccb82ce" providerId="ADAL" clId="{049AAB6C-458D-41D2-8E5C-A2DB666F09FD}" dt="2023-03-09T23:12:26.231" v="80" actId="164"/>
          <ac:grpSpMkLst>
            <pc:docMk/>
            <pc:sldMk cId="3125445485" sldId="259"/>
            <ac:grpSpMk id="5" creationId="{B67A4410-6462-C6A3-07C6-6044BA823833}"/>
          </ac:grpSpMkLst>
        </pc:grpChg>
        <pc:grpChg chg="add mod">
          <ac:chgData name="Guillermo AntonioAguirre" userId="42908199-65f4-4d4a-8e05-6e659ccb82ce" providerId="ADAL" clId="{049AAB6C-458D-41D2-8E5C-A2DB666F09FD}" dt="2023-03-09T23:12:26.231" v="80" actId="164"/>
          <ac:grpSpMkLst>
            <pc:docMk/>
            <pc:sldMk cId="3125445485" sldId="259"/>
            <ac:grpSpMk id="10" creationId="{918213B3-7F08-5D09-69B2-D3F53DE5B2CC}"/>
          </ac:grpSpMkLst>
        </pc:grp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2" creationId="{678056DD-DFAF-39AA-D03F-5E689FB1CD48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6" creationId="{15A6FF3D-0FC0-ACAC-8461-88F91893665A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14" creationId="{ECBD7FF2-0664-99E8-1D71-6407EAAEB76A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16" creationId="{F3F3CBC7-7086-9D70-FBC1-37856C2A8705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18" creationId="{A0D99F17-894F-2629-5F5A-78E26B4C8864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22" creationId="{4148FA4F-DD6C-A12E-2E81-239122ED2DA3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26" creationId="{1F845A99-3792-0AFD-4AA9-F87F38E6AE64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29" creationId="{AABB6A25-C97E-CA3D-9FE3-4244E4625168}"/>
          </ac:cxnSpMkLst>
        </pc:cxnChg>
        <pc:cxnChg chg="add del mod">
          <ac:chgData name="Guillermo AntonioAguirre" userId="42908199-65f4-4d4a-8e05-6e659ccb82ce" providerId="ADAL" clId="{049AAB6C-458D-41D2-8E5C-A2DB666F09FD}" dt="2023-03-09T17:58:22.683" v="54" actId="478"/>
          <ac:cxnSpMkLst>
            <pc:docMk/>
            <pc:sldMk cId="3125445485" sldId="259"/>
            <ac:cxnSpMk id="30" creationId="{969D2D8B-7D45-11B6-5F35-B2C5E4F33535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38" creationId="{6BDD3E28-48AA-74A5-3A16-71B3093DC29B}"/>
          </ac:cxnSpMkLst>
        </pc:cxnChg>
        <pc:cxnChg chg="add mod">
          <ac:chgData name="Guillermo AntonioAguirre" userId="42908199-65f4-4d4a-8e05-6e659ccb82ce" providerId="ADAL" clId="{049AAB6C-458D-41D2-8E5C-A2DB666F09FD}" dt="2023-03-09T18:00:29.736" v="67" actId="571"/>
          <ac:cxnSpMkLst>
            <pc:docMk/>
            <pc:sldMk cId="3125445485" sldId="259"/>
            <ac:cxnSpMk id="39" creationId="{70DA0D78-3088-7903-1A6B-E0EF5511B99E}"/>
          </ac:cxnSpMkLst>
        </pc:cxnChg>
        <pc:cxnChg chg="add mod">
          <ac:chgData name="Guillermo AntonioAguirre" userId="42908199-65f4-4d4a-8e05-6e659ccb82ce" providerId="ADAL" clId="{049AAB6C-458D-41D2-8E5C-A2DB666F09FD}" dt="2023-03-09T18:00:29.736" v="67" actId="571"/>
          <ac:cxnSpMkLst>
            <pc:docMk/>
            <pc:sldMk cId="3125445485" sldId="259"/>
            <ac:cxnSpMk id="40" creationId="{63D21D1B-DE5C-308E-AD12-249DE88D5199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41" creationId="{4AF473BD-84DF-5B91-690E-85F06224F271}"/>
          </ac:cxnSpMkLst>
        </pc:cxnChg>
        <pc:cxnChg chg="add mod">
          <ac:chgData name="Guillermo AntonioAguirre" userId="42908199-65f4-4d4a-8e05-6e659ccb82ce" providerId="ADAL" clId="{049AAB6C-458D-41D2-8E5C-A2DB666F09FD}" dt="2023-03-09T23:12:26.231" v="80" actId="164"/>
          <ac:cxnSpMkLst>
            <pc:docMk/>
            <pc:sldMk cId="3125445485" sldId="259"/>
            <ac:cxnSpMk id="44" creationId="{A3D1A62B-8159-941C-3B3C-D7309F908454}"/>
          </ac:cxnSpMkLst>
        </pc:cxnChg>
      </pc:sldChg>
      <pc:sldChg chg="addSp modSp mod">
        <pc:chgData name="Guillermo AntonioAguirre" userId="42908199-65f4-4d4a-8e05-6e659ccb82ce" providerId="ADAL" clId="{049AAB6C-458D-41D2-8E5C-A2DB666F09FD}" dt="2023-03-09T23:25:27.256" v="110" actId="1076"/>
        <pc:sldMkLst>
          <pc:docMk/>
          <pc:sldMk cId="2467450324" sldId="260"/>
        </pc:sldMkLst>
        <pc:spChg chg="mod">
          <ac:chgData name="Guillermo AntonioAguirre" userId="42908199-65f4-4d4a-8e05-6e659ccb82ce" providerId="ADAL" clId="{049AAB6C-458D-41D2-8E5C-A2DB666F09FD}" dt="2023-03-09T17:50:03.775" v="1" actId="1076"/>
          <ac:spMkLst>
            <pc:docMk/>
            <pc:sldMk cId="2467450324" sldId="260"/>
            <ac:spMk id="2" creationId="{8952ECE4-C7BB-E57E-9D35-C6FE34946D3F}"/>
          </ac:spMkLst>
        </pc:spChg>
        <pc:spChg chg="mod">
          <ac:chgData name="Guillermo AntonioAguirre" userId="42908199-65f4-4d4a-8e05-6e659ccb82ce" providerId="ADAL" clId="{049AAB6C-458D-41D2-8E5C-A2DB666F09FD}" dt="2023-03-09T23:25:20.933" v="109"/>
          <ac:spMkLst>
            <pc:docMk/>
            <pc:sldMk cId="2467450324" sldId="260"/>
            <ac:spMk id="16" creationId="{1306D91B-EFAA-50C6-5A28-95142651DA2E}"/>
          </ac:spMkLst>
        </pc:spChg>
        <pc:spChg chg="mod">
          <ac:chgData name="Guillermo AntonioAguirre" userId="42908199-65f4-4d4a-8e05-6e659ccb82ce" providerId="ADAL" clId="{049AAB6C-458D-41D2-8E5C-A2DB666F09FD}" dt="2023-03-09T23:25:20.933" v="109"/>
          <ac:spMkLst>
            <pc:docMk/>
            <pc:sldMk cId="2467450324" sldId="260"/>
            <ac:spMk id="17" creationId="{DD17BD7A-B6F6-682D-5455-90D4D33E55D0}"/>
          </ac:spMkLst>
        </pc:spChg>
        <pc:spChg chg="mod">
          <ac:chgData name="Guillermo AntonioAguirre" userId="42908199-65f4-4d4a-8e05-6e659ccb82ce" providerId="ADAL" clId="{049AAB6C-458D-41D2-8E5C-A2DB666F09FD}" dt="2023-03-09T23:25:20.933" v="109"/>
          <ac:spMkLst>
            <pc:docMk/>
            <pc:sldMk cId="2467450324" sldId="260"/>
            <ac:spMk id="18" creationId="{68CC369D-10B6-B191-2A92-1F2A27E821A0}"/>
          </ac:spMkLst>
        </pc:spChg>
        <pc:spChg chg="mod">
          <ac:chgData name="Guillermo AntonioAguirre" userId="42908199-65f4-4d4a-8e05-6e659ccb82ce" providerId="ADAL" clId="{049AAB6C-458D-41D2-8E5C-A2DB666F09FD}" dt="2023-03-09T23:25:20.933" v="109"/>
          <ac:spMkLst>
            <pc:docMk/>
            <pc:sldMk cId="2467450324" sldId="260"/>
            <ac:spMk id="20" creationId="{91C18ED5-8D3A-5152-1645-257CF5F14F12}"/>
          </ac:spMkLst>
        </pc:spChg>
        <pc:spChg chg="mod">
          <ac:chgData name="Guillermo AntonioAguirre" userId="42908199-65f4-4d4a-8e05-6e659ccb82ce" providerId="ADAL" clId="{049AAB6C-458D-41D2-8E5C-A2DB666F09FD}" dt="2023-03-09T23:25:20.933" v="109"/>
          <ac:spMkLst>
            <pc:docMk/>
            <pc:sldMk cId="2467450324" sldId="260"/>
            <ac:spMk id="21" creationId="{BFDC5430-C808-A9D3-BD5B-E061D96A6580}"/>
          </ac:spMkLst>
        </pc:spChg>
        <pc:grpChg chg="add mod">
          <ac:chgData name="Guillermo AntonioAguirre" userId="42908199-65f4-4d4a-8e05-6e659ccb82ce" providerId="ADAL" clId="{049AAB6C-458D-41D2-8E5C-A2DB666F09FD}" dt="2023-03-09T23:25:27.256" v="110" actId="1076"/>
          <ac:grpSpMkLst>
            <pc:docMk/>
            <pc:sldMk cId="2467450324" sldId="260"/>
            <ac:grpSpMk id="4" creationId="{9E269BEB-BA14-23AA-E086-E7B539BD1EC7}"/>
          </ac:grpSpMkLst>
        </pc:grpChg>
        <pc:grpChg chg="mod">
          <ac:chgData name="Guillermo AntonioAguirre" userId="42908199-65f4-4d4a-8e05-6e659ccb82ce" providerId="ADAL" clId="{049AAB6C-458D-41D2-8E5C-A2DB666F09FD}" dt="2023-03-09T23:25:20.933" v="109"/>
          <ac:grpSpMkLst>
            <pc:docMk/>
            <pc:sldMk cId="2467450324" sldId="260"/>
            <ac:grpSpMk id="7" creationId="{B6248F95-5ED8-F6BD-CAED-382D9F6A3459}"/>
          </ac:grpSpMkLst>
        </pc:grpChg>
        <pc:graphicFrameChg chg="mod">
          <ac:chgData name="Guillermo AntonioAguirre" userId="42908199-65f4-4d4a-8e05-6e659ccb82ce" providerId="ADAL" clId="{049AAB6C-458D-41D2-8E5C-A2DB666F09FD}" dt="2023-03-09T17:49:57.894" v="0" actId="1076"/>
          <ac:graphicFrameMkLst>
            <pc:docMk/>
            <pc:sldMk cId="2467450324" sldId="260"/>
            <ac:graphicFrameMk id="3" creationId="{2B3F57A3-7FDC-2BF2-46E8-412A0EC1EF72}"/>
          </ac:graphicFrameMkLst>
        </pc:graphicFrame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5" creationId="{F31D17DA-4FD2-E90E-84C8-745BC9EDA2A2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6" creationId="{CBF317D3-4780-E7FD-9560-2BEEFB140F55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8" creationId="{B3E90FD6-533F-F396-B9B6-A86E5A30F075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9" creationId="{5F6933AA-8780-9578-0134-E8303E1974A1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10" creationId="{884C9AEC-A965-BCCB-FD50-64B04CD392FB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11" creationId="{2DC0E6BA-8EB6-4607-113D-AD4AA7CCB2D1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12" creationId="{74622DD5-667D-9D83-4083-B6E08B6EAF50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13" creationId="{4507AB69-594A-C16A-160A-1CD0E4E0331E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14" creationId="{788E8D6F-09F9-DEAD-55BD-0309E1C6DDE9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15" creationId="{4B67661E-F03B-0F56-E7F9-730BE30ED77D}"/>
          </ac:cxnSpMkLst>
        </pc:cxnChg>
        <pc:cxnChg chg="mod">
          <ac:chgData name="Guillermo AntonioAguirre" userId="42908199-65f4-4d4a-8e05-6e659ccb82ce" providerId="ADAL" clId="{049AAB6C-458D-41D2-8E5C-A2DB666F09FD}" dt="2023-03-09T23:25:20.933" v="109"/>
          <ac:cxnSpMkLst>
            <pc:docMk/>
            <pc:sldMk cId="2467450324" sldId="260"/>
            <ac:cxnSpMk id="19" creationId="{24158DC6-3800-29D9-D81C-5686F39C4237}"/>
          </ac:cxnSpMkLst>
        </pc:cxnChg>
      </pc:sldChg>
      <pc:sldChg chg="addSp delSp modSp mod">
        <pc:chgData name="Guillermo AntonioAguirre" userId="42908199-65f4-4d4a-8e05-6e659ccb82ce" providerId="ADAL" clId="{049AAB6C-458D-41D2-8E5C-A2DB666F09FD}" dt="2023-03-09T23:26:26.148" v="118" actId="1076"/>
        <pc:sldMkLst>
          <pc:docMk/>
          <pc:sldMk cId="4281713247" sldId="261"/>
        </pc:sldMkLst>
        <pc:spChg chg="del">
          <ac:chgData name="Guillermo AntonioAguirre" userId="42908199-65f4-4d4a-8e05-6e659ccb82ce" providerId="ADAL" clId="{049AAB6C-458D-41D2-8E5C-A2DB666F09FD}" dt="2023-03-09T23:25:40.402" v="111" actId="478"/>
          <ac:spMkLst>
            <pc:docMk/>
            <pc:sldMk cId="4281713247" sldId="261"/>
            <ac:spMk id="2" creationId="{82D74F14-36C1-C43E-B80C-E2EF44C293E4}"/>
          </ac:spMkLst>
        </pc:spChg>
        <pc:spChg chg="del">
          <ac:chgData name="Guillermo AntonioAguirre" userId="42908199-65f4-4d4a-8e05-6e659ccb82ce" providerId="ADAL" clId="{049AAB6C-458D-41D2-8E5C-A2DB666F09FD}" dt="2023-03-09T23:25:40.402" v="111" actId="478"/>
          <ac:spMkLst>
            <pc:docMk/>
            <pc:sldMk cId="4281713247" sldId="261"/>
            <ac:spMk id="6" creationId="{3E5F3349-CAD0-CB7D-7374-C905A3AF7E7F}"/>
          </ac:spMkLst>
        </pc:spChg>
        <pc:spChg chg="add mod">
          <ac:chgData name="Guillermo AntonioAguirre" userId="42908199-65f4-4d4a-8e05-6e659ccb82ce" providerId="ADAL" clId="{049AAB6C-458D-41D2-8E5C-A2DB666F09FD}" dt="2023-03-09T23:26:26.148" v="118" actId="1076"/>
          <ac:spMkLst>
            <pc:docMk/>
            <pc:sldMk cId="4281713247" sldId="261"/>
            <ac:spMk id="7" creationId="{F6CBF565-B435-9E7F-54A2-1E0F99DAFB1C}"/>
          </ac:spMkLst>
        </pc:spChg>
        <pc:spChg chg="mod">
          <ac:chgData name="Guillermo AntonioAguirre" userId="42908199-65f4-4d4a-8e05-6e659ccb82ce" providerId="ADAL" clId="{049AAB6C-458D-41D2-8E5C-A2DB666F09FD}" dt="2023-03-09T23:25:54.461" v="112"/>
          <ac:spMkLst>
            <pc:docMk/>
            <pc:sldMk cId="4281713247" sldId="261"/>
            <ac:spMk id="21" creationId="{CC3D58E6-F0AC-4A3F-27BD-4451428F5987}"/>
          </ac:spMkLst>
        </pc:spChg>
        <pc:spChg chg="mod">
          <ac:chgData name="Guillermo AntonioAguirre" userId="42908199-65f4-4d4a-8e05-6e659ccb82ce" providerId="ADAL" clId="{049AAB6C-458D-41D2-8E5C-A2DB666F09FD}" dt="2023-03-09T23:25:54.461" v="112"/>
          <ac:spMkLst>
            <pc:docMk/>
            <pc:sldMk cId="4281713247" sldId="261"/>
            <ac:spMk id="22" creationId="{1A3A09E1-B6D5-0C0D-BF23-3354FD613CF4}"/>
          </ac:spMkLst>
        </pc:spChg>
        <pc:spChg chg="mod">
          <ac:chgData name="Guillermo AntonioAguirre" userId="42908199-65f4-4d4a-8e05-6e659ccb82ce" providerId="ADAL" clId="{049AAB6C-458D-41D2-8E5C-A2DB666F09FD}" dt="2023-03-09T23:25:54.461" v="112"/>
          <ac:spMkLst>
            <pc:docMk/>
            <pc:sldMk cId="4281713247" sldId="261"/>
            <ac:spMk id="23" creationId="{66E09253-0456-6613-9422-105E95132858}"/>
          </ac:spMkLst>
        </pc:spChg>
        <pc:spChg chg="mod">
          <ac:chgData name="Guillermo AntonioAguirre" userId="42908199-65f4-4d4a-8e05-6e659ccb82ce" providerId="ADAL" clId="{049AAB6C-458D-41D2-8E5C-A2DB666F09FD}" dt="2023-03-09T23:25:54.461" v="112"/>
          <ac:spMkLst>
            <pc:docMk/>
            <pc:sldMk cId="4281713247" sldId="261"/>
            <ac:spMk id="25" creationId="{1F475B28-7C48-FED6-B61E-F258645DBAF6}"/>
          </ac:spMkLst>
        </pc:spChg>
        <pc:spChg chg="mod">
          <ac:chgData name="Guillermo AntonioAguirre" userId="42908199-65f4-4d4a-8e05-6e659ccb82ce" providerId="ADAL" clId="{049AAB6C-458D-41D2-8E5C-A2DB666F09FD}" dt="2023-03-09T23:25:54.461" v="112"/>
          <ac:spMkLst>
            <pc:docMk/>
            <pc:sldMk cId="4281713247" sldId="261"/>
            <ac:spMk id="26" creationId="{3591FA3F-AE9A-F700-EE48-384C00A08B51}"/>
          </ac:spMkLst>
        </pc:spChg>
        <pc:grpChg chg="del">
          <ac:chgData name="Guillermo AntonioAguirre" userId="42908199-65f4-4d4a-8e05-6e659ccb82ce" providerId="ADAL" clId="{049AAB6C-458D-41D2-8E5C-A2DB666F09FD}" dt="2023-03-09T23:25:40.402" v="111" actId="478"/>
          <ac:grpSpMkLst>
            <pc:docMk/>
            <pc:sldMk cId="4281713247" sldId="261"/>
            <ac:grpSpMk id="3" creationId="{02E7B38B-DD92-E26A-F94B-3DF06AF23F14}"/>
          </ac:grpSpMkLst>
        </pc:grpChg>
        <pc:grpChg chg="add mod">
          <ac:chgData name="Guillermo AntonioAguirre" userId="42908199-65f4-4d4a-8e05-6e659ccb82ce" providerId="ADAL" clId="{049AAB6C-458D-41D2-8E5C-A2DB666F09FD}" dt="2023-03-09T23:25:54.461" v="112"/>
          <ac:grpSpMkLst>
            <pc:docMk/>
            <pc:sldMk cId="4281713247" sldId="261"/>
            <ac:grpSpMk id="9" creationId="{5E3B4B45-CFFB-24AA-C412-A23FB5E893CA}"/>
          </ac:grpSpMkLst>
        </pc:grpChg>
        <pc:grpChg chg="mod">
          <ac:chgData name="Guillermo AntonioAguirre" userId="42908199-65f4-4d4a-8e05-6e659ccb82ce" providerId="ADAL" clId="{049AAB6C-458D-41D2-8E5C-A2DB666F09FD}" dt="2023-03-09T23:25:54.461" v="112"/>
          <ac:grpSpMkLst>
            <pc:docMk/>
            <pc:sldMk cId="4281713247" sldId="261"/>
            <ac:grpSpMk id="12" creationId="{24F71626-A601-9F3C-4506-24D06752972A}"/>
          </ac:grpSpMkLst>
        </pc:grpChg>
        <pc:graphicFrameChg chg="add mod">
          <ac:chgData name="Guillermo AntonioAguirre" userId="42908199-65f4-4d4a-8e05-6e659ccb82ce" providerId="ADAL" clId="{049AAB6C-458D-41D2-8E5C-A2DB666F09FD}" dt="2023-03-09T23:25:54.461" v="112"/>
          <ac:graphicFrameMkLst>
            <pc:docMk/>
            <pc:sldMk cId="4281713247" sldId="261"/>
            <ac:graphicFrameMk id="8" creationId="{8D77A9F5-A5AB-5D76-3354-DDA6F722A941}"/>
          </ac:graphicFrameMkLst>
        </pc:graphicFrame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0" creationId="{906D46E7-6C80-C70F-4A2B-FAD2AED4165E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1" creationId="{FFE534B8-8C6C-CE28-9D32-34CA7CA01457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3" creationId="{8948D33C-A03B-9E26-D49B-54FCBA545EA2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4" creationId="{EEC71353-D5DC-5673-D3D5-2A58ED48C1AE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5" creationId="{ABD1C8DB-DA38-F613-7162-98E4A4A8F629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6" creationId="{336FFF00-07EC-A451-8FBF-630EDD3519FD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7" creationId="{F8EBF3A5-A54C-E49B-89B1-1EB319452787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8" creationId="{7D505142-ABDD-0ED1-68A2-356A8909457A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19" creationId="{99BB2988-9131-5F36-EE9A-E77F3C2D2E36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20" creationId="{92E929B1-D84B-619B-54D8-D1671DF08ECE}"/>
          </ac:cxnSpMkLst>
        </pc:cxnChg>
        <pc:cxnChg chg="mod">
          <ac:chgData name="Guillermo AntonioAguirre" userId="42908199-65f4-4d4a-8e05-6e659ccb82ce" providerId="ADAL" clId="{049AAB6C-458D-41D2-8E5C-A2DB666F09FD}" dt="2023-03-09T23:25:54.461" v="112"/>
          <ac:cxnSpMkLst>
            <pc:docMk/>
            <pc:sldMk cId="4281713247" sldId="261"/>
            <ac:cxnSpMk id="24" creationId="{4CEDC143-7E9F-E9A2-9DBB-0877F4DF5DD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F7F61-57A4-E8C9-74CF-78E329F21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303D0C-FA51-C2A7-A155-D4624D630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96A2D9-0F3A-650E-18AF-F2FB2F07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7429D7-D570-F643-3A55-0C76BBCA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5E5865-3BDB-1150-8331-FC5CA41C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3536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73A53-6EF2-82EC-77BA-7430A7F4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B85575-16C3-077C-25FA-0E48C478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399388-AC58-8314-BE86-B1143470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3046B3-772B-86B5-9D79-59C486E2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B5F5A-5634-8443-07D8-DD814B3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150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D9170-6641-9375-EA00-5A33A7FA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24D91A-51B1-6782-1ECC-CA70192EA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CB3472-30BF-60DD-AECD-F4F7C479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662BF7-0519-44CD-0022-C1C10F60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01AE41-8E87-76BD-8C2A-BC0C2FCB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1165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67BCA-9514-2849-75E1-2180C8BF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ABB4D6-DFB6-26E8-17C7-9D6BEA1B5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64AF15-55BE-276B-58B5-E1B360FF0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08CE54-70CF-C66E-97E4-D5AD6FAF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DECD18-008B-A440-D266-8205484F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73ED00-0801-6406-4A8A-9ECACAFA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3366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143C9-34AC-796C-2C85-658096CB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BE7644-1A97-4A4F-2CA6-9D2F7439E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86F526-F55F-3993-0DA7-1733CE38A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2C8241-B5CA-1ED2-CA32-BA84D38D0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626CDB-8D6A-C563-3E2E-A907F2598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8CA380-B360-3E3E-4F44-C06AB6D2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837EEE-CEA9-A974-13F1-EE326DC4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DF50A6-9052-14EF-C262-9D7FB05B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0390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749BB-44D9-B012-6591-B4D0038DD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B37C64-F36B-B37E-077D-4E893B40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19E5CE-4270-038F-60E9-A0B1394FF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B9AFB1-72B3-AC08-BE1F-A36C5E5C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5762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5B6EDB-185A-2B3E-7609-9204E103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A5F13A-5B5F-7E5D-A942-5336318F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6774E3-AEA5-F36F-E9A4-C4762385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6792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96879-9AFA-9E22-E878-6D3409A1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3C65E1-0ACE-0D15-3975-295F91EC3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91DAB6-37BA-D3B4-DC72-FCA972BA1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557AA4-7E48-163B-ADE5-CE4171B0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B52FBB-E86E-943E-CB5E-DF4314DB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D8505-960C-EC82-27CC-292B82D5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6170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04EEC-1AB6-8021-F32C-ECA42F999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2A651D0-46A4-E356-A03D-0EDEF39A7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C4ED7D-7E9C-AE97-0945-137A47B2D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7A2690-D574-514E-908E-8A210264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950972-A57A-778F-63D1-F1869D4E6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8C82B9-D996-42B9-9FC8-0291DE91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12394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60938-A2C4-857E-5CC0-DA9B26C2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967EAA-D11D-CD07-F4ED-A94D4A5BC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8F7216-F295-7AA6-1B9F-3E6FE01A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36A73B-BE80-E965-E586-ECD61D81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B5B2F3-20B1-33C2-9E20-AD70F4B53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984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A98789-84BB-500E-09F7-334B3C180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D8B49A-F9A3-4256-1987-DE81EF5CF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5ADBA5-C633-A216-9FD7-A37AD2B4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903713-635C-4952-4F91-B32C612D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C5261-9CCD-B5B7-CE11-70C4F545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0392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4BE78E8-148D-81DF-AEFA-91EEC040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EFAF4A-96EF-D5DD-56E3-4FBE5826C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C72C69-F99F-E998-A8EA-E4D6D7397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09280-6000-483E-AFFB-A231DF54254E}" type="datetimeFigureOut">
              <a:rPr lang="es-NI" smtClean="0"/>
              <a:t>9/3/2023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146AA1-61C6-088B-A831-5E9AEEF0F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2D15B2-2693-D59D-04F0-685291777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9605C-81F0-4A27-9C32-A799898DE64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95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26A4334-0359-B4C7-29F1-C3FA49F58DB0}"/>
              </a:ext>
            </a:extLst>
          </p:cNvPr>
          <p:cNvSpPr/>
          <p:nvPr/>
        </p:nvSpPr>
        <p:spPr>
          <a:xfrm>
            <a:off x="333828" y="137049"/>
            <a:ext cx="1152434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700000" algn="tl" rotWithShape="0">
                    <a:schemeClr val="accent5">
                      <a:lumMod val="50000"/>
                    </a:schemeClr>
                  </a:outerShdw>
                </a:effectLst>
              </a:rPr>
              <a:t>Desarrollo de ejercicios con compuertas lógicas</a:t>
            </a:r>
            <a:endParaRPr lang="es-E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dist="38100" dir="2700000" algn="tl" rotWithShape="0">
                  <a:schemeClr val="accent5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661129-9593-E9A9-506C-C44AB00623FC}"/>
              </a:ext>
            </a:extLst>
          </p:cNvPr>
          <p:cNvGrpSpPr/>
          <p:nvPr/>
        </p:nvGrpSpPr>
        <p:grpSpPr>
          <a:xfrm>
            <a:off x="1215496" y="3316549"/>
            <a:ext cx="378666" cy="270622"/>
            <a:chOff x="2193495" y="4831314"/>
            <a:chExt cx="378666" cy="270622"/>
          </a:xfrm>
        </p:grpSpPr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5BF7A8FD-1159-FA5E-EF6F-15EF084ED027}"/>
                </a:ext>
              </a:extLst>
            </p:cNvPr>
            <p:cNvSpPr/>
            <p:nvPr/>
          </p:nvSpPr>
          <p:spPr>
            <a:xfrm rot="5400000">
              <a:off x="2185022" y="4839787"/>
              <a:ext cx="270622" cy="253676"/>
            </a:xfrm>
            <a:prstGeom prst="triangl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0A28EEDB-E8D2-8D61-3417-DBABA3B522C8}"/>
                </a:ext>
              </a:extLst>
            </p:cNvPr>
            <p:cNvSpPr/>
            <p:nvPr/>
          </p:nvSpPr>
          <p:spPr>
            <a:xfrm>
              <a:off x="2522143" y="4943765"/>
              <a:ext cx="50018" cy="45719"/>
            </a:xfrm>
            <a:prstGeom prst="ellips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sp>
        <p:nvSpPr>
          <p:cNvPr id="11" name="Diagrama de flujo: datos almacenados 10">
            <a:extLst>
              <a:ext uri="{FF2B5EF4-FFF2-40B4-BE49-F238E27FC236}">
                <a16:creationId xmlns:a16="http://schemas.microsoft.com/office/drawing/2014/main" id="{2897359C-90DA-8350-DBBA-CA8FA6CA34D5}"/>
              </a:ext>
            </a:extLst>
          </p:cNvPr>
          <p:cNvSpPr/>
          <p:nvPr/>
        </p:nvSpPr>
        <p:spPr>
          <a:xfrm rot="10800000">
            <a:off x="2127931" y="3036453"/>
            <a:ext cx="679435" cy="392547"/>
          </a:xfrm>
          <a:prstGeom prst="flowChartOnlineStorage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0" name="Diagrama de flujo: datos almacenados 29">
            <a:extLst>
              <a:ext uri="{FF2B5EF4-FFF2-40B4-BE49-F238E27FC236}">
                <a16:creationId xmlns:a16="http://schemas.microsoft.com/office/drawing/2014/main" id="{E3F1523A-8AD2-B92E-BFBC-DB9843670472}"/>
              </a:ext>
            </a:extLst>
          </p:cNvPr>
          <p:cNvSpPr/>
          <p:nvPr/>
        </p:nvSpPr>
        <p:spPr>
          <a:xfrm rot="10800000">
            <a:off x="2127930" y="3900170"/>
            <a:ext cx="679435" cy="392547"/>
          </a:xfrm>
          <a:prstGeom prst="flowChartOnlineStorage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1" name="Diagrama de flujo: datos almacenados 30">
            <a:extLst>
              <a:ext uri="{FF2B5EF4-FFF2-40B4-BE49-F238E27FC236}">
                <a16:creationId xmlns:a16="http://schemas.microsoft.com/office/drawing/2014/main" id="{3FA97FBF-33E0-5F82-9347-C9C59A9C01FF}"/>
              </a:ext>
            </a:extLst>
          </p:cNvPr>
          <p:cNvSpPr/>
          <p:nvPr/>
        </p:nvSpPr>
        <p:spPr>
          <a:xfrm rot="10800000">
            <a:off x="2127931" y="4763886"/>
            <a:ext cx="679435" cy="392547"/>
          </a:xfrm>
          <a:prstGeom prst="flowChartOnlineStorage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2" name="Diagrama de flujo: datos almacenados 31">
            <a:extLst>
              <a:ext uri="{FF2B5EF4-FFF2-40B4-BE49-F238E27FC236}">
                <a16:creationId xmlns:a16="http://schemas.microsoft.com/office/drawing/2014/main" id="{A2447E5F-7B5A-2CCE-BE15-AC813E71FCA3}"/>
              </a:ext>
            </a:extLst>
          </p:cNvPr>
          <p:cNvSpPr/>
          <p:nvPr/>
        </p:nvSpPr>
        <p:spPr>
          <a:xfrm rot="10800000">
            <a:off x="2127930" y="5627602"/>
            <a:ext cx="679435" cy="392547"/>
          </a:xfrm>
          <a:prstGeom prst="flowChartOnlineStorage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E2D0D54D-7FBF-D6BE-88D3-100CDBB2F99A}"/>
              </a:ext>
            </a:extLst>
          </p:cNvPr>
          <p:cNvGrpSpPr/>
          <p:nvPr/>
        </p:nvGrpSpPr>
        <p:grpSpPr>
          <a:xfrm>
            <a:off x="1225416" y="5006071"/>
            <a:ext cx="378666" cy="270622"/>
            <a:chOff x="2193495" y="4831314"/>
            <a:chExt cx="378666" cy="270622"/>
          </a:xfrm>
        </p:grpSpPr>
        <p:sp>
          <p:nvSpPr>
            <p:cNvPr id="34" name="Triángulo isósceles 33">
              <a:extLst>
                <a:ext uri="{FF2B5EF4-FFF2-40B4-BE49-F238E27FC236}">
                  <a16:creationId xmlns:a16="http://schemas.microsoft.com/office/drawing/2014/main" id="{58C03135-1DA6-BC92-C64A-8FDC20A5206F}"/>
                </a:ext>
              </a:extLst>
            </p:cNvPr>
            <p:cNvSpPr/>
            <p:nvPr/>
          </p:nvSpPr>
          <p:spPr>
            <a:xfrm rot="5400000">
              <a:off x="2185022" y="4839787"/>
              <a:ext cx="270622" cy="253676"/>
            </a:xfrm>
            <a:prstGeom prst="triangl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7462A583-63D5-7C19-1537-29F08F8B6A84}"/>
                </a:ext>
              </a:extLst>
            </p:cNvPr>
            <p:cNvSpPr/>
            <p:nvPr/>
          </p:nvSpPr>
          <p:spPr>
            <a:xfrm>
              <a:off x="2522143" y="4943765"/>
              <a:ext cx="50018" cy="45719"/>
            </a:xfrm>
            <a:prstGeom prst="ellips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sp>
        <p:nvSpPr>
          <p:cNvPr id="36" name="Diagrama de flujo: datos almacenados 35">
            <a:extLst>
              <a:ext uri="{FF2B5EF4-FFF2-40B4-BE49-F238E27FC236}">
                <a16:creationId xmlns:a16="http://schemas.microsoft.com/office/drawing/2014/main" id="{B58136EF-61D1-0DCC-3ECA-11B0F0F4E7E9}"/>
              </a:ext>
            </a:extLst>
          </p:cNvPr>
          <p:cNvSpPr/>
          <p:nvPr/>
        </p:nvSpPr>
        <p:spPr>
          <a:xfrm rot="10800000">
            <a:off x="3245802" y="3303403"/>
            <a:ext cx="1124607" cy="701962"/>
          </a:xfrm>
          <a:prstGeom prst="flowChartOnlineStorage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7" name="Diagrama de flujo: datos almacenados 36">
            <a:extLst>
              <a:ext uri="{FF2B5EF4-FFF2-40B4-BE49-F238E27FC236}">
                <a16:creationId xmlns:a16="http://schemas.microsoft.com/office/drawing/2014/main" id="{68D2836B-9C26-F9F0-A66F-3A32693EDBDF}"/>
              </a:ext>
            </a:extLst>
          </p:cNvPr>
          <p:cNvSpPr/>
          <p:nvPr/>
        </p:nvSpPr>
        <p:spPr>
          <a:xfrm rot="10800000">
            <a:off x="3341133" y="5006071"/>
            <a:ext cx="1124607" cy="701962"/>
          </a:xfrm>
          <a:prstGeom prst="flowChartOnlineStorage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EA87AD1-9DB0-C849-C233-28BA796E6737}"/>
              </a:ext>
            </a:extLst>
          </p:cNvPr>
          <p:cNvCxnSpPr>
            <a:cxnSpLocks/>
          </p:cNvCxnSpPr>
          <p:nvPr/>
        </p:nvCxnSpPr>
        <p:spPr>
          <a:xfrm>
            <a:off x="615621" y="3474719"/>
            <a:ext cx="575929" cy="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717B58F-CA40-DB49-644D-51F8ABBA638A}"/>
              </a:ext>
            </a:extLst>
          </p:cNvPr>
          <p:cNvCxnSpPr>
            <a:cxnSpLocks/>
          </p:cNvCxnSpPr>
          <p:nvPr/>
        </p:nvCxnSpPr>
        <p:spPr>
          <a:xfrm flipV="1">
            <a:off x="581025" y="3013993"/>
            <a:ext cx="1546905" cy="2246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958DD644-FEAE-BCD7-53C8-E5CF78F19BCA}"/>
              </a:ext>
            </a:extLst>
          </p:cNvPr>
          <p:cNvCxnSpPr>
            <a:cxnSpLocks/>
          </p:cNvCxnSpPr>
          <p:nvPr/>
        </p:nvCxnSpPr>
        <p:spPr>
          <a:xfrm flipV="1">
            <a:off x="1661974" y="5124787"/>
            <a:ext cx="447030" cy="26667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17C92B84-B5F6-E468-2402-E4966667FDE4}"/>
              </a:ext>
            </a:extLst>
          </p:cNvPr>
          <p:cNvCxnSpPr>
            <a:cxnSpLocks/>
          </p:cNvCxnSpPr>
          <p:nvPr/>
        </p:nvCxnSpPr>
        <p:spPr>
          <a:xfrm flipV="1">
            <a:off x="568881" y="3888501"/>
            <a:ext cx="1546905" cy="2246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FA8A02A7-FE95-DD8B-9532-D0A6A34D8AD0}"/>
              </a:ext>
            </a:extLst>
          </p:cNvPr>
          <p:cNvCxnSpPr>
            <a:cxnSpLocks/>
          </p:cNvCxnSpPr>
          <p:nvPr/>
        </p:nvCxnSpPr>
        <p:spPr>
          <a:xfrm flipV="1">
            <a:off x="579934" y="4769476"/>
            <a:ext cx="1546905" cy="2246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5CB6C28-9FC2-939A-26B2-1D7FB1E7D41D}"/>
              </a:ext>
            </a:extLst>
          </p:cNvPr>
          <p:cNvCxnSpPr>
            <a:cxnSpLocks/>
          </p:cNvCxnSpPr>
          <p:nvPr/>
        </p:nvCxnSpPr>
        <p:spPr>
          <a:xfrm flipV="1">
            <a:off x="571503" y="5639221"/>
            <a:ext cx="1546905" cy="2246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343E22FD-1E3F-ACDD-599A-A0EFEA7AA453}"/>
              </a:ext>
            </a:extLst>
          </p:cNvPr>
          <p:cNvCxnSpPr>
            <a:cxnSpLocks/>
          </p:cNvCxnSpPr>
          <p:nvPr/>
        </p:nvCxnSpPr>
        <p:spPr>
          <a:xfrm flipV="1">
            <a:off x="568881" y="5997689"/>
            <a:ext cx="1546905" cy="2246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752AB54C-E45C-64EF-EA65-5B74456FB17F}"/>
              </a:ext>
            </a:extLst>
          </p:cNvPr>
          <p:cNvCxnSpPr>
            <a:cxnSpLocks/>
          </p:cNvCxnSpPr>
          <p:nvPr/>
        </p:nvCxnSpPr>
        <p:spPr>
          <a:xfrm flipV="1">
            <a:off x="1636323" y="3439043"/>
            <a:ext cx="447030" cy="26667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A420E599-7378-6908-537E-48863F95FF6B}"/>
              </a:ext>
            </a:extLst>
          </p:cNvPr>
          <p:cNvCxnSpPr>
            <a:cxnSpLocks/>
          </p:cNvCxnSpPr>
          <p:nvPr/>
        </p:nvCxnSpPr>
        <p:spPr>
          <a:xfrm>
            <a:off x="4422691" y="3616062"/>
            <a:ext cx="601663" cy="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F1124B9-3B67-BB5F-CC7F-4974135F4CC9}"/>
              </a:ext>
            </a:extLst>
          </p:cNvPr>
          <p:cNvCxnSpPr>
            <a:cxnSpLocks/>
            <a:stCxn id="30" idx="1"/>
          </p:cNvCxnSpPr>
          <p:nvPr/>
        </p:nvCxnSpPr>
        <p:spPr>
          <a:xfrm flipV="1">
            <a:off x="2807365" y="4035549"/>
            <a:ext cx="442733" cy="60894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34662F40-3171-1B8C-F777-71CE0CB79B28}"/>
              </a:ext>
            </a:extLst>
          </p:cNvPr>
          <p:cNvCxnSpPr>
            <a:cxnSpLocks/>
          </p:cNvCxnSpPr>
          <p:nvPr/>
        </p:nvCxnSpPr>
        <p:spPr>
          <a:xfrm flipV="1">
            <a:off x="2840804" y="5734237"/>
            <a:ext cx="500327" cy="13334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A1A40DF-5FF8-8980-6B94-959B173559E2}"/>
              </a:ext>
            </a:extLst>
          </p:cNvPr>
          <p:cNvCxnSpPr>
            <a:cxnSpLocks/>
          </p:cNvCxnSpPr>
          <p:nvPr/>
        </p:nvCxnSpPr>
        <p:spPr>
          <a:xfrm flipV="1">
            <a:off x="2830887" y="5000371"/>
            <a:ext cx="500327" cy="13334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1B4747F-FE76-FDA7-C349-17A48B5405D0}"/>
              </a:ext>
            </a:extLst>
          </p:cNvPr>
          <p:cNvSpPr txBox="1"/>
          <p:nvPr/>
        </p:nvSpPr>
        <p:spPr>
          <a:xfrm>
            <a:off x="724593" y="2721619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74D47B2-B87C-1273-9E80-8F5FBD8391DE}"/>
              </a:ext>
            </a:extLst>
          </p:cNvPr>
          <p:cNvSpPr txBox="1"/>
          <p:nvPr/>
        </p:nvSpPr>
        <p:spPr>
          <a:xfrm>
            <a:off x="724594" y="3057069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0E60D44-17BF-C3EB-EA9B-46EB95E8AFD6}"/>
              </a:ext>
            </a:extLst>
          </p:cNvPr>
          <p:cNvCxnSpPr>
            <a:cxnSpLocks/>
          </p:cNvCxnSpPr>
          <p:nvPr/>
        </p:nvCxnSpPr>
        <p:spPr>
          <a:xfrm flipV="1">
            <a:off x="585989" y="4309165"/>
            <a:ext cx="1546905" cy="2246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74CD0E9-F3FA-1C66-BFD3-06831B49C832}"/>
              </a:ext>
            </a:extLst>
          </p:cNvPr>
          <p:cNvSpPr txBox="1"/>
          <p:nvPr/>
        </p:nvSpPr>
        <p:spPr>
          <a:xfrm>
            <a:off x="733425" y="3572439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E6AE208-905C-0334-C869-FCAEB1A8F57E}"/>
              </a:ext>
            </a:extLst>
          </p:cNvPr>
          <p:cNvSpPr txBox="1"/>
          <p:nvPr/>
        </p:nvSpPr>
        <p:spPr>
          <a:xfrm>
            <a:off x="731499" y="3982807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CCF13E37-1C3F-18A5-12EC-48D022EB818C}"/>
              </a:ext>
            </a:extLst>
          </p:cNvPr>
          <p:cNvCxnSpPr>
            <a:cxnSpLocks/>
          </p:cNvCxnSpPr>
          <p:nvPr/>
        </p:nvCxnSpPr>
        <p:spPr>
          <a:xfrm>
            <a:off x="579934" y="5118522"/>
            <a:ext cx="635562" cy="19598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uadroTexto 73">
            <a:extLst>
              <a:ext uri="{FF2B5EF4-FFF2-40B4-BE49-F238E27FC236}">
                <a16:creationId xmlns:a16="http://schemas.microsoft.com/office/drawing/2014/main" id="{397F01C7-6EED-7BDC-3B84-5BF3BEB759BF}"/>
              </a:ext>
            </a:extLst>
          </p:cNvPr>
          <p:cNvSpPr txBox="1"/>
          <p:nvPr/>
        </p:nvSpPr>
        <p:spPr>
          <a:xfrm>
            <a:off x="731499" y="4455949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E4F1306-DF84-9758-8615-03B42132C138}"/>
              </a:ext>
            </a:extLst>
          </p:cNvPr>
          <p:cNvSpPr txBox="1"/>
          <p:nvPr/>
        </p:nvSpPr>
        <p:spPr>
          <a:xfrm>
            <a:off x="721581" y="4799521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BF1A6ED-57FF-9DCA-8F53-DFAADFD1950C}"/>
              </a:ext>
            </a:extLst>
          </p:cNvPr>
          <p:cNvSpPr txBox="1"/>
          <p:nvPr/>
        </p:nvSpPr>
        <p:spPr>
          <a:xfrm>
            <a:off x="743345" y="5361054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ECB0583-6E22-606F-855E-78DA10731802}"/>
              </a:ext>
            </a:extLst>
          </p:cNvPr>
          <p:cNvSpPr txBox="1"/>
          <p:nvPr/>
        </p:nvSpPr>
        <p:spPr>
          <a:xfrm>
            <a:off x="731201" y="5696414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9A9B9D44-167B-C9B5-D1BC-D36ECFAEF768}"/>
              </a:ext>
            </a:extLst>
          </p:cNvPr>
          <p:cNvSpPr txBox="1"/>
          <p:nvPr/>
        </p:nvSpPr>
        <p:spPr>
          <a:xfrm>
            <a:off x="2877927" y="2897019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2E22BC54-519D-A238-B499-C7B52A3D0B06}"/>
              </a:ext>
            </a:extLst>
          </p:cNvPr>
          <p:cNvSpPr txBox="1"/>
          <p:nvPr/>
        </p:nvSpPr>
        <p:spPr>
          <a:xfrm>
            <a:off x="2806545" y="3708194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CAAE6C3D-2431-4D9A-AC5C-7B33E46D37AE}"/>
              </a:ext>
            </a:extLst>
          </p:cNvPr>
          <p:cNvSpPr txBox="1"/>
          <p:nvPr/>
        </p:nvSpPr>
        <p:spPr>
          <a:xfrm>
            <a:off x="2877927" y="4631761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92FB6C3A-7DA1-A7BE-19FA-2F0E1C3FA49F}"/>
              </a:ext>
            </a:extLst>
          </p:cNvPr>
          <p:cNvSpPr txBox="1"/>
          <p:nvPr/>
        </p:nvSpPr>
        <p:spPr>
          <a:xfrm>
            <a:off x="2806545" y="5442936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82" name="Hexágono 81">
            <a:extLst>
              <a:ext uri="{FF2B5EF4-FFF2-40B4-BE49-F238E27FC236}">
                <a16:creationId xmlns:a16="http://schemas.microsoft.com/office/drawing/2014/main" id="{B84ED4F1-D77F-505A-C53A-BE6C5B782131}"/>
              </a:ext>
            </a:extLst>
          </p:cNvPr>
          <p:cNvSpPr/>
          <p:nvPr/>
        </p:nvSpPr>
        <p:spPr>
          <a:xfrm rot="5400000">
            <a:off x="5488962" y="4283977"/>
            <a:ext cx="604943" cy="192042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 dirty="0"/>
          </a:p>
        </p:txBody>
      </p:sp>
      <p:sp>
        <p:nvSpPr>
          <p:cNvPr id="83" name="Hexágono 82">
            <a:extLst>
              <a:ext uri="{FF2B5EF4-FFF2-40B4-BE49-F238E27FC236}">
                <a16:creationId xmlns:a16="http://schemas.microsoft.com/office/drawing/2014/main" id="{391F5E9F-9254-124A-DDE2-0EA06E54C65C}"/>
              </a:ext>
            </a:extLst>
          </p:cNvPr>
          <p:cNvSpPr/>
          <p:nvPr/>
        </p:nvSpPr>
        <p:spPr>
          <a:xfrm rot="5400000">
            <a:off x="4721883" y="4302894"/>
            <a:ext cx="604943" cy="19204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6" name="Hexágono 85">
            <a:extLst>
              <a:ext uri="{FF2B5EF4-FFF2-40B4-BE49-F238E27FC236}">
                <a16:creationId xmlns:a16="http://schemas.microsoft.com/office/drawing/2014/main" id="{B04E632C-01D6-827C-0FAC-F6D4C7D0BFDC}"/>
              </a:ext>
            </a:extLst>
          </p:cNvPr>
          <p:cNvSpPr/>
          <p:nvPr/>
        </p:nvSpPr>
        <p:spPr>
          <a:xfrm>
            <a:off x="5118810" y="4655139"/>
            <a:ext cx="604943" cy="192042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7" name="Hexágono 86">
            <a:extLst>
              <a:ext uri="{FF2B5EF4-FFF2-40B4-BE49-F238E27FC236}">
                <a16:creationId xmlns:a16="http://schemas.microsoft.com/office/drawing/2014/main" id="{63072D2B-FF56-B7FB-BEA6-7F483B31CF50}"/>
              </a:ext>
            </a:extLst>
          </p:cNvPr>
          <p:cNvSpPr/>
          <p:nvPr/>
        </p:nvSpPr>
        <p:spPr>
          <a:xfrm>
            <a:off x="5105423" y="3941771"/>
            <a:ext cx="604943" cy="192042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8" name="Hexágono 87">
            <a:extLst>
              <a:ext uri="{FF2B5EF4-FFF2-40B4-BE49-F238E27FC236}">
                <a16:creationId xmlns:a16="http://schemas.microsoft.com/office/drawing/2014/main" id="{2D3C1341-3ABF-376A-9CF7-8C74DC91EC6D}"/>
              </a:ext>
            </a:extLst>
          </p:cNvPr>
          <p:cNvSpPr/>
          <p:nvPr/>
        </p:nvSpPr>
        <p:spPr>
          <a:xfrm rot="5400000">
            <a:off x="5500102" y="4994881"/>
            <a:ext cx="604943" cy="192042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 dirty="0"/>
          </a:p>
        </p:txBody>
      </p:sp>
      <p:sp>
        <p:nvSpPr>
          <p:cNvPr id="89" name="Hexágono 88">
            <a:extLst>
              <a:ext uri="{FF2B5EF4-FFF2-40B4-BE49-F238E27FC236}">
                <a16:creationId xmlns:a16="http://schemas.microsoft.com/office/drawing/2014/main" id="{DE026FC8-4794-C9E4-B052-9679E81BDD0E}"/>
              </a:ext>
            </a:extLst>
          </p:cNvPr>
          <p:cNvSpPr/>
          <p:nvPr/>
        </p:nvSpPr>
        <p:spPr>
          <a:xfrm rot="5400000">
            <a:off x="4733023" y="5013798"/>
            <a:ext cx="604943" cy="192042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0" name="Hexágono 89">
            <a:extLst>
              <a:ext uri="{FF2B5EF4-FFF2-40B4-BE49-F238E27FC236}">
                <a16:creationId xmlns:a16="http://schemas.microsoft.com/office/drawing/2014/main" id="{73DC31BD-070D-B957-5FA2-39308E1EC186}"/>
              </a:ext>
            </a:extLst>
          </p:cNvPr>
          <p:cNvSpPr/>
          <p:nvPr/>
        </p:nvSpPr>
        <p:spPr>
          <a:xfrm>
            <a:off x="5129950" y="5366043"/>
            <a:ext cx="604943" cy="192042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EC3D6ABA-5E20-49FD-3A75-CB206D3B737B}"/>
              </a:ext>
            </a:extLst>
          </p:cNvPr>
          <p:cNvCxnSpPr>
            <a:cxnSpLocks/>
          </p:cNvCxnSpPr>
          <p:nvPr/>
        </p:nvCxnSpPr>
        <p:spPr>
          <a:xfrm>
            <a:off x="4433831" y="5621923"/>
            <a:ext cx="601663" cy="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A588031C-21D3-28DC-6280-C2F29430DFEA}"/>
              </a:ext>
            </a:extLst>
          </p:cNvPr>
          <p:cNvCxnSpPr>
            <a:cxnSpLocks/>
            <a:endCxn id="83" idx="3"/>
          </p:cNvCxnSpPr>
          <p:nvPr/>
        </p:nvCxnSpPr>
        <p:spPr>
          <a:xfrm flipH="1">
            <a:off x="5024355" y="3602448"/>
            <a:ext cx="11139" cy="493996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2560A653-16BB-6B30-9468-4018D19801C8}"/>
              </a:ext>
            </a:extLst>
          </p:cNvPr>
          <p:cNvCxnSpPr>
            <a:cxnSpLocks/>
            <a:stCxn id="89" idx="0"/>
          </p:cNvCxnSpPr>
          <p:nvPr/>
        </p:nvCxnSpPr>
        <p:spPr>
          <a:xfrm>
            <a:off x="5035495" y="5412291"/>
            <a:ext cx="6848" cy="20075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uadroTexto 97">
            <a:extLst>
              <a:ext uri="{FF2B5EF4-FFF2-40B4-BE49-F238E27FC236}">
                <a16:creationId xmlns:a16="http://schemas.microsoft.com/office/drawing/2014/main" id="{FB41A4E9-75CE-5306-9946-E88FA32A3CF0}"/>
              </a:ext>
            </a:extLst>
          </p:cNvPr>
          <p:cNvSpPr txBox="1"/>
          <p:nvPr/>
        </p:nvSpPr>
        <p:spPr>
          <a:xfrm>
            <a:off x="4486819" y="3274039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8AECAB67-01F6-ACF6-FC44-7069A9412C4D}"/>
              </a:ext>
            </a:extLst>
          </p:cNvPr>
          <p:cNvSpPr txBox="1"/>
          <p:nvPr/>
        </p:nvSpPr>
        <p:spPr>
          <a:xfrm>
            <a:off x="4501871" y="5261474"/>
            <a:ext cx="7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986DDC85-5D6D-7F05-859C-507B59537791}"/>
              </a:ext>
            </a:extLst>
          </p:cNvPr>
          <p:cNvCxnSpPr>
            <a:cxnSpLocks/>
          </p:cNvCxnSpPr>
          <p:nvPr/>
        </p:nvCxnSpPr>
        <p:spPr>
          <a:xfrm>
            <a:off x="2830887" y="3316549"/>
            <a:ext cx="414914" cy="0"/>
          </a:xfrm>
          <a:prstGeom prst="line">
            <a:avLst/>
          </a:prstGeom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27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6C9C0C5-123D-3822-3E94-B60DE994C285}"/>
              </a:ext>
            </a:extLst>
          </p:cNvPr>
          <p:cNvSpPr/>
          <p:nvPr/>
        </p:nvSpPr>
        <p:spPr>
          <a:xfrm>
            <a:off x="333828" y="137049"/>
            <a:ext cx="1152434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700000" algn="tl" rotWithShape="0">
                    <a:schemeClr val="accent5">
                      <a:lumMod val="50000"/>
                    </a:scheme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Esencialmente existen tres formas de resolver ejercicios de compuertas lógicas, cada una depende del punto de partida</a:t>
            </a:r>
            <a:endParaRPr lang="es-ES" sz="32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dist="38100" dir="2700000" algn="tl" rotWithShape="0">
                  <a:schemeClr val="accent5">
                    <a:lumMod val="50000"/>
                  </a:scheme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8EB673F-07FB-7EDF-23FD-CEB1D088D4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627" t="15525" r="25074" b="42882"/>
          <a:stretch/>
        </p:blipFill>
        <p:spPr>
          <a:xfrm>
            <a:off x="941697" y="2150902"/>
            <a:ext cx="2483891" cy="1154783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F8CF77A5-A1AC-700F-562F-40DBF60EC3EF}"/>
              </a:ext>
            </a:extLst>
          </p:cNvPr>
          <p:cNvSpPr txBox="1"/>
          <p:nvPr/>
        </p:nvSpPr>
        <p:spPr>
          <a:xfrm>
            <a:off x="941698" y="4013958"/>
            <a:ext cx="264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 </a:t>
            </a:r>
            <a:r>
              <a:rPr lang="es-NI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NI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dirty="0">
                <a:solidFill>
                  <a:srgbClr val="1909E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NI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) + ( </a:t>
            </a:r>
            <a:r>
              <a:rPr lang="es-NI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A’</a:t>
            </a:r>
            <a:r>
              <a:rPr lang="es-NI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dirty="0">
                <a:solidFill>
                  <a:srgbClr val="1909E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NI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)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CBB54E1-BAE9-2189-47CA-7A3A27A6CD98}"/>
              </a:ext>
            </a:extLst>
          </p:cNvPr>
          <p:cNvGrpSpPr/>
          <p:nvPr/>
        </p:nvGrpSpPr>
        <p:grpSpPr>
          <a:xfrm>
            <a:off x="4847434" y="4013958"/>
            <a:ext cx="3755206" cy="1539474"/>
            <a:chOff x="1200472" y="4265230"/>
            <a:chExt cx="3755206" cy="1539474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35DDC23E-6491-CA1B-D9B7-1BD1D8E16AB9}"/>
                </a:ext>
              </a:extLst>
            </p:cNvPr>
            <p:cNvCxnSpPr>
              <a:cxnSpLocks/>
            </p:cNvCxnSpPr>
            <p:nvPr/>
          </p:nvCxnSpPr>
          <p:spPr>
            <a:xfrm>
              <a:off x="1200472" y="4265230"/>
              <a:ext cx="0" cy="665209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FAC6F14B-A8F0-5ED9-FB58-560B424BD664}"/>
                </a:ext>
              </a:extLst>
            </p:cNvPr>
            <p:cNvCxnSpPr>
              <a:cxnSpLocks/>
            </p:cNvCxnSpPr>
            <p:nvPr/>
          </p:nvCxnSpPr>
          <p:spPr>
            <a:xfrm>
              <a:off x="1200472" y="4518997"/>
              <a:ext cx="1120513" cy="12060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7A0AB6D2-8A27-99A7-179C-CD24FD3BFFD0}"/>
                </a:ext>
              </a:extLst>
            </p:cNvPr>
            <p:cNvGrpSpPr/>
            <p:nvPr/>
          </p:nvGrpSpPr>
          <p:grpSpPr>
            <a:xfrm>
              <a:off x="2368198" y="4406546"/>
              <a:ext cx="408681" cy="270622"/>
              <a:chOff x="1294532" y="4842114"/>
              <a:chExt cx="408681" cy="270622"/>
            </a:xfrm>
          </p:grpSpPr>
          <p:sp>
            <p:nvSpPr>
              <p:cNvPr id="21" name="Triángulo isósceles 20">
                <a:extLst>
                  <a:ext uri="{FF2B5EF4-FFF2-40B4-BE49-F238E27FC236}">
                    <a16:creationId xmlns:a16="http://schemas.microsoft.com/office/drawing/2014/main" id="{FDB87F2C-A96D-68E9-EBDF-9E9B541C936D}"/>
                  </a:ext>
                </a:extLst>
              </p:cNvPr>
              <p:cNvSpPr/>
              <p:nvPr/>
            </p:nvSpPr>
            <p:spPr>
              <a:xfrm rot="5400000">
                <a:off x="1286059" y="4850587"/>
                <a:ext cx="270622" cy="253676"/>
              </a:xfrm>
              <a:prstGeom prst="triangle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NI" sz="500" b="1" dirty="0">
                    <a:solidFill>
                      <a:srgbClr val="FFFF00"/>
                    </a:solidFill>
                  </a:rPr>
                  <a:t>NOT</a:t>
                </a:r>
              </a:p>
            </p:txBody>
          </p:sp>
          <p:sp>
            <p:nvSpPr>
              <p:cNvPr id="22" name="Elipse 21">
                <a:extLst>
                  <a:ext uri="{FF2B5EF4-FFF2-40B4-BE49-F238E27FC236}">
                    <a16:creationId xmlns:a16="http://schemas.microsoft.com/office/drawing/2014/main" id="{30A62862-67C6-B9CD-3029-80E82DB8C8C7}"/>
                  </a:ext>
                </a:extLst>
              </p:cNvPr>
              <p:cNvSpPr/>
              <p:nvPr/>
            </p:nvSpPr>
            <p:spPr>
              <a:xfrm>
                <a:off x="1653195" y="4954565"/>
                <a:ext cx="50018" cy="45719"/>
              </a:xfrm>
              <a:prstGeom prst="ellipse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NI" sz="500" b="1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9FA37DC8-BFD2-925B-936C-32CECF6031B3}"/>
                </a:ext>
              </a:extLst>
            </p:cNvPr>
            <p:cNvCxnSpPr>
              <a:cxnSpLocks/>
            </p:cNvCxnSpPr>
            <p:nvPr/>
          </p:nvCxnSpPr>
          <p:spPr>
            <a:xfrm>
              <a:off x="1628266" y="4265230"/>
              <a:ext cx="0" cy="1530534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F942083D-3F33-BB25-1012-F7ED69F85325}"/>
                </a:ext>
              </a:extLst>
            </p:cNvPr>
            <p:cNvCxnSpPr>
              <a:cxnSpLocks/>
            </p:cNvCxnSpPr>
            <p:nvPr/>
          </p:nvCxnSpPr>
          <p:spPr>
            <a:xfrm>
              <a:off x="1628266" y="5803926"/>
              <a:ext cx="1475250" cy="778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B42DAD27-E973-1518-6F07-7A54491429E6}"/>
                </a:ext>
              </a:extLst>
            </p:cNvPr>
            <p:cNvCxnSpPr>
              <a:cxnSpLocks/>
            </p:cNvCxnSpPr>
            <p:nvPr/>
          </p:nvCxnSpPr>
          <p:spPr>
            <a:xfrm>
              <a:off x="1628266" y="5166390"/>
              <a:ext cx="537312" cy="0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E0AFB5AF-4FB9-A6E9-0E4C-233A51F3DA74}"/>
                </a:ext>
              </a:extLst>
            </p:cNvPr>
            <p:cNvCxnSpPr>
              <a:cxnSpLocks/>
            </p:cNvCxnSpPr>
            <p:nvPr/>
          </p:nvCxnSpPr>
          <p:spPr>
            <a:xfrm>
              <a:off x="2794902" y="4518997"/>
              <a:ext cx="0" cy="981045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76F9150F-B6ED-0379-8271-82C9B09735FB}"/>
                </a:ext>
              </a:extLst>
            </p:cNvPr>
            <p:cNvCxnSpPr>
              <a:cxnSpLocks/>
            </p:cNvCxnSpPr>
            <p:nvPr/>
          </p:nvCxnSpPr>
          <p:spPr>
            <a:xfrm>
              <a:off x="2794902" y="5500042"/>
              <a:ext cx="308614" cy="0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C224AEB9-D29A-90AF-2DC3-1902F5A8AA68}"/>
                </a:ext>
              </a:extLst>
            </p:cNvPr>
            <p:cNvCxnSpPr>
              <a:cxnSpLocks/>
            </p:cNvCxnSpPr>
            <p:nvPr/>
          </p:nvCxnSpPr>
          <p:spPr>
            <a:xfrm>
              <a:off x="1200472" y="4930439"/>
              <a:ext cx="965106" cy="1122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BB0C8252-1FDF-5D91-D3B0-4922FE9FA32A}"/>
                </a:ext>
              </a:extLst>
            </p:cNvPr>
            <p:cNvCxnSpPr>
              <a:cxnSpLocks/>
            </p:cNvCxnSpPr>
            <p:nvPr/>
          </p:nvCxnSpPr>
          <p:spPr>
            <a:xfrm>
              <a:off x="2494410" y="5041037"/>
              <a:ext cx="1353225" cy="23892"/>
            </a:xfrm>
            <a:prstGeom prst="line">
              <a:avLst/>
            </a:prstGeom>
            <a:ln w="254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EEAEE3EA-3F56-6AF9-0840-8A7B4613F264}"/>
                </a:ext>
              </a:extLst>
            </p:cNvPr>
            <p:cNvCxnSpPr>
              <a:cxnSpLocks/>
            </p:cNvCxnSpPr>
            <p:nvPr/>
          </p:nvCxnSpPr>
          <p:spPr>
            <a:xfrm>
              <a:off x="3472693" y="5669393"/>
              <a:ext cx="308614" cy="0"/>
            </a:xfrm>
            <a:prstGeom prst="line">
              <a:avLst/>
            </a:prstGeom>
            <a:ln w="25400">
              <a:solidFill>
                <a:srgbClr val="33CCCC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agrama de flujo: datos almacenados 16">
              <a:extLst>
                <a:ext uri="{FF2B5EF4-FFF2-40B4-BE49-F238E27FC236}">
                  <a16:creationId xmlns:a16="http://schemas.microsoft.com/office/drawing/2014/main" id="{139C17D8-4784-9B41-CBBD-1B8AC44D5392}"/>
                </a:ext>
              </a:extLst>
            </p:cNvPr>
            <p:cNvSpPr/>
            <p:nvPr/>
          </p:nvSpPr>
          <p:spPr>
            <a:xfrm flipH="1">
              <a:off x="3106546" y="5534082"/>
              <a:ext cx="366147" cy="270622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OR</a:t>
              </a:r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C9524F30-A8A9-C05B-4213-3A427BD6FCC5}"/>
                </a:ext>
              </a:extLst>
            </p:cNvPr>
            <p:cNvCxnSpPr>
              <a:cxnSpLocks/>
            </p:cNvCxnSpPr>
            <p:nvPr/>
          </p:nvCxnSpPr>
          <p:spPr>
            <a:xfrm>
              <a:off x="4647064" y="5368520"/>
              <a:ext cx="308614" cy="0"/>
            </a:xfrm>
            <a:prstGeom prst="line">
              <a:avLst/>
            </a:prstGeom>
            <a:ln w="254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iagrama de flujo: retraso 17">
              <a:extLst>
                <a:ext uri="{FF2B5EF4-FFF2-40B4-BE49-F238E27FC236}">
                  <a16:creationId xmlns:a16="http://schemas.microsoft.com/office/drawing/2014/main" id="{93E2A7CD-15BF-6FF5-6BA3-B9E0EC4368E9}"/>
                </a:ext>
              </a:extLst>
            </p:cNvPr>
            <p:cNvSpPr/>
            <p:nvPr/>
          </p:nvSpPr>
          <p:spPr>
            <a:xfrm>
              <a:off x="2165578" y="4931561"/>
              <a:ext cx="319051" cy="270622"/>
            </a:xfrm>
            <a:prstGeom prst="flowChartDelay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AND</a:t>
              </a:r>
            </a:p>
          </p:txBody>
        </p:sp>
        <p:sp>
          <p:nvSpPr>
            <p:cNvPr id="19" name="Diagrama de flujo: datos almacenados 18">
              <a:extLst>
                <a:ext uri="{FF2B5EF4-FFF2-40B4-BE49-F238E27FC236}">
                  <a16:creationId xmlns:a16="http://schemas.microsoft.com/office/drawing/2014/main" id="{85670AB9-07F5-76AD-9034-BFE32787C581}"/>
                </a:ext>
              </a:extLst>
            </p:cNvPr>
            <p:cNvSpPr/>
            <p:nvPr/>
          </p:nvSpPr>
          <p:spPr>
            <a:xfrm flipH="1">
              <a:off x="3781307" y="5066872"/>
              <a:ext cx="865757" cy="584773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7079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7D73BDE-9127-54AC-6643-0181178064AA}"/>
              </a:ext>
            </a:extLst>
          </p:cNvPr>
          <p:cNvSpPr txBox="1"/>
          <p:nvPr/>
        </p:nvSpPr>
        <p:spPr>
          <a:xfrm>
            <a:off x="504967" y="3680455"/>
            <a:ext cx="447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 </a:t>
            </a:r>
            <a:r>
              <a:rPr lang="es-NI" sz="3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NI" sz="32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NI" sz="3200" dirty="0">
                <a:solidFill>
                  <a:srgbClr val="1909E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) + ( </a:t>
            </a:r>
            <a:r>
              <a:rPr lang="es-NI" sz="32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A’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NI" sz="32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+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NI" sz="3200" dirty="0">
                <a:solidFill>
                  <a:srgbClr val="1909E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)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890A18D-2697-4E17-F845-748754F25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299019"/>
              </p:ext>
            </p:extLst>
          </p:nvPr>
        </p:nvGraphicFramePr>
        <p:xfrm>
          <a:off x="3061008" y="469331"/>
          <a:ext cx="5788167" cy="21234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697552">
                  <a:extLst>
                    <a:ext uri="{9D8B030D-6E8A-4147-A177-3AD203B41FA5}">
                      <a16:colId xmlns:a16="http://schemas.microsoft.com/office/drawing/2014/main" val="3634413893"/>
                    </a:ext>
                  </a:extLst>
                </a:gridCol>
                <a:gridCol w="764274">
                  <a:extLst>
                    <a:ext uri="{9D8B030D-6E8A-4147-A177-3AD203B41FA5}">
                      <a16:colId xmlns:a16="http://schemas.microsoft.com/office/drawing/2014/main" val="1610868203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3278538480"/>
                    </a:ext>
                  </a:extLst>
                </a:gridCol>
                <a:gridCol w="682388">
                  <a:extLst>
                    <a:ext uri="{9D8B030D-6E8A-4147-A177-3AD203B41FA5}">
                      <a16:colId xmlns:a16="http://schemas.microsoft.com/office/drawing/2014/main" val="1907863608"/>
                    </a:ext>
                  </a:extLst>
                </a:gridCol>
                <a:gridCol w="736979">
                  <a:extLst>
                    <a:ext uri="{9D8B030D-6E8A-4147-A177-3AD203B41FA5}">
                      <a16:colId xmlns:a16="http://schemas.microsoft.com/office/drawing/2014/main" val="2736050221"/>
                    </a:ext>
                  </a:extLst>
                </a:gridCol>
                <a:gridCol w="2183642">
                  <a:extLst>
                    <a:ext uri="{9D8B030D-6E8A-4147-A177-3AD203B41FA5}">
                      <a16:colId xmlns:a16="http://schemas.microsoft.com/office/drawing/2014/main" val="125676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1909E7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A’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7030A0"/>
                          </a:solidFill>
                        </a:rPr>
                        <a:t>A *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33CCCC"/>
                          </a:solidFill>
                        </a:rPr>
                        <a:t>A’ +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( A * B ) + ( A’ + B )</a:t>
                      </a:r>
                    </a:p>
                    <a:p>
                      <a:pPr algn="ctr"/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8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8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8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1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032873"/>
                  </a:ext>
                </a:extLst>
              </a:tr>
            </a:tbl>
          </a:graphicData>
        </a:graphic>
      </p:graphicFrame>
      <p:grpSp>
        <p:nvGrpSpPr>
          <p:cNvPr id="5" name="Grupo 4">
            <a:extLst>
              <a:ext uri="{FF2B5EF4-FFF2-40B4-BE49-F238E27FC236}">
                <a16:creationId xmlns:a16="http://schemas.microsoft.com/office/drawing/2014/main" id="{B67A4410-6462-C6A3-07C6-6044BA823833}"/>
              </a:ext>
            </a:extLst>
          </p:cNvPr>
          <p:cNvGrpSpPr/>
          <p:nvPr/>
        </p:nvGrpSpPr>
        <p:grpSpPr>
          <a:xfrm>
            <a:off x="1061191" y="4265230"/>
            <a:ext cx="4784406" cy="1531657"/>
            <a:chOff x="1061191" y="4265230"/>
            <a:chExt cx="4784406" cy="1531657"/>
          </a:xfrm>
        </p:grpSpPr>
        <p:cxnSp>
          <p:nvCxnSpPr>
            <p:cNvPr id="2" name="Conector recto 1">
              <a:extLst>
                <a:ext uri="{FF2B5EF4-FFF2-40B4-BE49-F238E27FC236}">
                  <a16:creationId xmlns:a16="http://schemas.microsoft.com/office/drawing/2014/main" id="{678056DD-DFAF-39AA-D03F-5E689FB1CD48}"/>
                </a:ext>
              </a:extLst>
            </p:cNvPr>
            <p:cNvCxnSpPr>
              <a:cxnSpLocks/>
            </p:cNvCxnSpPr>
            <p:nvPr/>
          </p:nvCxnSpPr>
          <p:spPr>
            <a:xfrm>
              <a:off x="1063995" y="4265230"/>
              <a:ext cx="0" cy="665209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15A6FF3D-0FC0-ACAC-8461-88F91893665A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>
              <a:off x="1063995" y="4531057"/>
              <a:ext cx="2203166" cy="0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18213B3-7F08-5D09-69B2-D3F53DE5B2CC}"/>
                </a:ext>
              </a:extLst>
            </p:cNvPr>
            <p:cNvGrpSpPr/>
            <p:nvPr/>
          </p:nvGrpSpPr>
          <p:grpSpPr>
            <a:xfrm>
              <a:off x="3267161" y="4395746"/>
              <a:ext cx="378666" cy="270622"/>
              <a:chOff x="2193495" y="4831314"/>
              <a:chExt cx="378666" cy="270622"/>
            </a:xfrm>
          </p:grpSpPr>
          <p:sp>
            <p:nvSpPr>
              <p:cNvPr id="11" name="Triángulo isósceles 10">
                <a:extLst>
                  <a:ext uri="{FF2B5EF4-FFF2-40B4-BE49-F238E27FC236}">
                    <a16:creationId xmlns:a16="http://schemas.microsoft.com/office/drawing/2014/main" id="{1CD41C7F-5D77-FDC5-E369-D8767CDD02E0}"/>
                  </a:ext>
                </a:extLst>
              </p:cNvPr>
              <p:cNvSpPr/>
              <p:nvPr/>
            </p:nvSpPr>
            <p:spPr>
              <a:xfrm rot="5400000">
                <a:off x="2185022" y="4839787"/>
                <a:ext cx="270622" cy="253676"/>
              </a:xfrm>
              <a:prstGeom prst="triangle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NI" sz="500" b="1" dirty="0">
                    <a:solidFill>
                      <a:srgbClr val="FFFF00"/>
                    </a:solidFill>
                  </a:rPr>
                  <a:t>NOT</a:t>
                </a:r>
              </a:p>
            </p:txBody>
          </p:sp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EF9C7D53-34B0-9864-DFC9-AA7651A99B8D}"/>
                  </a:ext>
                </a:extLst>
              </p:cNvPr>
              <p:cNvSpPr/>
              <p:nvPr/>
            </p:nvSpPr>
            <p:spPr>
              <a:xfrm>
                <a:off x="2522143" y="4943765"/>
                <a:ext cx="50018" cy="45719"/>
              </a:xfrm>
              <a:prstGeom prst="ellipse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NI" sz="500" b="1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CBD7FF2-0664-99E8-1D71-6407EAAEB76A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4265230"/>
              <a:ext cx="0" cy="1530534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3F3CBC7-7086-9D70-FBC1-37856C2A8705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5795764"/>
              <a:ext cx="2052853" cy="0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A0D99F17-894F-2629-5F5A-78E26B4C8864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5166390"/>
              <a:ext cx="266795" cy="0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4148FA4F-DD6C-A12E-2E81-239122ED2DA3}"/>
                </a:ext>
              </a:extLst>
            </p:cNvPr>
            <p:cNvCxnSpPr>
              <a:cxnSpLocks/>
            </p:cNvCxnSpPr>
            <p:nvPr/>
          </p:nvCxnSpPr>
          <p:spPr>
            <a:xfrm>
              <a:off x="3643022" y="4553916"/>
              <a:ext cx="0" cy="981045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F845A99-3792-0AFD-4AA9-F87F38E6AE64}"/>
                </a:ext>
              </a:extLst>
            </p:cNvPr>
            <p:cNvCxnSpPr>
              <a:cxnSpLocks/>
            </p:cNvCxnSpPr>
            <p:nvPr/>
          </p:nvCxnSpPr>
          <p:spPr>
            <a:xfrm>
              <a:off x="3643022" y="5534961"/>
              <a:ext cx="308614" cy="0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AABB6A25-C97E-CA3D-9FE3-4244E4625168}"/>
                </a:ext>
              </a:extLst>
            </p:cNvPr>
            <p:cNvCxnSpPr>
              <a:cxnSpLocks/>
            </p:cNvCxnSpPr>
            <p:nvPr/>
          </p:nvCxnSpPr>
          <p:spPr>
            <a:xfrm>
              <a:off x="1061191" y="4930439"/>
              <a:ext cx="1104387" cy="1122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6BDD3E28-48AA-74A5-3A16-71B3093DC29B}"/>
                </a:ext>
              </a:extLst>
            </p:cNvPr>
            <p:cNvCxnSpPr>
              <a:cxnSpLocks/>
            </p:cNvCxnSpPr>
            <p:nvPr/>
          </p:nvCxnSpPr>
          <p:spPr>
            <a:xfrm>
              <a:off x="2494410" y="5041037"/>
              <a:ext cx="2131987" cy="3401"/>
            </a:xfrm>
            <a:prstGeom prst="line">
              <a:avLst/>
            </a:prstGeom>
            <a:ln w="254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4AF473BD-84DF-5B91-690E-85F06224F271}"/>
                </a:ext>
              </a:extLst>
            </p:cNvPr>
            <p:cNvCxnSpPr>
              <a:cxnSpLocks/>
            </p:cNvCxnSpPr>
            <p:nvPr/>
          </p:nvCxnSpPr>
          <p:spPr>
            <a:xfrm>
              <a:off x="4317783" y="5661576"/>
              <a:ext cx="308614" cy="0"/>
            </a:xfrm>
            <a:prstGeom prst="line">
              <a:avLst/>
            </a:prstGeom>
            <a:ln w="25400">
              <a:solidFill>
                <a:srgbClr val="33CCCC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Diagrama de flujo: datos almacenados 23">
              <a:extLst>
                <a:ext uri="{FF2B5EF4-FFF2-40B4-BE49-F238E27FC236}">
                  <a16:creationId xmlns:a16="http://schemas.microsoft.com/office/drawing/2014/main" id="{FCAC9A97-A1D1-970B-952A-BA236729B829}"/>
                </a:ext>
              </a:extLst>
            </p:cNvPr>
            <p:cNvSpPr/>
            <p:nvPr/>
          </p:nvSpPr>
          <p:spPr>
            <a:xfrm flipH="1">
              <a:off x="3951636" y="5526265"/>
              <a:ext cx="366147" cy="270622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OR</a:t>
              </a:r>
            </a:p>
          </p:txBody>
        </p:sp>
        <p:sp>
          <p:nvSpPr>
            <p:cNvPr id="21" name="Diagrama de flujo: retraso 20">
              <a:extLst>
                <a:ext uri="{FF2B5EF4-FFF2-40B4-BE49-F238E27FC236}">
                  <a16:creationId xmlns:a16="http://schemas.microsoft.com/office/drawing/2014/main" id="{60BBA447-83CB-DA80-2AC0-FDB33A2A55C2}"/>
                </a:ext>
              </a:extLst>
            </p:cNvPr>
            <p:cNvSpPr/>
            <p:nvPr/>
          </p:nvSpPr>
          <p:spPr>
            <a:xfrm>
              <a:off x="2165578" y="4931561"/>
              <a:ext cx="319051" cy="270622"/>
            </a:xfrm>
            <a:prstGeom prst="flowChartDelay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AND</a:t>
              </a:r>
            </a:p>
          </p:txBody>
        </p:sp>
        <p:sp>
          <p:nvSpPr>
            <p:cNvPr id="43" name="Diagrama de flujo: datos almacenados 42">
              <a:extLst>
                <a:ext uri="{FF2B5EF4-FFF2-40B4-BE49-F238E27FC236}">
                  <a16:creationId xmlns:a16="http://schemas.microsoft.com/office/drawing/2014/main" id="{C20B6B89-928E-413F-1B50-110196A17796}"/>
                </a:ext>
              </a:extLst>
            </p:cNvPr>
            <p:cNvSpPr/>
            <p:nvPr/>
          </p:nvSpPr>
          <p:spPr>
            <a:xfrm flipH="1">
              <a:off x="4626396" y="5063271"/>
              <a:ext cx="865757" cy="584773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OR</a:t>
              </a: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3D1A62B-8159-941C-3B3C-D7309F908454}"/>
                </a:ext>
              </a:extLst>
            </p:cNvPr>
            <p:cNvCxnSpPr>
              <a:cxnSpLocks/>
            </p:cNvCxnSpPr>
            <p:nvPr/>
          </p:nvCxnSpPr>
          <p:spPr>
            <a:xfrm>
              <a:off x="5536983" y="5375445"/>
              <a:ext cx="308614" cy="0"/>
            </a:xfrm>
            <a:prstGeom prst="line">
              <a:avLst/>
            </a:prstGeom>
            <a:ln w="254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544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952ECE4-C7BB-E57E-9D35-C6FE34946D3F}"/>
              </a:ext>
            </a:extLst>
          </p:cNvPr>
          <p:cNvSpPr txBox="1"/>
          <p:nvPr/>
        </p:nvSpPr>
        <p:spPr>
          <a:xfrm>
            <a:off x="963683" y="329874"/>
            <a:ext cx="447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 </a:t>
            </a:r>
            <a:r>
              <a:rPr lang="es-NI" sz="3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3200" dirty="0">
                <a:solidFill>
                  <a:srgbClr val="1909E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) + ( </a:t>
            </a:r>
            <a:r>
              <a:rPr lang="es-NI" sz="32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A’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3200" dirty="0">
                <a:solidFill>
                  <a:srgbClr val="1909E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)</a:t>
            </a:r>
          </a:p>
        </p:txBody>
      </p:sp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2B3F57A3-7FDC-2BF2-46E8-412A0EC1E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024992"/>
              </p:ext>
            </p:extLst>
          </p:nvPr>
        </p:nvGraphicFramePr>
        <p:xfrm>
          <a:off x="307833" y="4112298"/>
          <a:ext cx="5788167" cy="21234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697552">
                  <a:extLst>
                    <a:ext uri="{9D8B030D-6E8A-4147-A177-3AD203B41FA5}">
                      <a16:colId xmlns:a16="http://schemas.microsoft.com/office/drawing/2014/main" val="3634413893"/>
                    </a:ext>
                  </a:extLst>
                </a:gridCol>
                <a:gridCol w="764274">
                  <a:extLst>
                    <a:ext uri="{9D8B030D-6E8A-4147-A177-3AD203B41FA5}">
                      <a16:colId xmlns:a16="http://schemas.microsoft.com/office/drawing/2014/main" val="1610868203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3278538480"/>
                    </a:ext>
                  </a:extLst>
                </a:gridCol>
                <a:gridCol w="682388">
                  <a:extLst>
                    <a:ext uri="{9D8B030D-6E8A-4147-A177-3AD203B41FA5}">
                      <a16:colId xmlns:a16="http://schemas.microsoft.com/office/drawing/2014/main" val="1907863608"/>
                    </a:ext>
                  </a:extLst>
                </a:gridCol>
                <a:gridCol w="736979">
                  <a:extLst>
                    <a:ext uri="{9D8B030D-6E8A-4147-A177-3AD203B41FA5}">
                      <a16:colId xmlns:a16="http://schemas.microsoft.com/office/drawing/2014/main" val="2736050221"/>
                    </a:ext>
                  </a:extLst>
                </a:gridCol>
                <a:gridCol w="2183642">
                  <a:extLst>
                    <a:ext uri="{9D8B030D-6E8A-4147-A177-3AD203B41FA5}">
                      <a16:colId xmlns:a16="http://schemas.microsoft.com/office/drawing/2014/main" val="125676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1909E7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A’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7030A0"/>
                          </a:solidFill>
                        </a:rPr>
                        <a:t>A *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33CCCC"/>
                          </a:solidFill>
                        </a:rPr>
                        <a:t>A’ +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( A * B ) + ( A’ + B )</a:t>
                      </a:r>
                    </a:p>
                    <a:p>
                      <a:pPr algn="ctr"/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8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8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8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1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032873"/>
                  </a:ext>
                </a:extLst>
              </a:tr>
            </a:tbl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9E269BEB-BA14-23AA-E086-E7B539BD1EC7}"/>
              </a:ext>
            </a:extLst>
          </p:cNvPr>
          <p:cNvGrpSpPr/>
          <p:nvPr/>
        </p:nvGrpSpPr>
        <p:grpSpPr>
          <a:xfrm>
            <a:off x="1670791" y="914649"/>
            <a:ext cx="4784406" cy="1531657"/>
            <a:chOff x="1061191" y="4265230"/>
            <a:chExt cx="4784406" cy="1531657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F31D17DA-4FD2-E90E-84C8-745BC9EDA2A2}"/>
                </a:ext>
              </a:extLst>
            </p:cNvPr>
            <p:cNvCxnSpPr>
              <a:cxnSpLocks/>
            </p:cNvCxnSpPr>
            <p:nvPr/>
          </p:nvCxnSpPr>
          <p:spPr>
            <a:xfrm>
              <a:off x="1063995" y="4265230"/>
              <a:ext cx="0" cy="665209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CBF317D3-4780-E7FD-9560-2BEEFB140F55}"/>
                </a:ext>
              </a:extLst>
            </p:cNvPr>
            <p:cNvCxnSpPr>
              <a:cxnSpLocks/>
              <a:endCxn id="20" idx="3"/>
            </p:cNvCxnSpPr>
            <p:nvPr/>
          </p:nvCxnSpPr>
          <p:spPr>
            <a:xfrm>
              <a:off x="1063995" y="4531057"/>
              <a:ext cx="2203166" cy="0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B6248F95-5ED8-F6BD-CAED-382D9F6A3459}"/>
                </a:ext>
              </a:extLst>
            </p:cNvPr>
            <p:cNvGrpSpPr/>
            <p:nvPr/>
          </p:nvGrpSpPr>
          <p:grpSpPr>
            <a:xfrm>
              <a:off x="3267161" y="4395746"/>
              <a:ext cx="378666" cy="270622"/>
              <a:chOff x="2193495" y="4831314"/>
              <a:chExt cx="378666" cy="270622"/>
            </a:xfrm>
          </p:grpSpPr>
          <p:sp>
            <p:nvSpPr>
              <p:cNvPr id="20" name="Triángulo isósceles 19">
                <a:extLst>
                  <a:ext uri="{FF2B5EF4-FFF2-40B4-BE49-F238E27FC236}">
                    <a16:creationId xmlns:a16="http://schemas.microsoft.com/office/drawing/2014/main" id="{91C18ED5-8D3A-5152-1645-257CF5F14F12}"/>
                  </a:ext>
                </a:extLst>
              </p:cNvPr>
              <p:cNvSpPr/>
              <p:nvPr/>
            </p:nvSpPr>
            <p:spPr>
              <a:xfrm rot="5400000">
                <a:off x="2185022" y="4839787"/>
                <a:ext cx="270622" cy="253676"/>
              </a:xfrm>
              <a:prstGeom prst="triangle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NI" sz="500" b="1" dirty="0">
                    <a:solidFill>
                      <a:srgbClr val="FFFF00"/>
                    </a:solidFill>
                  </a:rPr>
                  <a:t>NOT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BFDC5430-C808-A9D3-BD5B-E061D96A6580}"/>
                  </a:ext>
                </a:extLst>
              </p:cNvPr>
              <p:cNvSpPr/>
              <p:nvPr/>
            </p:nvSpPr>
            <p:spPr>
              <a:xfrm>
                <a:off x="2522143" y="4943765"/>
                <a:ext cx="50018" cy="45719"/>
              </a:xfrm>
              <a:prstGeom prst="ellipse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NI" sz="500" b="1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B3E90FD6-533F-F396-B9B6-A86E5A30F075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4265230"/>
              <a:ext cx="0" cy="1530534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5F6933AA-8780-9578-0134-E8303E1974A1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5795764"/>
              <a:ext cx="2052853" cy="0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884C9AEC-A965-BCCB-FD50-64B04CD392FB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5166390"/>
              <a:ext cx="266795" cy="0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2DC0E6BA-8EB6-4607-113D-AD4AA7CCB2D1}"/>
                </a:ext>
              </a:extLst>
            </p:cNvPr>
            <p:cNvCxnSpPr>
              <a:cxnSpLocks/>
            </p:cNvCxnSpPr>
            <p:nvPr/>
          </p:nvCxnSpPr>
          <p:spPr>
            <a:xfrm>
              <a:off x="3643022" y="4553916"/>
              <a:ext cx="0" cy="981045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74622DD5-667D-9D83-4083-B6E08B6EAF50}"/>
                </a:ext>
              </a:extLst>
            </p:cNvPr>
            <p:cNvCxnSpPr>
              <a:cxnSpLocks/>
            </p:cNvCxnSpPr>
            <p:nvPr/>
          </p:nvCxnSpPr>
          <p:spPr>
            <a:xfrm>
              <a:off x="3643022" y="5534961"/>
              <a:ext cx="308614" cy="0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4507AB69-594A-C16A-160A-1CD0E4E0331E}"/>
                </a:ext>
              </a:extLst>
            </p:cNvPr>
            <p:cNvCxnSpPr>
              <a:cxnSpLocks/>
            </p:cNvCxnSpPr>
            <p:nvPr/>
          </p:nvCxnSpPr>
          <p:spPr>
            <a:xfrm>
              <a:off x="1061191" y="4930439"/>
              <a:ext cx="1104387" cy="1122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788E8D6F-09F9-DEAD-55BD-0309E1C6DDE9}"/>
                </a:ext>
              </a:extLst>
            </p:cNvPr>
            <p:cNvCxnSpPr>
              <a:cxnSpLocks/>
            </p:cNvCxnSpPr>
            <p:nvPr/>
          </p:nvCxnSpPr>
          <p:spPr>
            <a:xfrm>
              <a:off x="2494410" y="5041037"/>
              <a:ext cx="2131987" cy="3401"/>
            </a:xfrm>
            <a:prstGeom prst="line">
              <a:avLst/>
            </a:prstGeom>
            <a:ln w="254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4B67661E-F03B-0F56-E7F9-730BE30ED77D}"/>
                </a:ext>
              </a:extLst>
            </p:cNvPr>
            <p:cNvCxnSpPr>
              <a:cxnSpLocks/>
            </p:cNvCxnSpPr>
            <p:nvPr/>
          </p:nvCxnSpPr>
          <p:spPr>
            <a:xfrm>
              <a:off x="4317783" y="5661576"/>
              <a:ext cx="308614" cy="0"/>
            </a:xfrm>
            <a:prstGeom prst="line">
              <a:avLst/>
            </a:prstGeom>
            <a:ln w="25400">
              <a:solidFill>
                <a:srgbClr val="33CCCC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datos almacenados 15">
              <a:extLst>
                <a:ext uri="{FF2B5EF4-FFF2-40B4-BE49-F238E27FC236}">
                  <a16:creationId xmlns:a16="http://schemas.microsoft.com/office/drawing/2014/main" id="{1306D91B-EFAA-50C6-5A28-95142651DA2E}"/>
                </a:ext>
              </a:extLst>
            </p:cNvPr>
            <p:cNvSpPr/>
            <p:nvPr/>
          </p:nvSpPr>
          <p:spPr>
            <a:xfrm flipH="1">
              <a:off x="3951636" y="5526265"/>
              <a:ext cx="366147" cy="270622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OR</a:t>
              </a:r>
            </a:p>
          </p:txBody>
        </p:sp>
        <p:sp>
          <p:nvSpPr>
            <p:cNvPr id="17" name="Diagrama de flujo: retraso 16">
              <a:extLst>
                <a:ext uri="{FF2B5EF4-FFF2-40B4-BE49-F238E27FC236}">
                  <a16:creationId xmlns:a16="http://schemas.microsoft.com/office/drawing/2014/main" id="{DD17BD7A-B6F6-682D-5455-90D4D33E55D0}"/>
                </a:ext>
              </a:extLst>
            </p:cNvPr>
            <p:cNvSpPr/>
            <p:nvPr/>
          </p:nvSpPr>
          <p:spPr>
            <a:xfrm>
              <a:off x="2165578" y="4931561"/>
              <a:ext cx="319051" cy="270622"/>
            </a:xfrm>
            <a:prstGeom prst="flowChartDelay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AND</a:t>
              </a:r>
            </a:p>
          </p:txBody>
        </p:sp>
        <p:sp>
          <p:nvSpPr>
            <p:cNvPr id="18" name="Diagrama de flujo: datos almacenados 17">
              <a:extLst>
                <a:ext uri="{FF2B5EF4-FFF2-40B4-BE49-F238E27FC236}">
                  <a16:creationId xmlns:a16="http://schemas.microsoft.com/office/drawing/2014/main" id="{68CC369D-10B6-B191-2A92-1F2A27E821A0}"/>
                </a:ext>
              </a:extLst>
            </p:cNvPr>
            <p:cNvSpPr/>
            <p:nvPr/>
          </p:nvSpPr>
          <p:spPr>
            <a:xfrm flipH="1">
              <a:off x="4626396" y="5063271"/>
              <a:ext cx="865757" cy="584773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OR</a:t>
              </a:r>
            </a:p>
          </p:txBody>
        </p: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24158DC6-3800-29D9-D81C-5686F39C4237}"/>
                </a:ext>
              </a:extLst>
            </p:cNvPr>
            <p:cNvCxnSpPr>
              <a:cxnSpLocks/>
            </p:cNvCxnSpPr>
            <p:nvPr/>
          </p:nvCxnSpPr>
          <p:spPr>
            <a:xfrm>
              <a:off x="5536983" y="5375445"/>
              <a:ext cx="308614" cy="0"/>
            </a:xfrm>
            <a:prstGeom prst="line">
              <a:avLst/>
            </a:prstGeom>
            <a:ln w="254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745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6CBF565-B435-9E7F-54A2-1E0F99DAFB1C}"/>
              </a:ext>
            </a:extLst>
          </p:cNvPr>
          <p:cNvSpPr txBox="1"/>
          <p:nvPr/>
        </p:nvSpPr>
        <p:spPr>
          <a:xfrm>
            <a:off x="963683" y="329874"/>
            <a:ext cx="447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 </a:t>
            </a:r>
            <a:r>
              <a:rPr lang="es-NI" sz="3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3200" dirty="0">
                <a:solidFill>
                  <a:srgbClr val="1909E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) + ( </a:t>
            </a:r>
            <a:r>
              <a:rPr lang="es-NI" sz="32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A’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3200" dirty="0">
                <a:solidFill>
                  <a:srgbClr val="1909E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NI" sz="3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)</a:t>
            </a:r>
          </a:p>
        </p:txBody>
      </p:sp>
      <p:graphicFrame>
        <p:nvGraphicFramePr>
          <p:cNvPr id="8" name="Tabla 4">
            <a:extLst>
              <a:ext uri="{FF2B5EF4-FFF2-40B4-BE49-F238E27FC236}">
                <a16:creationId xmlns:a16="http://schemas.microsoft.com/office/drawing/2014/main" id="{8D77A9F5-A5AB-5D76-3354-DDA6F722A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67944"/>
              </p:ext>
            </p:extLst>
          </p:nvPr>
        </p:nvGraphicFramePr>
        <p:xfrm>
          <a:off x="307833" y="4112298"/>
          <a:ext cx="5788167" cy="21234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697552">
                  <a:extLst>
                    <a:ext uri="{9D8B030D-6E8A-4147-A177-3AD203B41FA5}">
                      <a16:colId xmlns:a16="http://schemas.microsoft.com/office/drawing/2014/main" val="3634413893"/>
                    </a:ext>
                  </a:extLst>
                </a:gridCol>
                <a:gridCol w="764274">
                  <a:extLst>
                    <a:ext uri="{9D8B030D-6E8A-4147-A177-3AD203B41FA5}">
                      <a16:colId xmlns:a16="http://schemas.microsoft.com/office/drawing/2014/main" val="1610868203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3278538480"/>
                    </a:ext>
                  </a:extLst>
                </a:gridCol>
                <a:gridCol w="682388">
                  <a:extLst>
                    <a:ext uri="{9D8B030D-6E8A-4147-A177-3AD203B41FA5}">
                      <a16:colId xmlns:a16="http://schemas.microsoft.com/office/drawing/2014/main" val="1907863608"/>
                    </a:ext>
                  </a:extLst>
                </a:gridCol>
                <a:gridCol w="736979">
                  <a:extLst>
                    <a:ext uri="{9D8B030D-6E8A-4147-A177-3AD203B41FA5}">
                      <a16:colId xmlns:a16="http://schemas.microsoft.com/office/drawing/2014/main" val="2736050221"/>
                    </a:ext>
                  </a:extLst>
                </a:gridCol>
                <a:gridCol w="2183642">
                  <a:extLst>
                    <a:ext uri="{9D8B030D-6E8A-4147-A177-3AD203B41FA5}">
                      <a16:colId xmlns:a16="http://schemas.microsoft.com/office/drawing/2014/main" val="125676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1909E7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A’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7030A0"/>
                          </a:solidFill>
                        </a:rPr>
                        <a:t>A *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>
                          <a:solidFill>
                            <a:srgbClr val="33CCCC"/>
                          </a:solidFill>
                        </a:rPr>
                        <a:t>A’ +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( A * B ) + ( A’ + B )</a:t>
                      </a:r>
                    </a:p>
                    <a:p>
                      <a:pPr algn="ctr"/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8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8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8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1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032873"/>
                  </a:ext>
                </a:extLst>
              </a:tr>
            </a:tbl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5E3B4B45-CFFB-24AA-C412-A23FB5E893CA}"/>
              </a:ext>
            </a:extLst>
          </p:cNvPr>
          <p:cNvGrpSpPr/>
          <p:nvPr/>
        </p:nvGrpSpPr>
        <p:grpSpPr>
          <a:xfrm>
            <a:off x="1670791" y="914649"/>
            <a:ext cx="4784406" cy="1531657"/>
            <a:chOff x="1061191" y="4265230"/>
            <a:chExt cx="4784406" cy="1531657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906D46E7-6C80-C70F-4A2B-FAD2AED4165E}"/>
                </a:ext>
              </a:extLst>
            </p:cNvPr>
            <p:cNvCxnSpPr>
              <a:cxnSpLocks/>
            </p:cNvCxnSpPr>
            <p:nvPr/>
          </p:nvCxnSpPr>
          <p:spPr>
            <a:xfrm>
              <a:off x="1063995" y="4265230"/>
              <a:ext cx="0" cy="665209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FFE534B8-8C6C-CE28-9D32-34CA7CA01457}"/>
                </a:ext>
              </a:extLst>
            </p:cNvPr>
            <p:cNvCxnSpPr>
              <a:cxnSpLocks/>
              <a:endCxn id="25" idx="3"/>
            </p:cNvCxnSpPr>
            <p:nvPr/>
          </p:nvCxnSpPr>
          <p:spPr>
            <a:xfrm>
              <a:off x="1063995" y="4531057"/>
              <a:ext cx="2203166" cy="0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24F71626-A601-9F3C-4506-24D06752972A}"/>
                </a:ext>
              </a:extLst>
            </p:cNvPr>
            <p:cNvGrpSpPr/>
            <p:nvPr/>
          </p:nvGrpSpPr>
          <p:grpSpPr>
            <a:xfrm>
              <a:off x="3267161" y="4395746"/>
              <a:ext cx="378666" cy="270622"/>
              <a:chOff x="2193495" y="4831314"/>
              <a:chExt cx="378666" cy="270622"/>
            </a:xfrm>
          </p:grpSpPr>
          <p:sp>
            <p:nvSpPr>
              <p:cNvPr id="25" name="Triángulo isósceles 24">
                <a:extLst>
                  <a:ext uri="{FF2B5EF4-FFF2-40B4-BE49-F238E27FC236}">
                    <a16:creationId xmlns:a16="http://schemas.microsoft.com/office/drawing/2014/main" id="{1F475B28-7C48-FED6-B61E-F258645DBAF6}"/>
                  </a:ext>
                </a:extLst>
              </p:cNvPr>
              <p:cNvSpPr/>
              <p:nvPr/>
            </p:nvSpPr>
            <p:spPr>
              <a:xfrm rot="5400000">
                <a:off x="2185022" y="4839787"/>
                <a:ext cx="270622" cy="253676"/>
              </a:xfrm>
              <a:prstGeom prst="triangle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NI" sz="500" b="1" dirty="0">
                    <a:solidFill>
                      <a:srgbClr val="FFFF00"/>
                    </a:solidFill>
                  </a:rPr>
                  <a:t>NOT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3591FA3F-AE9A-F700-EE48-384C00A08B51}"/>
                  </a:ext>
                </a:extLst>
              </p:cNvPr>
              <p:cNvSpPr/>
              <p:nvPr/>
            </p:nvSpPr>
            <p:spPr>
              <a:xfrm>
                <a:off x="2522143" y="4943765"/>
                <a:ext cx="50018" cy="45719"/>
              </a:xfrm>
              <a:prstGeom prst="ellipse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NI" sz="500" b="1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8948D33C-A03B-9E26-D49B-54FCBA545EA2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4265230"/>
              <a:ext cx="0" cy="1530534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EC71353-D5DC-5673-D3D5-2A58ED48C1AE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5795764"/>
              <a:ext cx="2052853" cy="0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ABD1C8DB-DA38-F613-7162-98E4A4A8F629}"/>
                </a:ext>
              </a:extLst>
            </p:cNvPr>
            <p:cNvCxnSpPr>
              <a:cxnSpLocks/>
            </p:cNvCxnSpPr>
            <p:nvPr/>
          </p:nvCxnSpPr>
          <p:spPr>
            <a:xfrm>
              <a:off x="1898783" y="5166390"/>
              <a:ext cx="266795" cy="0"/>
            </a:xfrm>
            <a:prstGeom prst="line">
              <a:avLst/>
            </a:prstGeom>
            <a:ln w="25400">
              <a:solidFill>
                <a:srgbClr val="1909E7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336FFF00-07EC-A451-8FBF-630EDD3519FD}"/>
                </a:ext>
              </a:extLst>
            </p:cNvPr>
            <p:cNvCxnSpPr>
              <a:cxnSpLocks/>
            </p:cNvCxnSpPr>
            <p:nvPr/>
          </p:nvCxnSpPr>
          <p:spPr>
            <a:xfrm>
              <a:off x="3643022" y="4553916"/>
              <a:ext cx="0" cy="981045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8EBF3A5-A54C-E49B-89B1-1EB319452787}"/>
                </a:ext>
              </a:extLst>
            </p:cNvPr>
            <p:cNvCxnSpPr>
              <a:cxnSpLocks/>
            </p:cNvCxnSpPr>
            <p:nvPr/>
          </p:nvCxnSpPr>
          <p:spPr>
            <a:xfrm>
              <a:off x="3643022" y="5534961"/>
              <a:ext cx="308614" cy="0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7D505142-ABDD-0ED1-68A2-356A8909457A}"/>
                </a:ext>
              </a:extLst>
            </p:cNvPr>
            <p:cNvCxnSpPr>
              <a:cxnSpLocks/>
            </p:cNvCxnSpPr>
            <p:nvPr/>
          </p:nvCxnSpPr>
          <p:spPr>
            <a:xfrm>
              <a:off x="1061191" y="4930439"/>
              <a:ext cx="1104387" cy="1122"/>
            </a:xfrm>
            <a:prstGeom prst="line">
              <a:avLst/>
            </a:prstGeom>
            <a:ln w="254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99BB2988-9131-5F36-EE9A-E77F3C2D2E36}"/>
                </a:ext>
              </a:extLst>
            </p:cNvPr>
            <p:cNvCxnSpPr>
              <a:cxnSpLocks/>
            </p:cNvCxnSpPr>
            <p:nvPr/>
          </p:nvCxnSpPr>
          <p:spPr>
            <a:xfrm>
              <a:off x="2494410" y="5041037"/>
              <a:ext cx="2131987" cy="3401"/>
            </a:xfrm>
            <a:prstGeom prst="line">
              <a:avLst/>
            </a:prstGeom>
            <a:ln w="254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2E929B1-D84B-619B-54D8-D1671DF08EC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783" y="5661576"/>
              <a:ext cx="308614" cy="0"/>
            </a:xfrm>
            <a:prstGeom prst="line">
              <a:avLst/>
            </a:prstGeom>
            <a:ln w="25400">
              <a:solidFill>
                <a:srgbClr val="33CCCC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Diagrama de flujo: datos almacenados 20">
              <a:extLst>
                <a:ext uri="{FF2B5EF4-FFF2-40B4-BE49-F238E27FC236}">
                  <a16:creationId xmlns:a16="http://schemas.microsoft.com/office/drawing/2014/main" id="{CC3D58E6-F0AC-4A3F-27BD-4451428F5987}"/>
                </a:ext>
              </a:extLst>
            </p:cNvPr>
            <p:cNvSpPr/>
            <p:nvPr/>
          </p:nvSpPr>
          <p:spPr>
            <a:xfrm flipH="1">
              <a:off x="3951636" y="5526265"/>
              <a:ext cx="366147" cy="270622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OR</a:t>
              </a:r>
            </a:p>
          </p:txBody>
        </p:sp>
        <p:sp>
          <p:nvSpPr>
            <p:cNvPr id="22" name="Diagrama de flujo: retraso 21">
              <a:extLst>
                <a:ext uri="{FF2B5EF4-FFF2-40B4-BE49-F238E27FC236}">
                  <a16:creationId xmlns:a16="http://schemas.microsoft.com/office/drawing/2014/main" id="{1A3A09E1-B6D5-0C0D-BF23-3354FD613CF4}"/>
                </a:ext>
              </a:extLst>
            </p:cNvPr>
            <p:cNvSpPr/>
            <p:nvPr/>
          </p:nvSpPr>
          <p:spPr>
            <a:xfrm>
              <a:off x="2165578" y="4931561"/>
              <a:ext cx="319051" cy="270622"/>
            </a:xfrm>
            <a:prstGeom prst="flowChartDelay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AND</a:t>
              </a:r>
            </a:p>
          </p:txBody>
        </p:sp>
        <p:sp>
          <p:nvSpPr>
            <p:cNvPr id="23" name="Diagrama de flujo: datos almacenados 22">
              <a:extLst>
                <a:ext uri="{FF2B5EF4-FFF2-40B4-BE49-F238E27FC236}">
                  <a16:creationId xmlns:a16="http://schemas.microsoft.com/office/drawing/2014/main" id="{66E09253-0456-6613-9422-105E95132858}"/>
                </a:ext>
              </a:extLst>
            </p:cNvPr>
            <p:cNvSpPr/>
            <p:nvPr/>
          </p:nvSpPr>
          <p:spPr>
            <a:xfrm flipH="1">
              <a:off x="4626396" y="5063271"/>
              <a:ext cx="865757" cy="584773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OR</a:t>
              </a: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4CEDC143-7E9F-E9A2-9DBB-0877F4DF5DD3}"/>
                </a:ext>
              </a:extLst>
            </p:cNvPr>
            <p:cNvCxnSpPr>
              <a:cxnSpLocks/>
            </p:cNvCxnSpPr>
            <p:nvPr/>
          </p:nvCxnSpPr>
          <p:spPr>
            <a:xfrm>
              <a:off x="5536983" y="5375445"/>
              <a:ext cx="308614" cy="0"/>
            </a:xfrm>
            <a:prstGeom prst="line">
              <a:avLst/>
            </a:prstGeom>
            <a:ln w="254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171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a de flujo: retraso 5">
            <a:extLst>
              <a:ext uri="{FF2B5EF4-FFF2-40B4-BE49-F238E27FC236}">
                <a16:creationId xmlns:a16="http://schemas.microsoft.com/office/drawing/2014/main" id="{55CE7F83-B877-8D3D-094C-F3D3A879E9C7}"/>
              </a:ext>
            </a:extLst>
          </p:cNvPr>
          <p:cNvSpPr/>
          <p:nvPr/>
        </p:nvSpPr>
        <p:spPr>
          <a:xfrm>
            <a:off x="2518718" y="4551187"/>
            <a:ext cx="319051" cy="270622"/>
          </a:xfrm>
          <a:prstGeom prst="flowChartDelay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500" b="1" dirty="0">
                <a:solidFill>
                  <a:srgbClr val="FFFF00"/>
                </a:solidFill>
              </a:rPr>
              <a:t>AND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661129-9593-E9A9-506C-C44AB00623FC}"/>
              </a:ext>
            </a:extLst>
          </p:cNvPr>
          <p:cNvGrpSpPr/>
          <p:nvPr/>
        </p:nvGrpSpPr>
        <p:grpSpPr>
          <a:xfrm>
            <a:off x="3990492" y="5194333"/>
            <a:ext cx="378666" cy="270622"/>
            <a:chOff x="2193495" y="4831314"/>
            <a:chExt cx="378666" cy="270622"/>
          </a:xfrm>
        </p:grpSpPr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5BF7A8FD-1159-FA5E-EF6F-15EF084ED027}"/>
                </a:ext>
              </a:extLst>
            </p:cNvPr>
            <p:cNvSpPr/>
            <p:nvPr/>
          </p:nvSpPr>
          <p:spPr>
            <a:xfrm rot="5400000">
              <a:off x="2185022" y="4839787"/>
              <a:ext cx="270622" cy="253676"/>
            </a:xfrm>
            <a:prstGeom prst="triangl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NOT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0A28EEDB-E8D2-8D61-3417-DBABA3B522C8}"/>
                </a:ext>
              </a:extLst>
            </p:cNvPr>
            <p:cNvSpPr/>
            <p:nvPr/>
          </p:nvSpPr>
          <p:spPr>
            <a:xfrm>
              <a:off x="2522143" y="4943765"/>
              <a:ext cx="50018" cy="45719"/>
            </a:xfrm>
            <a:prstGeom prst="ellips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sz="500" b="1">
                <a:solidFill>
                  <a:srgbClr val="FFFF00"/>
                </a:solidFill>
              </a:endParaRP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EA2BD3A-602E-4ADA-287F-5629703D221E}"/>
              </a:ext>
            </a:extLst>
          </p:cNvPr>
          <p:cNvGrpSpPr/>
          <p:nvPr/>
        </p:nvGrpSpPr>
        <p:grpSpPr>
          <a:xfrm>
            <a:off x="2338323" y="3438580"/>
            <a:ext cx="550341" cy="270622"/>
            <a:chOff x="1354108" y="3953573"/>
            <a:chExt cx="550341" cy="270622"/>
          </a:xfrm>
        </p:grpSpPr>
        <p:sp>
          <p:nvSpPr>
            <p:cNvPr id="7" name="Diagrama de flujo: datos almacenados 6">
              <a:extLst>
                <a:ext uri="{FF2B5EF4-FFF2-40B4-BE49-F238E27FC236}">
                  <a16:creationId xmlns:a16="http://schemas.microsoft.com/office/drawing/2014/main" id="{8EE2CBFA-D498-7156-907B-E4BA6065C310}"/>
                </a:ext>
              </a:extLst>
            </p:cNvPr>
            <p:cNvSpPr/>
            <p:nvPr/>
          </p:nvSpPr>
          <p:spPr>
            <a:xfrm flipH="1">
              <a:off x="1550415" y="3953573"/>
              <a:ext cx="354034" cy="270622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XOR</a:t>
              </a:r>
            </a:p>
          </p:txBody>
        </p:sp>
        <p:sp>
          <p:nvSpPr>
            <p:cNvPr id="10" name="Arco de bloque 9">
              <a:extLst>
                <a:ext uri="{FF2B5EF4-FFF2-40B4-BE49-F238E27FC236}">
                  <a16:creationId xmlns:a16="http://schemas.microsoft.com/office/drawing/2014/main" id="{34805346-345E-1DD0-1237-DB3CE1C0F35F}"/>
                </a:ext>
              </a:extLst>
            </p:cNvPr>
            <p:cNvSpPr/>
            <p:nvPr/>
          </p:nvSpPr>
          <p:spPr>
            <a:xfrm rot="5400000">
              <a:off x="1329088" y="3985313"/>
              <a:ext cx="246348" cy="196308"/>
            </a:xfrm>
            <a:prstGeom prst="blockArc">
              <a:avLst>
                <a:gd name="adj1" fmla="val 10682022"/>
                <a:gd name="adj2" fmla="val 0"/>
                <a:gd name="adj3" fmla="val 25000"/>
              </a:avLst>
            </a:prstGeom>
            <a:solidFill>
              <a:srgbClr val="92D050"/>
            </a:solidFill>
            <a:ln w="63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sz="500" b="1">
                <a:solidFill>
                  <a:srgbClr val="FFFF00"/>
                </a:solidFill>
              </a:endParaRPr>
            </a:p>
          </p:txBody>
        </p:sp>
      </p:grpSp>
      <p:sp>
        <p:nvSpPr>
          <p:cNvPr id="11" name="Diagrama de flujo: datos almacenados 10">
            <a:extLst>
              <a:ext uri="{FF2B5EF4-FFF2-40B4-BE49-F238E27FC236}">
                <a16:creationId xmlns:a16="http://schemas.microsoft.com/office/drawing/2014/main" id="{2897359C-90DA-8350-DBBA-CA8FA6CA34D5}"/>
              </a:ext>
            </a:extLst>
          </p:cNvPr>
          <p:cNvSpPr/>
          <p:nvPr/>
        </p:nvSpPr>
        <p:spPr>
          <a:xfrm flipH="1">
            <a:off x="2463495" y="3994884"/>
            <a:ext cx="366147" cy="270622"/>
          </a:xfrm>
          <a:prstGeom prst="flowChartOnlineStorage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500" b="1" dirty="0">
                <a:solidFill>
                  <a:srgbClr val="FFFF00"/>
                </a:solidFill>
              </a:rPr>
              <a:t>OR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6BEB3F1A-4387-35BC-19E5-63DFB2A77C31}"/>
              </a:ext>
            </a:extLst>
          </p:cNvPr>
          <p:cNvGrpSpPr/>
          <p:nvPr/>
        </p:nvGrpSpPr>
        <p:grpSpPr>
          <a:xfrm rot="10800000" flipH="1">
            <a:off x="3867054" y="3996994"/>
            <a:ext cx="477095" cy="270622"/>
            <a:chOff x="2139782" y="4831314"/>
            <a:chExt cx="477095" cy="270622"/>
          </a:xfrm>
        </p:grpSpPr>
        <p:sp>
          <p:nvSpPr>
            <p:cNvPr id="23" name="Diagrama de flujo: datos almacenados 22">
              <a:extLst>
                <a:ext uri="{FF2B5EF4-FFF2-40B4-BE49-F238E27FC236}">
                  <a16:creationId xmlns:a16="http://schemas.microsoft.com/office/drawing/2014/main" id="{96077B6A-58F2-F854-F69A-0ADA16CCF1F4}"/>
                </a:ext>
              </a:extLst>
            </p:cNvPr>
            <p:cNvSpPr/>
            <p:nvPr/>
          </p:nvSpPr>
          <p:spPr>
            <a:xfrm rot="10800000">
              <a:off x="2139782" y="4831314"/>
              <a:ext cx="366147" cy="270622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NOR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3BB0510E-767F-B86A-70D6-80BDAA594C71}"/>
                </a:ext>
              </a:extLst>
            </p:cNvPr>
            <p:cNvSpPr/>
            <p:nvPr/>
          </p:nvSpPr>
          <p:spPr>
            <a:xfrm>
              <a:off x="2566859" y="4943765"/>
              <a:ext cx="50018" cy="45719"/>
            </a:xfrm>
            <a:prstGeom prst="ellips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sz="500" b="1">
                <a:solidFill>
                  <a:srgbClr val="FFFF00"/>
                </a:solidFill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07603A9-2E86-67D5-7D4A-AFDEE494CFEC}"/>
              </a:ext>
            </a:extLst>
          </p:cNvPr>
          <p:cNvGrpSpPr/>
          <p:nvPr/>
        </p:nvGrpSpPr>
        <p:grpSpPr>
          <a:xfrm>
            <a:off x="4055124" y="4535287"/>
            <a:ext cx="438729" cy="270622"/>
            <a:chOff x="2174765" y="4399976"/>
            <a:chExt cx="438729" cy="270622"/>
          </a:xfrm>
        </p:grpSpPr>
        <p:sp>
          <p:nvSpPr>
            <p:cNvPr id="19" name="Diagrama de flujo: retraso 18">
              <a:extLst>
                <a:ext uri="{FF2B5EF4-FFF2-40B4-BE49-F238E27FC236}">
                  <a16:creationId xmlns:a16="http://schemas.microsoft.com/office/drawing/2014/main" id="{F297D764-FA93-2BE0-E3F7-8278850C1CE2}"/>
                </a:ext>
              </a:extLst>
            </p:cNvPr>
            <p:cNvSpPr/>
            <p:nvPr/>
          </p:nvSpPr>
          <p:spPr>
            <a:xfrm>
              <a:off x="2174765" y="4399976"/>
              <a:ext cx="319051" cy="270622"/>
            </a:xfrm>
            <a:prstGeom prst="flowChartDelay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NAND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A2754E9F-57AB-7CD3-8BA2-D6660C827674}"/>
                </a:ext>
              </a:extLst>
            </p:cNvPr>
            <p:cNvSpPr/>
            <p:nvPr/>
          </p:nvSpPr>
          <p:spPr>
            <a:xfrm>
              <a:off x="2563476" y="4505468"/>
              <a:ext cx="50018" cy="45719"/>
            </a:xfrm>
            <a:prstGeom prst="ellips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99CDB1D-AB0D-1247-4CE7-7119AE6454F8}"/>
              </a:ext>
            </a:extLst>
          </p:cNvPr>
          <p:cNvGrpSpPr/>
          <p:nvPr/>
        </p:nvGrpSpPr>
        <p:grpSpPr>
          <a:xfrm>
            <a:off x="3724147" y="3449253"/>
            <a:ext cx="670020" cy="270622"/>
            <a:chOff x="1943474" y="3953573"/>
            <a:chExt cx="670020" cy="270622"/>
          </a:xfrm>
        </p:grpSpPr>
        <p:sp>
          <p:nvSpPr>
            <p:cNvPr id="21" name="Diagrama de flujo: datos almacenados 20">
              <a:extLst>
                <a:ext uri="{FF2B5EF4-FFF2-40B4-BE49-F238E27FC236}">
                  <a16:creationId xmlns:a16="http://schemas.microsoft.com/office/drawing/2014/main" id="{C8BCC1EE-A662-AE2E-44F4-7714AAAF313D}"/>
                </a:ext>
              </a:extLst>
            </p:cNvPr>
            <p:cNvSpPr/>
            <p:nvPr/>
          </p:nvSpPr>
          <p:spPr>
            <a:xfrm flipH="1">
              <a:off x="2127669" y="3953573"/>
              <a:ext cx="366147" cy="270622"/>
            </a:xfrm>
            <a:prstGeom prst="flowChartOnlineStorag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sz="500" b="1" dirty="0">
                  <a:solidFill>
                    <a:srgbClr val="FFFF00"/>
                  </a:solidFill>
                </a:rPr>
                <a:t>XNOR</a:t>
              </a:r>
            </a:p>
          </p:txBody>
        </p:sp>
        <p:sp>
          <p:nvSpPr>
            <p:cNvPr id="22" name="Arco de bloque 21">
              <a:extLst>
                <a:ext uri="{FF2B5EF4-FFF2-40B4-BE49-F238E27FC236}">
                  <a16:creationId xmlns:a16="http://schemas.microsoft.com/office/drawing/2014/main" id="{5AE9DCB8-4D7C-462F-2A36-8D393DE43C02}"/>
                </a:ext>
              </a:extLst>
            </p:cNvPr>
            <p:cNvSpPr/>
            <p:nvPr/>
          </p:nvSpPr>
          <p:spPr>
            <a:xfrm rot="5400000">
              <a:off x="1918454" y="3985313"/>
              <a:ext cx="246348" cy="196308"/>
            </a:xfrm>
            <a:prstGeom prst="blockArc">
              <a:avLst>
                <a:gd name="adj1" fmla="val 10682022"/>
                <a:gd name="adj2" fmla="val 0"/>
                <a:gd name="adj3" fmla="val 25000"/>
              </a:avLst>
            </a:prstGeom>
            <a:solidFill>
              <a:srgbClr val="92D050"/>
            </a:solidFill>
            <a:ln w="63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sz="500" b="1">
                <a:solidFill>
                  <a:srgbClr val="FFFF00"/>
                </a:solidFill>
              </a:endParaRP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EEDDEBA0-D715-8A7A-6814-0CE0E8BDE641}"/>
                </a:ext>
              </a:extLst>
            </p:cNvPr>
            <p:cNvSpPr/>
            <p:nvPr/>
          </p:nvSpPr>
          <p:spPr>
            <a:xfrm>
              <a:off x="2563476" y="4067171"/>
              <a:ext cx="50018" cy="45719"/>
            </a:xfrm>
            <a:prstGeom prst="ellipse">
              <a:avLst/>
            </a:prstGeom>
            <a:noFill/>
            <a:ln w="635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 sz="500" b="1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8477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250</Words>
  <Application>Microsoft Office PowerPoint</Application>
  <PresentationFormat>Panorámica</PresentationFormat>
  <Paragraphs>133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</cp:revision>
  <dcterms:created xsi:type="dcterms:W3CDTF">2023-03-09T15:49:43Z</dcterms:created>
  <dcterms:modified xsi:type="dcterms:W3CDTF">2023-03-09T23:26:36Z</dcterms:modified>
</cp:coreProperties>
</file>