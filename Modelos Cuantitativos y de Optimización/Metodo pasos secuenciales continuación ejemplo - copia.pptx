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2" r:id="rId5"/>
    <p:sldId id="263" r:id="rId6"/>
    <p:sldId id="260" r:id="rId7"/>
    <p:sldId id="264" r:id="rId8"/>
  </p:sldIdLst>
  <p:sldSz cx="12192000" cy="6858000"/>
  <p:notesSz cx="6858000" cy="9144000"/>
  <p:defaultTextStyle>
    <a:defPPr>
      <a:defRPr lang="es-N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CC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70" d="100"/>
          <a:sy n="70" d="100"/>
        </p:scale>
        <p:origin x="660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llermo AntonioAguirre" userId="42908199-65f4-4d4a-8e05-6e659ccb82ce" providerId="ADAL" clId="{834772FE-DFE5-44C1-9DE6-919DEED3D4D9}"/>
    <pc:docChg chg="custSel addSld modSld sldOrd">
      <pc:chgData name="Guillermo AntonioAguirre" userId="42908199-65f4-4d4a-8e05-6e659ccb82ce" providerId="ADAL" clId="{834772FE-DFE5-44C1-9DE6-919DEED3D4D9}" dt="2024-04-02T02:53:12.804" v="18" actId="167"/>
      <pc:docMkLst>
        <pc:docMk/>
      </pc:docMkLst>
      <pc:sldChg chg="delSp modSp add mod ord">
        <pc:chgData name="Guillermo AntonioAguirre" userId="42908199-65f4-4d4a-8e05-6e659ccb82ce" providerId="ADAL" clId="{834772FE-DFE5-44C1-9DE6-919DEED3D4D9}" dt="2024-04-02T02:53:12.804" v="18" actId="167"/>
        <pc:sldMkLst>
          <pc:docMk/>
          <pc:sldMk cId="3719751752" sldId="264"/>
        </pc:sldMkLst>
        <pc:spChg chg="mod ord">
          <ac:chgData name="Guillermo AntonioAguirre" userId="42908199-65f4-4d4a-8e05-6e659ccb82ce" providerId="ADAL" clId="{834772FE-DFE5-44C1-9DE6-919DEED3D4D9}" dt="2024-04-02T02:53:12.804" v="18" actId="167"/>
          <ac:spMkLst>
            <pc:docMk/>
            <pc:sldMk cId="3719751752" sldId="264"/>
            <ac:spMk id="4" creationId="{9DCD978D-8BCA-4707-BDDC-B96C4BB46489}"/>
          </ac:spMkLst>
        </pc:spChg>
        <pc:spChg chg="del">
          <ac:chgData name="Guillermo AntonioAguirre" userId="42908199-65f4-4d4a-8e05-6e659ccb82ce" providerId="ADAL" clId="{834772FE-DFE5-44C1-9DE6-919DEED3D4D9}" dt="2024-04-02T02:52:09.363" v="3" actId="478"/>
          <ac:spMkLst>
            <pc:docMk/>
            <pc:sldMk cId="3719751752" sldId="264"/>
            <ac:spMk id="5" creationId="{83E3734E-F7EE-4303-8C5B-8901C25959F4}"/>
          </ac:spMkLst>
        </pc:spChg>
        <pc:graphicFrameChg chg="modGraphic">
          <ac:chgData name="Guillermo AntonioAguirre" userId="42908199-65f4-4d4a-8e05-6e659ccb82ce" providerId="ADAL" clId="{834772FE-DFE5-44C1-9DE6-919DEED3D4D9}" dt="2024-04-02T02:52:58.621" v="16" actId="207"/>
          <ac:graphicFrameMkLst>
            <pc:docMk/>
            <pc:sldMk cId="3719751752" sldId="264"/>
            <ac:graphicFrameMk id="2" creationId="{60254495-CC7D-4366-A0B5-AEEC5047BAB8}"/>
          </ac:graphicFrameMkLst>
        </pc:graphicFrameChg>
        <pc:cxnChg chg="del">
          <ac:chgData name="Guillermo AntonioAguirre" userId="42908199-65f4-4d4a-8e05-6e659ccb82ce" providerId="ADAL" clId="{834772FE-DFE5-44C1-9DE6-919DEED3D4D9}" dt="2024-04-02T02:52:23.811" v="7" actId="478"/>
          <ac:cxnSpMkLst>
            <pc:docMk/>
            <pc:sldMk cId="3719751752" sldId="264"/>
            <ac:cxnSpMk id="6" creationId="{5BE18835-99F4-4E7A-B1F2-A4D2164D681A}"/>
          </ac:cxnSpMkLst>
        </pc:cxnChg>
        <pc:cxnChg chg="del">
          <ac:chgData name="Guillermo AntonioAguirre" userId="42908199-65f4-4d4a-8e05-6e659ccb82ce" providerId="ADAL" clId="{834772FE-DFE5-44C1-9DE6-919DEED3D4D9}" dt="2024-04-02T02:52:20.109" v="6" actId="478"/>
          <ac:cxnSpMkLst>
            <pc:docMk/>
            <pc:sldMk cId="3719751752" sldId="264"/>
            <ac:cxnSpMk id="7" creationId="{51AD1AF4-F250-4C5C-89BF-EEEB4631FDFD}"/>
          </ac:cxnSpMkLst>
        </pc:cxnChg>
        <pc:cxnChg chg="del">
          <ac:chgData name="Guillermo AntonioAguirre" userId="42908199-65f4-4d4a-8e05-6e659ccb82ce" providerId="ADAL" clId="{834772FE-DFE5-44C1-9DE6-919DEED3D4D9}" dt="2024-04-02T02:52:13.648" v="4" actId="478"/>
          <ac:cxnSpMkLst>
            <pc:docMk/>
            <pc:sldMk cId="3719751752" sldId="264"/>
            <ac:cxnSpMk id="8" creationId="{D7E9D788-B121-4A06-B35C-9385E3FF9E99}"/>
          </ac:cxnSpMkLst>
        </pc:cxnChg>
        <pc:cxnChg chg="del">
          <ac:chgData name="Guillermo AntonioAguirre" userId="42908199-65f4-4d4a-8e05-6e659ccb82ce" providerId="ADAL" clId="{834772FE-DFE5-44C1-9DE6-919DEED3D4D9}" dt="2024-04-02T02:52:17.104" v="5" actId="478"/>
          <ac:cxnSpMkLst>
            <pc:docMk/>
            <pc:sldMk cId="3719751752" sldId="264"/>
            <ac:cxnSpMk id="9" creationId="{1B5A20E6-CE36-4BF6-9EC0-608F02E7B07D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D8C76B-3295-4316-9141-D19F0D95BE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F74FB62-6A13-400E-A713-B2D68CAF5C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1485429-08B9-4DDF-B315-F7A4C6C2D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B9C9B-3244-4A0E-A26E-9A00A7388930}" type="datetimeFigureOut">
              <a:rPr lang="es-NI" smtClean="0"/>
              <a:t>1/4/2024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4DFFC71-7EB4-44D9-821F-A2FB9196A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383BAA2-706D-4D68-A2DC-B66B7F493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AC7C1-7B1F-42C6-B32F-3FA2DCD1DD30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419940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32C1D1-A313-4543-A205-D525DF991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4EA547E-D5CF-4556-B191-A581D480DC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BACFE20-DFCE-47DC-9A4D-281E4D93A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B9C9B-3244-4A0E-A26E-9A00A7388930}" type="datetimeFigureOut">
              <a:rPr lang="es-NI" smtClean="0"/>
              <a:t>1/4/2024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AB4EFB2-3231-41CC-A943-E72407DD2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2D3FCD9-5630-4EC7-BACA-A8F8D239E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AC7C1-7B1F-42C6-B32F-3FA2DCD1DD30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450262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C07C25-2A3D-40F3-A4D4-6649F6478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51B3DCD-1123-46FE-9157-26694A2194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0FC45-C961-4F9B-BFF4-2BD6A14FA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B9C9B-3244-4A0E-A26E-9A00A7388930}" type="datetimeFigureOut">
              <a:rPr lang="es-NI" smtClean="0"/>
              <a:t>1/4/2024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8132524-749A-432D-86E7-1D44B89A2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DC52ED3-19E3-4341-BA90-4BB0AFBD6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AC7C1-7B1F-42C6-B32F-3FA2DCD1DD30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157218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B8188C-F214-4D98-BF70-1D73D3533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2A5158-9467-42A3-8FED-77E5DB1716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141620D-4AA3-494D-9A02-87472A8A69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29054C1-CD87-4BCD-8082-C84F922D6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B9C9B-3244-4A0E-A26E-9A00A7388930}" type="datetimeFigureOut">
              <a:rPr lang="es-NI" smtClean="0"/>
              <a:t>1/4/2024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6099248-4632-4212-B104-578C5C3AF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029958B-DE1C-4D6F-9BAC-D714607DD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AC7C1-7B1F-42C6-B32F-3FA2DCD1DD30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315655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4226E8-DAA4-4A55-A3A0-D1E530810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E25E565-0316-4C23-B277-BA6BB65436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963774D-AFD6-4B3A-A377-B9003A7373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62778FD-CD84-4C5F-A840-47D4563FC1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17CE952-20C6-4C3C-80E3-FA0669F8FE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9A2E302-9F2D-419B-91FF-58DCC0CAF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B9C9B-3244-4A0E-A26E-9A00A7388930}" type="datetimeFigureOut">
              <a:rPr lang="es-NI" smtClean="0"/>
              <a:t>1/4/2024</a:t>
            </a:fld>
            <a:endParaRPr lang="es-NI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F25DD42-B5A7-4596-8A80-27253BB47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399FB6B-C391-4D9B-8C68-312C57646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AC7C1-7B1F-42C6-B32F-3FA2DCD1DD30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405245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D73FFB-4B95-4EFC-9764-DAE6A78C4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CF589BE-9819-43CF-8DD6-7ABC62B7A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B9C9B-3244-4A0E-A26E-9A00A7388930}" type="datetimeFigureOut">
              <a:rPr lang="es-NI" smtClean="0"/>
              <a:t>1/4/2024</a:t>
            </a:fld>
            <a:endParaRPr lang="es-NI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A04EC1A-E9D6-4365-94FD-85438FF99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9BC28BA-F0F4-42B8-8FC5-9588CF32A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AC7C1-7B1F-42C6-B32F-3FA2DCD1DD30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4203013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AA6FF68-BCCC-4C5E-BC7D-ECAA08126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B9C9B-3244-4A0E-A26E-9A00A7388930}" type="datetimeFigureOut">
              <a:rPr lang="es-NI" smtClean="0"/>
              <a:t>1/4/2024</a:t>
            </a:fld>
            <a:endParaRPr lang="es-NI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B137737-9DB7-4692-9877-B146D1E0F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F9970CA-DD30-4D8C-B4B7-4B9D65C48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AC7C1-7B1F-42C6-B32F-3FA2DCD1DD30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456685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E37D46-7E18-45A3-BE95-8AACD3B48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090FF9-CCA9-4895-826E-544F64C3E3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40C4B5C-D786-4DF4-B2BB-03B2D66604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75DCE77-6C01-4FB8-A173-B25A846ED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B9C9B-3244-4A0E-A26E-9A00A7388930}" type="datetimeFigureOut">
              <a:rPr lang="es-NI" smtClean="0"/>
              <a:t>1/4/2024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29BCB80-4059-49E1-AC24-D215DCD2A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5A40631-7A27-45FB-9F71-5E0788EAB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AC7C1-7B1F-42C6-B32F-3FA2DCD1DD30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653944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05CD82-DED9-4F17-872A-71665199A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13081AA-CC09-4E28-ACD1-8AF0481233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NI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8DC48EA-C576-43A5-AF92-8CCE3EC417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782555F-E89D-4C97-B9E3-5EA06D8A9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B9C9B-3244-4A0E-A26E-9A00A7388930}" type="datetimeFigureOut">
              <a:rPr lang="es-NI" smtClean="0"/>
              <a:t>1/4/2024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AB56C3B-74BB-42A8-85CE-D738B104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257EB32-F762-49AE-9C1B-282D3B7A7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AC7C1-7B1F-42C6-B32F-3FA2DCD1DD30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140154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B626E9-3E9C-4355-B55A-68300C7E5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FB39250-9A7B-4CE9-A2B6-574863FC93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BFC4F20-6C92-45E8-93B3-83A4105A2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B9C9B-3244-4A0E-A26E-9A00A7388930}" type="datetimeFigureOut">
              <a:rPr lang="es-NI" smtClean="0"/>
              <a:t>1/4/2024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EBBCE8-44A3-4DEE-8439-24876DDED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76EBEA0-8662-4088-87CE-4F8E383A6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AC7C1-7B1F-42C6-B32F-3FA2DCD1DD30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944345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F5FD604-5704-4B7F-AE24-331BE67E5F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2C90818-56E1-43E3-B617-767F41C82D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738300E-040B-4E53-ABD4-A968D55C1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B9C9B-3244-4A0E-A26E-9A00A7388930}" type="datetimeFigureOut">
              <a:rPr lang="es-NI" smtClean="0"/>
              <a:t>1/4/2024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CC5142-B3FA-48A0-88FA-173EF07F2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E2124A0-BE1D-4E06-9CAC-D0B4682EB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AC7C1-7B1F-42C6-B32F-3FA2DCD1DD30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192389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CE66876-A3B8-47EC-BA2C-B3F6DD76F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25B671C-EF88-415F-9EF1-38630489C7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DA94D8C-D8BB-46FD-BBAA-8DA681FB1D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CB9C9B-3244-4A0E-A26E-9A00A7388930}" type="datetimeFigureOut">
              <a:rPr lang="es-NI" smtClean="0"/>
              <a:t>1/4/2024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EF9BB32-307F-4534-84EE-F5D781E0AE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9F00AD6-EB50-45AC-9D77-EF3E892D0E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AAC7C1-7B1F-42C6-B32F-3FA2DCD1DD30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653256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N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4975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60254495-CC7D-4366-A0B5-AEEC5047BAB8}"/>
              </a:ext>
            </a:extLst>
          </p:cNvPr>
          <p:cNvGraphicFramePr>
            <a:graphicFrameLocks noGrp="1"/>
          </p:cNvGraphicFramePr>
          <p:nvPr/>
        </p:nvGraphicFramePr>
        <p:xfrm>
          <a:off x="1523999" y="1944993"/>
          <a:ext cx="8903370" cy="3417192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773681">
                  <a:extLst>
                    <a:ext uri="{9D8B030D-6E8A-4147-A177-3AD203B41FA5}">
                      <a16:colId xmlns:a16="http://schemas.microsoft.com/office/drawing/2014/main" val="3762954312"/>
                    </a:ext>
                  </a:extLst>
                </a:gridCol>
                <a:gridCol w="1297402">
                  <a:extLst>
                    <a:ext uri="{9D8B030D-6E8A-4147-A177-3AD203B41FA5}">
                      <a16:colId xmlns:a16="http://schemas.microsoft.com/office/drawing/2014/main" val="4160969703"/>
                    </a:ext>
                  </a:extLst>
                </a:gridCol>
                <a:gridCol w="1374572">
                  <a:extLst>
                    <a:ext uri="{9D8B030D-6E8A-4147-A177-3AD203B41FA5}">
                      <a16:colId xmlns:a16="http://schemas.microsoft.com/office/drawing/2014/main" val="911289999"/>
                    </a:ext>
                  </a:extLst>
                </a:gridCol>
                <a:gridCol w="1374572">
                  <a:extLst>
                    <a:ext uri="{9D8B030D-6E8A-4147-A177-3AD203B41FA5}">
                      <a16:colId xmlns:a16="http://schemas.microsoft.com/office/drawing/2014/main" val="990496470"/>
                    </a:ext>
                  </a:extLst>
                </a:gridCol>
                <a:gridCol w="1374572">
                  <a:extLst>
                    <a:ext uri="{9D8B030D-6E8A-4147-A177-3AD203B41FA5}">
                      <a16:colId xmlns:a16="http://schemas.microsoft.com/office/drawing/2014/main" val="255096291"/>
                    </a:ext>
                  </a:extLst>
                </a:gridCol>
                <a:gridCol w="1708571">
                  <a:extLst>
                    <a:ext uri="{9D8B030D-6E8A-4147-A177-3AD203B41FA5}">
                      <a16:colId xmlns:a16="http://schemas.microsoft.com/office/drawing/2014/main" val="11402366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dirty="0">
                          <a:effectLst/>
                        </a:rPr>
                        <a:t> </a:t>
                      </a:r>
                      <a:endParaRPr lang="es-NI" sz="3200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effectLst/>
                        </a:rPr>
                        <a:t>DESTINOS</a:t>
                      </a:r>
                      <a:endParaRPr lang="es-NI" sz="3200" b="1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effectLst/>
                        </a:rPr>
                        <a:t>OFERTA</a:t>
                      </a:r>
                      <a:endParaRPr lang="es-NI" sz="3200" b="1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042357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effectLst/>
                        </a:rPr>
                        <a:t>FUENTES</a:t>
                      </a:r>
                      <a:endParaRPr lang="es-NI" sz="3200" b="1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dirty="0">
                          <a:effectLst/>
                        </a:rPr>
                        <a:t>A</a:t>
                      </a:r>
                      <a:endParaRPr lang="es-NI" sz="3200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>
                          <a:effectLst/>
                        </a:rPr>
                        <a:t>B</a:t>
                      </a:r>
                      <a:endParaRPr lang="es-NI" sz="320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>
                          <a:effectLst/>
                        </a:rPr>
                        <a:t>C</a:t>
                      </a:r>
                      <a:endParaRPr lang="es-NI" sz="320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dirty="0">
                          <a:effectLst/>
                        </a:rPr>
                        <a:t>D</a:t>
                      </a:r>
                      <a:endParaRPr lang="es-NI" sz="3200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>
                          <a:effectLst/>
                        </a:rPr>
                        <a:t> </a:t>
                      </a:r>
                      <a:endParaRPr lang="es-NI" sz="320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6748775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>
                          <a:effectLst/>
                        </a:rPr>
                        <a:t>1</a:t>
                      </a:r>
                      <a:endParaRPr lang="es-NI" sz="320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solidFill>
                            <a:srgbClr val="0000FF"/>
                          </a:solidFill>
                          <a:effectLst/>
                        </a:rPr>
                        <a:t> </a:t>
                      </a:r>
                      <a:endParaRPr lang="es-NI" sz="3200" b="1" dirty="0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solidFill>
                            <a:srgbClr val="0000FF"/>
                          </a:solidFill>
                          <a:effectLst/>
                        </a:rPr>
                        <a:t>15</a:t>
                      </a:r>
                      <a:endParaRPr lang="es-NI" sz="3200" b="1" dirty="0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>
                          <a:solidFill>
                            <a:srgbClr val="0000FF"/>
                          </a:solidFill>
                          <a:effectLst/>
                        </a:rPr>
                        <a:t> </a:t>
                      </a:r>
                      <a:endParaRPr lang="es-NI" sz="3200" b="1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solidFill>
                            <a:srgbClr val="0000FF"/>
                          </a:solidFill>
                          <a:effectLst/>
                        </a:rPr>
                        <a:t> </a:t>
                      </a:r>
                      <a:endParaRPr lang="es-NI" sz="3200" b="1" dirty="0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i="1" dirty="0">
                          <a:effectLst/>
                        </a:rPr>
                        <a:t>15</a:t>
                      </a:r>
                      <a:endParaRPr lang="es-NI" sz="3200" i="1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4704583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>
                          <a:effectLst/>
                        </a:rPr>
                        <a:t>2</a:t>
                      </a:r>
                      <a:endParaRPr lang="es-NI" sz="320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>
                          <a:solidFill>
                            <a:srgbClr val="0000FF"/>
                          </a:solidFill>
                          <a:effectLst/>
                        </a:rPr>
                        <a:t>5</a:t>
                      </a:r>
                      <a:endParaRPr lang="es-NI" sz="3200" b="1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solidFill>
                            <a:srgbClr val="0000FF"/>
                          </a:solidFill>
                          <a:effectLst/>
                        </a:rPr>
                        <a:t> </a:t>
                      </a:r>
                      <a:endParaRPr lang="es-NI" sz="3200" b="1" dirty="0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solidFill>
                            <a:srgbClr val="0000FF"/>
                          </a:solidFill>
                          <a:effectLst/>
                        </a:rPr>
                        <a:t>15</a:t>
                      </a:r>
                      <a:endParaRPr lang="es-NI" sz="3200" b="1" dirty="0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>
                          <a:solidFill>
                            <a:srgbClr val="0000FF"/>
                          </a:solidFill>
                          <a:effectLst/>
                        </a:rPr>
                        <a:t>5</a:t>
                      </a:r>
                      <a:endParaRPr lang="es-NI" sz="3200" b="1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i="1" dirty="0">
                          <a:effectLst/>
                        </a:rPr>
                        <a:t>25</a:t>
                      </a:r>
                      <a:endParaRPr lang="es-NI" sz="3200" i="1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2920752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>
                          <a:effectLst/>
                        </a:rPr>
                        <a:t>3</a:t>
                      </a:r>
                      <a:endParaRPr lang="es-NI" sz="320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solidFill>
                            <a:srgbClr val="CC0099"/>
                          </a:solidFill>
                          <a:effectLst/>
                        </a:rPr>
                        <a:t> i</a:t>
                      </a:r>
                      <a:endParaRPr lang="es-NI" sz="3200" b="1" dirty="0">
                        <a:solidFill>
                          <a:srgbClr val="CC0099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>
                          <a:solidFill>
                            <a:srgbClr val="0000FF"/>
                          </a:solidFill>
                          <a:effectLst/>
                        </a:rPr>
                        <a:t> </a:t>
                      </a:r>
                      <a:endParaRPr lang="es-NI" sz="3200" b="1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solidFill>
                            <a:srgbClr val="0000FF"/>
                          </a:solidFill>
                          <a:effectLst/>
                        </a:rPr>
                        <a:t> </a:t>
                      </a:r>
                      <a:endParaRPr lang="es-NI" sz="3200" b="1" dirty="0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solidFill>
                            <a:srgbClr val="0000FF"/>
                          </a:solidFill>
                          <a:effectLst/>
                        </a:rPr>
                        <a:t>5</a:t>
                      </a:r>
                      <a:endParaRPr lang="es-NI" sz="3200" b="1" dirty="0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i="1" dirty="0">
                          <a:effectLst/>
                        </a:rPr>
                        <a:t>5</a:t>
                      </a:r>
                      <a:endParaRPr lang="es-NI" sz="3200" i="1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4694542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effectLst/>
                        </a:rPr>
                        <a:t>DEMANDA</a:t>
                      </a:r>
                      <a:endParaRPr lang="es-NI" sz="3200" b="1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i="1">
                          <a:effectLst/>
                        </a:rPr>
                        <a:t>5</a:t>
                      </a:r>
                      <a:endParaRPr lang="es-NI" sz="3200" i="1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i="1">
                          <a:effectLst/>
                        </a:rPr>
                        <a:t>15</a:t>
                      </a:r>
                      <a:endParaRPr lang="es-NI" sz="3200" i="1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i="1">
                          <a:effectLst/>
                        </a:rPr>
                        <a:t>15</a:t>
                      </a:r>
                      <a:endParaRPr lang="es-NI" sz="3200" i="1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i="1" dirty="0">
                          <a:effectLst/>
                        </a:rPr>
                        <a:t>10</a:t>
                      </a:r>
                      <a:endParaRPr lang="es-NI" sz="3200" i="1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solidFill>
                            <a:srgbClr val="FF0000"/>
                          </a:solidFill>
                          <a:effectLst/>
                        </a:rPr>
                        <a:t>45</a:t>
                      </a:r>
                      <a:endParaRPr lang="es-NI" sz="3200" b="1" dirty="0">
                        <a:solidFill>
                          <a:srgbClr val="FF0000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47559608"/>
                  </a:ext>
                </a:extLst>
              </a:tr>
            </a:tbl>
          </a:graphicData>
        </a:graphic>
      </p:graphicFrame>
      <p:sp>
        <p:nvSpPr>
          <p:cNvPr id="4" name="CuadroTexto 3">
            <a:extLst>
              <a:ext uri="{FF2B5EF4-FFF2-40B4-BE49-F238E27FC236}">
                <a16:creationId xmlns:a16="http://schemas.microsoft.com/office/drawing/2014/main" id="{9DCD978D-8BCA-4707-BDDC-B96C4BB46489}"/>
              </a:ext>
            </a:extLst>
          </p:cNvPr>
          <p:cNvSpPr txBox="1"/>
          <p:nvPr/>
        </p:nvSpPr>
        <p:spPr>
          <a:xfrm>
            <a:off x="4218039" y="3107898"/>
            <a:ext cx="462361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lain" startAt="10"/>
            </a:pPr>
            <a:r>
              <a:rPr lang="es-NI" dirty="0">
                <a:solidFill>
                  <a:srgbClr val="FF0000"/>
                </a:solidFill>
                <a:latin typeface="Consolas" panose="020B0609020204030204" pitchFamily="49" charset="0"/>
              </a:rPr>
              <a:t>        00		20	   11</a:t>
            </a:r>
          </a:p>
          <a:p>
            <a:endParaRPr lang="es-NI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342900" indent="-342900">
              <a:buAutoNum type="arabicPlain" startAt="12"/>
            </a:pPr>
            <a:r>
              <a:rPr lang="es-NI" dirty="0">
                <a:solidFill>
                  <a:srgbClr val="FF0000"/>
                </a:solidFill>
                <a:latin typeface="Consolas" panose="020B0609020204030204" pitchFamily="49" charset="0"/>
              </a:rPr>
              <a:t>        07		09	   20</a:t>
            </a:r>
          </a:p>
          <a:p>
            <a:endParaRPr lang="es-NI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s-NI" dirty="0">
                <a:solidFill>
                  <a:srgbClr val="FF0000"/>
                </a:solidFill>
                <a:latin typeface="Consolas" panose="020B0609020204030204" pitchFamily="49" charset="0"/>
              </a:rPr>
              <a:t>00	   14		16	   18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3E3734E-F7EE-4303-8C5B-8901C25959F4}"/>
              </a:ext>
            </a:extLst>
          </p:cNvPr>
          <p:cNvSpPr/>
          <p:nvPr/>
        </p:nvSpPr>
        <p:spPr>
          <a:xfrm>
            <a:off x="4901026" y="572485"/>
            <a:ext cx="238995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Ruta 3A</a:t>
            </a: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5BE18835-99F4-4E7A-B1F2-A4D2164D681A}"/>
              </a:ext>
            </a:extLst>
          </p:cNvPr>
          <p:cNvCxnSpPr/>
          <p:nvPr/>
        </p:nvCxnSpPr>
        <p:spPr>
          <a:xfrm>
            <a:off x="8155983" y="3865226"/>
            <a:ext cx="0" cy="720000"/>
          </a:xfrm>
          <a:prstGeom prst="straightConnector1">
            <a:avLst/>
          </a:prstGeom>
          <a:ln w="76200">
            <a:solidFill>
              <a:srgbClr val="00CC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51AD1AF4-F250-4C5C-89BF-EEEB4631FDFD}"/>
              </a:ext>
            </a:extLst>
          </p:cNvPr>
          <p:cNvCxnSpPr/>
          <p:nvPr/>
        </p:nvCxnSpPr>
        <p:spPr>
          <a:xfrm flipH="1" flipV="1">
            <a:off x="3909370" y="3846562"/>
            <a:ext cx="0" cy="720000"/>
          </a:xfrm>
          <a:prstGeom prst="straightConnector1">
            <a:avLst/>
          </a:prstGeom>
          <a:ln w="76200">
            <a:solidFill>
              <a:srgbClr val="00CC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D7E9D788-B121-4A06-B35C-9385E3FF9E99}"/>
              </a:ext>
            </a:extLst>
          </p:cNvPr>
          <p:cNvCxnSpPr/>
          <p:nvPr/>
        </p:nvCxnSpPr>
        <p:spPr>
          <a:xfrm>
            <a:off x="4175684" y="3722136"/>
            <a:ext cx="3600000" cy="0"/>
          </a:xfrm>
          <a:prstGeom prst="straightConnector1">
            <a:avLst/>
          </a:prstGeom>
          <a:ln w="76200">
            <a:solidFill>
              <a:srgbClr val="00CC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1B5A20E6-CE36-4BF6-9EC0-608F02E7B07D}"/>
              </a:ext>
            </a:extLst>
          </p:cNvPr>
          <p:cNvCxnSpPr/>
          <p:nvPr/>
        </p:nvCxnSpPr>
        <p:spPr>
          <a:xfrm flipH="1">
            <a:off x="4296000" y="4720389"/>
            <a:ext cx="3600000" cy="0"/>
          </a:xfrm>
          <a:prstGeom prst="straightConnector1">
            <a:avLst/>
          </a:prstGeom>
          <a:ln w="76200">
            <a:solidFill>
              <a:srgbClr val="00CC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4783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60254495-CC7D-4366-A0B5-AEEC5047BAB8}"/>
              </a:ext>
            </a:extLst>
          </p:cNvPr>
          <p:cNvGraphicFramePr>
            <a:graphicFrameLocks noGrp="1"/>
          </p:cNvGraphicFramePr>
          <p:nvPr/>
        </p:nvGraphicFramePr>
        <p:xfrm>
          <a:off x="1523999" y="1944993"/>
          <a:ext cx="8903370" cy="3417192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773681">
                  <a:extLst>
                    <a:ext uri="{9D8B030D-6E8A-4147-A177-3AD203B41FA5}">
                      <a16:colId xmlns:a16="http://schemas.microsoft.com/office/drawing/2014/main" val="3762954312"/>
                    </a:ext>
                  </a:extLst>
                </a:gridCol>
                <a:gridCol w="1297402">
                  <a:extLst>
                    <a:ext uri="{9D8B030D-6E8A-4147-A177-3AD203B41FA5}">
                      <a16:colId xmlns:a16="http://schemas.microsoft.com/office/drawing/2014/main" val="4160969703"/>
                    </a:ext>
                  </a:extLst>
                </a:gridCol>
                <a:gridCol w="1374572">
                  <a:extLst>
                    <a:ext uri="{9D8B030D-6E8A-4147-A177-3AD203B41FA5}">
                      <a16:colId xmlns:a16="http://schemas.microsoft.com/office/drawing/2014/main" val="911289999"/>
                    </a:ext>
                  </a:extLst>
                </a:gridCol>
                <a:gridCol w="1374572">
                  <a:extLst>
                    <a:ext uri="{9D8B030D-6E8A-4147-A177-3AD203B41FA5}">
                      <a16:colId xmlns:a16="http://schemas.microsoft.com/office/drawing/2014/main" val="990496470"/>
                    </a:ext>
                  </a:extLst>
                </a:gridCol>
                <a:gridCol w="1374572">
                  <a:extLst>
                    <a:ext uri="{9D8B030D-6E8A-4147-A177-3AD203B41FA5}">
                      <a16:colId xmlns:a16="http://schemas.microsoft.com/office/drawing/2014/main" val="255096291"/>
                    </a:ext>
                  </a:extLst>
                </a:gridCol>
                <a:gridCol w="1708571">
                  <a:extLst>
                    <a:ext uri="{9D8B030D-6E8A-4147-A177-3AD203B41FA5}">
                      <a16:colId xmlns:a16="http://schemas.microsoft.com/office/drawing/2014/main" val="11402366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dirty="0">
                          <a:effectLst/>
                        </a:rPr>
                        <a:t> </a:t>
                      </a:r>
                      <a:endParaRPr lang="es-NI" sz="3200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effectLst/>
                        </a:rPr>
                        <a:t>DESTINOS</a:t>
                      </a:r>
                      <a:endParaRPr lang="es-NI" sz="3200" b="1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effectLst/>
                        </a:rPr>
                        <a:t>OFERTA</a:t>
                      </a:r>
                      <a:endParaRPr lang="es-NI" sz="3200" b="1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042357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effectLst/>
                        </a:rPr>
                        <a:t>FUENTES</a:t>
                      </a:r>
                      <a:endParaRPr lang="es-NI" sz="3200" b="1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dirty="0">
                          <a:effectLst/>
                        </a:rPr>
                        <a:t>A</a:t>
                      </a:r>
                      <a:endParaRPr lang="es-NI" sz="3200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>
                          <a:effectLst/>
                        </a:rPr>
                        <a:t>B</a:t>
                      </a:r>
                      <a:endParaRPr lang="es-NI" sz="320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>
                          <a:effectLst/>
                        </a:rPr>
                        <a:t>C</a:t>
                      </a:r>
                      <a:endParaRPr lang="es-NI" sz="320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dirty="0">
                          <a:effectLst/>
                        </a:rPr>
                        <a:t>D</a:t>
                      </a:r>
                      <a:endParaRPr lang="es-NI" sz="3200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>
                          <a:effectLst/>
                        </a:rPr>
                        <a:t> </a:t>
                      </a:r>
                      <a:endParaRPr lang="es-NI" sz="320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6748775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>
                          <a:effectLst/>
                        </a:rPr>
                        <a:t>1</a:t>
                      </a:r>
                      <a:endParaRPr lang="es-NI" sz="320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solidFill>
                            <a:srgbClr val="0000FF"/>
                          </a:solidFill>
                          <a:effectLst/>
                        </a:rPr>
                        <a:t> </a:t>
                      </a:r>
                      <a:endParaRPr lang="es-NI" sz="3200" b="1" dirty="0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solidFill>
                            <a:srgbClr val="0000FF"/>
                          </a:solidFill>
                          <a:effectLst/>
                        </a:rPr>
                        <a:t>15</a:t>
                      </a:r>
                      <a:endParaRPr lang="es-NI" sz="3200" b="1" dirty="0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>
                          <a:solidFill>
                            <a:srgbClr val="0000FF"/>
                          </a:solidFill>
                          <a:effectLst/>
                        </a:rPr>
                        <a:t> </a:t>
                      </a:r>
                      <a:endParaRPr lang="es-NI" sz="3200" b="1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solidFill>
                            <a:srgbClr val="0000FF"/>
                          </a:solidFill>
                          <a:effectLst/>
                        </a:rPr>
                        <a:t> </a:t>
                      </a:r>
                      <a:endParaRPr lang="es-NI" sz="3200" b="1" dirty="0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i="1" dirty="0">
                          <a:effectLst/>
                        </a:rPr>
                        <a:t>15</a:t>
                      </a:r>
                      <a:endParaRPr lang="es-NI" sz="3200" i="1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4704583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>
                          <a:effectLst/>
                        </a:rPr>
                        <a:t>2</a:t>
                      </a:r>
                      <a:endParaRPr lang="es-NI" sz="320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>
                          <a:solidFill>
                            <a:srgbClr val="0000FF"/>
                          </a:solidFill>
                          <a:effectLst/>
                        </a:rPr>
                        <a:t>5</a:t>
                      </a:r>
                      <a:endParaRPr lang="es-NI" sz="3200" b="1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solidFill>
                            <a:srgbClr val="0000FF"/>
                          </a:solidFill>
                          <a:effectLst/>
                        </a:rPr>
                        <a:t> </a:t>
                      </a:r>
                      <a:endParaRPr lang="es-NI" sz="3200" b="1" dirty="0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solidFill>
                            <a:srgbClr val="0000FF"/>
                          </a:solidFill>
                          <a:effectLst/>
                        </a:rPr>
                        <a:t>15</a:t>
                      </a:r>
                      <a:endParaRPr lang="es-NI" sz="3200" b="1" dirty="0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>
                          <a:solidFill>
                            <a:srgbClr val="0000FF"/>
                          </a:solidFill>
                          <a:effectLst/>
                        </a:rPr>
                        <a:t>5</a:t>
                      </a:r>
                      <a:endParaRPr lang="es-NI" sz="3200" b="1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i="1" dirty="0">
                          <a:effectLst/>
                        </a:rPr>
                        <a:t>25</a:t>
                      </a:r>
                      <a:endParaRPr lang="es-NI" sz="3200" i="1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2920752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>
                          <a:effectLst/>
                        </a:rPr>
                        <a:t>3</a:t>
                      </a:r>
                      <a:endParaRPr lang="es-NI" sz="320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solidFill>
                            <a:srgbClr val="CC0099"/>
                          </a:solidFill>
                          <a:effectLst/>
                        </a:rPr>
                        <a:t> i</a:t>
                      </a:r>
                      <a:endParaRPr lang="es-NI" sz="3200" b="1" dirty="0">
                        <a:solidFill>
                          <a:srgbClr val="CC0099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>
                          <a:solidFill>
                            <a:srgbClr val="0000FF"/>
                          </a:solidFill>
                          <a:effectLst/>
                        </a:rPr>
                        <a:t> </a:t>
                      </a:r>
                      <a:endParaRPr lang="es-NI" sz="3200" b="1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solidFill>
                            <a:srgbClr val="0000FF"/>
                          </a:solidFill>
                          <a:effectLst/>
                        </a:rPr>
                        <a:t> </a:t>
                      </a:r>
                      <a:endParaRPr lang="es-NI" sz="3200" b="1" dirty="0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solidFill>
                            <a:srgbClr val="0000FF"/>
                          </a:solidFill>
                          <a:effectLst/>
                        </a:rPr>
                        <a:t>5</a:t>
                      </a:r>
                      <a:endParaRPr lang="es-NI" sz="3200" b="1" dirty="0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i="1" dirty="0">
                          <a:effectLst/>
                        </a:rPr>
                        <a:t>5</a:t>
                      </a:r>
                      <a:endParaRPr lang="es-NI" sz="3200" i="1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4694542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effectLst/>
                        </a:rPr>
                        <a:t>DEMANDA</a:t>
                      </a:r>
                      <a:endParaRPr lang="es-NI" sz="3200" b="1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i="1">
                          <a:effectLst/>
                        </a:rPr>
                        <a:t>5</a:t>
                      </a:r>
                      <a:endParaRPr lang="es-NI" sz="3200" i="1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i="1">
                          <a:effectLst/>
                        </a:rPr>
                        <a:t>15</a:t>
                      </a:r>
                      <a:endParaRPr lang="es-NI" sz="3200" i="1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i="1">
                          <a:effectLst/>
                        </a:rPr>
                        <a:t>15</a:t>
                      </a:r>
                      <a:endParaRPr lang="es-NI" sz="3200" i="1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i="1" dirty="0">
                          <a:effectLst/>
                        </a:rPr>
                        <a:t>10</a:t>
                      </a:r>
                      <a:endParaRPr lang="es-NI" sz="3200" i="1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solidFill>
                            <a:srgbClr val="FF0000"/>
                          </a:solidFill>
                          <a:effectLst/>
                        </a:rPr>
                        <a:t>45</a:t>
                      </a:r>
                      <a:endParaRPr lang="es-NI" sz="3200" b="1" dirty="0">
                        <a:solidFill>
                          <a:srgbClr val="FF0000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47559608"/>
                  </a:ext>
                </a:extLst>
              </a:tr>
            </a:tbl>
          </a:graphicData>
        </a:graphic>
      </p:graphicFrame>
      <p:sp>
        <p:nvSpPr>
          <p:cNvPr id="4" name="CuadroTexto 3">
            <a:extLst>
              <a:ext uri="{FF2B5EF4-FFF2-40B4-BE49-F238E27FC236}">
                <a16:creationId xmlns:a16="http://schemas.microsoft.com/office/drawing/2014/main" id="{9DCD978D-8BCA-4707-BDDC-B96C4BB46489}"/>
              </a:ext>
            </a:extLst>
          </p:cNvPr>
          <p:cNvSpPr txBox="1"/>
          <p:nvPr/>
        </p:nvSpPr>
        <p:spPr>
          <a:xfrm>
            <a:off x="4218039" y="3107898"/>
            <a:ext cx="462361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lain" startAt="10"/>
            </a:pPr>
            <a:r>
              <a:rPr lang="es-NI" dirty="0">
                <a:solidFill>
                  <a:srgbClr val="FF0000"/>
                </a:solidFill>
                <a:latin typeface="Consolas" panose="020B0609020204030204" pitchFamily="49" charset="0"/>
              </a:rPr>
              <a:t>        00		20	   11</a:t>
            </a:r>
          </a:p>
          <a:p>
            <a:endParaRPr lang="es-NI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342900" indent="-342900">
              <a:buAutoNum type="arabicPlain" startAt="12"/>
            </a:pPr>
            <a:r>
              <a:rPr lang="es-NI" dirty="0">
                <a:solidFill>
                  <a:srgbClr val="FF0000"/>
                </a:solidFill>
                <a:latin typeface="Consolas" panose="020B0609020204030204" pitchFamily="49" charset="0"/>
              </a:rPr>
              <a:t>        07		09	   20</a:t>
            </a:r>
          </a:p>
          <a:p>
            <a:endParaRPr lang="es-NI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s-NI" dirty="0">
                <a:solidFill>
                  <a:srgbClr val="FF0000"/>
                </a:solidFill>
                <a:latin typeface="Consolas" panose="020B0609020204030204" pitchFamily="49" charset="0"/>
              </a:rPr>
              <a:t>00	   14		16	   18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3E3734E-F7EE-4303-8C5B-8901C25959F4}"/>
              </a:ext>
            </a:extLst>
          </p:cNvPr>
          <p:cNvSpPr/>
          <p:nvPr/>
        </p:nvSpPr>
        <p:spPr>
          <a:xfrm>
            <a:off x="4901026" y="572485"/>
            <a:ext cx="238995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Ruta 3A</a:t>
            </a:r>
          </a:p>
        </p:txBody>
      </p:sp>
      <p:sp>
        <p:nvSpPr>
          <p:cNvPr id="10" name="Signo menos 9">
            <a:extLst>
              <a:ext uri="{FF2B5EF4-FFF2-40B4-BE49-F238E27FC236}">
                <a16:creationId xmlns:a16="http://schemas.microsoft.com/office/drawing/2014/main" id="{27D13F35-C3F7-4747-A02D-0238627FCBCE}"/>
              </a:ext>
            </a:extLst>
          </p:cNvPr>
          <p:cNvSpPr/>
          <p:nvPr/>
        </p:nvSpPr>
        <p:spPr>
          <a:xfrm>
            <a:off x="3948114" y="3684562"/>
            <a:ext cx="360000" cy="324000"/>
          </a:xfrm>
          <a:prstGeom prst="mathMinus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NI"/>
          </a:p>
        </p:txBody>
      </p:sp>
      <p:sp>
        <p:nvSpPr>
          <p:cNvPr id="11" name="Signo más 10">
            <a:extLst>
              <a:ext uri="{FF2B5EF4-FFF2-40B4-BE49-F238E27FC236}">
                <a16:creationId xmlns:a16="http://schemas.microsoft.com/office/drawing/2014/main" id="{236C9F3F-C0D0-4E86-BD55-C9BAF1017209}"/>
              </a:ext>
            </a:extLst>
          </p:cNvPr>
          <p:cNvSpPr/>
          <p:nvPr/>
        </p:nvSpPr>
        <p:spPr>
          <a:xfrm>
            <a:off x="3984114" y="4206272"/>
            <a:ext cx="324000" cy="324000"/>
          </a:xfrm>
          <a:prstGeom prst="mathPlus">
            <a:avLst/>
          </a:prstGeom>
          <a:noFill/>
          <a:ln w="38100">
            <a:solidFill>
              <a:srgbClr val="00CC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NI"/>
          </a:p>
        </p:txBody>
      </p:sp>
      <p:sp>
        <p:nvSpPr>
          <p:cNvPr id="12" name="Signo más 11">
            <a:extLst>
              <a:ext uri="{FF2B5EF4-FFF2-40B4-BE49-F238E27FC236}">
                <a16:creationId xmlns:a16="http://schemas.microsoft.com/office/drawing/2014/main" id="{88EAD02D-111A-4F2E-9D3A-091935A2C37B}"/>
              </a:ext>
            </a:extLst>
          </p:cNvPr>
          <p:cNvSpPr/>
          <p:nvPr/>
        </p:nvSpPr>
        <p:spPr>
          <a:xfrm>
            <a:off x="7998651" y="3684562"/>
            <a:ext cx="324000" cy="324000"/>
          </a:xfrm>
          <a:prstGeom prst="mathPlus">
            <a:avLst/>
          </a:prstGeom>
          <a:noFill/>
          <a:ln w="38100">
            <a:solidFill>
              <a:srgbClr val="00CC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NI"/>
          </a:p>
        </p:txBody>
      </p:sp>
      <p:sp>
        <p:nvSpPr>
          <p:cNvPr id="13" name="Signo menos 12">
            <a:extLst>
              <a:ext uri="{FF2B5EF4-FFF2-40B4-BE49-F238E27FC236}">
                <a16:creationId xmlns:a16="http://schemas.microsoft.com/office/drawing/2014/main" id="{85A6C682-742F-4B4F-84B3-FA327D4C0F06}"/>
              </a:ext>
            </a:extLst>
          </p:cNvPr>
          <p:cNvSpPr/>
          <p:nvPr/>
        </p:nvSpPr>
        <p:spPr>
          <a:xfrm>
            <a:off x="7980651" y="4261226"/>
            <a:ext cx="360000" cy="324000"/>
          </a:xfrm>
          <a:prstGeom prst="mathMinus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NI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1DBD29B-D43E-4D3F-831C-77A99C58DB8A}"/>
              </a:ext>
            </a:extLst>
          </p:cNvPr>
          <p:cNvSpPr txBox="1"/>
          <p:nvPr/>
        </p:nvSpPr>
        <p:spPr>
          <a:xfrm>
            <a:off x="4267274" y="5694093"/>
            <a:ext cx="36574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NI" sz="2400" b="1" dirty="0"/>
              <a:t>C.M.</a:t>
            </a:r>
            <a:r>
              <a:rPr lang="es-NI" sz="2400" b="1" baseline="-25000" dirty="0"/>
              <a:t>(3A)</a:t>
            </a:r>
            <a:r>
              <a:rPr lang="es-NI" sz="2400" b="1" dirty="0"/>
              <a:t> = </a:t>
            </a:r>
            <a:r>
              <a:rPr lang="es-NI" sz="2400" b="1" dirty="0">
                <a:solidFill>
                  <a:srgbClr val="00B050"/>
                </a:solidFill>
              </a:rPr>
              <a:t>0</a:t>
            </a:r>
            <a:r>
              <a:rPr lang="es-NI" sz="2400" b="1" dirty="0"/>
              <a:t> </a:t>
            </a:r>
            <a:r>
              <a:rPr lang="es-NI" sz="2400" b="1" dirty="0">
                <a:solidFill>
                  <a:srgbClr val="7030A0"/>
                </a:solidFill>
              </a:rPr>
              <a:t>– 12 </a:t>
            </a:r>
            <a:r>
              <a:rPr lang="es-NI" sz="2400" b="1" dirty="0">
                <a:solidFill>
                  <a:srgbClr val="00B050"/>
                </a:solidFill>
              </a:rPr>
              <a:t>+ 20 </a:t>
            </a:r>
            <a:r>
              <a:rPr lang="es-NI" sz="2400" b="1" dirty="0">
                <a:solidFill>
                  <a:srgbClr val="7030A0"/>
                </a:solidFill>
              </a:rPr>
              <a:t>– 18 </a:t>
            </a:r>
          </a:p>
          <a:p>
            <a:pPr algn="ctr"/>
            <a:r>
              <a:rPr lang="es-NI" sz="2400" b="1" dirty="0">
                <a:solidFill>
                  <a:srgbClr val="7030A0"/>
                </a:solidFill>
              </a:rPr>
              <a:t> </a:t>
            </a:r>
            <a:r>
              <a:rPr lang="es-NI" sz="2400" b="1" dirty="0"/>
              <a:t>C.M.</a:t>
            </a:r>
            <a:r>
              <a:rPr lang="es-NI" sz="2400" b="1" baseline="-25000" dirty="0"/>
              <a:t>(3A)</a:t>
            </a:r>
            <a:r>
              <a:rPr lang="es-NI" sz="2400" b="1" dirty="0"/>
              <a:t> = – 10 </a:t>
            </a:r>
            <a:endParaRPr lang="es-NI" sz="24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9275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60254495-CC7D-4366-A0B5-AEEC5047BA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2230743"/>
              </p:ext>
            </p:extLst>
          </p:nvPr>
        </p:nvGraphicFramePr>
        <p:xfrm>
          <a:off x="1523999" y="1944993"/>
          <a:ext cx="8903370" cy="3498599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773681">
                  <a:extLst>
                    <a:ext uri="{9D8B030D-6E8A-4147-A177-3AD203B41FA5}">
                      <a16:colId xmlns:a16="http://schemas.microsoft.com/office/drawing/2014/main" val="3762954312"/>
                    </a:ext>
                  </a:extLst>
                </a:gridCol>
                <a:gridCol w="1297402">
                  <a:extLst>
                    <a:ext uri="{9D8B030D-6E8A-4147-A177-3AD203B41FA5}">
                      <a16:colId xmlns:a16="http://schemas.microsoft.com/office/drawing/2014/main" val="4160969703"/>
                    </a:ext>
                  </a:extLst>
                </a:gridCol>
                <a:gridCol w="1374572">
                  <a:extLst>
                    <a:ext uri="{9D8B030D-6E8A-4147-A177-3AD203B41FA5}">
                      <a16:colId xmlns:a16="http://schemas.microsoft.com/office/drawing/2014/main" val="911289999"/>
                    </a:ext>
                  </a:extLst>
                </a:gridCol>
                <a:gridCol w="1374572">
                  <a:extLst>
                    <a:ext uri="{9D8B030D-6E8A-4147-A177-3AD203B41FA5}">
                      <a16:colId xmlns:a16="http://schemas.microsoft.com/office/drawing/2014/main" val="990496470"/>
                    </a:ext>
                  </a:extLst>
                </a:gridCol>
                <a:gridCol w="1374572">
                  <a:extLst>
                    <a:ext uri="{9D8B030D-6E8A-4147-A177-3AD203B41FA5}">
                      <a16:colId xmlns:a16="http://schemas.microsoft.com/office/drawing/2014/main" val="255096291"/>
                    </a:ext>
                  </a:extLst>
                </a:gridCol>
                <a:gridCol w="1708571">
                  <a:extLst>
                    <a:ext uri="{9D8B030D-6E8A-4147-A177-3AD203B41FA5}">
                      <a16:colId xmlns:a16="http://schemas.microsoft.com/office/drawing/2014/main" val="11402366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dirty="0">
                          <a:effectLst/>
                        </a:rPr>
                        <a:t> </a:t>
                      </a:r>
                      <a:endParaRPr lang="es-NI" sz="3200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effectLst/>
                        </a:rPr>
                        <a:t>DESTINOS</a:t>
                      </a:r>
                      <a:endParaRPr lang="es-NI" sz="3200" b="1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effectLst/>
                        </a:rPr>
                        <a:t>OFERTA</a:t>
                      </a:r>
                      <a:endParaRPr lang="es-NI" sz="3200" b="1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042357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effectLst/>
                        </a:rPr>
                        <a:t>FUENTES</a:t>
                      </a:r>
                      <a:endParaRPr lang="es-NI" sz="3200" b="1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dirty="0">
                          <a:effectLst/>
                        </a:rPr>
                        <a:t>A</a:t>
                      </a:r>
                      <a:endParaRPr lang="es-NI" sz="3200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>
                          <a:effectLst/>
                        </a:rPr>
                        <a:t>B</a:t>
                      </a:r>
                      <a:endParaRPr lang="es-NI" sz="320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>
                          <a:effectLst/>
                        </a:rPr>
                        <a:t>C</a:t>
                      </a:r>
                      <a:endParaRPr lang="es-NI" sz="320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dirty="0">
                          <a:effectLst/>
                        </a:rPr>
                        <a:t>D</a:t>
                      </a:r>
                      <a:endParaRPr lang="es-NI" sz="3200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>
                          <a:effectLst/>
                        </a:rPr>
                        <a:t> </a:t>
                      </a:r>
                      <a:endParaRPr lang="es-NI" sz="320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6748775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>
                          <a:effectLst/>
                        </a:rPr>
                        <a:t>1</a:t>
                      </a:r>
                      <a:endParaRPr lang="es-NI" sz="320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solidFill>
                            <a:srgbClr val="0000FF"/>
                          </a:solidFill>
                          <a:effectLst/>
                        </a:rPr>
                        <a:t> </a:t>
                      </a:r>
                      <a:endParaRPr lang="es-NI" sz="3200" b="1" dirty="0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solidFill>
                            <a:srgbClr val="0000FF"/>
                          </a:solidFill>
                          <a:effectLst/>
                        </a:rPr>
                        <a:t>15</a:t>
                      </a:r>
                      <a:endParaRPr lang="es-NI" sz="3200" b="1" dirty="0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>
                          <a:solidFill>
                            <a:srgbClr val="0000FF"/>
                          </a:solidFill>
                          <a:effectLst/>
                        </a:rPr>
                        <a:t> </a:t>
                      </a:r>
                      <a:endParaRPr lang="es-NI" sz="3200" b="1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solidFill>
                            <a:srgbClr val="0000FF"/>
                          </a:solidFill>
                          <a:effectLst/>
                        </a:rPr>
                        <a:t> </a:t>
                      </a:r>
                      <a:endParaRPr lang="es-NI" sz="3200" b="1" dirty="0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i="1" dirty="0">
                          <a:effectLst/>
                        </a:rPr>
                        <a:t>15</a:t>
                      </a:r>
                      <a:endParaRPr lang="es-NI" sz="3200" i="1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4704583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>
                          <a:effectLst/>
                        </a:rPr>
                        <a:t>2</a:t>
                      </a:r>
                      <a:endParaRPr lang="es-NI" sz="320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>
                          <a:solidFill>
                            <a:srgbClr val="0000FF"/>
                          </a:solidFill>
                          <a:effectLst/>
                        </a:rPr>
                        <a:t>5</a:t>
                      </a:r>
                      <a:endParaRPr lang="es-NI" sz="3200" b="1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solidFill>
                            <a:srgbClr val="0000FF"/>
                          </a:solidFill>
                          <a:effectLst/>
                        </a:rPr>
                        <a:t> </a:t>
                      </a:r>
                      <a:endParaRPr lang="es-NI" sz="3200" b="1" dirty="0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solidFill>
                            <a:srgbClr val="0000FF"/>
                          </a:solidFill>
                          <a:effectLst/>
                        </a:rPr>
                        <a:t>15</a:t>
                      </a:r>
                      <a:endParaRPr lang="es-NI" sz="3200" b="1" dirty="0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>
                          <a:solidFill>
                            <a:srgbClr val="0000FF"/>
                          </a:solidFill>
                          <a:effectLst/>
                        </a:rPr>
                        <a:t>5</a:t>
                      </a:r>
                      <a:endParaRPr lang="es-NI" sz="3200" b="1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i="1" dirty="0">
                          <a:effectLst/>
                        </a:rPr>
                        <a:t>25</a:t>
                      </a:r>
                      <a:endParaRPr lang="es-NI" sz="3200" i="1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2920752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>
                          <a:effectLst/>
                        </a:rPr>
                        <a:t>3</a:t>
                      </a:r>
                      <a:endParaRPr lang="es-NI" sz="320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solidFill>
                            <a:srgbClr val="CC0099"/>
                          </a:solidFill>
                          <a:effectLst/>
                        </a:rPr>
                        <a:t> </a:t>
                      </a:r>
                      <a:endParaRPr lang="es-NI" sz="3200" b="1" dirty="0">
                        <a:solidFill>
                          <a:srgbClr val="CC0099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>
                          <a:solidFill>
                            <a:srgbClr val="0000FF"/>
                          </a:solidFill>
                          <a:effectLst/>
                        </a:rPr>
                        <a:t> </a:t>
                      </a:r>
                      <a:endParaRPr lang="es-NI" sz="3200" b="1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solidFill>
                            <a:srgbClr val="0000FF"/>
                          </a:solidFill>
                          <a:effectLst/>
                        </a:rPr>
                        <a:t> </a:t>
                      </a:r>
                      <a:r>
                        <a:rPr lang="es-NI" sz="3200" b="1" dirty="0">
                          <a:solidFill>
                            <a:srgbClr val="CC0099"/>
                          </a:solidFill>
                          <a:effectLst/>
                        </a:rPr>
                        <a:t>i</a:t>
                      </a:r>
                      <a:endParaRPr lang="es-NI" sz="3200" b="1" dirty="0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solidFill>
                            <a:srgbClr val="0000FF"/>
                          </a:solidFill>
                          <a:effectLst/>
                        </a:rPr>
                        <a:t>5</a:t>
                      </a:r>
                      <a:endParaRPr lang="es-NI" sz="3200" b="1" dirty="0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i="1" dirty="0">
                          <a:effectLst/>
                        </a:rPr>
                        <a:t>5</a:t>
                      </a:r>
                      <a:endParaRPr lang="es-NI" sz="3200" i="1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4694542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effectLst/>
                        </a:rPr>
                        <a:t>DEMANDA</a:t>
                      </a:r>
                      <a:endParaRPr lang="es-NI" sz="3200" b="1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i="1">
                          <a:effectLst/>
                        </a:rPr>
                        <a:t>5</a:t>
                      </a:r>
                      <a:endParaRPr lang="es-NI" sz="3200" i="1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i="1">
                          <a:effectLst/>
                        </a:rPr>
                        <a:t>15</a:t>
                      </a:r>
                      <a:endParaRPr lang="es-NI" sz="3200" i="1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i="1">
                          <a:effectLst/>
                        </a:rPr>
                        <a:t>15</a:t>
                      </a:r>
                      <a:endParaRPr lang="es-NI" sz="3200" i="1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i="1" dirty="0">
                          <a:effectLst/>
                        </a:rPr>
                        <a:t>10</a:t>
                      </a:r>
                      <a:endParaRPr lang="es-NI" sz="3200" i="1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solidFill>
                            <a:srgbClr val="FF0000"/>
                          </a:solidFill>
                          <a:effectLst/>
                        </a:rPr>
                        <a:t>45</a:t>
                      </a:r>
                      <a:endParaRPr lang="es-NI" sz="3200" b="1" dirty="0">
                        <a:solidFill>
                          <a:srgbClr val="FF0000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47559608"/>
                  </a:ext>
                </a:extLst>
              </a:tr>
            </a:tbl>
          </a:graphicData>
        </a:graphic>
      </p:graphicFrame>
      <p:sp>
        <p:nvSpPr>
          <p:cNvPr id="4" name="CuadroTexto 3">
            <a:extLst>
              <a:ext uri="{FF2B5EF4-FFF2-40B4-BE49-F238E27FC236}">
                <a16:creationId xmlns:a16="http://schemas.microsoft.com/office/drawing/2014/main" id="{9DCD978D-8BCA-4707-BDDC-B96C4BB46489}"/>
              </a:ext>
            </a:extLst>
          </p:cNvPr>
          <p:cNvSpPr txBox="1"/>
          <p:nvPr/>
        </p:nvSpPr>
        <p:spPr>
          <a:xfrm>
            <a:off x="4218039" y="3107898"/>
            <a:ext cx="462361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lain" startAt="10"/>
            </a:pPr>
            <a:r>
              <a:rPr lang="es-NI" dirty="0">
                <a:solidFill>
                  <a:srgbClr val="FF0000"/>
                </a:solidFill>
                <a:latin typeface="Consolas" panose="020B0609020204030204" pitchFamily="49" charset="0"/>
              </a:rPr>
              <a:t>        00		20	   11</a:t>
            </a:r>
          </a:p>
          <a:p>
            <a:endParaRPr lang="es-NI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342900" indent="-342900">
              <a:buAutoNum type="arabicPlain" startAt="12"/>
            </a:pPr>
            <a:r>
              <a:rPr lang="es-NI" dirty="0">
                <a:solidFill>
                  <a:srgbClr val="FF0000"/>
                </a:solidFill>
                <a:latin typeface="Consolas" panose="020B0609020204030204" pitchFamily="49" charset="0"/>
              </a:rPr>
              <a:t>        07		09	   20</a:t>
            </a:r>
          </a:p>
          <a:p>
            <a:endParaRPr lang="es-NI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s-NI" dirty="0">
                <a:solidFill>
                  <a:srgbClr val="FF0000"/>
                </a:solidFill>
                <a:latin typeface="Consolas" panose="020B0609020204030204" pitchFamily="49" charset="0"/>
              </a:rPr>
              <a:t>00	   14		16	   18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3E3734E-F7EE-4303-8C5B-8901C25959F4}"/>
              </a:ext>
            </a:extLst>
          </p:cNvPr>
          <p:cNvSpPr/>
          <p:nvPr/>
        </p:nvSpPr>
        <p:spPr>
          <a:xfrm>
            <a:off x="4917056" y="572485"/>
            <a:ext cx="235789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Ruta 3C</a:t>
            </a: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5BE18835-99F4-4E7A-B1F2-A4D2164D681A}"/>
              </a:ext>
            </a:extLst>
          </p:cNvPr>
          <p:cNvCxnSpPr/>
          <p:nvPr/>
        </p:nvCxnSpPr>
        <p:spPr>
          <a:xfrm>
            <a:off x="8155983" y="3865226"/>
            <a:ext cx="0" cy="720000"/>
          </a:xfrm>
          <a:prstGeom prst="straightConnector1">
            <a:avLst/>
          </a:prstGeom>
          <a:ln w="76200">
            <a:solidFill>
              <a:srgbClr val="00CC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51AD1AF4-F250-4C5C-89BF-EEEB4631FDFD}"/>
              </a:ext>
            </a:extLst>
          </p:cNvPr>
          <p:cNvCxnSpPr/>
          <p:nvPr/>
        </p:nvCxnSpPr>
        <p:spPr>
          <a:xfrm flipH="1" flipV="1">
            <a:off x="6532254" y="3865226"/>
            <a:ext cx="0" cy="720000"/>
          </a:xfrm>
          <a:prstGeom prst="straightConnector1">
            <a:avLst/>
          </a:prstGeom>
          <a:ln w="76200">
            <a:solidFill>
              <a:srgbClr val="00CC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D7E9D788-B121-4A06-B35C-9385E3FF9E99}"/>
              </a:ext>
            </a:extLst>
          </p:cNvPr>
          <p:cNvCxnSpPr/>
          <p:nvPr/>
        </p:nvCxnSpPr>
        <p:spPr>
          <a:xfrm>
            <a:off x="6930976" y="3722136"/>
            <a:ext cx="720000" cy="0"/>
          </a:xfrm>
          <a:prstGeom prst="straightConnector1">
            <a:avLst/>
          </a:prstGeom>
          <a:ln w="76200">
            <a:solidFill>
              <a:srgbClr val="00CC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1B5A20E6-CE36-4BF6-9EC0-608F02E7B07D}"/>
              </a:ext>
            </a:extLst>
          </p:cNvPr>
          <p:cNvCxnSpPr/>
          <p:nvPr/>
        </p:nvCxnSpPr>
        <p:spPr>
          <a:xfrm flipH="1">
            <a:off x="6930976" y="4792578"/>
            <a:ext cx="720000" cy="0"/>
          </a:xfrm>
          <a:prstGeom prst="straightConnector1">
            <a:avLst/>
          </a:prstGeom>
          <a:ln w="76200">
            <a:solidFill>
              <a:srgbClr val="00CC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03008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60254495-CC7D-4366-A0B5-AEEC5047BAB8}"/>
              </a:ext>
            </a:extLst>
          </p:cNvPr>
          <p:cNvGraphicFramePr>
            <a:graphicFrameLocks noGrp="1"/>
          </p:cNvGraphicFramePr>
          <p:nvPr/>
        </p:nvGraphicFramePr>
        <p:xfrm>
          <a:off x="1523999" y="1944993"/>
          <a:ext cx="8903370" cy="3417192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773681">
                  <a:extLst>
                    <a:ext uri="{9D8B030D-6E8A-4147-A177-3AD203B41FA5}">
                      <a16:colId xmlns:a16="http://schemas.microsoft.com/office/drawing/2014/main" val="3762954312"/>
                    </a:ext>
                  </a:extLst>
                </a:gridCol>
                <a:gridCol w="1297402">
                  <a:extLst>
                    <a:ext uri="{9D8B030D-6E8A-4147-A177-3AD203B41FA5}">
                      <a16:colId xmlns:a16="http://schemas.microsoft.com/office/drawing/2014/main" val="4160969703"/>
                    </a:ext>
                  </a:extLst>
                </a:gridCol>
                <a:gridCol w="1374572">
                  <a:extLst>
                    <a:ext uri="{9D8B030D-6E8A-4147-A177-3AD203B41FA5}">
                      <a16:colId xmlns:a16="http://schemas.microsoft.com/office/drawing/2014/main" val="911289999"/>
                    </a:ext>
                  </a:extLst>
                </a:gridCol>
                <a:gridCol w="1374572">
                  <a:extLst>
                    <a:ext uri="{9D8B030D-6E8A-4147-A177-3AD203B41FA5}">
                      <a16:colId xmlns:a16="http://schemas.microsoft.com/office/drawing/2014/main" val="990496470"/>
                    </a:ext>
                  </a:extLst>
                </a:gridCol>
                <a:gridCol w="1374572">
                  <a:extLst>
                    <a:ext uri="{9D8B030D-6E8A-4147-A177-3AD203B41FA5}">
                      <a16:colId xmlns:a16="http://schemas.microsoft.com/office/drawing/2014/main" val="255096291"/>
                    </a:ext>
                  </a:extLst>
                </a:gridCol>
                <a:gridCol w="1708571">
                  <a:extLst>
                    <a:ext uri="{9D8B030D-6E8A-4147-A177-3AD203B41FA5}">
                      <a16:colId xmlns:a16="http://schemas.microsoft.com/office/drawing/2014/main" val="11402366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dirty="0">
                          <a:effectLst/>
                        </a:rPr>
                        <a:t> </a:t>
                      </a:r>
                      <a:endParaRPr lang="es-NI" sz="3200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effectLst/>
                        </a:rPr>
                        <a:t>DESTINOS</a:t>
                      </a:r>
                      <a:endParaRPr lang="es-NI" sz="3200" b="1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effectLst/>
                        </a:rPr>
                        <a:t>OFERTA</a:t>
                      </a:r>
                      <a:endParaRPr lang="es-NI" sz="3200" b="1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042357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effectLst/>
                        </a:rPr>
                        <a:t>FUENTES</a:t>
                      </a:r>
                      <a:endParaRPr lang="es-NI" sz="3200" b="1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dirty="0">
                          <a:effectLst/>
                        </a:rPr>
                        <a:t>A</a:t>
                      </a:r>
                      <a:endParaRPr lang="es-NI" sz="3200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>
                          <a:effectLst/>
                        </a:rPr>
                        <a:t>B</a:t>
                      </a:r>
                      <a:endParaRPr lang="es-NI" sz="320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>
                          <a:effectLst/>
                        </a:rPr>
                        <a:t>C</a:t>
                      </a:r>
                      <a:endParaRPr lang="es-NI" sz="320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dirty="0">
                          <a:effectLst/>
                        </a:rPr>
                        <a:t>D</a:t>
                      </a:r>
                      <a:endParaRPr lang="es-NI" sz="3200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>
                          <a:effectLst/>
                        </a:rPr>
                        <a:t> </a:t>
                      </a:r>
                      <a:endParaRPr lang="es-NI" sz="320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6748775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>
                          <a:effectLst/>
                        </a:rPr>
                        <a:t>1</a:t>
                      </a:r>
                      <a:endParaRPr lang="es-NI" sz="320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solidFill>
                            <a:srgbClr val="0000FF"/>
                          </a:solidFill>
                          <a:effectLst/>
                        </a:rPr>
                        <a:t> </a:t>
                      </a:r>
                      <a:endParaRPr lang="es-NI" sz="3200" b="1" dirty="0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solidFill>
                            <a:srgbClr val="0000FF"/>
                          </a:solidFill>
                          <a:effectLst/>
                        </a:rPr>
                        <a:t>15</a:t>
                      </a:r>
                      <a:endParaRPr lang="es-NI" sz="3200" b="1" dirty="0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>
                          <a:solidFill>
                            <a:srgbClr val="0000FF"/>
                          </a:solidFill>
                          <a:effectLst/>
                        </a:rPr>
                        <a:t> </a:t>
                      </a:r>
                      <a:endParaRPr lang="es-NI" sz="3200" b="1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solidFill>
                            <a:srgbClr val="0000FF"/>
                          </a:solidFill>
                          <a:effectLst/>
                        </a:rPr>
                        <a:t> </a:t>
                      </a:r>
                      <a:endParaRPr lang="es-NI" sz="3200" b="1" dirty="0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i="1" dirty="0">
                          <a:effectLst/>
                        </a:rPr>
                        <a:t>15</a:t>
                      </a:r>
                      <a:endParaRPr lang="es-NI" sz="3200" i="1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4704583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>
                          <a:effectLst/>
                        </a:rPr>
                        <a:t>2</a:t>
                      </a:r>
                      <a:endParaRPr lang="es-NI" sz="320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>
                          <a:solidFill>
                            <a:srgbClr val="0000FF"/>
                          </a:solidFill>
                          <a:effectLst/>
                        </a:rPr>
                        <a:t>5</a:t>
                      </a:r>
                      <a:endParaRPr lang="es-NI" sz="3200" b="1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solidFill>
                            <a:srgbClr val="0000FF"/>
                          </a:solidFill>
                          <a:effectLst/>
                        </a:rPr>
                        <a:t> </a:t>
                      </a:r>
                      <a:endParaRPr lang="es-NI" sz="3200" b="1" dirty="0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solidFill>
                            <a:srgbClr val="0000FF"/>
                          </a:solidFill>
                          <a:effectLst/>
                        </a:rPr>
                        <a:t>15</a:t>
                      </a:r>
                      <a:endParaRPr lang="es-NI" sz="3200" b="1" dirty="0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>
                          <a:solidFill>
                            <a:srgbClr val="0000FF"/>
                          </a:solidFill>
                          <a:effectLst/>
                        </a:rPr>
                        <a:t>5</a:t>
                      </a:r>
                      <a:endParaRPr lang="es-NI" sz="3200" b="1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i="1" dirty="0">
                          <a:effectLst/>
                        </a:rPr>
                        <a:t>25</a:t>
                      </a:r>
                      <a:endParaRPr lang="es-NI" sz="3200" i="1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2920752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>
                          <a:effectLst/>
                        </a:rPr>
                        <a:t>3</a:t>
                      </a:r>
                      <a:endParaRPr lang="es-NI" sz="320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solidFill>
                            <a:srgbClr val="CC0099"/>
                          </a:solidFill>
                          <a:effectLst/>
                        </a:rPr>
                        <a:t> i</a:t>
                      </a:r>
                      <a:endParaRPr lang="es-NI" sz="3200" b="1" dirty="0">
                        <a:solidFill>
                          <a:srgbClr val="CC0099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>
                          <a:solidFill>
                            <a:srgbClr val="0000FF"/>
                          </a:solidFill>
                          <a:effectLst/>
                        </a:rPr>
                        <a:t> </a:t>
                      </a:r>
                      <a:endParaRPr lang="es-NI" sz="3200" b="1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solidFill>
                            <a:srgbClr val="0000FF"/>
                          </a:solidFill>
                          <a:effectLst/>
                        </a:rPr>
                        <a:t> </a:t>
                      </a:r>
                      <a:endParaRPr lang="es-NI" sz="3200" b="1" dirty="0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solidFill>
                            <a:srgbClr val="0000FF"/>
                          </a:solidFill>
                          <a:effectLst/>
                        </a:rPr>
                        <a:t>5</a:t>
                      </a:r>
                      <a:endParaRPr lang="es-NI" sz="3200" b="1" dirty="0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i="1" dirty="0">
                          <a:effectLst/>
                        </a:rPr>
                        <a:t>5</a:t>
                      </a:r>
                      <a:endParaRPr lang="es-NI" sz="3200" i="1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4694542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effectLst/>
                        </a:rPr>
                        <a:t>DEMANDA</a:t>
                      </a:r>
                      <a:endParaRPr lang="es-NI" sz="3200" b="1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i="1">
                          <a:effectLst/>
                        </a:rPr>
                        <a:t>5</a:t>
                      </a:r>
                      <a:endParaRPr lang="es-NI" sz="3200" i="1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i="1">
                          <a:effectLst/>
                        </a:rPr>
                        <a:t>15</a:t>
                      </a:r>
                      <a:endParaRPr lang="es-NI" sz="3200" i="1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i="1">
                          <a:effectLst/>
                        </a:rPr>
                        <a:t>15</a:t>
                      </a:r>
                      <a:endParaRPr lang="es-NI" sz="3200" i="1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i="1" dirty="0">
                          <a:effectLst/>
                        </a:rPr>
                        <a:t>10</a:t>
                      </a:r>
                      <a:endParaRPr lang="es-NI" sz="3200" i="1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solidFill>
                            <a:srgbClr val="FF0000"/>
                          </a:solidFill>
                          <a:effectLst/>
                        </a:rPr>
                        <a:t>45</a:t>
                      </a:r>
                      <a:endParaRPr lang="es-NI" sz="3200" b="1" dirty="0">
                        <a:solidFill>
                          <a:srgbClr val="FF0000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47559608"/>
                  </a:ext>
                </a:extLst>
              </a:tr>
            </a:tbl>
          </a:graphicData>
        </a:graphic>
      </p:graphicFrame>
      <p:sp>
        <p:nvSpPr>
          <p:cNvPr id="4" name="CuadroTexto 3">
            <a:extLst>
              <a:ext uri="{FF2B5EF4-FFF2-40B4-BE49-F238E27FC236}">
                <a16:creationId xmlns:a16="http://schemas.microsoft.com/office/drawing/2014/main" id="{9DCD978D-8BCA-4707-BDDC-B96C4BB46489}"/>
              </a:ext>
            </a:extLst>
          </p:cNvPr>
          <p:cNvSpPr txBox="1"/>
          <p:nvPr/>
        </p:nvSpPr>
        <p:spPr>
          <a:xfrm>
            <a:off x="4218039" y="3107898"/>
            <a:ext cx="462361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lain" startAt="10"/>
            </a:pPr>
            <a:r>
              <a:rPr lang="es-NI" dirty="0">
                <a:solidFill>
                  <a:srgbClr val="FF0000"/>
                </a:solidFill>
                <a:latin typeface="Consolas" panose="020B0609020204030204" pitchFamily="49" charset="0"/>
              </a:rPr>
              <a:t>        00		20	   11</a:t>
            </a:r>
          </a:p>
          <a:p>
            <a:endParaRPr lang="es-NI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342900" indent="-342900">
              <a:buAutoNum type="arabicPlain" startAt="12"/>
            </a:pPr>
            <a:r>
              <a:rPr lang="es-NI" dirty="0">
                <a:solidFill>
                  <a:srgbClr val="FF0000"/>
                </a:solidFill>
                <a:latin typeface="Consolas" panose="020B0609020204030204" pitchFamily="49" charset="0"/>
              </a:rPr>
              <a:t>        07		09	   20</a:t>
            </a:r>
          </a:p>
          <a:p>
            <a:endParaRPr lang="es-NI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s-NI" dirty="0">
                <a:solidFill>
                  <a:srgbClr val="FF0000"/>
                </a:solidFill>
                <a:latin typeface="Consolas" panose="020B0609020204030204" pitchFamily="49" charset="0"/>
              </a:rPr>
              <a:t>00	   14		16	   18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3E3734E-F7EE-4303-8C5B-8901C25959F4}"/>
              </a:ext>
            </a:extLst>
          </p:cNvPr>
          <p:cNvSpPr/>
          <p:nvPr/>
        </p:nvSpPr>
        <p:spPr>
          <a:xfrm>
            <a:off x="4917056" y="572485"/>
            <a:ext cx="235789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Ruta 3C</a:t>
            </a:r>
          </a:p>
        </p:txBody>
      </p:sp>
      <p:sp>
        <p:nvSpPr>
          <p:cNvPr id="10" name="Signo menos 9">
            <a:extLst>
              <a:ext uri="{FF2B5EF4-FFF2-40B4-BE49-F238E27FC236}">
                <a16:creationId xmlns:a16="http://schemas.microsoft.com/office/drawing/2014/main" id="{27D13F35-C3F7-4747-A02D-0238627FCBCE}"/>
              </a:ext>
            </a:extLst>
          </p:cNvPr>
          <p:cNvSpPr/>
          <p:nvPr/>
        </p:nvSpPr>
        <p:spPr>
          <a:xfrm>
            <a:off x="6667251" y="3684562"/>
            <a:ext cx="360000" cy="324000"/>
          </a:xfrm>
          <a:prstGeom prst="mathMinus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NI"/>
          </a:p>
        </p:txBody>
      </p:sp>
      <p:sp>
        <p:nvSpPr>
          <p:cNvPr id="11" name="Signo más 10">
            <a:extLst>
              <a:ext uri="{FF2B5EF4-FFF2-40B4-BE49-F238E27FC236}">
                <a16:creationId xmlns:a16="http://schemas.microsoft.com/office/drawing/2014/main" id="{236C9F3F-C0D0-4E86-BD55-C9BAF1017209}"/>
              </a:ext>
            </a:extLst>
          </p:cNvPr>
          <p:cNvSpPr/>
          <p:nvPr/>
        </p:nvSpPr>
        <p:spPr>
          <a:xfrm>
            <a:off x="6703251" y="4261226"/>
            <a:ext cx="324000" cy="324000"/>
          </a:xfrm>
          <a:prstGeom prst="mathPlus">
            <a:avLst/>
          </a:prstGeom>
          <a:noFill/>
          <a:ln w="38100">
            <a:solidFill>
              <a:srgbClr val="00CC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NI"/>
          </a:p>
        </p:txBody>
      </p:sp>
      <p:sp>
        <p:nvSpPr>
          <p:cNvPr id="12" name="Signo más 11">
            <a:extLst>
              <a:ext uri="{FF2B5EF4-FFF2-40B4-BE49-F238E27FC236}">
                <a16:creationId xmlns:a16="http://schemas.microsoft.com/office/drawing/2014/main" id="{88EAD02D-111A-4F2E-9D3A-091935A2C37B}"/>
              </a:ext>
            </a:extLst>
          </p:cNvPr>
          <p:cNvSpPr/>
          <p:nvPr/>
        </p:nvSpPr>
        <p:spPr>
          <a:xfrm>
            <a:off x="7998651" y="3684562"/>
            <a:ext cx="324000" cy="324000"/>
          </a:xfrm>
          <a:prstGeom prst="mathPlus">
            <a:avLst/>
          </a:prstGeom>
          <a:noFill/>
          <a:ln w="38100">
            <a:solidFill>
              <a:srgbClr val="00CC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NI"/>
          </a:p>
        </p:txBody>
      </p:sp>
      <p:sp>
        <p:nvSpPr>
          <p:cNvPr id="13" name="Signo menos 12">
            <a:extLst>
              <a:ext uri="{FF2B5EF4-FFF2-40B4-BE49-F238E27FC236}">
                <a16:creationId xmlns:a16="http://schemas.microsoft.com/office/drawing/2014/main" id="{85A6C682-742F-4B4F-84B3-FA327D4C0F06}"/>
              </a:ext>
            </a:extLst>
          </p:cNvPr>
          <p:cNvSpPr/>
          <p:nvPr/>
        </p:nvSpPr>
        <p:spPr>
          <a:xfrm>
            <a:off x="7980651" y="4261226"/>
            <a:ext cx="360000" cy="324000"/>
          </a:xfrm>
          <a:prstGeom prst="mathMinus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NI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1DBD29B-D43E-4D3F-831C-77A99C58DB8A}"/>
              </a:ext>
            </a:extLst>
          </p:cNvPr>
          <p:cNvSpPr txBox="1"/>
          <p:nvPr/>
        </p:nvSpPr>
        <p:spPr>
          <a:xfrm>
            <a:off x="4267274" y="5694093"/>
            <a:ext cx="36574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NI" sz="2400" b="1" dirty="0"/>
              <a:t>C.M.</a:t>
            </a:r>
            <a:r>
              <a:rPr lang="es-NI" sz="2400" b="1" baseline="-25000" dirty="0"/>
              <a:t>(3C)</a:t>
            </a:r>
            <a:r>
              <a:rPr lang="es-NI" sz="2400" b="1" dirty="0"/>
              <a:t> = </a:t>
            </a:r>
            <a:r>
              <a:rPr lang="es-NI" sz="2400" b="1" dirty="0">
                <a:solidFill>
                  <a:srgbClr val="00B050"/>
                </a:solidFill>
              </a:rPr>
              <a:t>16</a:t>
            </a:r>
            <a:r>
              <a:rPr lang="es-NI" sz="2400" b="1" dirty="0"/>
              <a:t> </a:t>
            </a:r>
            <a:r>
              <a:rPr lang="es-NI" sz="2400" b="1" dirty="0">
                <a:solidFill>
                  <a:srgbClr val="7030A0"/>
                </a:solidFill>
              </a:rPr>
              <a:t>– 9 </a:t>
            </a:r>
            <a:r>
              <a:rPr lang="es-NI" sz="2400" b="1" dirty="0">
                <a:solidFill>
                  <a:srgbClr val="00B050"/>
                </a:solidFill>
              </a:rPr>
              <a:t>+ 20 </a:t>
            </a:r>
            <a:r>
              <a:rPr lang="es-NI" sz="2400" b="1" dirty="0">
                <a:solidFill>
                  <a:srgbClr val="7030A0"/>
                </a:solidFill>
              </a:rPr>
              <a:t>– 18 </a:t>
            </a:r>
          </a:p>
          <a:p>
            <a:pPr algn="ctr"/>
            <a:r>
              <a:rPr lang="es-NI" sz="2400" b="1" dirty="0">
                <a:solidFill>
                  <a:srgbClr val="7030A0"/>
                </a:solidFill>
              </a:rPr>
              <a:t> </a:t>
            </a:r>
            <a:r>
              <a:rPr lang="es-NI" sz="2400" b="1" dirty="0"/>
              <a:t>C.M.</a:t>
            </a:r>
            <a:r>
              <a:rPr lang="es-NI" sz="2400" b="1" baseline="-25000" dirty="0"/>
              <a:t>(3C)</a:t>
            </a:r>
            <a:r>
              <a:rPr lang="es-NI" sz="2400" b="1" dirty="0"/>
              <a:t> = 9 </a:t>
            </a:r>
            <a:endParaRPr lang="es-NI" sz="24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9257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8266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9DCD978D-8BCA-4707-BDDC-B96C4BB46489}"/>
              </a:ext>
            </a:extLst>
          </p:cNvPr>
          <p:cNvSpPr txBox="1"/>
          <p:nvPr/>
        </p:nvSpPr>
        <p:spPr>
          <a:xfrm>
            <a:off x="4149800" y="3094250"/>
            <a:ext cx="462361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lain" startAt="10"/>
            </a:pPr>
            <a:r>
              <a:rPr lang="es-NI" dirty="0">
                <a:solidFill>
                  <a:srgbClr val="FF0000"/>
                </a:solidFill>
                <a:latin typeface="Consolas" panose="020B0609020204030204" pitchFamily="49" charset="0"/>
              </a:rPr>
              <a:t>        00		20	   11</a:t>
            </a:r>
          </a:p>
          <a:p>
            <a:endParaRPr lang="es-NI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342900" indent="-342900">
              <a:buAutoNum type="arabicPlain" startAt="12"/>
            </a:pPr>
            <a:r>
              <a:rPr lang="es-NI" dirty="0">
                <a:solidFill>
                  <a:srgbClr val="FF0000"/>
                </a:solidFill>
                <a:latin typeface="Consolas" panose="020B0609020204030204" pitchFamily="49" charset="0"/>
              </a:rPr>
              <a:t>        07		09	   20</a:t>
            </a:r>
          </a:p>
          <a:p>
            <a:endParaRPr lang="es-NI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s-NI" dirty="0">
                <a:solidFill>
                  <a:srgbClr val="FF0000"/>
                </a:solidFill>
                <a:latin typeface="Consolas" panose="020B0609020204030204" pitchFamily="49" charset="0"/>
              </a:rPr>
              <a:t>00	   14		16	   18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60254495-CC7D-4366-A0B5-AEEC5047BA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7011265"/>
              </p:ext>
            </p:extLst>
          </p:nvPr>
        </p:nvGraphicFramePr>
        <p:xfrm>
          <a:off x="1523999" y="1944993"/>
          <a:ext cx="8903370" cy="3542286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773681">
                  <a:extLst>
                    <a:ext uri="{9D8B030D-6E8A-4147-A177-3AD203B41FA5}">
                      <a16:colId xmlns:a16="http://schemas.microsoft.com/office/drawing/2014/main" val="3762954312"/>
                    </a:ext>
                  </a:extLst>
                </a:gridCol>
                <a:gridCol w="1297402">
                  <a:extLst>
                    <a:ext uri="{9D8B030D-6E8A-4147-A177-3AD203B41FA5}">
                      <a16:colId xmlns:a16="http://schemas.microsoft.com/office/drawing/2014/main" val="4160969703"/>
                    </a:ext>
                  </a:extLst>
                </a:gridCol>
                <a:gridCol w="1374572">
                  <a:extLst>
                    <a:ext uri="{9D8B030D-6E8A-4147-A177-3AD203B41FA5}">
                      <a16:colId xmlns:a16="http://schemas.microsoft.com/office/drawing/2014/main" val="911289999"/>
                    </a:ext>
                  </a:extLst>
                </a:gridCol>
                <a:gridCol w="1374572">
                  <a:extLst>
                    <a:ext uri="{9D8B030D-6E8A-4147-A177-3AD203B41FA5}">
                      <a16:colId xmlns:a16="http://schemas.microsoft.com/office/drawing/2014/main" val="990496470"/>
                    </a:ext>
                  </a:extLst>
                </a:gridCol>
                <a:gridCol w="1374572">
                  <a:extLst>
                    <a:ext uri="{9D8B030D-6E8A-4147-A177-3AD203B41FA5}">
                      <a16:colId xmlns:a16="http://schemas.microsoft.com/office/drawing/2014/main" val="255096291"/>
                    </a:ext>
                  </a:extLst>
                </a:gridCol>
                <a:gridCol w="1708571">
                  <a:extLst>
                    <a:ext uri="{9D8B030D-6E8A-4147-A177-3AD203B41FA5}">
                      <a16:colId xmlns:a16="http://schemas.microsoft.com/office/drawing/2014/main" val="11402366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dirty="0">
                          <a:effectLst/>
                        </a:rPr>
                        <a:t> </a:t>
                      </a:r>
                      <a:endParaRPr lang="es-NI" sz="3200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effectLst/>
                        </a:rPr>
                        <a:t>DESTINOS</a:t>
                      </a:r>
                      <a:endParaRPr lang="es-NI" sz="3200" b="1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effectLst/>
                        </a:rPr>
                        <a:t>OFERTA</a:t>
                      </a:r>
                      <a:endParaRPr lang="es-NI" sz="3200" b="1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042357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effectLst/>
                        </a:rPr>
                        <a:t>FUENTES</a:t>
                      </a:r>
                      <a:endParaRPr lang="es-NI" sz="3200" b="1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dirty="0">
                          <a:effectLst/>
                        </a:rPr>
                        <a:t>A</a:t>
                      </a:r>
                      <a:endParaRPr lang="es-NI" sz="3200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>
                          <a:effectLst/>
                        </a:rPr>
                        <a:t>B</a:t>
                      </a:r>
                      <a:endParaRPr lang="es-NI" sz="320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>
                          <a:effectLst/>
                        </a:rPr>
                        <a:t>C</a:t>
                      </a:r>
                      <a:endParaRPr lang="es-NI" sz="320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dirty="0">
                          <a:effectLst/>
                        </a:rPr>
                        <a:t>D</a:t>
                      </a:r>
                      <a:endParaRPr lang="es-NI" sz="3200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>
                          <a:effectLst/>
                        </a:rPr>
                        <a:t> </a:t>
                      </a:r>
                      <a:endParaRPr lang="es-NI" sz="320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6748775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>
                          <a:effectLst/>
                        </a:rPr>
                        <a:t>1</a:t>
                      </a:r>
                      <a:endParaRPr lang="es-NI" sz="320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solidFill>
                            <a:srgbClr val="0000FF"/>
                          </a:solidFill>
                          <a:effectLst/>
                        </a:rPr>
                        <a:t> </a:t>
                      </a:r>
                      <a:endParaRPr lang="es-NI" sz="3200" b="1" dirty="0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solidFill>
                            <a:srgbClr val="0000FF"/>
                          </a:solidFill>
                          <a:effectLst/>
                        </a:rPr>
                        <a:t>15</a:t>
                      </a:r>
                      <a:endParaRPr lang="es-NI" sz="3200" b="1" dirty="0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>
                          <a:solidFill>
                            <a:srgbClr val="0000FF"/>
                          </a:solidFill>
                          <a:effectLst/>
                        </a:rPr>
                        <a:t> </a:t>
                      </a:r>
                      <a:endParaRPr lang="es-NI" sz="3200" b="1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solidFill>
                            <a:srgbClr val="0000FF"/>
                          </a:solidFill>
                          <a:effectLst/>
                        </a:rPr>
                        <a:t> </a:t>
                      </a:r>
                      <a:endParaRPr lang="es-NI" sz="3200" b="1" dirty="0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i="1" dirty="0">
                          <a:effectLst/>
                        </a:rPr>
                        <a:t>15</a:t>
                      </a:r>
                      <a:endParaRPr lang="es-NI" sz="3200" i="1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4704583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>
                          <a:effectLst/>
                        </a:rPr>
                        <a:t>2</a:t>
                      </a:r>
                      <a:endParaRPr lang="es-NI" sz="320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endParaRPr lang="es-NI" sz="3200" b="1" dirty="0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solidFill>
                            <a:srgbClr val="0000FF"/>
                          </a:solidFill>
                          <a:effectLst/>
                        </a:rPr>
                        <a:t> </a:t>
                      </a:r>
                      <a:endParaRPr lang="es-NI" sz="3200" b="1" dirty="0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solidFill>
                            <a:srgbClr val="0000FF"/>
                          </a:solidFill>
                          <a:effectLst/>
                        </a:rPr>
                        <a:t>15</a:t>
                      </a:r>
                      <a:endParaRPr lang="es-NI" sz="3200" b="1" dirty="0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solidFill>
                            <a:srgbClr val="0000FF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</a:t>
                      </a:r>
                      <a:endParaRPr lang="es-NI" sz="3200" b="1" dirty="0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i="1" dirty="0">
                          <a:effectLst/>
                        </a:rPr>
                        <a:t>25</a:t>
                      </a:r>
                      <a:endParaRPr lang="es-NI" sz="3200" i="1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2920752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>
                          <a:effectLst/>
                        </a:rPr>
                        <a:t>3</a:t>
                      </a:r>
                      <a:endParaRPr lang="es-NI" sz="320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solidFill>
                            <a:srgbClr val="0000FF"/>
                          </a:solidFill>
                          <a:effectLst/>
                        </a:rPr>
                        <a:t> 5</a:t>
                      </a:r>
                      <a:endParaRPr lang="es-NI" sz="3200" b="1" dirty="0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solidFill>
                            <a:srgbClr val="0000FF"/>
                          </a:solidFill>
                          <a:effectLst/>
                        </a:rPr>
                        <a:t> </a:t>
                      </a:r>
                      <a:endParaRPr lang="es-NI" sz="3200" b="1" dirty="0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solidFill>
                            <a:srgbClr val="0000FF"/>
                          </a:solidFill>
                          <a:effectLst/>
                        </a:rPr>
                        <a:t> </a:t>
                      </a:r>
                      <a:endParaRPr lang="es-NI" sz="3200" b="1" dirty="0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endParaRPr lang="es-NI" sz="3200" b="1" dirty="0"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i="1" dirty="0">
                          <a:effectLst/>
                        </a:rPr>
                        <a:t>5</a:t>
                      </a:r>
                      <a:endParaRPr lang="es-NI" sz="3200" i="1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4694542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effectLst/>
                        </a:rPr>
                        <a:t>DEMANDA</a:t>
                      </a:r>
                      <a:endParaRPr lang="es-NI" sz="3200" b="1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i="1">
                          <a:effectLst/>
                        </a:rPr>
                        <a:t>5</a:t>
                      </a:r>
                      <a:endParaRPr lang="es-NI" sz="3200" i="1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i="1">
                          <a:effectLst/>
                        </a:rPr>
                        <a:t>15</a:t>
                      </a:r>
                      <a:endParaRPr lang="es-NI" sz="3200" i="1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i="1">
                          <a:effectLst/>
                        </a:rPr>
                        <a:t>15</a:t>
                      </a:r>
                      <a:endParaRPr lang="es-NI" sz="3200" i="1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i="1" dirty="0">
                          <a:effectLst/>
                        </a:rPr>
                        <a:t>10</a:t>
                      </a:r>
                      <a:endParaRPr lang="es-NI" sz="3200" i="1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</a:pPr>
                      <a:r>
                        <a:rPr lang="es-NI" sz="2800" b="1" dirty="0">
                          <a:solidFill>
                            <a:srgbClr val="FF0000"/>
                          </a:solidFill>
                          <a:effectLst/>
                        </a:rPr>
                        <a:t>45</a:t>
                      </a:r>
                      <a:endParaRPr lang="es-NI" sz="3200" b="1" dirty="0">
                        <a:solidFill>
                          <a:srgbClr val="FF0000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475596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975175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757</TotalTime>
  <Words>353</Words>
  <Application>Microsoft Office PowerPoint</Application>
  <PresentationFormat>Panorámica</PresentationFormat>
  <Paragraphs>196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Consolas</vt:lpstr>
      <vt:lpstr>Tahoma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Guillermo AntonioAguirre</dc:creator>
  <cp:lastModifiedBy>Guillermo AntonioAguirre</cp:lastModifiedBy>
  <cp:revision>8</cp:revision>
  <dcterms:created xsi:type="dcterms:W3CDTF">2024-03-31T18:43:39Z</dcterms:created>
  <dcterms:modified xsi:type="dcterms:W3CDTF">2024-04-02T03:04:18Z</dcterms:modified>
</cp:coreProperties>
</file>