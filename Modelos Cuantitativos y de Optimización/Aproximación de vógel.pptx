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6" r:id="rId4"/>
    <p:sldId id="267" r:id="rId5"/>
    <p:sldId id="268" r:id="rId6"/>
    <p:sldId id="269" r:id="rId7"/>
    <p:sldId id="270" r:id="rId8"/>
    <p:sldId id="271" r:id="rId9"/>
    <p:sldId id="272" r:id="rId10"/>
    <p:sldId id="273" r:id="rId11"/>
    <p:sldId id="274" r:id="rId12"/>
    <p:sldId id="275" r:id="rId13"/>
    <p:sldId id="276" r:id="rId14"/>
    <p:sldId id="277" r:id="rId15"/>
    <p:sldId id="265" r:id="rId16"/>
  </p:sldIdLst>
  <p:sldSz cx="12192000" cy="6858000"/>
  <p:notesSz cx="6858000" cy="9144000"/>
  <p:defaultTextStyle>
    <a:defPPr>
      <a:defRPr lang="es-N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Estilo clar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8B1032C-EA38-4F05-BA0D-38AFFFC7BED3}" styleName="Estilo claro 3 - Acento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Estilo temático 1 - Énfasis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 showGuides="1">
      <p:cViewPr varScale="1">
        <p:scale>
          <a:sx n="68" d="100"/>
          <a:sy n="68" d="100"/>
        </p:scale>
        <p:origin x="90" y="18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91D658-64DA-4872-9FD8-F94BA348EF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5CEDFEA-9556-4110-BBDC-278113FD97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A0AE164-C3F2-4155-86D2-A468B72AE5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090F9-B919-4F9A-9823-BAE07F48B768}" type="datetimeFigureOut">
              <a:rPr lang="es-NI" smtClean="0"/>
              <a:t>23/5/2020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22BB0D6-3B24-467E-A8EF-9A1C72D7E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90457BD-0A88-4873-AA68-34844F49D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64BA2-998F-4A71-BE71-3DBB172E4DF8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6093939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698326-178E-4D3E-BC84-82F6C92824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5FEF07F-160C-4FEC-B15A-495968300A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E58892A-CFA8-4DEA-B37E-D01B7AD34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090F9-B919-4F9A-9823-BAE07F48B768}" type="datetimeFigureOut">
              <a:rPr lang="es-NI" smtClean="0"/>
              <a:t>23/5/2020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C427D72-1595-45FE-A537-1774B4EBF5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D9458DF-F927-4E96-8EAE-53A85CB72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64BA2-998F-4A71-BE71-3DBB172E4DF8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28185994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434F13-F531-4E20-B4DC-5932657A0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C2AC6A2-A7A9-44A2-9AAE-14C880151B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3A1F8DA-1A84-4191-A79A-76EB3BA172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090F9-B919-4F9A-9823-BAE07F48B768}" type="datetimeFigureOut">
              <a:rPr lang="es-NI" smtClean="0"/>
              <a:t>23/5/2020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D8C7EF5-83BC-43A7-B792-6F19734E8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E2C7DF4-953B-4D50-A8FB-CA49508D6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64BA2-998F-4A71-BE71-3DBB172E4DF8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21111334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5ECE47-FA28-4027-B489-CBC03F8111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8ECB945-117B-4CD6-A169-F33A91AEB6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4F8795D-CBC6-4050-A4ED-43E3C4DFB8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9CEA25C-53D2-4D92-864C-8D628E225B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090F9-B919-4F9A-9823-BAE07F48B768}" type="datetimeFigureOut">
              <a:rPr lang="es-NI" smtClean="0"/>
              <a:t>23/5/2020</a:t>
            </a:fld>
            <a:endParaRPr lang="es-NI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7715388-745C-4669-8C5D-273AA167A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A218EC2-4AD5-4041-9DAD-D60CFF8DB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64BA2-998F-4A71-BE71-3DBB172E4DF8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3769077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605B40-9E92-4BAF-9144-57C5AF92A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95859E1-AB5A-45C1-B3D7-EC61EAC910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8514A05-083F-4075-A42B-428A16DCE7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D045DAF-290D-409F-84C9-0EB4AB9979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682E8BE-510C-468B-A66F-E978AB6075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B142AB26-1C91-4FCC-B134-7879CA34BE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090F9-B919-4F9A-9823-BAE07F48B768}" type="datetimeFigureOut">
              <a:rPr lang="es-NI" smtClean="0"/>
              <a:t>23/5/2020</a:t>
            </a:fld>
            <a:endParaRPr lang="es-NI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172E61A9-75D7-4CB0-8738-9890D4609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85F2F129-73F6-43EC-AF3F-A91FC4933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64BA2-998F-4A71-BE71-3DBB172E4DF8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40660715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82E844-B7AB-45CC-A69B-F5BDCC9DFA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82CD867-7302-4CDE-A2D9-488EA31A79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090F9-B919-4F9A-9823-BAE07F48B768}" type="datetimeFigureOut">
              <a:rPr lang="es-NI" smtClean="0"/>
              <a:t>23/5/2020</a:t>
            </a:fld>
            <a:endParaRPr lang="es-NI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96CDDD6-C645-4140-A643-DF20C4B7F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D3223EF-A761-4DA7-8C9A-16B342E34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64BA2-998F-4A71-BE71-3DBB172E4DF8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36637857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AE6E87B-96B8-450F-B07F-520646B63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090F9-B919-4F9A-9823-BAE07F48B768}" type="datetimeFigureOut">
              <a:rPr lang="es-NI" smtClean="0"/>
              <a:t>23/5/2020</a:t>
            </a:fld>
            <a:endParaRPr lang="es-NI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6BF4A90-9012-4364-B230-86334D52D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ADEFD80-55D3-4041-94D4-591F24B21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64BA2-998F-4A71-BE71-3DBB172E4DF8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14048987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27B2B8-93A6-46BD-86D4-951F96CD0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D485673-433F-4CD8-AEEA-7AA5FFA272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14F86BF-CEC1-4010-B48F-83ABFCB221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FA43D0F-60D2-4CE9-918A-FDF0A2338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090F9-B919-4F9A-9823-BAE07F48B768}" type="datetimeFigureOut">
              <a:rPr lang="es-NI" smtClean="0"/>
              <a:t>23/5/2020</a:t>
            </a:fld>
            <a:endParaRPr lang="es-NI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A991B0C-0AA2-4FC6-B912-820FE58024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7FBF84B-B46F-4942-BD6F-02188CCAA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64BA2-998F-4A71-BE71-3DBB172E4DF8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12328145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EE7659-DBD5-4AAD-9EC2-E8D21F7BCD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45A1E58D-414F-4812-992F-E68F3C1B4C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NI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B232243-3A37-4431-8BC7-F6A2DFB607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CD45C4F-E7EE-4C90-96CB-674AFB0F0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090F9-B919-4F9A-9823-BAE07F48B768}" type="datetimeFigureOut">
              <a:rPr lang="es-NI" smtClean="0"/>
              <a:t>23/5/2020</a:t>
            </a:fld>
            <a:endParaRPr lang="es-NI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71E3253-6C89-428C-B1E6-69A3CBDEDD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EF935DC-CFA2-4D84-90D9-D613644A1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64BA2-998F-4A71-BE71-3DBB172E4DF8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30327267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09A771-D73E-436F-ABA6-9A9D1592D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7DD0617-4685-4A0C-AD27-E573241EE0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5F28F0C-EB8D-4A73-A7FA-401E242449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090F9-B919-4F9A-9823-BAE07F48B768}" type="datetimeFigureOut">
              <a:rPr lang="es-NI" smtClean="0"/>
              <a:t>23/5/2020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EDC7E16-8983-41F8-8286-EAC60F4BA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C0F100A-F284-435E-BC9C-F027138E3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64BA2-998F-4A71-BE71-3DBB172E4DF8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17332554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7DB59DD-9DF4-4A32-8BAF-F79A5DA580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19BC51B-6228-4DAE-B0F0-9A58C006E4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F05ADC9-A753-4604-BBC3-84CF0A51E4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090F9-B919-4F9A-9823-BAE07F48B768}" type="datetimeFigureOut">
              <a:rPr lang="es-NI" smtClean="0"/>
              <a:t>23/5/2020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72B2A29-1761-44ED-B20A-F465C20719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124B344-E5A1-4C0E-BA7F-208AA2A24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64BA2-998F-4A71-BE71-3DBB172E4DF8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22813471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6870EF24-E81E-4903-B3B2-EF45CC1D6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4EC38CB-0A12-42ED-9D01-134A67BADA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4366493-395C-44E7-AA8B-020DE353FD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B090F9-B919-4F9A-9823-BAE07F48B768}" type="datetimeFigureOut">
              <a:rPr lang="es-NI" smtClean="0"/>
              <a:t>23/5/2020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AFBD687-0F23-475D-A28E-CA4ACF39A2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D14D6B6-2901-4C69-B1DC-274E9B06B3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564BA2-998F-4A71-BE71-3DBB172E4DF8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32932075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N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CCF63E24-070A-4329-9534-D84F671ED916}"/>
              </a:ext>
            </a:extLst>
          </p:cNvPr>
          <p:cNvSpPr txBox="1"/>
          <p:nvPr/>
        </p:nvSpPr>
        <p:spPr>
          <a:xfrm>
            <a:off x="381000" y="1905506"/>
            <a:ext cx="1142999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NI" sz="9600" dirty="0">
                <a:latin typeface="Verdana" panose="020B0604030504040204" pitchFamily="34" charset="0"/>
                <a:ea typeface="Verdana" panose="020B0604030504040204" pitchFamily="34" charset="0"/>
              </a:rPr>
              <a:t>Aproximación de Vogel</a:t>
            </a:r>
          </a:p>
        </p:txBody>
      </p:sp>
    </p:spTree>
    <p:extLst>
      <p:ext uri="{BB962C8B-B14F-4D97-AF65-F5344CB8AC3E}">
        <p14:creationId xmlns:p14="http://schemas.microsoft.com/office/powerpoint/2010/main" val="16061160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1CD36349-E977-42CF-83A8-2B6D9D115C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318" y="1489166"/>
            <a:ext cx="11394635" cy="3168015"/>
          </a:xfrm>
          <a:prstGeom prst="rect">
            <a:avLst/>
          </a:prstGeom>
        </p:spPr>
      </p:pic>
      <p:graphicFrame>
        <p:nvGraphicFramePr>
          <p:cNvPr id="7" name="Tabla 7">
            <a:extLst>
              <a:ext uri="{FF2B5EF4-FFF2-40B4-BE49-F238E27FC236}">
                <a16:creationId xmlns:a16="http://schemas.microsoft.com/office/drawing/2014/main" id="{C9901752-A741-42AC-8105-45DE0C7F04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643349"/>
              </p:ext>
            </p:extLst>
          </p:nvPr>
        </p:nvGraphicFramePr>
        <p:xfrm>
          <a:off x="2561772" y="2611483"/>
          <a:ext cx="7418251" cy="128632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22846">
                  <a:extLst>
                    <a:ext uri="{9D8B030D-6E8A-4147-A177-3AD203B41FA5}">
                      <a16:colId xmlns:a16="http://schemas.microsoft.com/office/drawing/2014/main" val="392487798"/>
                    </a:ext>
                  </a:extLst>
                </a:gridCol>
                <a:gridCol w="1959428">
                  <a:extLst>
                    <a:ext uri="{9D8B030D-6E8A-4147-A177-3AD203B41FA5}">
                      <a16:colId xmlns:a16="http://schemas.microsoft.com/office/drawing/2014/main" val="3095504788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4224146017"/>
                    </a:ext>
                  </a:extLst>
                </a:gridCol>
                <a:gridCol w="1815737">
                  <a:extLst>
                    <a:ext uri="{9D8B030D-6E8A-4147-A177-3AD203B41FA5}">
                      <a16:colId xmlns:a16="http://schemas.microsoft.com/office/drawing/2014/main" val="2396545712"/>
                    </a:ext>
                  </a:extLst>
                </a:gridCol>
              </a:tblGrid>
              <a:tr h="432163"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5576399"/>
                  </a:ext>
                </a:extLst>
              </a:tr>
              <a:tr h="483326"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51237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64152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39504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56C22A88-E7DF-460E-ACF9-990E63EAF5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434" y="784724"/>
            <a:ext cx="11668125" cy="3381375"/>
          </a:xfrm>
          <a:prstGeom prst="rect">
            <a:avLst/>
          </a:prstGeom>
        </p:spPr>
      </p:pic>
      <p:graphicFrame>
        <p:nvGraphicFramePr>
          <p:cNvPr id="5" name="Tabla 7">
            <a:extLst>
              <a:ext uri="{FF2B5EF4-FFF2-40B4-BE49-F238E27FC236}">
                <a16:creationId xmlns:a16="http://schemas.microsoft.com/office/drawing/2014/main" id="{58B3A4B3-C7B9-4698-8663-164027B02B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7601436"/>
              </p:ext>
            </p:extLst>
          </p:nvPr>
        </p:nvGraphicFramePr>
        <p:xfrm>
          <a:off x="1987007" y="1832246"/>
          <a:ext cx="7026364" cy="128632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22846">
                  <a:extLst>
                    <a:ext uri="{9D8B030D-6E8A-4147-A177-3AD203B41FA5}">
                      <a16:colId xmlns:a16="http://schemas.microsoft.com/office/drawing/2014/main" val="392487798"/>
                    </a:ext>
                  </a:extLst>
                </a:gridCol>
                <a:gridCol w="1776547">
                  <a:extLst>
                    <a:ext uri="{9D8B030D-6E8A-4147-A177-3AD203B41FA5}">
                      <a16:colId xmlns:a16="http://schemas.microsoft.com/office/drawing/2014/main" val="3095504788"/>
                    </a:ext>
                  </a:extLst>
                </a:gridCol>
                <a:gridCol w="1763486">
                  <a:extLst>
                    <a:ext uri="{9D8B030D-6E8A-4147-A177-3AD203B41FA5}">
                      <a16:colId xmlns:a16="http://schemas.microsoft.com/office/drawing/2014/main" val="4224146017"/>
                    </a:ext>
                  </a:extLst>
                </a:gridCol>
                <a:gridCol w="1763485">
                  <a:extLst>
                    <a:ext uri="{9D8B030D-6E8A-4147-A177-3AD203B41FA5}">
                      <a16:colId xmlns:a16="http://schemas.microsoft.com/office/drawing/2014/main" val="2396545712"/>
                    </a:ext>
                  </a:extLst>
                </a:gridCol>
              </a:tblGrid>
              <a:tr h="432163"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</a:rPr>
                        <a:t>10</a:t>
                      </a:r>
                      <a:endParaRPr lang="es-NI" sz="1000" b="1" dirty="0">
                        <a:solidFill>
                          <a:srgbClr val="FF0000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es-NI" sz="1000" b="1" dirty="0">
                        <a:solidFill>
                          <a:srgbClr val="FF0000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</a:rPr>
                        <a:t>20</a:t>
                      </a:r>
                      <a:endParaRPr lang="es-NI" sz="1000" b="1" dirty="0">
                        <a:solidFill>
                          <a:srgbClr val="FF0000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</a:rPr>
                        <a:t>11</a:t>
                      </a:r>
                      <a:endParaRPr lang="es-NI" sz="1000" b="1" dirty="0">
                        <a:solidFill>
                          <a:srgbClr val="FF0000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5576399"/>
                  </a:ext>
                </a:extLst>
              </a:tr>
              <a:tr h="483326"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</a:rPr>
                        <a:t>12</a:t>
                      </a:r>
                      <a:endParaRPr lang="es-NI" sz="1000" b="1" dirty="0">
                        <a:solidFill>
                          <a:srgbClr val="FF0000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</a:rPr>
                        <a:t>7</a:t>
                      </a:r>
                      <a:endParaRPr lang="es-NI" sz="1000" b="1" dirty="0">
                        <a:solidFill>
                          <a:srgbClr val="FF0000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</a:rPr>
                        <a:t>9</a:t>
                      </a:r>
                      <a:endParaRPr lang="es-NI" sz="1000" b="1" dirty="0">
                        <a:solidFill>
                          <a:srgbClr val="FF0000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</a:rPr>
                        <a:t>20</a:t>
                      </a:r>
                      <a:endParaRPr lang="es-NI" sz="1000" b="1" dirty="0">
                        <a:solidFill>
                          <a:srgbClr val="FF0000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51237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es-NI" sz="1000" b="1" dirty="0">
                        <a:solidFill>
                          <a:srgbClr val="FF0000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</a:rPr>
                        <a:t>14</a:t>
                      </a:r>
                      <a:endParaRPr lang="es-NI" sz="1000" b="1" dirty="0">
                        <a:solidFill>
                          <a:srgbClr val="FF0000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</a:rPr>
                        <a:t>16</a:t>
                      </a:r>
                      <a:endParaRPr lang="es-NI" sz="1000" b="1" dirty="0">
                        <a:solidFill>
                          <a:srgbClr val="FF0000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</a:rPr>
                        <a:t>18</a:t>
                      </a:r>
                      <a:endParaRPr lang="es-NI" sz="1000" b="1" dirty="0">
                        <a:solidFill>
                          <a:srgbClr val="FF0000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6415231"/>
                  </a:ext>
                </a:extLst>
              </a:tr>
            </a:tbl>
          </a:graphicData>
        </a:graphic>
      </p:graphicFrame>
      <p:sp>
        <p:nvSpPr>
          <p:cNvPr id="6" name="Rectángulo 5">
            <a:extLst>
              <a:ext uri="{FF2B5EF4-FFF2-40B4-BE49-F238E27FC236}">
                <a16:creationId xmlns:a16="http://schemas.microsoft.com/office/drawing/2014/main" id="{DCFC7ABF-17A1-412A-8C3C-2E8BEB8609FC}"/>
              </a:ext>
            </a:extLst>
          </p:cNvPr>
          <p:cNvSpPr/>
          <p:nvPr/>
        </p:nvSpPr>
        <p:spPr>
          <a:xfrm>
            <a:off x="10753659" y="1832246"/>
            <a:ext cx="550151" cy="138499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s-ES" sz="2800" b="1" cap="none" spc="0" dirty="0">
                <a:ln/>
                <a:solidFill>
                  <a:srgbClr val="00B050"/>
                </a:solidFill>
                <a:effectLst/>
              </a:rPr>
              <a:t>10</a:t>
            </a:r>
          </a:p>
          <a:p>
            <a:pPr algn="ctr"/>
            <a:r>
              <a:rPr lang="es-ES" sz="2800" b="1" dirty="0">
                <a:ln/>
                <a:solidFill>
                  <a:srgbClr val="00B050"/>
                </a:solidFill>
              </a:rPr>
              <a:t>2</a:t>
            </a:r>
          </a:p>
          <a:p>
            <a:pPr algn="ctr"/>
            <a:r>
              <a:rPr lang="es-ES" sz="2800" b="1" cap="none" spc="0" dirty="0">
                <a:ln/>
                <a:solidFill>
                  <a:srgbClr val="00B050"/>
                </a:solidFill>
                <a:effectLst/>
              </a:rPr>
              <a:t>14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AD0003D0-D8B8-4F8A-B4C0-AC1F34105541}"/>
              </a:ext>
            </a:extLst>
          </p:cNvPr>
          <p:cNvSpPr/>
          <p:nvPr/>
        </p:nvSpPr>
        <p:spPr>
          <a:xfrm>
            <a:off x="2546495" y="3642877"/>
            <a:ext cx="5907387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s-ES" sz="2800" b="1" cap="none" spc="0" dirty="0">
                <a:ln/>
                <a:solidFill>
                  <a:srgbClr val="00B050"/>
                </a:solidFill>
                <a:effectLst/>
              </a:rPr>
              <a:t>10		7		7			7</a:t>
            </a:r>
          </a:p>
        </p:txBody>
      </p:sp>
    </p:spTree>
    <p:extLst>
      <p:ext uri="{BB962C8B-B14F-4D97-AF65-F5344CB8AC3E}">
        <p14:creationId xmlns:p14="http://schemas.microsoft.com/office/powerpoint/2010/main" val="20399104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56C22A88-E7DF-460E-ACF9-990E63EAF5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434" y="784724"/>
            <a:ext cx="11668125" cy="3381375"/>
          </a:xfrm>
          <a:prstGeom prst="rect">
            <a:avLst/>
          </a:prstGeom>
        </p:spPr>
      </p:pic>
      <p:graphicFrame>
        <p:nvGraphicFramePr>
          <p:cNvPr id="5" name="Tabla 7">
            <a:extLst>
              <a:ext uri="{FF2B5EF4-FFF2-40B4-BE49-F238E27FC236}">
                <a16:creationId xmlns:a16="http://schemas.microsoft.com/office/drawing/2014/main" id="{58B3A4B3-C7B9-4698-8663-164027B02B11}"/>
              </a:ext>
            </a:extLst>
          </p:cNvPr>
          <p:cNvGraphicFramePr>
            <a:graphicFrameLocks noGrp="1"/>
          </p:cNvGraphicFramePr>
          <p:nvPr/>
        </p:nvGraphicFramePr>
        <p:xfrm>
          <a:off x="1987007" y="1832246"/>
          <a:ext cx="7026364" cy="128632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22846">
                  <a:extLst>
                    <a:ext uri="{9D8B030D-6E8A-4147-A177-3AD203B41FA5}">
                      <a16:colId xmlns:a16="http://schemas.microsoft.com/office/drawing/2014/main" val="392487798"/>
                    </a:ext>
                  </a:extLst>
                </a:gridCol>
                <a:gridCol w="1776547">
                  <a:extLst>
                    <a:ext uri="{9D8B030D-6E8A-4147-A177-3AD203B41FA5}">
                      <a16:colId xmlns:a16="http://schemas.microsoft.com/office/drawing/2014/main" val="3095504788"/>
                    </a:ext>
                  </a:extLst>
                </a:gridCol>
                <a:gridCol w="1763486">
                  <a:extLst>
                    <a:ext uri="{9D8B030D-6E8A-4147-A177-3AD203B41FA5}">
                      <a16:colId xmlns:a16="http://schemas.microsoft.com/office/drawing/2014/main" val="4224146017"/>
                    </a:ext>
                  </a:extLst>
                </a:gridCol>
                <a:gridCol w="1763485">
                  <a:extLst>
                    <a:ext uri="{9D8B030D-6E8A-4147-A177-3AD203B41FA5}">
                      <a16:colId xmlns:a16="http://schemas.microsoft.com/office/drawing/2014/main" val="2396545712"/>
                    </a:ext>
                  </a:extLst>
                </a:gridCol>
              </a:tblGrid>
              <a:tr h="432163"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</a:rPr>
                        <a:t>10</a:t>
                      </a:r>
                      <a:endParaRPr lang="es-NI" sz="1000" b="1" dirty="0">
                        <a:solidFill>
                          <a:srgbClr val="FF0000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es-NI" sz="1000" b="1" dirty="0">
                        <a:solidFill>
                          <a:srgbClr val="FF0000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</a:rPr>
                        <a:t>20</a:t>
                      </a:r>
                      <a:endParaRPr lang="es-NI" sz="1000" b="1" dirty="0">
                        <a:solidFill>
                          <a:srgbClr val="FF0000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</a:rPr>
                        <a:t>11</a:t>
                      </a:r>
                      <a:endParaRPr lang="es-NI" sz="1000" b="1" dirty="0">
                        <a:solidFill>
                          <a:srgbClr val="FF0000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5576399"/>
                  </a:ext>
                </a:extLst>
              </a:tr>
              <a:tr h="483326"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</a:rPr>
                        <a:t>12</a:t>
                      </a:r>
                      <a:endParaRPr lang="es-NI" sz="1000" b="1" dirty="0">
                        <a:solidFill>
                          <a:srgbClr val="FF0000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</a:rPr>
                        <a:t>7</a:t>
                      </a:r>
                      <a:endParaRPr lang="es-NI" sz="1000" b="1" dirty="0">
                        <a:solidFill>
                          <a:srgbClr val="FF0000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</a:rPr>
                        <a:t>9</a:t>
                      </a:r>
                      <a:endParaRPr lang="es-NI" sz="1000" b="1" dirty="0">
                        <a:solidFill>
                          <a:srgbClr val="FF0000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</a:rPr>
                        <a:t>20</a:t>
                      </a:r>
                      <a:endParaRPr lang="es-NI" sz="1000" b="1" dirty="0">
                        <a:solidFill>
                          <a:srgbClr val="FF0000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51237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es-NI" sz="1000" b="1" dirty="0">
                        <a:solidFill>
                          <a:srgbClr val="FF0000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</a:rPr>
                        <a:t>14</a:t>
                      </a:r>
                      <a:endParaRPr lang="es-NI" sz="1000" b="1" dirty="0">
                        <a:solidFill>
                          <a:srgbClr val="FF0000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</a:rPr>
                        <a:t>16</a:t>
                      </a:r>
                      <a:endParaRPr lang="es-NI" sz="1000" b="1" dirty="0">
                        <a:solidFill>
                          <a:srgbClr val="FF0000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</a:rPr>
                        <a:t>18</a:t>
                      </a:r>
                      <a:endParaRPr lang="es-NI" sz="1000" b="1" dirty="0">
                        <a:solidFill>
                          <a:srgbClr val="FF0000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6415231"/>
                  </a:ext>
                </a:extLst>
              </a:tr>
            </a:tbl>
          </a:graphicData>
        </a:graphic>
      </p:graphicFrame>
      <p:sp>
        <p:nvSpPr>
          <p:cNvPr id="6" name="Rectángulo 5">
            <a:extLst>
              <a:ext uri="{FF2B5EF4-FFF2-40B4-BE49-F238E27FC236}">
                <a16:creationId xmlns:a16="http://schemas.microsoft.com/office/drawing/2014/main" id="{DCFC7ABF-17A1-412A-8C3C-2E8BEB8609FC}"/>
              </a:ext>
            </a:extLst>
          </p:cNvPr>
          <p:cNvSpPr/>
          <p:nvPr/>
        </p:nvSpPr>
        <p:spPr>
          <a:xfrm>
            <a:off x="10753659" y="1832246"/>
            <a:ext cx="550151" cy="138499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s-ES" sz="2800" b="1" cap="none" spc="0" dirty="0">
                <a:ln/>
                <a:solidFill>
                  <a:srgbClr val="00B050"/>
                </a:solidFill>
                <a:effectLst/>
              </a:rPr>
              <a:t>10</a:t>
            </a:r>
          </a:p>
          <a:p>
            <a:pPr algn="ctr"/>
            <a:r>
              <a:rPr lang="es-ES" sz="2800" b="1" dirty="0">
                <a:ln/>
                <a:solidFill>
                  <a:srgbClr val="00B050"/>
                </a:solidFill>
              </a:rPr>
              <a:t>2</a:t>
            </a:r>
          </a:p>
          <a:p>
            <a:pPr algn="ctr"/>
            <a:r>
              <a:rPr lang="es-ES" sz="2800" b="1" cap="none" spc="0" dirty="0">
                <a:ln/>
                <a:solidFill>
                  <a:srgbClr val="FF0000"/>
                </a:solidFill>
                <a:effectLst/>
              </a:rPr>
              <a:t>14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AD0003D0-D8B8-4F8A-B4C0-AC1F34105541}"/>
              </a:ext>
            </a:extLst>
          </p:cNvPr>
          <p:cNvSpPr/>
          <p:nvPr/>
        </p:nvSpPr>
        <p:spPr>
          <a:xfrm>
            <a:off x="2546495" y="3642877"/>
            <a:ext cx="5907387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s-ES" sz="2800" b="1" cap="none" spc="0" dirty="0">
                <a:ln/>
                <a:solidFill>
                  <a:srgbClr val="00B050"/>
                </a:solidFill>
                <a:effectLst/>
              </a:rPr>
              <a:t>10		7		7			7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25FC3490-0CC5-4920-9AF4-6722545155CE}"/>
              </a:ext>
            </a:extLst>
          </p:cNvPr>
          <p:cNvSpPr/>
          <p:nvPr/>
        </p:nvSpPr>
        <p:spPr>
          <a:xfrm>
            <a:off x="2546495" y="2691903"/>
            <a:ext cx="754912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2800" dirty="0">
                <a:ln w="0">
                  <a:solidFill>
                    <a:srgbClr val="00B0F0"/>
                  </a:solidFill>
                </a:ln>
                <a:solidFill>
                  <a:srgbClr val="0000FF"/>
                </a:solidFill>
              </a:rPr>
              <a:t>5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714DBB69-31F3-46FC-8C26-7892C6FC8366}"/>
              </a:ext>
            </a:extLst>
          </p:cNvPr>
          <p:cNvSpPr/>
          <p:nvPr/>
        </p:nvSpPr>
        <p:spPr>
          <a:xfrm>
            <a:off x="3432517" y="3311020"/>
            <a:ext cx="329525" cy="31619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NI" sz="3200" dirty="0">
                <a:solidFill>
                  <a:srgbClr val="FFFF00"/>
                </a:solidFill>
              </a:rPr>
              <a:t>0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622BD27E-C520-434F-9621-97D66920B492}"/>
              </a:ext>
            </a:extLst>
          </p:cNvPr>
          <p:cNvSpPr/>
          <p:nvPr/>
        </p:nvSpPr>
        <p:spPr>
          <a:xfrm>
            <a:off x="9728769" y="2802377"/>
            <a:ext cx="329525" cy="31619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NI" sz="3200" dirty="0">
                <a:solidFill>
                  <a:srgbClr val="FFFF00"/>
                </a:solidFill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28787281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56C22A88-E7DF-460E-ACF9-990E63EAF5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434" y="784724"/>
            <a:ext cx="11668125" cy="3381375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DCFC7ABF-17A1-412A-8C3C-2E8BEB8609FC}"/>
              </a:ext>
            </a:extLst>
          </p:cNvPr>
          <p:cNvSpPr/>
          <p:nvPr/>
        </p:nvSpPr>
        <p:spPr>
          <a:xfrm>
            <a:off x="10753659" y="1832246"/>
            <a:ext cx="550151" cy="95410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s-ES" sz="2800" b="1" cap="none" spc="0" dirty="0">
                <a:ln/>
                <a:solidFill>
                  <a:srgbClr val="00B050"/>
                </a:solidFill>
                <a:effectLst/>
              </a:rPr>
              <a:t>11</a:t>
            </a:r>
          </a:p>
          <a:p>
            <a:pPr algn="ctr"/>
            <a:r>
              <a:rPr lang="es-ES" sz="2800" b="1" dirty="0">
                <a:ln/>
                <a:solidFill>
                  <a:srgbClr val="00B050"/>
                </a:solidFill>
              </a:rPr>
              <a:t>2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AD0003D0-D8B8-4F8A-B4C0-AC1F34105541}"/>
              </a:ext>
            </a:extLst>
          </p:cNvPr>
          <p:cNvSpPr/>
          <p:nvPr/>
        </p:nvSpPr>
        <p:spPr>
          <a:xfrm>
            <a:off x="4327955" y="3687700"/>
            <a:ext cx="4060727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s-ES" sz="2800" b="1" cap="none" spc="0" dirty="0">
                <a:ln/>
                <a:solidFill>
                  <a:srgbClr val="00B050"/>
                </a:solidFill>
                <a:effectLst/>
              </a:rPr>
              <a:t>7		</a:t>
            </a:r>
            <a:r>
              <a:rPr lang="es-ES" sz="2800" b="1" dirty="0">
                <a:ln/>
                <a:solidFill>
                  <a:srgbClr val="00B050"/>
                </a:solidFill>
              </a:rPr>
              <a:t>11</a:t>
            </a:r>
            <a:r>
              <a:rPr lang="es-ES" sz="2800" b="1" cap="none" spc="0" dirty="0">
                <a:ln/>
                <a:solidFill>
                  <a:srgbClr val="00B050"/>
                </a:solidFill>
                <a:effectLst/>
              </a:rPr>
              <a:t>			9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714DBB69-31F3-46FC-8C26-7892C6FC8366}"/>
              </a:ext>
            </a:extLst>
          </p:cNvPr>
          <p:cNvSpPr/>
          <p:nvPr/>
        </p:nvSpPr>
        <p:spPr>
          <a:xfrm>
            <a:off x="3432517" y="3311020"/>
            <a:ext cx="329525" cy="3161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NI" sz="3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622BD27E-C520-434F-9621-97D66920B492}"/>
              </a:ext>
            </a:extLst>
          </p:cNvPr>
          <p:cNvSpPr/>
          <p:nvPr/>
        </p:nvSpPr>
        <p:spPr>
          <a:xfrm>
            <a:off x="9728769" y="2802377"/>
            <a:ext cx="329525" cy="3161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NI" sz="3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12031E68-96AE-4DB6-9386-7704020AA604}"/>
              </a:ext>
            </a:extLst>
          </p:cNvPr>
          <p:cNvSpPr/>
          <p:nvPr/>
        </p:nvSpPr>
        <p:spPr>
          <a:xfrm>
            <a:off x="1987007" y="2756377"/>
            <a:ext cx="7026364" cy="450166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64B9AB17-FB1A-4616-B101-46D794E676FD}"/>
              </a:ext>
            </a:extLst>
          </p:cNvPr>
          <p:cNvSpPr/>
          <p:nvPr/>
        </p:nvSpPr>
        <p:spPr>
          <a:xfrm>
            <a:off x="1998866" y="1830572"/>
            <a:ext cx="1763175" cy="138455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/>
          </a:p>
        </p:txBody>
      </p:sp>
      <p:graphicFrame>
        <p:nvGraphicFramePr>
          <p:cNvPr id="5" name="Tabla 7">
            <a:extLst>
              <a:ext uri="{FF2B5EF4-FFF2-40B4-BE49-F238E27FC236}">
                <a16:creationId xmlns:a16="http://schemas.microsoft.com/office/drawing/2014/main" id="{58B3A4B3-C7B9-4698-8663-164027B02B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9778252"/>
              </p:ext>
            </p:extLst>
          </p:nvPr>
        </p:nvGraphicFramePr>
        <p:xfrm>
          <a:off x="1942365" y="1830572"/>
          <a:ext cx="7026364" cy="128632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22846">
                  <a:extLst>
                    <a:ext uri="{9D8B030D-6E8A-4147-A177-3AD203B41FA5}">
                      <a16:colId xmlns:a16="http://schemas.microsoft.com/office/drawing/2014/main" val="392487798"/>
                    </a:ext>
                  </a:extLst>
                </a:gridCol>
                <a:gridCol w="1776547">
                  <a:extLst>
                    <a:ext uri="{9D8B030D-6E8A-4147-A177-3AD203B41FA5}">
                      <a16:colId xmlns:a16="http://schemas.microsoft.com/office/drawing/2014/main" val="3095504788"/>
                    </a:ext>
                  </a:extLst>
                </a:gridCol>
                <a:gridCol w="1763486">
                  <a:extLst>
                    <a:ext uri="{9D8B030D-6E8A-4147-A177-3AD203B41FA5}">
                      <a16:colId xmlns:a16="http://schemas.microsoft.com/office/drawing/2014/main" val="4224146017"/>
                    </a:ext>
                  </a:extLst>
                </a:gridCol>
                <a:gridCol w="1763485">
                  <a:extLst>
                    <a:ext uri="{9D8B030D-6E8A-4147-A177-3AD203B41FA5}">
                      <a16:colId xmlns:a16="http://schemas.microsoft.com/office/drawing/2014/main" val="2396545712"/>
                    </a:ext>
                  </a:extLst>
                </a:gridCol>
              </a:tblGrid>
              <a:tr h="432163"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</a:rPr>
                        <a:t>10</a:t>
                      </a:r>
                      <a:endParaRPr lang="es-NI" sz="1000" b="1" dirty="0">
                        <a:solidFill>
                          <a:srgbClr val="FF0000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es-NI" sz="1000" b="1" dirty="0">
                        <a:solidFill>
                          <a:srgbClr val="FF0000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</a:rPr>
                        <a:t>20</a:t>
                      </a:r>
                      <a:endParaRPr lang="es-NI" sz="1000" b="1" dirty="0">
                        <a:solidFill>
                          <a:srgbClr val="FF0000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</a:rPr>
                        <a:t>11</a:t>
                      </a:r>
                      <a:endParaRPr lang="es-NI" sz="1000" b="1" dirty="0">
                        <a:solidFill>
                          <a:srgbClr val="FF0000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5576399"/>
                  </a:ext>
                </a:extLst>
              </a:tr>
              <a:tr h="483326"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</a:rPr>
                        <a:t>12</a:t>
                      </a:r>
                      <a:endParaRPr lang="es-NI" sz="1000" b="1" dirty="0">
                        <a:solidFill>
                          <a:srgbClr val="FF0000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</a:rPr>
                        <a:t>7</a:t>
                      </a:r>
                      <a:endParaRPr lang="es-NI" sz="1000" b="1" dirty="0">
                        <a:solidFill>
                          <a:srgbClr val="FF0000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</a:rPr>
                        <a:t>9</a:t>
                      </a:r>
                      <a:endParaRPr lang="es-NI" sz="1000" b="1" dirty="0">
                        <a:solidFill>
                          <a:srgbClr val="FF0000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</a:rPr>
                        <a:t>20</a:t>
                      </a:r>
                      <a:endParaRPr lang="es-NI" sz="1000" b="1" dirty="0">
                        <a:solidFill>
                          <a:srgbClr val="FF0000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51237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es-NI" sz="1000" b="1" dirty="0">
                        <a:solidFill>
                          <a:srgbClr val="FF0000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</a:rPr>
                        <a:t>14</a:t>
                      </a:r>
                      <a:endParaRPr lang="es-NI" sz="1000" b="1" dirty="0">
                        <a:solidFill>
                          <a:srgbClr val="FF0000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</a:rPr>
                        <a:t>16</a:t>
                      </a:r>
                      <a:endParaRPr lang="es-NI" sz="1000" b="1" dirty="0">
                        <a:solidFill>
                          <a:srgbClr val="FF0000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</a:rPr>
                        <a:t>18</a:t>
                      </a:r>
                      <a:endParaRPr lang="es-NI" sz="1000" b="1" dirty="0">
                        <a:solidFill>
                          <a:srgbClr val="FF0000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6415231"/>
                  </a:ext>
                </a:extLst>
              </a:tr>
            </a:tbl>
          </a:graphicData>
        </a:graphic>
      </p:graphicFrame>
      <p:sp>
        <p:nvSpPr>
          <p:cNvPr id="8" name="Rectángulo 7">
            <a:extLst>
              <a:ext uri="{FF2B5EF4-FFF2-40B4-BE49-F238E27FC236}">
                <a16:creationId xmlns:a16="http://schemas.microsoft.com/office/drawing/2014/main" id="{25FC3490-0CC5-4920-9AF4-6722545155CE}"/>
              </a:ext>
            </a:extLst>
          </p:cNvPr>
          <p:cNvSpPr/>
          <p:nvPr/>
        </p:nvSpPr>
        <p:spPr>
          <a:xfrm>
            <a:off x="2546495" y="2691903"/>
            <a:ext cx="754912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2800" dirty="0">
                <a:ln w="0">
                  <a:solidFill>
                    <a:srgbClr val="00B0F0"/>
                  </a:solidFill>
                </a:ln>
                <a:solidFill>
                  <a:srgbClr val="0000FF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8305342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56C22A88-E7DF-460E-ACF9-990E63EAF5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937" y="1305229"/>
            <a:ext cx="11668125" cy="3381375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DCFC7ABF-17A1-412A-8C3C-2E8BEB8609FC}"/>
              </a:ext>
            </a:extLst>
          </p:cNvPr>
          <p:cNvSpPr/>
          <p:nvPr/>
        </p:nvSpPr>
        <p:spPr>
          <a:xfrm>
            <a:off x="10858162" y="2352751"/>
            <a:ext cx="550151" cy="95410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s-ES" sz="2800" b="1" cap="none" spc="0" dirty="0">
                <a:ln/>
                <a:solidFill>
                  <a:srgbClr val="FF0000"/>
                </a:solidFill>
                <a:effectLst/>
              </a:rPr>
              <a:t>11</a:t>
            </a:r>
          </a:p>
          <a:p>
            <a:pPr algn="ctr"/>
            <a:r>
              <a:rPr lang="es-ES" sz="2800" b="1" dirty="0">
                <a:ln/>
                <a:solidFill>
                  <a:srgbClr val="00B050"/>
                </a:solidFill>
              </a:rPr>
              <a:t>2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AD0003D0-D8B8-4F8A-B4C0-AC1F34105541}"/>
              </a:ext>
            </a:extLst>
          </p:cNvPr>
          <p:cNvSpPr/>
          <p:nvPr/>
        </p:nvSpPr>
        <p:spPr>
          <a:xfrm>
            <a:off x="4432458" y="4208205"/>
            <a:ext cx="4060727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s-ES" sz="2800" b="1" cap="none" spc="0" dirty="0">
                <a:ln/>
                <a:solidFill>
                  <a:srgbClr val="00B050"/>
                </a:solidFill>
                <a:effectLst/>
              </a:rPr>
              <a:t>7		</a:t>
            </a:r>
            <a:r>
              <a:rPr lang="es-ES" sz="2800" b="1" dirty="0">
                <a:ln/>
                <a:solidFill>
                  <a:srgbClr val="00B050"/>
                </a:solidFill>
              </a:rPr>
              <a:t>11</a:t>
            </a:r>
            <a:r>
              <a:rPr lang="es-ES" sz="2800" b="1" cap="none" spc="0" dirty="0">
                <a:ln/>
                <a:solidFill>
                  <a:srgbClr val="00B050"/>
                </a:solidFill>
                <a:effectLst/>
              </a:rPr>
              <a:t>			9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714DBB69-31F3-46FC-8C26-7892C6FC8366}"/>
              </a:ext>
            </a:extLst>
          </p:cNvPr>
          <p:cNvSpPr/>
          <p:nvPr/>
        </p:nvSpPr>
        <p:spPr>
          <a:xfrm>
            <a:off x="3537020" y="3831525"/>
            <a:ext cx="329525" cy="3161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NI" sz="3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622BD27E-C520-434F-9621-97D66920B492}"/>
              </a:ext>
            </a:extLst>
          </p:cNvPr>
          <p:cNvSpPr/>
          <p:nvPr/>
        </p:nvSpPr>
        <p:spPr>
          <a:xfrm>
            <a:off x="9833272" y="3322882"/>
            <a:ext cx="329525" cy="3161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NI" sz="3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12031E68-96AE-4DB6-9386-7704020AA604}"/>
              </a:ext>
            </a:extLst>
          </p:cNvPr>
          <p:cNvSpPr/>
          <p:nvPr/>
        </p:nvSpPr>
        <p:spPr>
          <a:xfrm>
            <a:off x="2091510" y="3276882"/>
            <a:ext cx="7026364" cy="450166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64B9AB17-FB1A-4616-B101-46D794E676FD}"/>
              </a:ext>
            </a:extLst>
          </p:cNvPr>
          <p:cNvSpPr/>
          <p:nvPr/>
        </p:nvSpPr>
        <p:spPr>
          <a:xfrm>
            <a:off x="2103369" y="2351077"/>
            <a:ext cx="1763175" cy="138455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/>
          </a:p>
        </p:txBody>
      </p:sp>
      <p:graphicFrame>
        <p:nvGraphicFramePr>
          <p:cNvPr id="5" name="Tabla 7">
            <a:extLst>
              <a:ext uri="{FF2B5EF4-FFF2-40B4-BE49-F238E27FC236}">
                <a16:creationId xmlns:a16="http://schemas.microsoft.com/office/drawing/2014/main" id="{58B3A4B3-C7B9-4698-8663-164027B02B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9320136"/>
              </p:ext>
            </p:extLst>
          </p:nvPr>
        </p:nvGraphicFramePr>
        <p:xfrm>
          <a:off x="2046868" y="2351077"/>
          <a:ext cx="7026364" cy="115932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22846">
                  <a:extLst>
                    <a:ext uri="{9D8B030D-6E8A-4147-A177-3AD203B41FA5}">
                      <a16:colId xmlns:a16="http://schemas.microsoft.com/office/drawing/2014/main" val="392487798"/>
                    </a:ext>
                  </a:extLst>
                </a:gridCol>
                <a:gridCol w="1776547">
                  <a:extLst>
                    <a:ext uri="{9D8B030D-6E8A-4147-A177-3AD203B41FA5}">
                      <a16:colId xmlns:a16="http://schemas.microsoft.com/office/drawing/2014/main" val="3095504788"/>
                    </a:ext>
                  </a:extLst>
                </a:gridCol>
                <a:gridCol w="1763486">
                  <a:extLst>
                    <a:ext uri="{9D8B030D-6E8A-4147-A177-3AD203B41FA5}">
                      <a16:colId xmlns:a16="http://schemas.microsoft.com/office/drawing/2014/main" val="4224146017"/>
                    </a:ext>
                  </a:extLst>
                </a:gridCol>
                <a:gridCol w="1763485">
                  <a:extLst>
                    <a:ext uri="{9D8B030D-6E8A-4147-A177-3AD203B41FA5}">
                      <a16:colId xmlns:a16="http://schemas.microsoft.com/office/drawing/2014/main" val="2396545712"/>
                    </a:ext>
                  </a:extLst>
                </a:gridCol>
              </a:tblGrid>
              <a:tr h="432163"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</a:rPr>
                        <a:t>10</a:t>
                      </a:r>
                      <a:endParaRPr lang="es-NI" sz="1000" b="1" dirty="0">
                        <a:solidFill>
                          <a:srgbClr val="FF0000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es-NI" sz="1000" b="1" dirty="0">
                        <a:solidFill>
                          <a:srgbClr val="FF0000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</a:rPr>
                        <a:t>20</a:t>
                      </a:r>
                      <a:endParaRPr lang="es-NI" sz="1000" b="1" dirty="0">
                        <a:solidFill>
                          <a:srgbClr val="FF0000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</a:rPr>
                        <a:t>11</a:t>
                      </a:r>
                      <a:endParaRPr lang="es-NI" sz="1000" b="1" dirty="0">
                        <a:solidFill>
                          <a:srgbClr val="FF0000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5576399"/>
                  </a:ext>
                </a:extLst>
              </a:tr>
              <a:tr h="483326"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</a:rPr>
                        <a:t>12</a:t>
                      </a:r>
                      <a:endParaRPr lang="es-NI" sz="1000" b="1" dirty="0">
                        <a:solidFill>
                          <a:srgbClr val="FF0000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</a:rPr>
                        <a:t>7</a:t>
                      </a:r>
                      <a:endParaRPr lang="es-NI" sz="1000" b="1" dirty="0">
                        <a:solidFill>
                          <a:srgbClr val="FF0000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</a:rPr>
                        <a:t>9</a:t>
                      </a:r>
                      <a:endParaRPr lang="es-NI" sz="1000" b="1" dirty="0">
                        <a:solidFill>
                          <a:srgbClr val="FF0000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</a:rPr>
                        <a:t>20</a:t>
                      </a:r>
                      <a:endParaRPr lang="es-NI" sz="1000" b="1" dirty="0">
                        <a:solidFill>
                          <a:srgbClr val="FF0000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5123709"/>
                  </a:ext>
                </a:extLst>
              </a:tr>
              <a:tr h="222222"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es-NI" sz="1000" b="1" dirty="0">
                        <a:solidFill>
                          <a:srgbClr val="FF0000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</a:rPr>
                        <a:t>14</a:t>
                      </a:r>
                      <a:endParaRPr lang="es-NI" sz="1000" b="1" dirty="0">
                        <a:solidFill>
                          <a:srgbClr val="FF0000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</a:rPr>
                        <a:t>16</a:t>
                      </a:r>
                      <a:endParaRPr lang="es-NI" sz="1000" b="1" dirty="0">
                        <a:solidFill>
                          <a:srgbClr val="FF0000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</a:rPr>
                        <a:t>18</a:t>
                      </a:r>
                      <a:endParaRPr lang="es-NI" sz="1000" b="1" dirty="0">
                        <a:solidFill>
                          <a:srgbClr val="FF0000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6415231"/>
                  </a:ext>
                </a:extLst>
              </a:tr>
            </a:tbl>
          </a:graphicData>
        </a:graphic>
      </p:graphicFrame>
      <p:sp>
        <p:nvSpPr>
          <p:cNvPr id="8" name="Rectángulo 7">
            <a:extLst>
              <a:ext uri="{FF2B5EF4-FFF2-40B4-BE49-F238E27FC236}">
                <a16:creationId xmlns:a16="http://schemas.microsoft.com/office/drawing/2014/main" id="{25FC3490-0CC5-4920-9AF4-6722545155CE}"/>
              </a:ext>
            </a:extLst>
          </p:cNvPr>
          <p:cNvSpPr/>
          <p:nvPr/>
        </p:nvSpPr>
        <p:spPr>
          <a:xfrm>
            <a:off x="2650998" y="3212408"/>
            <a:ext cx="754912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2800" dirty="0">
                <a:ln w="0">
                  <a:solidFill>
                    <a:srgbClr val="92D050"/>
                  </a:solidFill>
                </a:ln>
                <a:solidFill>
                  <a:srgbClr val="0000FF"/>
                </a:solidFill>
                <a:effectLst>
                  <a:outerShdw blurRad="50800" dist="38100" dir="5400000" algn="t" rotWithShape="0">
                    <a:srgbClr val="FFC000">
                      <a:alpha val="40000"/>
                    </a:srgbClr>
                  </a:outerShdw>
                </a:effectLst>
              </a:rPr>
              <a:t>5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A4DE2821-0549-45E1-9A11-702AAE4EB0EA}"/>
              </a:ext>
            </a:extLst>
          </p:cNvPr>
          <p:cNvSpPr/>
          <p:nvPr/>
        </p:nvSpPr>
        <p:spPr>
          <a:xfrm>
            <a:off x="4678785" y="-19744"/>
            <a:ext cx="283443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Camino 1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157EA392-DBCE-43D6-950A-820F7459D5F4}"/>
              </a:ext>
            </a:extLst>
          </p:cNvPr>
          <p:cNvSpPr/>
          <p:nvPr/>
        </p:nvSpPr>
        <p:spPr>
          <a:xfrm>
            <a:off x="5230525" y="3831525"/>
            <a:ext cx="329525" cy="31619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NI" sz="3200" dirty="0">
                <a:solidFill>
                  <a:srgbClr val="FFFF00"/>
                </a:solidFill>
              </a:rPr>
              <a:t>0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97EDF43E-F5FA-492F-A6A6-AE65EB8F4E4F}"/>
              </a:ext>
            </a:extLst>
          </p:cNvPr>
          <p:cNvSpPr/>
          <p:nvPr/>
        </p:nvSpPr>
        <p:spPr>
          <a:xfrm>
            <a:off x="4475613" y="2310174"/>
            <a:ext cx="754912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2800" dirty="0">
                <a:ln w="0">
                  <a:solidFill>
                    <a:srgbClr val="92D050"/>
                  </a:solidFill>
                </a:ln>
                <a:solidFill>
                  <a:srgbClr val="0000FF"/>
                </a:solidFill>
                <a:effectLst>
                  <a:outerShdw blurRad="50800" dist="38100" dir="5400000" algn="t" rotWithShape="0">
                    <a:srgbClr val="FFC000">
                      <a:alpha val="40000"/>
                    </a:srgbClr>
                  </a:outerShdw>
                </a:effectLst>
              </a:rPr>
              <a:t>15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E81161A0-E0DB-4E09-BE8B-68EC15669DFB}"/>
              </a:ext>
            </a:extLst>
          </p:cNvPr>
          <p:cNvSpPr/>
          <p:nvPr/>
        </p:nvSpPr>
        <p:spPr>
          <a:xfrm>
            <a:off x="9800934" y="2413685"/>
            <a:ext cx="361863" cy="31619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NI" sz="3200" dirty="0">
                <a:solidFill>
                  <a:srgbClr val="FFFF00"/>
                </a:solidFill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33937807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56C22A88-E7DF-460E-ACF9-990E63EAF5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937" y="1305229"/>
            <a:ext cx="11668125" cy="3381375"/>
          </a:xfrm>
          <a:prstGeom prst="rect">
            <a:avLst/>
          </a:prstGeom>
        </p:spPr>
      </p:pic>
      <p:sp>
        <p:nvSpPr>
          <p:cNvPr id="16" name="Rectángulo 15">
            <a:extLst>
              <a:ext uri="{FF2B5EF4-FFF2-40B4-BE49-F238E27FC236}">
                <a16:creationId xmlns:a16="http://schemas.microsoft.com/office/drawing/2014/main" id="{B64C863F-3B2E-45FA-9B29-6DD55A680E5C}"/>
              </a:ext>
            </a:extLst>
          </p:cNvPr>
          <p:cNvSpPr/>
          <p:nvPr/>
        </p:nvSpPr>
        <p:spPr>
          <a:xfrm>
            <a:off x="2091510" y="2345559"/>
            <a:ext cx="7014059" cy="450166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27561DFE-F49D-42DD-AA25-6597680B6F14}"/>
              </a:ext>
            </a:extLst>
          </p:cNvPr>
          <p:cNvSpPr/>
          <p:nvPr/>
        </p:nvSpPr>
        <p:spPr>
          <a:xfrm>
            <a:off x="3825125" y="2335521"/>
            <a:ext cx="1763175" cy="138455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DCFC7ABF-17A1-412A-8C3C-2E8BEB8609FC}"/>
              </a:ext>
            </a:extLst>
          </p:cNvPr>
          <p:cNvSpPr/>
          <p:nvPr/>
        </p:nvSpPr>
        <p:spPr>
          <a:xfrm>
            <a:off x="10858162" y="2352751"/>
            <a:ext cx="550151" cy="95410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s-ES" sz="2800" b="1" cap="none" spc="0" dirty="0">
                <a:ln/>
                <a:solidFill>
                  <a:srgbClr val="FF0000"/>
                </a:solidFill>
                <a:effectLst/>
              </a:rPr>
              <a:t>11</a:t>
            </a:r>
          </a:p>
          <a:p>
            <a:pPr algn="ctr"/>
            <a:r>
              <a:rPr lang="es-ES" sz="2800" b="1" dirty="0">
                <a:ln/>
                <a:solidFill>
                  <a:srgbClr val="00B050"/>
                </a:solidFill>
              </a:rPr>
              <a:t>2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AD0003D0-D8B8-4F8A-B4C0-AC1F34105541}"/>
              </a:ext>
            </a:extLst>
          </p:cNvPr>
          <p:cNvSpPr/>
          <p:nvPr/>
        </p:nvSpPr>
        <p:spPr>
          <a:xfrm>
            <a:off x="4432458" y="4208205"/>
            <a:ext cx="4060727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s-ES" sz="2800" b="1" cap="none" spc="0" dirty="0">
                <a:ln/>
                <a:solidFill>
                  <a:srgbClr val="00B050"/>
                </a:solidFill>
                <a:effectLst/>
              </a:rPr>
              <a:t>7		</a:t>
            </a:r>
            <a:r>
              <a:rPr lang="es-ES" sz="2800" b="1" dirty="0">
                <a:ln/>
                <a:solidFill>
                  <a:srgbClr val="00B050"/>
                </a:solidFill>
              </a:rPr>
              <a:t>11</a:t>
            </a:r>
            <a:r>
              <a:rPr lang="es-ES" sz="2800" b="1" cap="none" spc="0" dirty="0">
                <a:ln/>
                <a:solidFill>
                  <a:srgbClr val="00B050"/>
                </a:solidFill>
                <a:effectLst/>
              </a:rPr>
              <a:t>			9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714DBB69-31F3-46FC-8C26-7892C6FC8366}"/>
              </a:ext>
            </a:extLst>
          </p:cNvPr>
          <p:cNvSpPr/>
          <p:nvPr/>
        </p:nvSpPr>
        <p:spPr>
          <a:xfrm>
            <a:off x="3537020" y="3831525"/>
            <a:ext cx="329525" cy="3161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NI" sz="3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622BD27E-C520-434F-9621-97D66920B492}"/>
              </a:ext>
            </a:extLst>
          </p:cNvPr>
          <p:cNvSpPr/>
          <p:nvPr/>
        </p:nvSpPr>
        <p:spPr>
          <a:xfrm>
            <a:off x="9833272" y="3322882"/>
            <a:ext cx="329525" cy="3161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NI" sz="3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12031E68-96AE-4DB6-9386-7704020AA604}"/>
              </a:ext>
            </a:extLst>
          </p:cNvPr>
          <p:cNvSpPr/>
          <p:nvPr/>
        </p:nvSpPr>
        <p:spPr>
          <a:xfrm>
            <a:off x="2091510" y="3276882"/>
            <a:ext cx="7026364" cy="450166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64B9AB17-FB1A-4616-B101-46D794E676FD}"/>
              </a:ext>
            </a:extLst>
          </p:cNvPr>
          <p:cNvSpPr/>
          <p:nvPr/>
        </p:nvSpPr>
        <p:spPr>
          <a:xfrm>
            <a:off x="2103369" y="2351077"/>
            <a:ext cx="1763175" cy="138455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/>
          </a:p>
        </p:txBody>
      </p:sp>
      <p:graphicFrame>
        <p:nvGraphicFramePr>
          <p:cNvPr id="5" name="Tabla 7">
            <a:extLst>
              <a:ext uri="{FF2B5EF4-FFF2-40B4-BE49-F238E27FC236}">
                <a16:creationId xmlns:a16="http://schemas.microsoft.com/office/drawing/2014/main" id="{58B3A4B3-C7B9-4698-8663-164027B02B11}"/>
              </a:ext>
            </a:extLst>
          </p:cNvPr>
          <p:cNvGraphicFramePr>
            <a:graphicFrameLocks noGrp="1"/>
          </p:cNvGraphicFramePr>
          <p:nvPr/>
        </p:nvGraphicFramePr>
        <p:xfrm>
          <a:off x="2046868" y="2351077"/>
          <a:ext cx="7026364" cy="115932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22846">
                  <a:extLst>
                    <a:ext uri="{9D8B030D-6E8A-4147-A177-3AD203B41FA5}">
                      <a16:colId xmlns:a16="http://schemas.microsoft.com/office/drawing/2014/main" val="392487798"/>
                    </a:ext>
                  </a:extLst>
                </a:gridCol>
                <a:gridCol w="1776547">
                  <a:extLst>
                    <a:ext uri="{9D8B030D-6E8A-4147-A177-3AD203B41FA5}">
                      <a16:colId xmlns:a16="http://schemas.microsoft.com/office/drawing/2014/main" val="3095504788"/>
                    </a:ext>
                  </a:extLst>
                </a:gridCol>
                <a:gridCol w="1763486">
                  <a:extLst>
                    <a:ext uri="{9D8B030D-6E8A-4147-A177-3AD203B41FA5}">
                      <a16:colId xmlns:a16="http://schemas.microsoft.com/office/drawing/2014/main" val="4224146017"/>
                    </a:ext>
                  </a:extLst>
                </a:gridCol>
                <a:gridCol w="1763485">
                  <a:extLst>
                    <a:ext uri="{9D8B030D-6E8A-4147-A177-3AD203B41FA5}">
                      <a16:colId xmlns:a16="http://schemas.microsoft.com/office/drawing/2014/main" val="2396545712"/>
                    </a:ext>
                  </a:extLst>
                </a:gridCol>
              </a:tblGrid>
              <a:tr h="432163"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</a:rPr>
                        <a:t>10</a:t>
                      </a:r>
                      <a:endParaRPr lang="es-NI" sz="1000" b="1" dirty="0">
                        <a:solidFill>
                          <a:srgbClr val="FF0000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es-NI" sz="1000" b="1" dirty="0">
                        <a:solidFill>
                          <a:srgbClr val="FF0000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</a:rPr>
                        <a:t>20</a:t>
                      </a:r>
                      <a:endParaRPr lang="es-NI" sz="1000" b="1" dirty="0">
                        <a:solidFill>
                          <a:srgbClr val="FF0000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</a:rPr>
                        <a:t>11</a:t>
                      </a:r>
                      <a:endParaRPr lang="es-NI" sz="1000" b="1" dirty="0">
                        <a:solidFill>
                          <a:srgbClr val="FF0000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5576399"/>
                  </a:ext>
                </a:extLst>
              </a:tr>
              <a:tr h="483326"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</a:rPr>
                        <a:t>12</a:t>
                      </a:r>
                      <a:endParaRPr lang="es-NI" sz="1000" b="1" dirty="0">
                        <a:solidFill>
                          <a:srgbClr val="FF0000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</a:rPr>
                        <a:t>7</a:t>
                      </a:r>
                      <a:endParaRPr lang="es-NI" sz="1000" b="1" dirty="0">
                        <a:solidFill>
                          <a:srgbClr val="FF0000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</a:rPr>
                        <a:t>9</a:t>
                      </a:r>
                      <a:endParaRPr lang="es-NI" sz="1000" b="1" dirty="0">
                        <a:solidFill>
                          <a:srgbClr val="FF0000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</a:rPr>
                        <a:t>20</a:t>
                      </a:r>
                      <a:endParaRPr lang="es-NI" sz="1000" b="1" dirty="0">
                        <a:solidFill>
                          <a:srgbClr val="FF0000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5123709"/>
                  </a:ext>
                </a:extLst>
              </a:tr>
              <a:tr h="222222"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es-NI" sz="1000" b="1" dirty="0">
                        <a:solidFill>
                          <a:srgbClr val="FF0000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</a:rPr>
                        <a:t>14</a:t>
                      </a:r>
                      <a:endParaRPr lang="es-NI" sz="1000" b="1" dirty="0">
                        <a:solidFill>
                          <a:srgbClr val="FF0000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</a:rPr>
                        <a:t>16</a:t>
                      </a:r>
                      <a:endParaRPr lang="es-NI" sz="1000" b="1" dirty="0">
                        <a:solidFill>
                          <a:srgbClr val="FF0000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</a:rPr>
                        <a:t>18</a:t>
                      </a:r>
                      <a:endParaRPr lang="es-NI" sz="1000" b="1" dirty="0">
                        <a:solidFill>
                          <a:srgbClr val="FF0000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6415231"/>
                  </a:ext>
                </a:extLst>
              </a:tr>
            </a:tbl>
          </a:graphicData>
        </a:graphic>
      </p:graphicFrame>
      <p:sp>
        <p:nvSpPr>
          <p:cNvPr id="8" name="Rectángulo 7">
            <a:extLst>
              <a:ext uri="{FF2B5EF4-FFF2-40B4-BE49-F238E27FC236}">
                <a16:creationId xmlns:a16="http://schemas.microsoft.com/office/drawing/2014/main" id="{25FC3490-0CC5-4920-9AF4-6722545155CE}"/>
              </a:ext>
            </a:extLst>
          </p:cNvPr>
          <p:cNvSpPr/>
          <p:nvPr/>
        </p:nvSpPr>
        <p:spPr>
          <a:xfrm>
            <a:off x="2650998" y="3212408"/>
            <a:ext cx="754912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2800" dirty="0">
                <a:ln w="0">
                  <a:solidFill>
                    <a:srgbClr val="92D050"/>
                  </a:solidFill>
                </a:ln>
                <a:solidFill>
                  <a:srgbClr val="0000FF"/>
                </a:solidFill>
                <a:effectLst>
                  <a:outerShdw blurRad="50800" dist="38100" dir="5400000" algn="t" rotWithShape="0">
                    <a:srgbClr val="FFC000">
                      <a:alpha val="40000"/>
                    </a:srgbClr>
                  </a:outerShdw>
                </a:effectLst>
              </a:rPr>
              <a:t>5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A4DE2821-0549-45E1-9A11-702AAE4EB0EA}"/>
              </a:ext>
            </a:extLst>
          </p:cNvPr>
          <p:cNvSpPr/>
          <p:nvPr/>
        </p:nvSpPr>
        <p:spPr>
          <a:xfrm>
            <a:off x="4678785" y="-19744"/>
            <a:ext cx="283443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Camino 1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157EA392-DBCE-43D6-950A-820F7459D5F4}"/>
              </a:ext>
            </a:extLst>
          </p:cNvPr>
          <p:cNvSpPr/>
          <p:nvPr/>
        </p:nvSpPr>
        <p:spPr>
          <a:xfrm>
            <a:off x="5230525" y="3831525"/>
            <a:ext cx="329525" cy="3161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NI" sz="3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97EDF43E-F5FA-492F-A6A6-AE65EB8F4E4F}"/>
              </a:ext>
            </a:extLst>
          </p:cNvPr>
          <p:cNvSpPr/>
          <p:nvPr/>
        </p:nvSpPr>
        <p:spPr>
          <a:xfrm>
            <a:off x="4475613" y="2310174"/>
            <a:ext cx="754912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2800" dirty="0">
                <a:ln w="0">
                  <a:solidFill>
                    <a:srgbClr val="92D050"/>
                  </a:solidFill>
                </a:ln>
                <a:solidFill>
                  <a:srgbClr val="0000FF"/>
                </a:solidFill>
                <a:effectLst>
                  <a:outerShdw blurRad="50800" dist="38100" dir="5400000" algn="t" rotWithShape="0">
                    <a:srgbClr val="FFC000">
                      <a:alpha val="40000"/>
                    </a:srgbClr>
                  </a:outerShdw>
                </a:effectLst>
              </a:rPr>
              <a:t>15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E81161A0-E0DB-4E09-BE8B-68EC15669DFB}"/>
              </a:ext>
            </a:extLst>
          </p:cNvPr>
          <p:cNvSpPr/>
          <p:nvPr/>
        </p:nvSpPr>
        <p:spPr>
          <a:xfrm>
            <a:off x="9800934" y="2413685"/>
            <a:ext cx="361863" cy="3161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NI" sz="3200" dirty="0">
                <a:solidFill>
                  <a:schemeClr val="tx1"/>
                </a:solidFill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33721736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56C22A88-E7DF-460E-ACF9-990E63EAF5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937" y="1305229"/>
            <a:ext cx="11668125" cy="3381375"/>
          </a:xfrm>
          <a:prstGeom prst="rect">
            <a:avLst/>
          </a:prstGeom>
        </p:spPr>
      </p:pic>
      <p:sp>
        <p:nvSpPr>
          <p:cNvPr id="16" name="Rectángulo 15">
            <a:extLst>
              <a:ext uri="{FF2B5EF4-FFF2-40B4-BE49-F238E27FC236}">
                <a16:creationId xmlns:a16="http://schemas.microsoft.com/office/drawing/2014/main" id="{B64C863F-3B2E-45FA-9B29-6DD55A680E5C}"/>
              </a:ext>
            </a:extLst>
          </p:cNvPr>
          <p:cNvSpPr/>
          <p:nvPr/>
        </p:nvSpPr>
        <p:spPr>
          <a:xfrm>
            <a:off x="2091510" y="2345559"/>
            <a:ext cx="7014059" cy="450166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27561DFE-F49D-42DD-AA25-6597680B6F14}"/>
              </a:ext>
            </a:extLst>
          </p:cNvPr>
          <p:cNvSpPr/>
          <p:nvPr/>
        </p:nvSpPr>
        <p:spPr>
          <a:xfrm>
            <a:off x="3825125" y="2335521"/>
            <a:ext cx="1763175" cy="138455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714DBB69-31F3-46FC-8C26-7892C6FC8366}"/>
              </a:ext>
            </a:extLst>
          </p:cNvPr>
          <p:cNvSpPr/>
          <p:nvPr/>
        </p:nvSpPr>
        <p:spPr>
          <a:xfrm>
            <a:off x="3537020" y="3831525"/>
            <a:ext cx="329525" cy="3161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NI" sz="3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622BD27E-C520-434F-9621-97D66920B492}"/>
              </a:ext>
            </a:extLst>
          </p:cNvPr>
          <p:cNvSpPr/>
          <p:nvPr/>
        </p:nvSpPr>
        <p:spPr>
          <a:xfrm>
            <a:off x="9833272" y="3322882"/>
            <a:ext cx="329525" cy="3161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NI" sz="3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12031E68-96AE-4DB6-9386-7704020AA604}"/>
              </a:ext>
            </a:extLst>
          </p:cNvPr>
          <p:cNvSpPr/>
          <p:nvPr/>
        </p:nvSpPr>
        <p:spPr>
          <a:xfrm>
            <a:off x="2091510" y="3276882"/>
            <a:ext cx="7026364" cy="450166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64B9AB17-FB1A-4616-B101-46D794E676FD}"/>
              </a:ext>
            </a:extLst>
          </p:cNvPr>
          <p:cNvSpPr/>
          <p:nvPr/>
        </p:nvSpPr>
        <p:spPr>
          <a:xfrm>
            <a:off x="2103369" y="2351077"/>
            <a:ext cx="1763175" cy="138455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/>
          </a:p>
        </p:txBody>
      </p:sp>
      <p:graphicFrame>
        <p:nvGraphicFramePr>
          <p:cNvPr id="5" name="Tabla 7">
            <a:extLst>
              <a:ext uri="{FF2B5EF4-FFF2-40B4-BE49-F238E27FC236}">
                <a16:creationId xmlns:a16="http://schemas.microsoft.com/office/drawing/2014/main" id="{58B3A4B3-C7B9-4698-8663-164027B02B11}"/>
              </a:ext>
            </a:extLst>
          </p:cNvPr>
          <p:cNvGraphicFramePr>
            <a:graphicFrameLocks noGrp="1"/>
          </p:cNvGraphicFramePr>
          <p:nvPr/>
        </p:nvGraphicFramePr>
        <p:xfrm>
          <a:off x="2046868" y="2351077"/>
          <a:ext cx="7026364" cy="115932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22846">
                  <a:extLst>
                    <a:ext uri="{9D8B030D-6E8A-4147-A177-3AD203B41FA5}">
                      <a16:colId xmlns:a16="http://schemas.microsoft.com/office/drawing/2014/main" val="392487798"/>
                    </a:ext>
                  </a:extLst>
                </a:gridCol>
                <a:gridCol w="1776547">
                  <a:extLst>
                    <a:ext uri="{9D8B030D-6E8A-4147-A177-3AD203B41FA5}">
                      <a16:colId xmlns:a16="http://schemas.microsoft.com/office/drawing/2014/main" val="3095504788"/>
                    </a:ext>
                  </a:extLst>
                </a:gridCol>
                <a:gridCol w="1763486">
                  <a:extLst>
                    <a:ext uri="{9D8B030D-6E8A-4147-A177-3AD203B41FA5}">
                      <a16:colId xmlns:a16="http://schemas.microsoft.com/office/drawing/2014/main" val="4224146017"/>
                    </a:ext>
                  </a:extLst>
                </a:gridCol>
                <a:gridCol w="1763485">
                  <a:extLst>
                    <a:ext uri="{9D8B030D-6E8A-4147-A177-3AD203B41FA5}">
                      <a16:colId xmlns:a16="http://schemas.microsoft.com/office/drawing/2014/main" val="2396545712"/>
                    </a:ext>
                  </a:extLst>
                </a:gridCol>
              </a:tblGrid>
              <a:tr h="432163"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</a:rPr>
                        <a:t>10</a:t>
                      </a:r>
                      <a:endParaRPr lang="es-NI" sz="1000" b="1" dirty="0">
                        <a:solidFill>
                          <a:srgbClr val="FF0000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es-NI" sz="1000" b="1" dirty="0">
                        <a:solidFill>
                          <a:srgbClr val="FF0000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</a:rPr>
                        <a:t>20</a:t>
                      </a:r>
                      <a:endParaRPr lang="es-NI" sz="1000" b="1" dirty="0">
                        <a:solidFill>
                          <a:srgbClr val="FF0000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</a:rPr>
                        <a:t>11</a:t>
                      </a:r>
                      <a:endParaRPr lang="es-NI" sz="1000" b="1" dirty="0">
                        <a:solidFill>
                          <a:srgbClr val="FF0000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5576399"/>
                  </a:ext>
                </a:extLst>
              </a:tr>
              <a:tr h="483326"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</a:rPr>
                        <a:t>12</a:t>
                      </a:r>
                      <a:endParaRPr lang="es-NI" sz="1000" b="1" dirty="0">
                        <a:solidFill>
                          <a:srgbClr val="FF0000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</a:rPr>
                        <a:t>7</a:t>
                      </a:r>
                      <a:endParaRPr lang="es-NI" sz="1000" b="1" dirty="0">
                        <a:solidFill>
                          <a:srgbClr val="FF0000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</a:rPr>
                        <a:t>9</a:t>
                      </a:r>
                      <a:endParaRPr lang="es-NI" sz="1000" b="1" dirty="0">
                        <a:solidFill>
                          <a:srgbClr val="FF0000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</a:rPr>
                        <a:t>20</a:t>
                      </a:r>
                      <a:endParaRPr lang="es-NI" sz="1000" b="1" dirty="0">
                        <a:solidFill>
                          <a:srgbClr val="FF0000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5123709"/>
                  </a:ext>
                </a:extLst>
              </a:tr>
              <a:tr h="222222"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es-NI" sz="1000" b="1" dirty="0">
                        <a:solidFill>
                          <a:srgbClr val="FF0000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</a:rPr>
                        <a:t>14</a:t>
                      </a:r>
                      <a:endParaRPr lang="es-NI" sz="1000" b="1" dirty="0">
                        <a:solidFill>
                          <a:srgbClr val="FF0000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</a:rPr>
                        <a:t>16</a:t>
                      </a:r>
                      <a:endParaRPr lang="es-NI" sz="1000" b="1" dirty="0">
                        <a:solidFill>
                          <a:srgbClr val="FF0000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</a:rPr>
                        <a:t>18</a:t>
                      </a:r>
                      <a:endParaRPr lang="es-NI" sz="1000" b="1" dirty="0">
                        <a:solidFill>
                          <a:srgbClr val="FF0000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6415231"/>
                  </a:ext>
                </a:extLst>
              </a:tr>
            </a:tbl>
          </a:graphicData>
        </a:graphic>
      </p:graphicFrame>
      <p:sp>
        <p:nvSpPr>
          <p:cNvPr id="8" name="Rectángulo 7">
            <a:extLst>
              <a:ext uri="{FF2B5EF4-FFF2-40B4-BE49-F238E27FC236}">
                <a16:creationId xmlns:a16="http://schemas.microsoft.com/office/drawing/2014/main" id="{25FC3490-0CC5-4920-9AF4-6722545155CE}"/>
              </a:ext>
            </a:extLst>
          </p:cNvPr>
          <p:cNvSpPr/>
          <p:nvPr/>
        </p:nvSpPr>
        <p:spPr>
          <a:xfrm>
            <a:off x="2650998" y="3212408"/>
            <a:ext cx="754912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2800" dirty="0">
                <a:ln w="0">
                  <a:solidFill>
                    <a:srgbClr val="92D050"/>
                  </a:solidFill>
                </a:ln>
                <a:solidFill>
                  <a:srgbClr val="0000FF"/>
                </a:solidFill>
                <a:effectLst>
                  <a:outerShdw blurRad="50800" dist="38100" dir="5400000" algn="t" rotWithShape="0">
                    <a:srgbClr val="FFC000">
                      <a:alpha val="40000"/>
                    </a:srgbClr>
                  </a:outerShdw>
                </a:effectLst>
              </a:rPr>
              <a:t>5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A4DE2821-0549-45E1-9A11-702AAE4EB0EA}"/>
              </a:ext>
            </a:extLst>
          </p:cNvPr>
          <p:cNvSpPr/>
          <p:nvPr/>
        </p:nvSpPr>
        <p:spPr>
          <a:xfrm>
            <a:off x="4678785" y="-19744"/>
            <a:ext cx="283443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Camino 1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157EA392-DBCE-43D6-950A-820F7459D5F4}"/>
              </a:ext>
            </a:extLst>
          </p:cNvPr>
          <p:cNvSpPr/>
          <p:nvPr/>
        </p:nvSpPr>
        <p:spPr>
          <a:xfrm>
            <a:off x="5230525" y="3831525"/>
            <a:ext cx="329525" cy="3161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NI" sz="3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97EDF43E-F5FA-492F-A6A6-AE65EB8F4E4F}"/>
              </a:ext>
            </a:extLst>
          </p:cNvPr>
          <p:cNvSpPr/>
          <p:nvPr/>
        </p:nvSpPr>
        <p:spPr>
          <a:xfrm>
            <a:off x="4475613" y="2310174"/>
            <a:ext cx="754912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2800" dirty="0">
                <a:ln w="0">
                  <a:solidFill>
                    <a:srgbClr val="92D050"/>
                  </a:solidFill>
                </a:ln>
                <a:solidFill>
                  <a:srgbClr val="0000FF"/>
                </a:solidFill>
                <a:effectLst>
                  <a:outerShdw blurRad="50800" dist="38100" dir="5400000" algn="t" rotWithShape="0">
                    <a:srgbClr val="FFC000">
                      <a:alpha val="40000"/>
                    </a:srgbClr>
                  </a:outerShdw>
                </a:effectLst>
              </a:rPr>
              <a:t>15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E81161A0-E0DB-4E09-BE8B-68EC15669DFB}"/>
              </a:ext>
            </a:extLst>
          </p:cNvPr>
          <p:cNvSpPr/>
          <p:nvPr/>
        </p:nvSpPr>
        <p:spPr>
          <a:xfrm>
            <a:off x="9800934" y="2413685"/>
            <a:ext cx="361863" cy="3161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NI" sz="3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7A7F3125-43C5-4B55-A58F-EB2F75E6D854}"/>
              </a:ext>
            </a:extLst>
          </p:cNvPr>
          <p:cNvSpPr/>
          <p:nvPr/>
        </p:nvSpPr>
        <p:spPr>
          <a:xfrm>
            <a:off x="6555144" y="2781742"/>
            <a:ext cx="754912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2800" dirty="0">
                <a:ln w="0">
                  <a:solidFill>
                    <a:srgbClr val="92D050"/>
                  </a:solidFill>
                </a:ln>
                <a:solidFill>
                  <a:srgbClr val="0000FF"/>
                </a:solidFill>
                <a:effectLst>
                  <a:outerShdw blurRad="50800" dist="38100" dir="5400000" algn="t" rotWithShape="0">
                    <a:srgbClr val="FFC000">
                      <a:alpha val="40000"/>
                    </a:srgbClr>
                  </a:outerShdw>
                </a:effectLst>
              </a:rPr>
              <a:t>15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16CBC10C-1EAC-4A45-B503-FF4EC7837465}"/>
              </a:ext>
            </a:extLst>
          </p:cNvPr>
          <p:cNvSpPr/>
          <p:nvPr/>
        </p:nvSpPr>
        <p:spPr>
          <a:xfrm>
            <a:off x="8119752" y="2751220"/>
            <a:ext cx="754912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2800" dirty="0">
                <a:ln w="0">
                  <a:solidFill>
                    <a:srgbClr val="92D050"/>
                  </a:solidFill>
                </a:ln>
                <a:solidFill>
                  <a:srgbClr val="0000FF"/>
                </a:solidFill>
                <a:effectLst>
                  <a:outerShdw blurRad="50800" dist="38100" dir="5400000" algn="t" rotWithShape="0">
                    <a:srgbClr val="FFC000">
                      <a:alpha val="40000"/>
                    </a:srgbClr>
                  </a:outerShdw>
                </a:effectLst>
              </a:rPr>
              <a:t>10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171A70F7-6984-4F4F-8243-4E1F276222B7}"/>
              </a:ext>
            </a:extLst>
          </p:cNvPr>
          <p:cNvSpPr/>
          <p:nvPr/>
        </p:nvSpPr>
        <p:spPr>
          <a:xfrm>
            <a:off x="6969889" y="3831525"/>
            <a:ext cx="340167" cy="37668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NI" sz="3200" dirty="0">
                <a:solidFill>
                  <a:srgbClr val="FFFF00"/>
                </a:solidFill>
              </a:rPr>
              <a:t>0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24D20BC0-EAC9-4236-9FB5-6E4CA2800B29}"/>
              </a:ext>
            </a:extLst>
          </p:cNvPr>
          <p:cNvSpPr/>
          <p:nvPr/>
        </p:nvSpPr>
        <p:spPr>
          <a:xfrm flipV="1">
            <a:off x="8663393" y="3844384"/>
            <a:ext cx="442175" cy="37668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NI" sz="3200" dirty="0">
                <a:solidFill>
                  <a:srgbClr val="FFFF00"/>
                </a:solidFill>
              </a:rPr>
              <a:t>0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121BCDB1-8539-42C6-8D52-B0DF64A218B1}"/>
              </a:ext>
            </a:extLst>
          </p:cNvPr>
          <p:cNvSpPr/>
          <p:nvPr/>
        </p:nvSpPr>
        <p:spPr>
          <a:xfrm flipV="1">
            <a:off x="9733732" y="2855011"/>
            <a:ext cx="442175" cy="37668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NI" sz="3200" dirty="0">
                <a:solidFill>
                  <a:srgbClr val="FFFF00"/>
                </a:solidFill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27113760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56C22A88-E7DF-460E-ACF9-990E63EAF5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937" y="1305229"/>
            <a:ext cx="11668125" cy="3381375"/>
          </a:xfrm>
          <a:prstGeom prst="rect">
            <a:avLst/>
          </a:prstGeom>
        </p:spPr>
      </p:pic>
      <p:sp>
        <p:nvSpPr>
          <p:cNvPr id="19" name="Rectángulo 18">
            <a:extLst>
              <a:ext uri="{FF2B5EF4-FFF2-40B4-BE49-F238E27FC236}">
                <a16:creationId xmlns:a16="http://schemas.microsoft.com/office/drawing/2014/main" id="{4CB2193B-1A17-411C-88F9-5C954BA5ABA5}"/>
              </a:ext>
            </a:extLst>
          </p:cNvPr>
          <p:cNvSpPr/>
          <p:nvPr/>
        </p:nvSpPr>
        <p:spPr>
          <a:xfrm>
            <a:off x="2123847" y="2795725"/>
            <a:ext cx="7026364" cy="450166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B64C863F-3B2E-45FA-9B29-6DD55A680E5C}"/>
              </a:ext>
            </a:extLst>
          </p:cNvPr>
          <p:cNvSpPr/>
          <p:nvPr/>
        </p:nvSpPr>
        <p:spPr>
          <a:xfrm>
            <a:off x="2091510" y="2345559"/>
            <a:ext cx="7014059" cy="450166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27561DFE-F49D-42DD-AA25-6597680B6F14}"/>
              </a:ext>
            </a:extLst>
          </p:cNvPr>
          <p:cNvSpPr/>
          <p:nvPr/>
        </p:nvSpPr>
        <p:spPr>
          <a:xfrm>
            <a:off x="3825125" y="2335521"/>
            <a:ext cx="1763175" cy="138455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714DBB69-31F3-46FC-8C26-7892C6FC8366}"/>
              </a:ext>
            </a:extLst>
          </p:cNvPr>
          <p:cNvSpPr/>
          <p:nvPr/>
        </p:nvSpPr>
        <p:spPr>
          <a:xfrm>
            <a:off x="3537020" y="3831525"/>
            <a:ext cx="329525" cy="3161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NI" sz="3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622BD27E-C520-434F-9621-97D66920B492}"/>
              </a:ext>
            </a:extLst>
          </p:cNvPr>
          <p:cNvSpPr/>
          <p:nvPr/>
        </p:nvSpPr>
        <p:spPr>
          <a:xfrm>
            <a:off x="9833272" y="3322882"/>
            <a:ext cx="329525" cy="3161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NI" sz="3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12031E68-96AE-4DB6-9386-7704020AA604}"/>
              </a:ext>
            </a:extLst>
          </p:cNvPr>
          <p:cNvSpPr/>
          <p:nvPr/>
        </p:nvSpPr>
        <p:spPr>
          <a:xfrm>
            <a:off x="2091510" y="3276882"/>
            <a:ext cx="7026364" cy="450166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64B9AB17-FB1A-4616-B101-46D794E676FD}"/>
              </a:ext>
            </a:extLst>
          </p:cNvPr>
          <p:cNvSpPr/>
          <p:nvPr/>
        </p:nvSpPr>
        <p:spPr>
          <a:xfrm>
            <a:off x="2103369" y="2351077"/>
            <a:ext cx="1763175" cy="138455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/>
          </a:p>
        </p:txBody>
      </p:sp>
      <p:graphicFrame>
        <p:nvGraphicFramePr>
          <p:cNvPr id="5" name="Tabla 7">
            <a:extLst>
              <a:ext uri="{FF2B5EF4-FFF2-40B4-BE49-F238E27FC236}">
                <a16:creationId xmlns:a16="http://schemas.microsoft.com/office/drawing/2014/main" id="{58B3A4B3-C7B9-4698-8663-164027B02B11}"/>
              </a:ext>
            </a:extLst>
          </p:cNvPr>
          <p:cNvGraphicFramePr>
            <a:graphicFrameLocks noGrp="1"/>
          </p:cNvGraphicFramePr>
          <p:nvPr/>
        </p:nvGraphicFramePr>
        <p:xfrm>
          <a:off x="2046868" y="2351077"/>
          <a:ext cx="7026364" cy="115932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22846">
                  <a:extLst>
                    <a:ext uri="{9D8B030D-6E8A-4147-A177-3AD203B41FA5}">
                      <a16:colId xmlns:a16="http://schemas.microsoft.com/office/drawing/2014/main" val="392487798"/>
                    </a:ext>
                  </a:extLst>
                </a:gridCol>
                <a:gridCol w="1776547">
                  <a:extLst>
                    <a:ext uri="{9D8B030D-6E8A-4147-A177-3AD203B41FA5}">
                      <a16:colId xmlns:a16="http://schemas.microsoft.com/office/drawing/2014/main" val="3095504788"/>
                    </a:ext>
                  </a:extLst>
                </a:gridCol>
                <a:gridCol w="1763486">
                  <a:extLst>
                    <a:ext uri="{9D8B030D-6E8A-4147-A177-3AD203B41FA5}">
                      <a16:colId xmlns:a16="http://schemas.microsoft.com/office/drawing/2014/main" val="4224146017"/>
                    </a:ext>
                  </a:extLst>
                </a:gridCol>
                <a:gridCol w="1763485">
                  <a:extLst>
                    <a:ext uri="{9D8B030D-6E8A-4147-A177-3AD203B41FA5}">
                      <a16:colId xmlns:a16="http://schemas.microsoft.com/office/drawing/2014/main" val="2396545712"/>
                    </a:ext>
                  </a:extLst>
                </a:gridCol>
              </a:tblGrid>
              <a:tr h="432163"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</a:rPr>
                        <a:t>10</a:t>
                      </a:r>
                      <a:endParaRPr lang="es-NI" sz="1000" b="1" dirty="0">
                        <a:solidFill>
                          <a:srgbClr val="FF0000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es-NI" sz="1000" b="1" dirty="0">
                        <a:solidFill>
                          <a:srgbClr val="FF0000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</a:rPr>
                        <a:t>20</a:t>
                      </a:r>
                      <a:endParaRPr lang="es-NI" sz="1000" b="1" dirty="0">
                        <a:solidFill>
                          <a:srgbClr val="FF0000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</a:rPr>
                        <a:t>11</a:t>
                      </a:r>
                      <a:endParaRPr lang="es-NI" sz="1000" b="1" dirty="0">
                        <a:solidFill>
                          <a:srgbClr val="FF0000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5576399"/>
                  </a:ext>
                </a:extLst>
              </a:tr>
              <a:tr h="483326"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</a:rPr>
                        <a:t>12</a:t>
                      </a:r>
                      <a:endParaRPr lang="es-NI" sz="1000" b="1" dirty="0">
                        <a:solidFill>
                          <a:srgbClr val="FF0000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</a:rPr>
                        <a:t>7</a:t>
                      </a:r>
                      <a:endParaRPr lang="es-NI" sz="1000" b="1" dirty="0">
                        <a:solidFill>
                          <a:srgbClr val="FF0000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</a:rPr>
                        <a:t>9</a:t>
                      </a:r>
                      <a:endParaRPr lang="es-NI" sz="1000" b="1" dirty="0">
                        <a:solidFill>
                          <a:srgbClr val="FF0000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</a:rPr>
                        <a:t>20</a:t>
                      </a:r>
                      <a:endParaRPr lang="es-NI" sz="1000" b="1" dirty="0">
                        <a:solidFill>
                          <a:srgbClr val="FF0000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5123709"/>
                  </a:ext>
                </a:extLst>
              </a:tr>
              <a:tr h="222222"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es-NI" sz="1000" b="1" dirty="0">
                        <a:solidFill>
                          <a:srgbClr val="FF0000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</a:rPr>
                        <a:t>14</a:t>
                      </a:r>
                      <a:endParaRPr lang="es-NI" sz="1000" b="1" dirty="0">
                        <a:solidFill>
                          <a:srgbClr val="FF0000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</a:rPr>
                        <a:t>16</a:t>
                      </a:r>
                      <a:endParaRPr lang="es-NI" sz="1000" b="1" dirty="0">
                        <a:solidFill>
                          <a:srgbClr val="FF0000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</a:rPr>
                        <a:t>18</a:t>
                      </a:r>
                      <a:endParaRPr lang="es-NI" sz="1000" b="1" dirty="0">
                        <a:solidFill>
                          <a:srgbClr val="FF0000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6415231"/>
                  </a:ext>
                </a:extLst>
              </a:tr>
            </a:tbl>
          </a:graphicData>
        </a:graphic>
      </p:graphicFrame>
      <p:sp>
        <p:nvSpPr>
          <p:cNvPr id="8" name="Rectángulo 7">
            <a:extLst>
              <a:ext uri="{FF2B5EF4-FFF2-40B4-BE49-F238E27FC236}">
                <a16:creationId xmlns:a16="http://schemas.microsoft.com/office/drawing/2014/main" id="{25FC3490-0CC5-4920-9AF4-6722545155CE}"/>
              </a:ext>
            </a:extLst>
          </p:cNvPr>
          <p:cNvSpPr/>
          <p:nvPr/>
        </p:nvSpPr>
        <p:spPr>
          <a:xfrm>
            <a:off x="2650998" y="3212408"/>
            <a:ext cx="754912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2800" dirty="0">
                <a:ln w="0">
                  <a:solidFill>
                    <a:srgbClr val="92D050"/>
                  </a:solidFill>
                </a:ln>
                <a:solidFill>
                  <a:srgbClr val="0000FF"/>
                </a:solidFill>
                <a:effectLst>
                  <a:outerShdw blurRad="50800" dist="38100" dir="5400000" algn="t" rotWithShape="0">
                    <a:srgbClr val="FFC000">
                      <a:alpha val="40000"/>
                    </a:srgbClr>
                  </a:outerShdw>
                </a:effectLst>
              </a:rPr>
              <a:t>5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A4DE2821-0549-45E1-9A11-702AAE4EB0EA}"/>
              </a:ext>
            </a:extLst>
          </p:cNvPr>
          <p:cNvSpPr/>
          <p:nvPr/>
        </p:nvSpPr>
        <p:spPr>
          <a:xfrm>
            <a:off x="4678785" y="-19744"/>
            <a:ext cx="283443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Camino 1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157EA392-DBCE-43D6-950A-820F7459D5F4}"/>
              </a:ext>
            </a:extLst>
          </p:cNvPr>
          <p:cNvSpPr/>
          <p:nvPr/>
        </p:nvSpPr>
        <p:spPr>
          <a:xfrm>
            <a:off x="5230525" y="3831525"/>
            <a:ext cx="329525" cy="3161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NI" sz="3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97EDF43E-F5FA-492F-A6A6-AE65EB8F4E4F}"/>
              </a:ext>
            </a:extLst>
          </p:cNvPr>
          <p:cNvSpPr/>
          <p:nvPr/>
        </p:nvSpPr>
        <p:spPr>
          <a:xfrm>
            <a:off x="4475613" y="2310174"/>
            <a:ext cx="754912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2800" dirty="0">
                <a:ln w="0">
                  <a:solidFill>
                    <a:srgbClr val="92D050"/>
                  </a:solidFill>
                </a:ln>
                <a:solidFill>
                  <a:srgbClr val="0000FF"/>
                </a:solidFill>
                <a:effectLst>
                  <a:outerShdw blurRad="50800" dist="38100" dir="5400000" algn="t" rotWithShape="0">
                    <a:srgbClr val="FFC000">
                      <a:alpha val="40000"/>
                    </a:srgbClr>
                  </a:outerShdw>
                </a:effectLst>
              </a:rPr>
              <a:t>15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E81161A0-E0DB-4E09-BE8B-68EC15669DFB}"/>
              </a:ext>
            </a:extLst>
          </p:cNvPr>
          <p:cNvSpPr/>
          <p:nvPr/>
        </p:nvSpPr>
        <p:spPr>
          <a:xfrm>
            <a:off x="9800934" y="2413685"/>
            <a:ext cx="361863" cy="3161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NI" sz="3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7A7F3125-43C5-4B55-A58F-EB2F75E6D854}"/>
              </a:ext>
            </a:extLst>
          </p:cNvPr>
          <p:cNvSpPr/>
          <p:nvPr/>
        </p:nvSpPr>
        <p:spPr>
          <a:xfrm>
            <a:off x="6555144" y="2781742"/>
            <a:ext cx="754912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2800" dirty="0">
                <a:ln w="0">
                  <a:solidFill>
                    <a:srgbClr val="92D050"/>
                  </a:solidFill>
                </a:ln>
                <a:solidFill>
                  <a:srgbClr val="0000FF"/>
                </a:solidFill>
                <a:effectLst>
                  <a:outerShdw blurRad="50800" dist="38100" dir="5400000" algn="t" rotWithShape="0">
                    <a:srgbClr val="FFC000">
                      <a:alpha val="40000"/>
                    </a:srgbClr>
                  </a:outerShdw>
                </a:effectLst>
              </a:rPr>
              <a:t>15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16CBC10C-1EAC-4A45-B503-FF4EC7837465}"/>
              </a:ext>
            </a:extLst>
          </p:cNvPr>
          <p:cNvSpPr/>
          <p:nvPr/>
        </p:nvSpPr>
        <p:spPr>
          <a:xfrm>
            <a:off x="8119752" y="2751220"/>
            <a:ext cx="754912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2800" dirty="0">
                <a:ln w="0">
                  <a:solidFill>
                    <a:srgbClr val="92D050"/>
                  </a:solidFill>
                </a:ln>
                <a:solidFill>
                  <a:srgbClr val="0000FF"/>
                </a:solidFill>
                <a:effectLst>
                  <a:outerShdw blurRad="50800" dist="38100" dir="5400000" algn="t" rotWithShape="0">
                    <a:srgbClr val="FFC000">
                      <a:alpha val="40000"/>
                    </a:srgbClr>
                  </a:outerShdw>
                </a:effectLst>
              </a:rPr>
              <a:t>10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340D61BE-600E-4BC5-BEB4-D03340DDF985}"/>
              </a:ext>
            </a:extLst>
          </p:cNvPr>
          <p:cNvSpPr/>
          <p:nvPr/>
        </p:nvSpPr>
        <p:spPr>
          <a:xfrm>
            <a:off x="6976865" y="3796955"/>
            <a:ext cx="329525" cy="3161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NI" sz="3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868006EC-8BF2-48CE-98EA-041F10CFB206}"/>
              </a:ext>
            </a:extLst>
          </p:cNvPr>
          <p:cNvSpPr/>
          <p:nvPr/>
        </p:nvSpPr>
        <p:spPr>
          <a:xfrm>
            <a:off x="8723205" y="3869622"/>
            <a:ext cx="329525" cy="3161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NI" sz="3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4FD9D517-694D-448E-9D20-710A265CBEE9}"/>
              </a:ext>
            </a:extLst>
          </p:cNvPr>
          <p:cNvSpPr/>
          <p:nvPr/>
        </p:nvSpPr>
        <p:spPr>
          <a:xfrm>
            <a:off x="9800531" y="2854731"/>
            <a:ext cx="329525" cy="3161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NI" sz="3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CC37C518-0235-40F6-BC0E-4EAD59186163}"/>
              </a:ext>
            </a:extLst>
          </p:cNvPr>
          <p:cNvSpPr txBox="1"/>
          <p:nvPr/>
        </p:nvSpPr>
        <p:spPr>
          <a:xfrm>
            <a:off x="1973717" y="4711951"/>
            <a:ext cx="8244565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NI" sz="2800" b="1" dirty="0">
                <a:latin typeface="Verdana" panose="020B0604030504040204" pitchFamily="34" charset="0"/>
                <a:ea typeface="Verdana" panose="020B0604030504040204" pitchFamily="34" charset="0"/>
              </a:rPr>
              <a:t>Z</a:t>
            </a:r>
            <a:r>
              <a:rPr lang="es-NI" sz="2800" b="1" baseline="-25000" dirty="0">
                <a:latin typeface="Verdana" panose="020B0604030504040204" pitchFamily="34" charset="0"/>
                <a:ea typeface="Verdana" panose="020B0604030504040204" pitchFamily="34" charset="0"/>
              </a:rPr>
              <a:t>C1</a:t>
            </a:r>
            <a:r>
              <a:rPr lang="es-NI" sz="2800" b="1" dirty="0">
                <a:latin typeface="Verdana" panose="020B0604030504040204" pitchFamily="34" charset="0"/>
                <a:ea typeface="Verdana" panose="020B0604030504040204" pitchFamily="34" charset="0"/>
              </a:rPr>
              <a:t> = </a:t>
            </a:r>
            <a:r>
              <a:rPr lang="es-NI" sz="2800" b="1" dirty="0">
                <a:solidFill>
                  <a:srgbClr val="0000FF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5</a:t>
            </a:r>
            <a:r>
              <a:rPr lang="es-NI" sz="2800" b="1" dirty="0">
                <a:latin typeface="Verdana" panose="020B0604030504040204" pitchFamily="34" charset="0"/>
                <a:ea typeface="Verdana" panose="020B0604030504040204" pitchFamily="34" charset="0"/>
              </a:rPr>
              <a:t> * </a:t>
            </a:r>
            <a:r>
              <a:rPr lang="es-NI" sz="2800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0</a:t>
            </a:r>
            <a:r>
              <a:rPr lang="es-NI" sz="2800" b="1" dirty="0">
                <a:latin typeface="Verdana" panose="020B0604030504040204" pitchFamily="34" charset="0"/>
                <a:ea typeface="Verdana" panose="020B0604030504040204" pitchFamily="34" charset="0"/>
              </a:rPr>
              <a:t> + </a:t>
            </a:r>
            <a:r>
              <a:rPr lang="es-NI" sz="2800" b="1" dirty="0">
                <a:solidFill>
                  <a:srgbClr val="0000FF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15</a:t>
            </a:r>
            <a:r>
              <a:rPr lang="es-NI" sz="2800" b="1" dirty="0">
                <a:latin typeface="Verdana" panose="020B0604030504040204" pitchFamily="34" charset="0"/>
                <a:ea typeface="Verdana" panose="020B0604030504040204" pitchFamily="34" charset="0"/>
              </a:rPr>
              <a:t> * </a:t>
            </a:r>
            <a:r>
              <a:rPr lang="es-NI" sz="2800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0</a:t>
            </a:r>
            <a:r>
              <a:rPr lang="es-NI" sz="2800" b="1" dirty="0">
                <a:latin typeface="Verdana" panose="020B0604030504040204" pitchFamily="34" charset="0"/>
                <a:ea typeface="Verdana" panose="020B0604030504040204" pitchFamily="34" charset="0"/>
              </a:rPr>
              <a:t> + </a:t>
            </a:r>
            <a:r>
              <a:rPr lang="es-NI" sz="2800" b="1" dirty="0">
                <a:solidFill>
                  <a:srgbClr val="0000FF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15</a:t>
            </a:r>
            <a:r>
              <a:rPr lang="es-NI" sz="2800" b="1" dirty="0">
                <a:latin typeface="Verdana" panose="020B0604030504040204" pitchFamily="34" charset="0"/>
                <a:ea typeface="Verdana" panose="020B0604030504040204" pitchFamily="34" charset="0"/>
              </a:rPr>
              <a:t> * </a:t>
            </a:r>
            <a:r>
              <a:rPr lang="es-NI" sz="2800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9</a:t>
            </a:r>
            <a:r>
              <a:rPr lang="es-NI" sz="2800" b="1" dirty="0">
                <a:latin typeface="Verdana" panose="020B0604030504040204" pitchFamily="34" charset="0"/>
                <a:ea typeface="Verdana" panose="020B0604030504040204" pitchFamily="34" charset="0"/>
              </a:rPr>
              <a:t> + </a:t>
            </a:r>
            <a:r>
              <a:rPr lang="es-NI" sz="2800" b="1" dirty="0">
                <a:solidFill>
                  <a:srgbClr val="0000FF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10</a:t>
            </a:r>
            <a:r>
              <a:rPr lang="es-NI" sz="2800" b="1" dirty="0">
                <a:latin typeface="Verdana" panose="020B0604030504040204" pitchFamily="34" charset="0"/>
                <a:ea typeface="Verdana" panose="020B0604030504040204" pitchFamily="34" charset="0"/>
              </a:rPr>
              <a:t> * </a:t>
            </a:r>
            <a:r>
              <a:rPr lang="es-NI" sz="2800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20</a:t>
            </a:r>
          </a:p>
          <a:p>
            <a:r>
              <a:rPr lang="es-NI" sz="2800" b="1" dirty="0">
                <a:latin typeface="Verdana" panose="020B0604030504040204" pitchFamily="34" charset="0"/>
                <a:ea typeface="Verdana" panose="020B0604030504040204" pitchFamily="34" charset="0"/>
              </a:rPr>
              <a:t>Z</a:t>
            </a:r>
            <a:r>
              <a:rPr lang="es-NI" sz="2800" b="1" baseline="-25000" dirty="0">
                <a:latin typeface="Verdana" panose="020B0604030504040204" pitchFamily="34" charset="0"/>
                <a:ea typeface="Verdana" panose="020B0604030504040204" pitchFamily="34" charset="0"/>
              </a:rPr>
              <a:t>C1</a:t>
            </a:r>
            <a:r>
              <a:rPr lang="es-NI" sz="2800" b="1" dirty="0">
                <a:latin typeface="Verdana" panose="020B0604030504040204" pitchFamily="34" charset="0"/>
                <a:ea typeface="Verdana" panose="020B0604030504040204" pitchFamily="34" charset="0"/>
              </a:rPr>
              <a:t> =    0    +      0    +    135  +    200   </a:t>
            </a:r>
          </a:p>
          <a:p>
            <a:r>
              <a:rPr lang="es-NI" sz="2800" b="1" dirty="0">
                <a:latin typeface="Verdana" panose="020B0604030504040204" pitchFamily="34" charset="0"/>
                <a:ea typeface="Verdana" panose="020B0604030504040204" pitchFamily="34" charset="0"/>
              </a:rPr>
              <a:t>Z</a:t>
            </a:r>
            <a:r>
              <a:rPr lang="es-NI" sz="2800" b="1" baseline="-25000" dirty="0">
                <a:latin typeface="Verdana" panose="020B0604030504040204" pitchFamily="34" charset="0"/>
                <a:ea typeface="Verdana" panose="020B0604030504040204" pitchFamily="34" charset="0"/>
              </a:rPr>
              <a:t>C1</a:t>
            </a:r>
            <a:r>
              <a:rPr lang="es-NI" sz="2800" b="1" dirty="0">
                <a:latin typeface="Verdana" panose="020B0604030504040204" pitchFamily="34" charset="0"/>
                <a:ea typeface="Verdana" panose="020B0604030504040204" pitchFamily="34" charset="0"/>
              </a:rPr>
              <a:t> = 335</a:t>
            </a:r>
          </a:p>
        </p:txBody>
      </p:sp>
    </p:spTree>
    <p:extLst>
      <p:ext uri="{BB962C8B-B14F-4D97-AF65-F5344CB8AC3E}">
        <p14:creationId xmlns:p14="http://schemas.microsoft.com/office/powerpoint/2010/main" val="28229179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56C22A88-E7DF-460E-ACF9-990E63EAF5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937" y="1340521"/>
            <a:ext cx="11668125" cy="3381375"/>
          </a:xfrm>
          <a:prstGeom prst="rect">
            <a:avLst/>
          </a:prstGeom>
        </p:spPr>
      </p:pic>
      <p:sp>
        <p:nvSpPr>
          <p:cNvPr id="15" name="Rectángulo 14">
            <a:extLst>
              <a:ext uri="{FF2B5EF4-FFF2-40B4-BE49-F238E27FC236}">
                <a16:creationId xmlns:a16="http://schemas.microsoft.com/office/drawing/2014/main" id="{490E7156-E27F-48B6-8C4A-E8842132792B}"/>
              </a:ext>
            </a:extLst>
          </p:cNvPr>
          <p:cNvSpPr/>
          <p:nvPr/>
        </p:nvSpPr>
        <p:spPr>
          <a:xfrm>
            <a:off x="5604692" y="2366291"/>
            <a:ext cx="1763175" cy="138455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DCFC7ABF-17A1-412A-8C3C-2E8BEB8609FC}"/>
              </a:ext>
            </a:extLst>
          </p:cNvPr>
          <p:cNvSpPr/>
          <p:nvPr/>
        </p:nvSpPr>
        <p:spPr>
          <a:xfrm>
            <a:off x="10858162" y="2352751"/>
            <a:ext cx="550151" cy="95410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s-ES" sz="2800" b="1" cap="none" spc="0" dirty="0">
                <a:ln/>
                <a:solidFill>
                  <a:srgbClr val="00B050"/>
                </a:solidFill>
                <a:effectLst/>
              </a:rPr>
              <a:t>11</a:t>
            </a:r>
          </a:p>
          <a:p>
            <a:pPr algn="ctr"/>
            <a:r>
              <a:rPr lang="es-ES" sz="2800" b="1" dirty="0">
                <a:ln/>
                <a:solidFill>
                  <a:srgbClr val="00B050"/>
                </a:solidFill>
              </a:rPr>
              <a:t>2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AD0003D0-D8B8-4F8A-B4C0-AC1F34105541}"/>
              </a:ext>
            </a:extLst>
          </p:cNvPr>
          <p:cNvSpPr/>
          <p:nvPr/>
        </p:nvSpPr>
        <p:spPr>
          <a:xfrm>
            <a:off x="4432458" y="4208205"/>
            <a:ext cx="4060727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s-ES" sz="2800" b="1" cap="none" spc="0" dirty="0">
                <a:ln/>
                <a:solidFill>
                  <a:srgbClr val="00B050"/>
                </a:solidFill>
                <a:effectLst/>
              </a:rPr>
              <a:t>7		</a:t>
            </a:r>
            <a:r>
              <a:rPr lang="es-ES" sz="2800" b="1" dirty="0">
                <a:ln/>
                <a:solidFill>
                  <a:srgbClr val="FF0000"/>
                </a:solidFill>
              </a:rPr>
              <a:t>11</a:t>
            </a:r>
            <a:r>
              <a:rPr lang="es-ES" sz="2800" b="1" cap="none" spc="0" dirty="0">
                <a:ln/>
                <a:solidFill>
                  <a:srgbClr val="00B050"/>
                </a:solidFill>
                <a:effectLst/>
              </a:rPr>
              <a:t>			9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714DBB69-31F3-46FC-8C26-7892C6FC8366}"/>
              </a:ext>
            </a:extLst>
          </p:cNvPr>
          <p:cNvSpPr/>
          <p:nvPr/>
        </p:nvSpPr>
        <p:spPr>
          <a:xfrm>
            <a:off x="3537020" y="3831525"/>
            <a:ext cx="329525" cy="3161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NI" sz="3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622BD27E-C520-434F-9621-97D66920B492}"/>
              </a:ext>
            </a:extLst>
          </p:cNvPr>
          <p:cNvSpPr/>
          <p:nvPr/>
        </p:nvSpPr>
        <p:spPr>
          <a:xfrm>
            <a:off x="9833272" y="3322882"/>
            <a:ext cx="329525" cy="3161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NI" sz="3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12031E68-96AE-4DB6-9386-7704020AA604}"/>
              </a:ext>
            </a:extLst>
          </p:cNvPr>
          <p:cNvSpPr/>
          <p:nvPr/>
        </p:nvSpPr>
        <p:spPr>
          <a:xfrm>
            <a:off x="2091510" y="3321491"/>
            <a:ext cx="7026364" cy="450166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64B9AB17-FB1A-4616-B101-46D794E676FD}"/>
              </a:ext>
            </a:extLst>
          </p:cNvPr>
          <p:cNvSpPr/>
          <p:nvPr/>
        </p:nvSpPr>
        <p:spPr>
          <a:xfrm>
            <a:off x="2103369" y="2351077"/>
            <a:ext cx="1763175" cy="138455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/>
          </a:p>
        </p:txBody>
      </p:sp>
      <p:graphicFrame>
        <p:nvGraphicFramePr>
          <p:cNvPr id="5" name="Tabla 7">
            <a:extLst>
              <a:ext uri="{FF2B5EF4-FFF2-40B4-BE49-F238E27FC236}">
                <a16:creationId xmlns:a16="http://schemas.microsoft.com/office/drawing/2014/main" id="{58B3A4B3-C7B9-4698-8663-164027B02B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3390425"/>
              </p:ext>
            </p:extLst>
          </p:nvPr>
        </p:nvGraphicFramePr>
        <p:xfrm>
          <a:off x="2116709" y="2387245"/>
          <a:ext cx="7026364" cy="115932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22846">
                  <a:extLst>
                    <a:ext uri="{9D8B030D-6E8A-4147-A177-3AD203B41FA5}">
                      <a16:colId xmlns:a16="http://schemas.microsoft.com/office/drawing/2014/main" val="392487798"/>
                    </a:ext>
                  </a:extLst>
                </a:gridCol>
                <a:gridCol w="1776547">
                  <a:extLst>
                    <a:ext uri="{9D8B030D-6E8A-4147-A177-3AD203B41FA5}">
                      <a16:colId xmlns:a16="http://schemas.microsoft.com/office/drawing/2014/main" val="3095504788"/>
                    </a:ext>
                  </a:extLst>
                </a:gridCol>
                <a:gridCol w="1763486">
                  <a:extLst>
                    <a:ext uri="{9D8B030D-6E8A-4147-A177-3AD203B41FA5}">
                      <a16:colId xmlns:a16="http://schemas.microsoft.com/office/drawing/2014/main" val="4224146017"/>
                    </a:ext>
                  </a:extLst>
                </a:gridCol>
                <a:gridCol w="1763485">
                  <a:extLst>
                    <a:ext uri="{9D8B030D-6E8A-4147-A177-3AD203B41FA5}">
                      <a16:colId xmlns:a16="http://schemas.microsoft.com/office/drawing/2014/main" val="2396545712"/>
                    </a:ext>
                  </a:extLst>
                </a:gridCol>
              </a:tblGrid>
              <a:tr h="432163"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</a:rPr>
                        <a:t>10</a:t>
                      </a:r>
                      <a:endParaRPr lang="es-NI" sz="1000" b="1" dirty="0">
                        <a:solidFill>
                          <a:srgbClr val="FF0000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es-NI" sz="1000" b="1" dirty="0">
                        <a:solidFill>
                          <a:srgbClr val="FF0000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</a:rPr>
                        <a:t>20</a:t>
                      </a:r>
                      <a:endParaRPr lang="es-NI" sz="1000" b="1" dirty="0">
                        <a:solidFill>
                          <a:srgbClr val="FF0000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</a:rPr>
                        <a:t>11</a:t>
                      </a:r>
                      <a:endParaRPr lang="es-NI" sz="1000" b="1" dirty="0">
                        <a:solidFill>
                          <a:srgbClr val="FF0000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5576399"/>
                  </a:ext>
                </a:extLst>
              </a:tr>
              <a:tr h="483326"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</a:rPr>
                        <a:t>12</a:t>
                      </a:r>
                      <a:endParaRPr lang="es-NI" sz="1000" b="1" dirty="0">
                        <a:solidFill>
                          <a:srgbClr val="FF0000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</a:rPr>
                        <a:t>7</a:t>
                      </a:r>
                      <a:endParaRPr lang="es-NI" sz="1000" b="1" dirty="0">
                        <a:solidFill>
                          <a:srgbClr val="FF0000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</a:rPr>
                        <a:t>9</a:t>
                      </a:r>
                      <a:endParaRPr lang="es-NI" sz="1000" b="1" dirty="0">
                        <a:solidFill>
                          <a:srgbClr val="FF0000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</a:rPr>
                        <a:t>20</a:t>
                      </a:r>
                      <a:endParaRPr lang="es-NI" sz="1000" b="1" dirty="0">
                        <a:solidFill>
                          <a:srgbClr val="FF0000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5123709"/>
                  </a:ext>
                </a:extLst>
              </a:tr>
              <a:tr h="222222"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es-NI" sz="1000" b="1" dirty="0">
                        <a:solidFill>
                          <a:srgbClr val="FF0000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</a:rPr>
                        <a:t>14</a:t>
                      </a:r>
                      <a:endParaRPr lang="es-NI" sz="1000" b="1" dirty="0">
                        <a:solidFill>
                          <a:srgbClr val="FF0000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</a:rPr>
                        <a:t>16</a:t>
                      </a:r>
                      <a:endParaRPr lang="es-NI" sz="1000" b="1" dirty="0">
                        <a:solidFill>
                          <a:srgbClr val="FF0000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</a:rPr>
                        <a:t>18</a:t>
                      </a:r>
                      <a:endParaRPr lang="es-NI" sz="1000" b="1" dirty="0">
                        <a:solidFill>
                          <a:srgbClr val="FF0000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6415231"/>
                  </a:ext>
                </a:extLst>
              </a:tr>
            </a:tbl>
          </a:graphicData>
        </a:graphic>
      </p:graphicFrame>
      <p:sp>
        <p:nvSpPr>
          <p:cNvPr id="8" name="Rectángulo 7">
            <a:extLst>
              <a:ext uri="{FF2B5EF4-FFF2-40B4-BE49-F238E27FC236}">
                <a16:creationId xmlns:a16="http://schemas.microsoft.com/office/drawing/2014/main" id="{25FC3490-0CC5-4920-9AF4-6722545155CE}"/>
              </a:ext>
            </a:extLst>
          </p:cNvPr>
          <p:cNvSpPr/>
          <p:nvPr/>
        </p:nvSpPr>
        <p:spPr>
          <a:xfrm>
            <a:off x="2650998" y="3212408"/>
            <a:ext cx="754912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2800" dirty="0">
                <a:ln w="0">
                  <a:solidFill>
                    <a:srgbClr val="92D050"/>
                  </a:solidFill>
                </a:ln>
                <a:solidFill>
                  <a:srgbClr val="0000FF"/>
                </a:solidFill>
                <a:effectLst>
                  <a:outerShdw blurRad="50800" dist="38100" dir="5400000" algn="t" rotWithShape="0">
                    <a:srgbClr val="FFC000">
                      <a:alpha val="40000"/>
                    </a:srgbClr>
                  </a:outerShdw>
                </a:effectLst>
              </a:rPr>
              <a:t>5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A4DE2821-0549-45E1-9A11-702AAE4EB0EA}"/>
              </a:ext>
            </a:extLst>
          </p:cNvPr>
          <p:cNvSpPr/>
          <p:nvPr/>
        </p:nvSpPr>
        <p:spPr>
          <a:xfrm>
            <a:off x="4678785" y="-19744"/>
            <a:ext cx="283443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Camino 2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157EA392-DBCE-43D6-950A-820F7459D5F4}"/>
              </a:ext>
            </a:extLst>
          </p:cNvPr>
          <p:cNvSpPr/>
          <p:nvPr/>
        </p:nvSpPr>
        <p:spPr>
          <a:xfrm>
            <a:off x="6976865" y="3831524"/>
            <a:ext cx="329525" cy="33186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NI" sz="3200" dirty="0">
                <a:solidFill>
                  <a:srgbClr val="FFFF00"/>
                </a:solidFill>
              </a:rPr>
              <a:t>0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E81161A0-E0DB-4E09-BE8B-68EC15669DFB}"/>
              </a:ext>
            </a:extLst>
          </p:cNvPr>
          <p:cNvSpPr/>
          <p:nvPr/>
        </p:nvSpPr>
        <p:spPr>
          <a:xfrm>
            <a:off x="9628720" y="2950457"/>
            <a:ext cx="743795" cy="34307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NI" sz="3200" dirty="0">
                <a:solidFill>
                  <a:srgbClr val="FFFF00"/>
                </a:solidFill>
              </a:rPr>
              <a:t>10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97EDF43E-F5FA-492F-A6A6-AE65EB8F4E4F}"/>
              </a:ext>
            </a:extLst>
          </p:cNvPr>
          <p:cNvSpPr/>
          <p:nvPr/>
        </p:nvSpPr>
        <p:spPr>
          <a:xfrm>
            <a:off x="6462821" y="2813675"/>
            <a:ext cx="754912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2800" dirty="0">
                <a:ln w="0">
                  <a:solidFill>
                    <a:srgbClr val="92D050"/>
                  </a:solidFill>
                </a:ln>
                <a:solidFill>
                  <a:srgbClr val="0000FF"/>
                </a:solidFill>
                <a:effectLst>
                  <a:outerShdw blurRad="50800" dist="38100" dir="5400000" algn="t" rotWithShape="0">
                    <a:srgbClr val="FFC000">
                      <a:alpha val="40000"/>
                    </a:srgbClr>
                  </a:outerShdw>
                </a:effectLst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38968171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56C22A88-E7DF-460E-ACF9-990E63EAF5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937" y="1340521"/>
            <a:ext cx="11668125" cy="3381375"/>
          </a:xfrm>
          <a:prstGeom prst="rect">
            <a:avLst/>
          </a:prstGeom>
        </p:spPr>
      </p:pic>
      <p:sp>
        <p:nvSpPr>
          <p:cNvPr id="15" name="Rectángulo 14">
            <a:extLst>
              <a:ext uri="{FF2B5EF4-FFF2-40B4-BE49-F238E27FC236}">
                <a16:creationId xmlns:a16="http://schemas.microsoft.com/office/drawing/2014/main" id="{490E7156-E27F-48B6-8C4A-E8842132792B}"/>
              </a:ext>
            </a:extLst>
          </p:cNvPr>
          <p:cNvSpPr/>
          <p:nvPr/>
        </p:nvSpPr>
        <p:spPr>
          <a:xfrm>
            <a:off x="5604692" y="2366291"/>
            <a:ext cx="1763175" cy="138455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DCFC7ABF-17A1-412A-8C3C-2E8BEB8609FC}"/>
              </a:ext>
            </a:extLst>
          </p:cNvPr>
          <p:cNvSpPr/>
          <p:nvPr/>
        </p:nvSpPr>
        <p:spPr>
          <a:xfrm>
            <a:off x="10858162" y="2352751"/>
            <a:ext cx="550151" cy="95410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s-ES" sz="2800" b="1" cap="none" spc="0" dirty="0">
                <a:ln/>
                <a:solidFill>
                  <a:srgbClr val="00B050"/>
                </a:solidFill>
                <a:effectLst/>
              </a:rPr>
              <a:t>11</a:t>
            </a:r>
          </a:p>
          <a:p>
            <a:pPr algn="ctr"/>
            <a:r>
              <a:rPr lang="es-ES" sz="2800" b="1" dirty="0">
                <a:ln/>
                <a:solidFill>
                  <a:srgbClr val="FF0000"/>
                </a:solidFill>
              </a:rPr>
              <a:t>13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AD0003D0-D8B8-4F8A-B4C0-AC1F34105541}"/>
              </a:ext>
            </a:extLst>
          </p:cNvPr>
          <p:cNvSpPr/>
          <p:nvPr/>
        </p:nvSpPr>
        <p:spPr>
          <a:xfrm>
            <a:off x="4432458" y="4208205"/>
            <a:ext cx="4060727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s-ES" sz="2800" b="1" cap="none" spc="0" dirty="0">
                <a:ln/>
                <a:solidFill>
                  <a:srgbClr val="00B050"/>
                </a:solidFill>
                <a:effectLst/>
              </a:rPr>
              <a:t>7					9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714DBB69-31F3-46FC-8C26-7892C6FC8366}"/>
              </a:ext>
            </a:extLst>
          </p:cNvPr>
          <p:cNvSpPr/>
          <p:nvPr/>
        </p:nvSpPr>
        <p:spPr>
          <a:xfrm>
            <a:off x="3537020" y="3831525"/>
            <a:ext cx="329525" cy="3161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NI" sz="3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622BD27E-C520-434F-9621-97D66920B492}"/>
              </a:ext>
            </a:extLst>
          </p:cNvPr>
          <p:cNvSpPr/>
          <p:nvPr/>
        </p:nvSpPr>
        <p:spPr>
          <a:xfrm>
            <a:off x="9833272" y="3322882"/>
            <a:ext cx="393939" cy="4279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NI" sz="3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12031E68-96AE-4DB6-9386-7704020AA604}"/>
              </a:ext>
            </a:extLst>
          </p:cNvPr>
          <p:cNvSpPr/>
          <p:nvPr/>
        </p:nvSpPr>
        <p:spPr>
          <a:xfrm>
            <a:off x="2091510" y="3321491"/>
            <a:ext cx="7026364" cy="450166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64B9AB17-FB1A-4616-B101-46D794E676FD}"/>
              </a:ext>
            </a:extLst>
          </p:cNvPr>
          <p:cNvSpPr/>
          <p:nvPr/>
        </p:nvSpPr>
        <p:spPr>
          <a:xfrm>
            <a:off x="2103369" y="2351077"/>
            <a:ext cx="1763175" cy="138455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/>
          </a:p>
        </p:txBody>
      </p:sp>
      <p:graphicFrame>
        <p:nvGraphicFramePr>
          <p:cNvPr id="5" name="Tabla 7">
            <a:extLst>
              <a:ext uri="{FF2B5EF4-FFF2-40B4-BE49-F238E27FC236}">
                <a16:creationId xmlns:a16="http://schemas.microsoft.com/office/drawing/2014/main" id="{58B3A4B3-C7B9-4698-8663-164027B02B11}"/>
              </a:ext>
            </a:extLst>
          </p:cNvPr>
          <p:cNvGraphicFramePr>
            <a:graphicFrameLocks noGrp="1"/>
          </p:cNvGraphicFramePr>
          <p:nvPr/>
        </p:nvGraphicFramePr>
        <p:xfrm>
          <a:off x="2116709" y="2387245"/>
          <a:ext cx="7026364" cy="115932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22846">
                  <a:extLst>
                    <a:ext uri="{9D8B030D-6E8A-4147-A177-3AD203B41FA5}">
                      <a16:colId xmlns:a16="http://schemas.microsoft.com/office/drawing/2014/main" val="392487798"/>
                    </a:ext>
                  </a:extLst>
                </a:gridCol>
                <a:gridCol w="1776547">
                  <a:extLst>
                    <a:ext uri="{9D8B030D-6E8A-4147-A177-3AD203B41FA5}">
                      <a16:colId xmlns:a16="http://schemas.microsoft.com/office/drawing/2014/main" val="3095504788"/>
                    </a:ext>
                  </a:extLst>
                </a:gridCol>
                <a:gridCol w="1763486">
                  <a:extLst>
                    <a:ext uri="{9D8B030D-6E8A-4147-A177-3AD203B41FA5}">
                      <a16:colId xmlns:a16="http://schemas.microsoft.com/office/drawing/2014/main" val="4224146017"/>
                    </a:ext>
                  </a:extLst>
                </a:gridCol>
                <a:gridCol w="1763485">
                  <a:extLst>
                    <a:ext uri="{9D8B030D-6E8A-4147-A177-3AD203B41FA5}">
                      <a16:colId xmlns:a16="http://schemas.microsoft.com/office/drawing/2014/main" val="2396545712"/>
                    </a:ext>
                  </a:extLst>
                </a:gridCol>
              </a:tblGrid>
              <a:tr h="432163"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</a:rPr>
                        <a:t>10</a:t>
                      </a:r>
                      <a:endParaRPr lang="es-NI" sz="1000" b="1" dirty="0">
                        <a:solidFill>
                          <a:srgbClr val="FF0000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es-NI" sz="1000" b="1" dirty="0">
                        <a:solidFill>
                          <a:srgbClr val="FF0000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</a:rPr>
                        <a:t>20</a:t>
                      </a:r>
                      <a:endParaRPr lang="es-NI" sz="1000" b="1" dirty="0">
                        <a:solidFill>
                          <a:srgbClr val="FF0000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</a:rPr>
                        <a:t>11</a:t>
                      </a:r>
                      <a:endParaRPr lang="es-NI" sz="1000" b="1" dirty="0">
                        <a:solidFill>
                          <a:srgbClr val="FF0000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5576399"/>
                  </a:ext>
                </a:extLst>
              </a:tr>
              <a:tr h="483326"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</a:rPr>
                        <a:t>12</a:t>
                      </a:r>
                      <a:endParaRPr lang="es-NI" sz="1000" b="1" dirty="0">
                        <a:solidFill>
                          <a:srgbClr val="FF0000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</a:rPr>
                        <a:t>7</a:t>
                      </a:r>
                      <a:endParaRPr lang="es-NI" sz="1000" b="1" dirty="0">
                        <a:solidFill>
                          <a:srgbClr val="FF0000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</a:rPr>
                        <a:t>9</a:t>
                      </a:r>
                      <a:endParaRPr lang="es-NI" sz="1000" b="1" dirty="0">
                        <a:solidFill>
                          <a:srgbClr val="FF0000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</a:rPr>
                        <a:t>20</a:t>
                      </a:r>
                      <a:endParaRPr lang="es-NI" sz="1000" b="1" dirty="0">
                        <a:solidFill>
                          <a:srgbClr val="FF0000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5123709"/>
                  </a:ext>
                </a:extLst>
              </a:tr>
              <a:tr h="222222"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es-NI" sz="1000" b="1" dirty="0">
                        <a:solidFill>
                          <a:srgbClr val="FF0000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</a:rPr>
                        <a:t>14</a:t>
                      </a:r>
                      <a:endParaRPr lang="es-NI" sz="1000" b="1" dirty="0">
                        <a:solidFill>
                          <a:srgbClr val="FF0000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</a:rPr>
                        <a:t>16</a:t>
                      </a:r>
                      <a:endParaRPr lang="es-NI" sz="1000" b="1" dirty="0">
                        <a:solidFill>
                          <a:srgbClr val="FF0000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</a:rPr>
                        <a:t>18</a:t>
                      </a:r>
                      <a:endParaRPr lang="es-NI" sz="1000" b="1" dirty="0">
                        <a:solidFill>
                          <a:srgbClr val="FF0000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6415231"/>
                  </a:ext>
                </a:extLst>
              </a:tr>
            </a:tbl>
          </a:graphicData>
        </a:graphic>
      </p:graphicFrame>
      <p:sp>
        <p:nvSpPr>
          <p:cNvPr id="8" name="Rectángulo 7">
            <a:extLst>
              <a:ext uri="{FF2B5EF4-FFF2-40B4-BE49-F238E27FC236}">
                <a16:creationId xmlns:a16="http://schemas.microsoft.com/office/drawing/2014/main" id="{25FC3490-0CC5-4920-9AF4-6722545155CE}"/>
              </a:ext>
            </a:extLst>
          </p:cNvPr>
          <p:cNvSpPr/>
          <p:nvPr/>
        </p:nvSpPr>
        <p:spPr>
          <a:xfrm>
            <a:off x="2650998" y="3212408"/>
            <a:ext cx="754912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2800" dirty="0">
                <a:ln w="0">
                  <a:solidFill>
                    <a:srgbClr val="92D050"/>
                  </a:solidFill>
                </a:ln>
                <a:solidFill>
                  <a:srgbClr val="0000FF"/>
                </a:solidFill>
                <a:effectLst>
                  <a:outerShdw blurRad="50800" dist="38100" dir="5400000" algn="t" rotWithShape="0">
                    <a:srgbClr val="FFC000">
                      <a:alpha val="40000"/>
                    </a:srgbClr>
                  </a:outerShdw>
                </a:effectLst>
              </a:rPr>
              <a:t>5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A4DE2821-0549-45E1-9A11-702AAE4EB0EA}"/>
              </a:ext>
            </a:extLst>
          </p:cNvPr>
          <p:cNvSpPr/>
          <p:nvPr/>
        </p:nvSpPr>
        <p:spPr>
          <a:xfrm>
            <a:off x="4678785" y="-19744"/>
            <a:ext cx="283443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Camino 2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157EA392-DBCE-43D6-950A-820F7459D5F4}"/>
              </a:ext>
            </a:extLst>
          </p:cNvPr>
          <p:cNvSpPr/>
          <p:nvPr/>
        </p:nvSpPr>
        <p:spPr>
          <a:xfrm>
            <a:off x="6976865" y="3831524"/>
            <a:ext cx="329525" cy="3318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NI" sz="3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E81161A0-E0DB-4E09-BE8B-68EC15669DFB}"/>
              </a:ext>
            </a:extLst>
          </p:cNvPr>
          <p:cNvSpPr/>
          <p:nvPr/>
        </p:nvSpPr>
        <p:spPr>
          <a:xfrm>
            <a:off x="9628720" y="2950457"/>
            <a:ext cx="743795" cy="3430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NI" sz="3200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97EDF43E-F5FA-492F-A6A6-AE65EB8F4E4F}"/>
              </a:ext>
            </a:extLst>
          </p:cNvPr>
          <p:cNvSpPr/>
          <p:nvPr/>
        </p:nvSpPr>
        <p:spPr>
          <a:xfrm>
            <a:off x="6462821" y="2813675"/>
            <a:ext cx="754912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2800" dirty="0">
                <a:ln w="0">
                  <a:solidFill>
                    <a:srgbClr val="92D050"/>
                  </a:solidFill>
                </a:ln>
                <a:solidFill>
                  <a:srgbClr val="0000FF"/>
                </a:solidFill>
                <a:effectLst>
                  <a:outerShdw blurRad="50800" dist="38100" dir="5400000" algn="t" rotWithShape="0">
                    <a:srgbClr val="FFC000">
                      <a:alpha val="40000"/>
                    </a:srgbClr>
                  </a:outerShdw>
                </a:effectLst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4800984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56C22A88-E7DF-460E-ACF9-990E63EAF5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937" y="1340521"/>
            <a:ext cx="11668125" cy="3381375"/>
          </a:xfrm>
          <a:prstGeom prst="rect">
            <a:avLst/>
          </a:prstGeom>
        </p:spPr>
      </p:pic>
      <p:sp>
        <p:nvSpPr>
          <p:cNvPr id="18" name="Rectángulo 17">
            <a:extLst>
              <a:ext uri="{FF2B5EF4-FFF2-40B4-BE49-F238E27FC236}">
                <a16:creationId xmlns:a16="http://schemas.microsoft.com/office/drawing/2014/main" id="{B180AD28-9BB2-42E8-B993-B9BFD5E62011}"/>
              </a:ext>
            </a:extLst>
          </p:cNvPr>
          <p:cNvSpPr/>
          <p:nvPr/>
        </p:nvSpPr>
        <p:spPr>
          <a:xfrm>
            <a:off x="2091510" y="2813675"/>
            <a:ext cx="7026364" cy="50618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490E7156-E27F-48B6-8C4A-E8842132792B}"/>
              </a:ext>
            </a:extLst>
          </p:cNvPr>
          <p:cNvSpPr/>
          <p:nvPr/>
        </p:nvSpPr>
        <p:spPr>
          <a:xfrm>
            <a:off x="5604692" y="2366291"/>
            <a:ext cx="1763175" cy="138455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DCFC7ABF-17A1-412A-8C3C-2E8BEB8609FC}"/>
              </a:ext>
            </a:extLst>
          </p:cNvPr>
          <p:cNvSpPr/>
          <p:nvPr/>
        </p:nvSpPr>
        <p:spPr>
          <a:xfrm>
            <a:off x="10858162" y="2352751"/>
            <a:ext cx="550151" cy="95410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s-ES" sz="2800" b="1" cap="none" spc="0" dirty="0">
                <a:ln/>
                <a:solidFill>
                  <a:srgbClr val="00B050"/>
                </a:solidFill>
                <a:effectLst/>
              </a:rPr>
              <a:t>11</a:t>
            </a:r>
          </a:p>
          <a:p>
            <a:pPr algn="ctr"/>
            <a:r>
              <a:rPr lang="es-ES" sz="2800" b="1" dirty="0">
                <a:ln/>
                <a:solidFill>
                  <a:srgbClr val="FF0000"/>
                </a:solidFill>
              </a:rPr>
              <a:t>13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AD0003D0-D8B8-4F8A-B4C0-AC1F34105541}"/>
              </a:ext>
            </a:extLst>
          </p:cNvPr>
          <p:cNvSpPr/>
          <p:nvPr/>
        </p:nvSpPr>
        <p:spPr>
          <a:xfrm>
            <a:off x="4432458" y="4208205"/>
            <a:ext cx="4060727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s-ES" sz="2800" b="1" cap="none" spc="0" dirty="0">
                <a:ln/>
                <a:solidFill>
                  <a:srgbClr val="00B050"/>
                </a:solidFill>
                <a:effectLst/>
              </a:rPr>
              <a:t>7					9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714DBB69-31F3-46FC-8C26-7892C6FC8366}"/>
              </a:ext>
            </a:extLst>
          </p:cNvPr>
          <p:cNvSpPr/>
          <p:nvPr/>
        </p:nvSpPr>
        <p:spPr>
          <a:xfrm>
            <a:off x="3537020" y="3831525"/>
            <a:ext cx="329525" cy="3161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NI" sz="3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622BD27E-C520-434F-9621-97D66920B492}"/>
              </a:ext>
            </a:extLst>
          </p:cNvPr>
          <p:cNvSpPr/>
          <p:nvPr/>
        </p:nvSpPr>
        <p:spPr>
          <a:xfrm>
            <a:off x="9833272" y="3322882"/>
            <a:ext cx="393939" cy="4279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NI" sz="3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12031E68-96AE-4DB6-9386-7704020AA604}"/>
              </a:ext>
            </a:extLst>
          </p:cNvPr>
          <p:cNvSpPr/>
          <p:nvPr/>
        </p:nvSpPr>
        <p:spPr>
          <a:xfrm>
            <a:off x="2091510" y="3321491"/>
            <a:ext cx="7026364" cy="450166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64B9AB17-FB1A-4616-B101-46D794E676FD}"/>
              </a:ext>
            </a:extLst>
          </p:cNvPr>
          <p:cNvSpPr/>
          <p:nvPr/>
        </p:nvSpPr>
        <p:spPr>
          <a:xfrm>
            <a:off x="2103369" y="2351077"/>
            <a:ext cx="1763175" cy="138455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/>
          </a:p>
        </p:txBody>
      </p:sp>
      <p:graphicFrame>
        <p:nvGraphicFramePr>
          <p:cNvPr id="5" name="Tabla 7">
            <a:extLst>
              <a:ext uri="{FF2B5EF4-FFF2-40B4-BE49-F238E27FC236}">
                <a16:creationId xmlns:a16="http://schemas.microsoft.com/office/drawing/2014/main" id="{58B3A4B3-C7B9-4698-8663-164027B02B11}"/>
              </a:ext>
            </a:extLst>
          </p:cNvPr>
          <p:cNvGraphicFramePr>
            <a:graphicFrameLocks noGrp="1"/>
          </p:cNvGraphicFramePr>
          <p:nvPr/>
        </p:nvGraphicFramePr>
        <p:xfrm>
          <a:off x="2116709" y="2387245"/>
          <a:ext cx="7026364" cy="115932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22846">
                  <a:extLst>
                    <a:ext uri="{9D8B030D-6E8A-4147-A177-3AD203B41FA5}">
                      <a16:colId xmlns:a16="http://schemas.microsoft.com/office/drawing/2014/main" val="392487798"/>
                    </a:ext>
                  </a:extLst>
                </a:gridCol>
                <a:gridCol w="1776547">
                  <a:extLst>
                    <a:ext uri="{9D8B030D-6E8A-4147-A177-3AD203B41FA5}">
                      <a16:colId xmlns:a16="http://schemas.microsoft.com/office/drawing/2014/main" val="3095504788"/>
                    </a:ext>
                  </a:extLst>
                </a:gridCol>
                <a:gridCol w="1763486">
                  <a:extLst>
                    <a:ext uri="{9D8B030D-6E8A-4147-A177-3AD203B41FA5}">
                      <a16:colId xmlns:a16="http://schemas.microsoft.com/office/drawing/2014/main" val="4224146017"/>
                    </a:ext>
                  </a:extLst>
                </a:gridCol>
                <a:gridCol w="1763485">
                  <a:extLst>
                    <a:ext uri="{9D8B030D-6E8A-4147-A177-3AD203B41FA5}">
                      <a16:colId xmlns:a16="http://schemas.microsoft.com/office/drawing/2014/main" val="2396545712"/>
                    </a:ext>
                  </a:extLst>
                </a:gridCol>
              </a:tblGrid>
              <a:tr h="432163"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</a:rPr>
                        <a:t>10</a:t>
                      </a:r>
                      <a:endParaRPr lang="es-NI" sz="1000" b="1" dirty="0">
                        <a:solidFill>
                          <a:srgbClr val="FF0000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es-NI" sz="1000" b="1" dirty="0">
                        <a:solidFill>
                          <a:srgbClr val="FF0000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</a:rPr>
                        <a:t>20</a:t>
                      </a:r>
                      <a:endParaRPr lang="es-NI" sz="1000" b="1" dirty="0">
                        <a:solidFill>
                          <a:srgbClr val="FF0000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</a:rPr>
                        <a:t>11</a:t>
                      </a:r>
                      <a:endParaRPr lang="es-NI" sz="1000" b="1" dirty="0">
                        <a:solidFill>
                          <a:srgbClr val="FF0000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5576399"/>
                  </a:ext>
                </a:extLst>
              </a:tr>
              <a:tr h="483326"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</a:rPr>
                        <a:t>12</a:t>
                      </a:r>
                      <a:endParaRPr lang="es-NI" sz="1000" b="1" dirty="0">
                        <a:solidFill>
                          <a:srgbClr val="FF0000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</a:rPr>
                        <a:t>7</a:t>
                      </a:r>
                      <a:endParaRPr lang="es-NI" sz="1000" b="1" dirty="0">
                        <a:solidFill>
                          <a:srgbClr val="FF0000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</a:rPr>
                        <a:t>9</a:t>
                      </a:r>
                      <a:endParaRPr lang="es-NI" sz="1000" b="1" dirty="0">
                        <a:solidFill>
                          <a:srgbClr val="FF0000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</a:rPr>
                        <a:t>20</a:t>
                      </a:r>
                      <a:endParaRPr lang="es-NI" sz="1000" b="1" dirty="0">
                        <a:solidFill>
                          <a:srgbClr val="FF0000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5123709"/>
                  </a:ext>
                </a:extLst>
              </a:tr>
              <a:tr h="222222"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es-NI" sz="1000" b="1" dirty="0">
                        <a:solidFill>
                          <a:srgbClr val="FF0000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</a:rPr>
                        <a:t>14</a:t>
                      </a:r>
                      <a:endParaRPr lang="es-NI" sz="1000" b="1" dirty="0">
                        <a:solidFill>
                          <a:srgbClr val="FF0000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</a:rPr>
                        <a:t>16</a:t>
                      </a:r>
                      <a:endParaRPr lang="es-NI" sz="1000" b="1" dirty="0">
                        <a:solidFill>
                          <a:srgbClr val="FF0000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</a:rPr>
                        <a:t>18</a:t>
                      </a:r>
                      <a:endParaRPr lang="es-NI" sz="1000" b="1" dirty="0">
                        <a:solidFill>
                          <a:srgbClr val="FF0000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6415231"/>
                  </a:ext>
                </a:extLst>
              </a:tr>
            </a:tbl>
          </a:graphicData>
        </a:graphic>
      </p:graphicFrame>
      <p:sp>
        <p:nvSpPr>
          <p:cNvPr id="8" name="Rectángulo 7">
            <a:extLst>
              <a:ext uri="{FF2B5EF4-FFF2-40B4-BE49-F238E27FC236}">
                <a16:creationId xmlns:a16="http://schemas.microsoft.com/office/drawing/2014/main" id="{25FC3490-0CC5-4920-9AF4-6722545155CE}"/>
              </a:ext>
            </a:extLst>
          </p:cNvPr>
          <p:cNvSpPr/>
          <p:nvPr/>
        </p:nvSpPr>
        <p:spPr>
          <a:xfrm>
            <a:off x="2650998" y="3212408"/>
            <a:ext cx="754912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2800" dirty="0">
                <a:ln w="0">
                  <a:solidFill>
                    <a:srgbClr val="92D050"/>
                  </a:solidFill>
                </a:ln>
                <a:solidFill>
                  <a:srgbClr val="0000FF"/>
                </a:solidFill>
                <a:effectLst>
                  <a:outerShdw blurRad="50800" dist="38100" dir="5400000" algn="t" rotWithShape="0">
                    <a:srgbClr val="FFC000">
                      <a:alpha val="40000"/>
                    </a:srgbClr>
                  </a:outerShdw>
                </a:effectLst>
              </a:rPr>
              <a:t>5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A4DE2821-0549-45E1-9A11-702AAE4EB0EA}"/>
              </a:ext>
            </a:extLst>
          </p:cNvPr>
          <p:cNvSpPr/>
          <p:nvPr/>
        </p:nvSpPr>
        <p:spPr>
          <a:xfrm>
            <a:off x="4678785" y="-19744"/>
            <a:ext cx="283443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Camino 2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157EA392-DBCE-43D6-950A-820F7459D5F4}"/>
              </a:ext>
            </a:extLst>
          </p:cNvPr>
          <p:cNvSpPr/>
          <p:nvPr/>
        </p:nvSpPr>
        <p:spPr>
          <a:xfrm>
            <a:off x="6976865" y="3831524"/>
            <a:ext cx="329525" cy="3318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NI" sz="3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E81161A0-E0DB-4E09-BE8B-68EC15669DFB}"/>
              </a:ext>
            </a:extLst>
          </p:cNvPr>
          <p:cNvSpPr/>
          <p:nvPr/>
        </p:nvSpPr>
        <p:spPr>
          <a:xfrm>
            <a:off x="9628720" y="2950457"/>
            <a:ext cx="743795" cy="34307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NI" sz="3200" dirty="0">
                <a:solidFill>
                  <a:srgbClr val="FFFF00"/>
                </a:solidFill>
              </a:rPr>
              <a:t>0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97EDF43E-F5FA-492F-A6A6-AE65EB8F4E4F}"/>
              </a:ext>
            </a:extLst>
          </p:cNvPr>
          <p:cNvSpPr/>
          <p:nvPr/>
        </p:nvSpPr>
        <p:spPr>
          <a:xfrm>
            <a:off x="6462821" y="2813675"/>
            <a:ext cx="754912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2800" dirty="0">
                <a:ln w="0">
                  <a:solidFill>
                    <a:srgbClr val="92D050"/>
                  </a:solidFill>
                </a:ln>
                <a:solidFill>
                  <a:srgbClr val="0000FF"/>
                </a:solidFill>
                <a:effectLst>
                  <a:outerShdw blurRad="50800" dist="38100" dir="5400000" algn="t" rotWithShape="0">
                    <a:srgbClr val="FFC000">
                      <a:alpha val="40000"/>
                    </a:srgbClr>
                  </a:outerShdw>
                </a:effectLst>
              </a:rPr>
              <a:t>15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1C54111D-DFFE-4849-B9BD-FE712440EACB}"/>
              </a:ext>
            </a:extLst>
          </p:cNvPr>
          <p:cNvSpPr/>
          <p:nvPr/>
        </p:nvSpPr>
        <p:spPr>
          <a:xfrm>
            <a:off x="4301329" y="2809929"/>
            <a:ext cx="754912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2800" dirty="0">
                <a:ln w="0">
                  <a:solidFill>
                    <a:srgbClr val="92D050"/>
                  </a:solidFill>
                </a:ln>
                <a:solidFill>
                  <a:srgbClr val="0000FF"/>
                </a:solidFill>
                <a:effectLst>
                  <a:outerShdw blurRad="50800" dist="38100" dir="5400000" algn="t" rotWithShape="0">
                    <a:srgbClr val="FFC000">
                      <a:alpha val="40000"/>
                    </a:srgbClr>
                  </a:outerShdw>
                </a:effectLst>
              </a:rPr>
              <a:t>10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69377EB5-A908-4831-AF59-BBB81098C73E}"/>
              </a:ext>
            </a:extLst>
          </p:cNvPr>
          <p:cNvSpPr/>
          <p:nvPr/>
        </p:nvSpPr>
        <p:spPr>
          <a:xfrm>
            <a:off x="5061991" y="3903551"/>
            <a:ext cx="512513" cy="31619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NI" sz="3200" dirty="0">
                <a:solidFill>
                  <a:srgbClr val="FFFF00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0584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56C22A88-E7DF-460E-ACF9-990E63EAF5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937" y="1340521"/>
            <a:ext cx="11668125" cy="3381375"/>
          </a:xfrm>
          <a:prstGeom prst="rect">
            <a:avLst/>
          </a:prstGeom>
        </p:spPr>
      </p:pic>
      <p:sp>
        <p:nvSpPr>
          <p:cNvPr id="18" name="Rectángulo 17">
            <a:extLst>
              <a:ext uri="{FF2B5EF4-FFF2-40B4-BE49-F238E27FC236}">
                <a16:creationId xmlns:a16="http://schemas.microsoft.com/office/drawing/2014/main" id="{B180AD28-9BB2-42E8-B993-B9BFD5E62011}"/>
              </a:ext>
            </a:extLst>
          </p:cNvPr>
          <p:cNvSpPr/>
          <p:nvPr/>
        </p:nvSpPr>
        <p:spPr>
          <a:xfrm>
            <a:off x="2091510" y="2813675"/>
            <a:ext cx="7026364" cy="50618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490E7156-E27F-48B6-8C4A-E8842132792B}"/>
              </a:ext>
            </a:extLst>
          </p:cNvPr>
          <p:cNvSpPr/>
          <p:nvPr/>
        </p:nvSpPr>
        <p:spPr>
          <a:xfrm>
            <a:off x="5604692" y="2366291"/>
            <a:ext cx="1763175" cy="138455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714DBB69-31F3-46FC-8C26-7892C6FC8366}"/>
              </a:ext>
            </a:extLst>
          </p:cNvPr>
          <p:cNvSpPr/>
          <p:nvPr/>
        </p:nvSpPr>
        <p:spPr>
          <a:xfrm>
            <a:off x="3537020" y="3831525"/>
            <a:ext cx="329525" cy="3161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NI" sz="3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622BD27E-C520-434F-9621-97D66920B492}"/>
              </a:ext>
            </a:extLst>
          </p:cNvPr>
          <p:cNvSpPr/>
          <p:nvPr/>
        </p:nvSpPr>
        <p:spPr>
          <a:xfrm>
            <a:off x="9833272" y="3322882"/>
            <a:ext cx="393939" cy="4279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NI" sz="3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12031E68-96AE-4DB6-9386-7704020AA604}"/>
              </a:ext>
            </a:extLst>
          </p:cNvPr>
          <p:cNvSpPr/>
          <p:nvPr/>
        </p:nvSpPr>
        <p:spPr>
          <a:xfrm>
            <a:off x="2091510" y="3321491"/>
            <a:ext cx="7026364" cy="450166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64B9AB17-FB1A-4616-B101-46D794E676FD}"/>
              </a:ext>
            </a:extLst>
          </p:cNvPr>
          <p:cNvSpPr/>
          <p:nvPr/>
        </p:nvSpPr>
        <p:spPr>
          <a:xfrm>
            <a:off x="2103369" y="2351077"/>
            <a:ext cx="1763175" cy="138455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/>
          </a:p>
        </p:txBody>
      </p:sp>
      <p:graphicFrame>
        <p:nvGraphicFramePr>
          <p:cNvPr id="5" name="Tabla 7">
            <a:extLst>
              <a:ext uri="{FF2B5EF4-FFF2-40B4-BE49-F238E27FC236}">
                <a16:creationId xmlns:a16="http://schemas.microsoft.com/office/drawing/2014/main" id="{58B3A4B3-C7B9-4698-8663-164027B02B11}"/>
              </a:ext>
            </a:extLst>
          </p:cNvPr>
          <p:cNvGraphicFramePr>
            <a:graphicFrameLocks noGrp="1"/>
          </p:cNvGraphicFramePr>
          <p:nvPr/>
        </p:nvGraphicFramePr>
        <p:xfrm>
          <a:off x="2116709" y="2387245"/>
          <a:ext cx="7026364" cy="115932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22846">
                  <a:extLst>
                    <a:ext uri="{9D8B030D-6E8A-4147-A177-3AD203B41FA5}">
                      <a16:colId xmlns:a16="http://schemas.microsoft.com/office/drawing/2014/main" val="392487798"/>
                    </a:ext>
                  </a:extLst>
                </a:gridCol>
                <a:gridCol w="1776547">
                  <a:extLst>
                    <a:ext uri="{9D8B030D-6E8A-4147-A177-3AD203B41FA5}">
                      <a16:colId xmlns:a16="http://schemas.microsoft.com/office/drawing/2014/main" val="3095504788"/>
                    </a:ext>
                  </a:extLst>
                </a:gridCol>
                <a:gridCol w="1763486">
                  <a:extLst>
                    <a:ext uri="{9D8B030D-6E8A-4147-A177-3AD203B41FA5}">
                      <a16:colId xmlns:a16="http://schemas.microsoft.com/office/drawing/2014/main" val="4224146017"/>
                    </a:ext>
                  </a:extLst>
                </a:gridCol>
                <a:gridCol w="1763485">
                  <a:extLst>
                    <a:ext uri="{9D8B030D-6E8A-4147-A177-3AD203B41FA5}">
                      <a16:colId xmlns:a16="http://schemas.microsoft.com/office/drawing/2014/main" val="2396545712"/>
                    </a:ext>
                  </a:extLst>
                </a:gridCol>
              </a:tblGrid>
              <a:tr h="432163"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</a:rPr>
                        <a:t>10</a:t>
                      </a:r>
                      <a:endParaRPr lang="es-NI" sz="1000" b="1" dirty="0">
                        <a:solidFill>
                          <a:srgbClr val="FF0000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es-NI" sz="1000" b="1" dirty="0">
                        <a:solidFill>
                          <a:srgbClr val="FF0000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</a:rPr>
                        <a:t>20</a:t>
                      </a:r>
                      <a:endParaRPr lang="es-NI" sz="1000" b="1" dirty="0">
                        <a:solidFill>
                          <a:srgbClr val="FF0000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</a:rPr>
                        <a:t>11</a:t>
                      </a:r>
                      <a:endParaRPr lang="es-NI" sz="1000" b="1" dirty="0">
                        <a:solidFill>
                          <a:srgbClr val="FF0000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5576399"/>
                  </a:ext>
                </a:extLst>
              </a:tr>
              <a:tr h="483326"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</a:rPr>
                        <a:t>12</a:t>
                      </a:r>
                      <a:endParaRPr lang="es-NI" sz="1000" b="1" dirty="0">
                        <a:solidFill>
                          <a:srgbClr val="FF0000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</a:rPr>
                        <a:t>7</a:t>
                      </a:r>
                      <a:endParaRPr lang="es-NI" sz="1000" b="1" dirty="0">
                        <a:solidFill>
                          <a:srgbClr val="FF0000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</a:rPr>
                        <a:t>9</a:t>
                      </a:r>
                      <a:endParaRPr lang="es-NI" sz="1000" b="1" dirty="0">
                        <a:solidFill>
                          <a:srgbClr val="FF0000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</a:rPr>
                        <a:t>20</a:t>
                      </a:r>
                      <a:endParaRPr lang="es-NI" sz="1000" b="1" dirty="0">
                        <a:solidFill>
                          <a:srgbClr val="FF0000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5123709"/>
                  </a:ext>
                </a:extLst>
              </a:tr>
              <a:tr h="222222"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es-NI" sz="1000" b="1" dirty="0">
                        <a:solidFill>
                          <a:srgbClr val="FF0000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</a:rPr>
                        <a:t>14</a:t>
                      </a:r>
                      <a:endParaRPr lang="es-NI" sz="1000" b="1" dirty="0">
                        <a:solidFill>
                          <a:srgbClr val="FF0000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</a:rPr>
                        <a:t>16</a:t>
                      </a:r>
                      <a:endParaRPr lang="es-NI" sz="1000" b="1" dirty="0">
                        <a:solidFill>
                          <a:srgbClr val="FF0000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</a:rPr>
                        <a:t>18</a:t>
                      </a:r>
                      <a:endParaRPr lang="es-NI" sz="1000" b="1" dirty="0">
                        <a:solidFill>
                          <a:srgbClr val="FF0000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6415231"/>
                  </a:ext>
                </a:extLst>
              </a:tr>
            </a:tbl>
          </a:graphicData>
        </a:graphic>
      </p:graphicFrame>
      <p:sp>
        <p:nvSpPr>
          <p:cNvPr id="8" name="Rectángulo 7">
            <a:extLst>
              <a:ext uri="{FF2B5EF4-FFF2-40B4-BE49-F238E27FC236}">
                <a16:creationId xmlns:a16="http://schemas.microsoft.com/office/drawing/2014/main" id="{25FC3490-0CC5-4920-9AF4-6722545155CE}"/>
              </a:ext>
            </a:extLst>
          </p:cNvPr>
          <p:cNvSpPr/>
          <p:nvPr/>
        </p:nvSpPr>
        <p:spPr>
          <a:xfrm>
            <a:off x="2650998" y="3212408"/>
            <a:ext cx="754912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2800" dirty="0">
                <a:ln w="0">
                  <a:solidFill>
                    <a:srgbClr val="92D050"/>
                  </a:solidFill>
                </a:ln>
                <a:solidFill>
                  <a:srgbClr val="0000FF"/>
                </a:solidFill>
                <a:effectLst>
                  <a:outerShdw blurRad="50800" dist="38100" dir="5400000" algn="t" rotWithShape="0">
                    <a:srgbClr val="FFC000">
                      <a:alpha val="40000"/>
                    </a:srgbClr>
                  </a:outerShdw>
                </a:effectLst>
              </a:rPr>
              <a:t>5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A4DE2821-0549-45E1-9A11-702AAE4EB0EA}"/>
              </a:ext>
            </a:extLst>
          </p:cNvPr>
          <p:cNvSpPr/>
          <p:nvPr/>
        </p:nvSpPr>
        <p:spPr>
          <a:xfrm>
            <a:off x="4678785" y="-19744"/>
            <a:ext cx="283443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Camino 2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157EA392-DBCE-43D6-950A-820F7459D5F4}"/>
              </a:ext>
            </a:extLst>
          </p:cNvPr>
          <p:cNvSpPr/>
          <p:nvPr/>
        </p:nvSpPr>
        <p:spPr>
          <a:xfrm>
            <a:off x="6976865" y="3831524"/>
            <a:ext cx="329525" cy="3318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NI" sz="3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E81161A0-E0DB-4E09-BE8B-68EC15669DFB}"/>
              </a:ext>
            </a:extLst>
          </p:cNvPr>
          <p:cNvSpPr/>
          <p:nvPr/>
        </p:nvSpPr>
        <p:spPr>
          <a:xfrm>
            <a:off x="9628720" y="2950457"/>
            <a:ext cx="743795" cy="3430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NI" sz="3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97EDF43E-F5FA-492F-A6A6-AE65EB8F4E4F}"/>
              </a:ext>
            </a:extLst>
          </p:cNvPr>
          <p:cNvSpPr/>
          <p:nvPr/>
        </p:nvSpPr>
        <p:spPr>
          <a:xfrm>
            <a:off x="6462821" y="2813675"/>
            <a:ext cx="754912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2800" dirty="0">
                <a:ln w="0">
                  <a:solidFill>
                    <a:srgbClr val="92D050"/>
                  </a:solidFill>
                </a:ln>
                <a:solidFill>
                  <a:srgbClr val="0000FF"/>
                </a:solidFill>
                <a:effectLst>
                  <a:outerShdw blurRad="50800" dist="38100" dir="5400000" algn="t" rotWithShape="0">
                    <a:srgbClr val="FFC000">
                      <a:alpha val="40000"/>
                    </a:srgbClr>
                  </a:outerShdw>
                </a:effectLst>
              </a:rPr>
              <a:t>15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1C54111D-DFFE-4849-B9BD-FE712440EACB}"/>
              </a:ext>
            </a:extLst>
          </p:cNvPr>
          <p:cNvSpPr/>
          <p:nvPr/>
        </p:nvSpPr>
        <p:spPr>
          <a:xfrm>
            <a:off x="4301329" y="2809929"/>
            <a:ext cx="754912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2800" dirty="0">
                <a:ln w="0">
                  <a:solidFill>
                    <a:srgbClr val="92D050"/>
                  </a:solidFill>
                </a:ln>
                <a:solidFill>
                  <a:srgbClr val="0000FF"/>
                </a:solidFill>
                <a:effectLst>
                  <a:outerShdw blurRad="50800" dist="38100" dir="5400000" algn="t" rotWithShape="0">
                    <a:srgbClr val="FFC000">
                      <a:alpha val="40000"/>
                    </a:srgbClr>
                  </a:outerShdw>
                </a:effectLst>
              </a:rPr>
              <a:t>10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69377EB5-A908-4831-AF59-BBB81098C73E}"/>
              </a:ext>
            </a:extLst>
          </p:cNvPr>
          <p:cNvSpPr/>
          <p:nvPr/>
        </p:nvSpPr>
        <p:spPr>
          <a:xfrm>
            <a:off x="5061991" y="3903551"/>
            <a:ext cx="512513" cy="31619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NI" sz="3200" dirty="0">
                <a:solidFill>
                  <a:srgbClr val="FFFF00"/>
                </a:solidFill>
              </a:rPr>
              <a:t>0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85635083-D22C-4BCB-A048-CD5F99823AB6}"/>
              </a:ext>
            </a:extLst>
          </p:cNvPr>
          <p:cNvSpPr/>
          <p:nvPr/>
        </p:nvSpPr>
        <p:spPr>
          <a:xfrm>
            <a:off x="4424834" y="2329779"/>
            <a:ext cx="754912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2800" dirty="0">
                <a:ln w="0">
                  <a:solidFill>
                    <a:srgbClr val="92D050"/>
                  </a:solidFill>
                </a:ln>
                <a:solidFill>
                  <a:srgbClr val="0000FF"/>
                </a:solidFill>
                <a:effectLst>
                  <a:outerShdw blurRad="50800" dist="38100" dir="5400000" algn="t" rotWithShape="0">
                    <a:srgbClr val="FFC000">
                      <a:alpha val="40000"/>
                    </a:srgbClr>
                  </a:outerShdw>
                </a:effectLst>
              </a:rPr>
              <a:t>5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BB33A467-AD03-4176-82C7-66FD2F93067A}"/>
              </a:ext>
            </a:extLst>
          </p:cNvPr>
          <p:cNvSpPr/>
          <p:nvPr/>
        </p:nvSpPr>
        <p:spPr>
          <a:xfrm>
            <a:off x="7878014" y="2308706"/>
            <a:ext cx="754912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2800" dirty="0">
                <a:ln w="0">
                  <a:solidFill>
                    <a:srgbClr val="92D050"/>
                  </a:solidFill>
                </a:ln>
                <a:solidFill>
                  <a:srgbClr val="0000FF"/>
                </a:solidFill>
                <a:effectLst>
                  <a:outerShdw blurRad="50800" dist="38100" dir="5400000" algn="t" rotWithShape="0">
                    <a:srgbClr val="FFC000">
                      <a:alpha val="40000"/>
                    </a:srgbClr>
                  </a:outerShdw>
                </a:effectLst>
              </a:rPr>
              <a:t>10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60407446-AF47-49B7-927F-A6C3585B0ADF}"/>
              </a:ext>
            </a:extLst>
          </p:cNvPr>
          <p:cNvSpPr/>
          <p:nvPr/>
        </p:nvSpPr>
        <p:spPr>
          <a:xfrm>
            <a:off x="9761820" y="2493731"/>
            <a:ext cx="512513" cy="31619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NI" sz="3200" dirty="0">
                <a:solidFill>
                  <a:srgbClr val="FFFF00"/>
                </a:solidFill>
              </a:rPr>
              <a:t>0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2B081A22-5E7B-47B8-BA8D-F08AB2AAC30D}"/>
              </a:ext>
            </a:extLst>
          </p:cNvPr>
          <p:cNvSpPr/>
          <p:nvPr/>
        </p:nvSpPr>
        <p:spPr>
          <a:xfrm>
            <a:off x="8605361" y="3903551"/>
            <a:ext cx="512513" cy="31619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NI" sz="3200" dirty="0">
                <a:solidFill>
                  <a:srgbClr val="FFFF00"/>
                </a:solidFill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27545824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56C22A88-E7DF-460E-ACF9-990E63EAF5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937" y="1340521"/>
            <a:ext cx="11668125" cy="3381375"/>
          </a:xfrm>
          <a:prstGeom prst="rect">
            <a:avLst/>
          </a:prstGeom>
        </p:spPr>
      </p:pic>
      <p:sp>
        <p:nvSpPr>
          <p:cNvPr id="22" name="Rectángulo 21">
            <a:extLst>
              <a:ext uri="{FF2B5EF4-FFF2-40B4-BE49-F238E27FC236}">
                <a16:creationId xmlns:a16="http://schemas.microsoft.com/office/drawing/2014/main" id="{EF81AEEC-6E40-43B7-BA6E-607D704C9DFE}"/>
              </a:ext>
            </a:extLst>
          </p:cNvPr>
          <p:cNvSpPr/>
          <p:nvPr/>
        </p:nvSpPr>
        <p:spPr>
          <a:xfrm>
            <a:off x="2091510" y="2375382"/>
            <a:ext cx="7026364" cy="450166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B180AD28-9BB2-42E8-B993-B9BFD5E62011}"/>
              </a:ext>
            </a:extLst>
          </p:cNvPr>
          <p:cNvSpPr/>
          <p:nvPr/>
        </p:nvSpPr>
        <p:spPr>
          <a:xfrm>
            <a:off x="2091510" y="2813675"/>
            <a:ext cx="7026364" cy="50618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490E7156-E27F-48B6-8C4A-E8842132792B}"/>
              </a:ext>
            </a:extLst>
          </p:cNvPr>
          <p:cNvSpPr/>
          <p:nvPr/>
        </p:nvSpPr>
        <p:spPr>
          <a:xfrm>
            <a:off x="5604692" y="2366291"/>
            <a:ext cx="1763175" cy="138455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714DBB69-31F3-46FC-8C26-7892C6FC8366}"/>
              </a:ext>
            </a:extLst>
          </p:cNvPr>
          <p:cNvSpPr/>
          <p:nvPr/>
        </p:nvSpPr>
        <p:spPr>
          <a:xfrm>
            <a:off x="3537020" y="3831525"/>
            <a:ext cx="329525" cy="3161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NI" sz="3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622BD27E-C520-434F-9621-97D66920B492}"/>
              </a:ext>
            </a:extLst>
          </p:cNvPr>
          <p:cNvSpPr/>
          <p:nvPr/>
        </p:nvSpPr>
        <p:spPr>
          <a:xfrm>
            <a:off x="9833272" y="3322882"/>
            <a:ext cx="393939" cy="4279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NI" sz="3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12031E68-96AE-4DB6-9386-7704020AA604}"/>
              </a:ext>
            </a:extLst>
          </p:cNvPr>
          <p:cNvSpPr/>
          <p:nvPr/>
        </p:nvSpPr>
        <p:spPr>
          <a:xfrm>
            <a:off x="2091510" y="3321491"/>
            <a:ext cx="7026364" cy="450166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64B9AB17-FB1A-4616-B101-46D794E676FD}"/>
              </a:ext>
            </a:extLst>
          </p:cNvPr>
          <p:cNvSpPr/>
          <p:nvPr/>
        </p:nvSpPr>
        <p:spPr>
          <a:xfrm>
            <a:off x="2103369" y="2351077"/>
            <a:ext cx="1763175" cy="138455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/>
          </a:p>
        </p:txBody>
      </p:sp>
      <p:graphicFrame>
        <p:nvGraphicFramePr>
          <p:cNvPr id="5" name="Tabla 7">
            <a:extLst>
              <a:ext uri="{FF2B5EF4-FFF2-40B4-BE49-F238E27FC236}">
                <a16:creationId xmlns:a16="http://schemas.microsoft.com/office/drawing/2014/main" id="{58B3A4B3-C7B9-4698-8663-164027B02B11}"/>
              </a:ext>
            </a:extLst>
          </p:cNvPr>
          <p:cNvGraphicFramePr>
            <a:graphicFrameLocks noGrp="1"/>
          </p:cNvGraphicFramePr>
          <p:nvPr/>
        </p:nvGraphicFramePr>
        <p:xfrm>
          <a:off x="2116709" y="2387245"/>
          <a:ext cx="7026364" cy="115932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22846">
                  <a:extLst>
                    <a:ext uri="{9D8B030D-6E8A-4147-A177-3AD203B41FA5}">
                      <a16:colId xmlns:a16="http://schemas.microsoft.com/office/drawing/2014/main" val="392487798"/>
                    </a:ext>
                  </a:extLst>
                </a:gridCol>
                <a:gridCol w="1776547">
                  <a:extLst>
                    <a:ext uri="{9D8B030D-6E8A-4147-A177-3AD203B41FA5}">
                      <a16:colId xmlns:a16="http://schemas.microsoft.com/office/drawing/2014/main" val="3095504788"/>
                    </a:ext>
                  </a:extLst>
                </a:gridCol>
                <a:gridCol w="1763486">
                  <a:extLst>
                    <a:ext uri="{9D8B030D-6E8A-4147-A177-3AD203B41FA5}">
                      <a16:colId xmlns:a16="http://schemas.microsoft.com/office/drawing/2014/main" val="4224146017"/>
                    </a:ext>
                  </a:extLst>
                </a:gridCol>
                <a:gridCol w="1763485">
                  <a:extLst>
                    <a:ext uri="{9D8B030D-6E8A-4147-A177-3AD203B41FA5}">
                      <a16:colId xmlns:a16="http://schemas.microsoft.com/office/drawing/2014/main" val="2396545712"/>
                    </a:ext>
                  </a:extLst>
                </a:gridCol>
              </a:tblGrid>
              <a:tr h="432163"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</a:rPr>
                        <a:t>10</a:t>
                      </a:r>
                      <a:endParaRPr lang="es-NI" sz="1000" b="1" dirty="0">
                        <a:solidFill>
                          <a:srgbClr val="FF0000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es-NI" sz="1000" b="1" dirty="0">
                        <a:solidFill>
                          <a:srgbClr val="FF0000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</a:rPr>
                        <a:t>20</a:t>
                      </a:r>
                      <a:endParaRPr lang="es-NI" sz="1000" b="1" dirty="0">
                        <a:solidFill>
                          <a:srgbClr val="FF0000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</a:rPr>
                        <a:t>11</a:t>
                      </a:r>
                      <a:endParaRPr lang="es-NI" sz="1000" b="1" dirty="0">
                        <a:solidFill>
                          <a:srgbClr val="FF0000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5576399"/>
                  </a:ext>
                </a:extLst>
              </a:tr>
              <a:tr h="483326"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</a:rPr>
                        <a:t>12</a:t>
                      </a:r>
                      <a:endParaRPr lang="es-NI" sz="1000" b="1" dirty="0">
                        <a:solidFill>
                          <a:srgbClr val="FF0000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</a:rPr>
                        <a:t>7</a:t>
                      </a:r>
                      <a:endParaRPr lang="es-NI" sz="1000" b="1" dirty="0">
                        <a:solidFill>
                          <a:srgbClr val="FF0000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</a:rPr>
                        <a:t>9</a:t>
                      </a:r>
                      <a:endParaRPr lang="es-NI" sz="1000" b="1" dirty="0">
                        <a:solidFill>
                          <a:srgbClr val="FF0000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</a:rPr>
                        <a:t>20</a:t>
                      </a:r>
                      <a:endParaRPr lang="es-NI" sz="1000" b="1" dirty="0">
                        <a:solidFill>
                          <a:srgbClr val="FF0000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5123709"/>
                  </a:ext>
                </a:extLst>
              </a:tr>
              <a:tr h="222222"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es-NI" sz="1000" b="1" dirty="0">
                        <a:solidFill>
                          <a:srgbClr val="FF0000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</a:rPr>
                        <a:t>14</a:t>
                      </a:r>
                      <a:endParaRPr lang="es-NI" sz="1000" b="1" dirty="0">
                        <a:solidFill>
                          <a:srgbClr val="FF0000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</a:rPr>
                        <a:t>16</a:t>
                      </a:r>
                      <a:endParaRPr lang="es-NI" sz="1000" b="1" dirty="0">
                        <a:solidFill>
                          <a:srgbClr val="FF0000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</a:rPr>
                        <a:t>18</a:t>
                      </a:r>
                      <a:endParaRPr lang="es-NI" sz="1000" b="1" dirty="0">
                        <a:solidFill>
                          <a:srgbClr val="FF0000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6415231"/>
                  </a:ext>
                </a:extLst>
              </a:tr>
            </a:tbl>
          </a:graphicData>
        </a:graphic>
      </p:graphicFrame>
      <p:sp>
        <p:nvSpPr>
          <p:cNvPr id="8" name="Rectángulo 7">
            <a:extLst>
              <a:ext uri="{FF2B5EF4-FFF2-40B4-BE49-F238E27FC236}">
                <a16:creationId xmlns:a16="http://schemas.microsoft.com/office/drawing/2014/main" id="{25FC3490-0CC5-4920-9AF4-6722545155CE}"/>
              </a:ext>
            </a:extLst>
          </p:cNvPr>
          <p:cNvSpPr/>
          <p:nvPr/>
        </p:nvSpPr>
        <p:spPr>
          <a:xfrm>
            <a:off x="2650998" y="3212408"/>
            <a:ext cx="754912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2800" dirty="0">
                <a:ln w="0">
                  <a:solidFill>
                    <a:srgbClr val="92D050"/>
                  </a:solidFill>
                </a:ln>
                <a:solidFill>
                  <a:srgbClr val="0000FF"/>
                </a:solidFill>
                <a:effectLst>
                  <a:outerShdw blurRad="50800" dist="38100" dir="5400000" algn="t" rotWithShape="0">
                    <a:srgbClr val="FFC000">
                      <a:alpha val="40000"/>
                    </a:srgbClr>
                  </a:outerShdw>
                </a:effectLst>
              </a:rPr>
              <a:t>5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A4DE2821-0549-45E1-9A11-702AAE4EB0EA}"/>
              </a:ext>
            </a:extLst>
          </p:cNvPr>
          <p:cNvSpPr/>
          <p:nvPr/>
        </p:nvSpPr>
        <p:spPr>
          <a:xfrm>
            <a:off x="4678785" y="-19744"/>
            <a:ext cx="283443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Camino 2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157EA392-DBCE-43D6-950A-820F7459D5F4}"/>
              </a:ext>
            </a:extLst>
          </p:cNvPr>
          <p:cNvSpPr/>
          <p:nvPr/>
        </p:nvSpPr>
        <p:spPr>
          <a:xfrm>
            <a:off x="6976865" y="3831524"/>
            <a:ext cx="329525" cy="3318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NI" sz="3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E81161A0-E0DB-4E09-BE8B-68EC15669DFB}"/>
              </a:ext>
            </a:extLst>
          </p:cNvPr>
          <p:cNvSpPr/>
          <p:nvPr/>
        </p:nvSpPr>
        <p:spPr>
          <a:xfrm>
            <a:off x="9628720" y="2950457"/>
            <a:ext cx="743795" cy="3430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NI" sz="3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97EDF43E-F5FA-492F-A6A6-AE65EB8F4E4F}"/>
              </a:ext>
            </a:extLst>
          </p:cNvPr>
          <p:cNvSpPr/>
          <p:nvPr/>
        </p:nvSpPr>
        <p:spPr>
          <a:xfrm>
            <a:off x="6462821" y="2813675"/>
            <a:ext cx="754912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2800" dirty="0">
                <a:ln w="0">
                  <a:solidFill>
                    <a:srgbClr val="92D050"/>
                  </a:solidFill>
                </a:ln>
                <a:solidFill>
                  <a:srgbClr val="0000FF"/>
                </a:solidFill>
                <a:effectLst>
                  <a:outerShdw blurRad="50800" dist="38100" dir="5400000" algn="t" rotWithShape="0">
                    <a:srgbClr val="FFC000">
                      <a:alpha val="40000"/>
                    </a:srgbClr>
                  </a:outerShdw>
                </a:effectLst>
              </a:rPr>
              <a:t>15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1C54111D-DFFE-4849-B9BD-FE712440EACB}"/>
              </a:ext>
            </a:extLst>
          </p:cNvPr>
          <p:cNvSpPr/>
          <p:nvPr/>
        </p:nvSpPr>
        <p:spPr>
          <a:xfrm>
            <a:off x="4301329" y="2809929"/>
            <a:ext cx="754912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2800" dirty="0">
                <a:ln w="0">
                  <a:solidFill>
                    <a:srgbClr val="92D050"/>
                  </a:solidFill>
                </a:ln>
                <a:solidFill>
                  <a:srgbClr val="0000FF"/>
                </a:solidFill>
                <a:effectLst>
                  <a:outerShdw blurRad="50800" dist="38100" dir="5400000" algn="t" rotWithShape="0">
                    <a:srgbClr val="FFC000">
                      <a:alpha val="40000"/>
                    </a:srgbClr>
                  </a:outerShdw>
                </a:effectLst>
              </a:rPr>
              <a:t>10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69377EB5-A908-4831-AF59-BBB81098C73E}"/>
              </a:ext>
            </a:extLst>
          </p:cNvPr>
          <p:cNvSpPr/>
          <p:nvPr/>
        </p:nvSpPr>
        <p:spPr>
          <a:xfrm>
            <a:off x="5061991" y="3903551"/>
            <a:ext cx="512513" cy="3161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NI" sz="3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85635083-D22C-4BCB-A048-CD5F99823AB6}"/>
              </a:ext>
            </a:extLst>
          </p:cNvPr>
          <p:cNvSpPr/>
          <p:nvPr/>
        </p:nvSpPr>
        <p:spPr>
          <a:xfrm>
            <a:off x="4424834" y="2329779"/>
            <a:ext cx="754912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2800" dirty="0">
                <a:ln w="0">
                  <a:solidFill>
                    <a:srgbClr val="92D050"/>
                  </a:solidFill>
                </a:ln>
                <a:solidFill>
                  <a:srgbClr val="0000FF"/>
                </a:solidFill>
                <a:effectLst>
                  <a:outerShdw blurRad="50800" dist="38100" dir="5400000" algn="t" rotWithShape="0">
                    <a:srgbClr val="FFC000">
                      <a:alpha val="40000"/>
                    </a:srgbClr>
                  </a:outerShdw>
                </a:effectLst>
              </a:rPr>
              <a:t>5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BB33A467-AD03-4176-82C7-66FD2F93067A}"/>
              </a:ext>
            </a:extLst>
          </p:cNvPr>
          <p:cNvSpPr/>
          <p:nvPr/>
        </p:nvSpPr>
        <p:spPr>
          <a:xfrm>
            <a:off x="7878014" y="2308706"/>
            <a:ext cx="754912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2800" dirty="0">
                <a:ln w="0">
                  <a:solidFill>
                    <a:srgbClr val="92D050"/>
                  </a:solidFill>
                </a:ln>
                <a:solidFill>
                  <a:srgbClr val="0000FF"/>
                </a:solidFill>
                <a:effectLst>
                  <a:outerShdw blurRad="50800" dist="38100" dir="5400000" algn="t" rotWithShape="0">
                    <a:srgbClr val="FFC000">
                      <a:alpha val="40000"/>
                    </a:srgbClr>
                  </a:outerShdw>
                </a:effectLst>
              </a:rPr>
              <a:t>10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60407446-AF47-49B7-927F-A6C3585B0ADF}"/>
              </a:ext>
            </a:extLst>
          </p:cNvPr>
          <p:cNvSpPr/>
          <p:nvPr/>
        </p:nvSpPr>
        <p:spPr>
          <a:xfrm>
            <a:off x="9761820" y="2493731"/>
            <a:ext cx="512513" cy="3161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NI" sz="3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CDD39303-AA66-4475-84BC-266AD4DB6DF9}"/>
              </a:ext>
            </a:extLst>
          </p:cNvPr>
          <p:cNvSpPr/>
          <p:nvPr/>
        </p:nvSpPr>
        <p:spPr>
          <a:xfrm>
            <a:off x="8632926" y="3817721"/>
            <a:ext cx="393939" cy="4878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NI" sz="3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552B3477-72F4-47BA-B157-455CF5C32942}"/>
              </a:ext>
            </a:extLst>
          </p:cNvPr>
          <p:cNvSpPr txBox="1"/>
          <p:nvPr/>
        </p:nvSpPr>
        <p:spPr>
          <a:xfrm>
            <a:off x="1274807" y="4709003"/>
            <a:ext cx="9642383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NI" sz="2800" b="1" dirty="0">
                <a:latin typeface="Verdana" panose="020B0604030504040204" pitchFamily="34" charset="0"/>
                <a:ea typeface="Verdana" panose="020B0604030504040204" pitchFamily="34" charset="0"/>
              </a:rPr>
              <a:t>Z</a:t>
            </a:r>
            <a:r>
              <a:rPr lang="es-NI" sz="2800" b="1" baseline="-25000" dirty="0">
                <a:latin typeface="Verdana" panose="020B0604030504040204" pitchFamily="34" charset="0"/>
                <a:ea typeface="Verdana" panose="020B0604030504040204" pitchFamily="34" charset="0"/>
              </a:rPr>
              <a:t>C2</a:t>
            </a:r>
            <a:r>
              <a:rPr lang="es-NI" sz="2800" b="1" dirty="0">
                <a:latin typeface="Verdana" panose="020B0604030504040204" pitchFamily="34" charset="0"/>
                <a:ea typeface="Verdana" panose="020B0604030504040204" pitchFamily="34" charset="0"/>
              </a:rPr>
              <a:t> = </a:t>
            </a:r>
            <a:r>
              <a:rPr lang="es-NI" sz="2800" b="1" dirty="0">
                <a:solidFill>
                  <a:srgbClr val="0000FF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5</a:t>
            </a:r>
            <a:r>
              <a:rPr lang="es-NI" sz="2800" b="1" dirty="0">
                <a:latin typeface="Verdana" panose="020B0604030504040204" pitchFamily="34" charset="0"/>
                <a:ea typeface="Verdana" panose="020B0604030504040204" pitchFamily="34" charset="0"/>
              </a:rPr>
              <a:t> * </a:t>
            </a:r>
            <a:r>
              <a:rPr lang="es-NI" sz="2800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0</a:t>
            </a:r>
            <a:r>
              <a:rPr lang="es-NI" sz="2800" b="1" dirty="0">
                <a:latin typeface="Verdana" panose="020B0604030504040204" pitchFamily="34" charset="0"/>
                <a:ea typeface="Verdana" panose="020B0604030504040204" pitchFamily="34" charset="0"/>
              </a:rPr>
              <a:t> + </a:t>
            </a:r>
            <a:r>
              <a:rPr lang="es-NI" sz="2800" b="1" dirty="0">
                <a:solidFill>
                  <a:srgbClr val="0000FF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5</a:t>
            </a:r>
            <a:r>
              <a:rPr lang="es-NI" sz="2800" b="1" dirty="0">
                <a:latin typeface="Verdana" panose="020B0604030504040204" pitchFamily="34" charset="0"/>
                <a:ea typeface="Verdana" panose="020B0604030504040204" pitchFamily="34" charset="0"/>
              </a:rPr>
              <a:t> * </a:t>
            </a:r>
            <a:r>
              <a:rPr lang="es-NI" sz="2800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0</a:t>
            </a:r>
            <a:r>
              <a:rPr lang="es-NI" sz="2800" b="1" dirty="0">
                <a:latin typeface="Verdana" panose="020B0604030504040204" pitchFamily="34" charset="0"/>
                <a:ea typeface="Verdana" panose="020B0604030504040204" pitchFamily="34" charset="0"/>
              </a:rPr>
              <a:t> + </a:t>
            </a:r>
            <a:r>
              <a:rPr lang="es-NI" sz="2800" b="1" dirty="0">
                <a:solidFill>
                  <a:srgbClr val="0000FF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10</a:t>
            </a:r>
            <a:r>
              <a:rPr lang="es-NI" sz="2800" b="1" dirty="0">
                <a:latin typeface="Verdana" panose="020B0604030504040204" pitchFamily="34" charset="0"/>
                <a:ea typeface="Verdana" panose="020B0604030504040204" pitchFamily="34" charset="0"/>
              </a:rPr>
              <a:t> * </a:t>
            </a:r>
            <a:r>
              <a:rPr lang="es-NI" sz="2800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7</a:t>
            </a:r>
            <a:r>
              <a:rPr lang="es-NI" sz="2800" b="1" dirty="0">
                <a:latin typeface="Verdana" panose="020B0604030504040204" pitchFamily="34" charset="0"/>
                <a:ea typeface="Verdana" panose="020B0604030504040204" pitchFamily="34" charset="0"/>
              </a:rPr>
              <a:t> + </a:t>
            </a:r>
            <a:r>
              <a:rPr lang="es-NI" sz="2800" b="1" dirty="0">
                <a:solidFill>
                  <a:srgbClr val="0000FF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15</a:t>
            </a:r>
            <a:r>
              <a:rPr lang="es-NI" sz="2800" b="1" dirty="0">
                <a:latin typeface="Verdana" panose="020B0604030504040204" pitchFamily="34" charset="0"/>
                <a:ea typeface="Verdana" panose="020B0604030504040204" pitchFamily="34" charset="0"/>
              </a:rPr>
              <a:t> * </a:t>
            </a:r>
            <a:r>
              <a:rPr lang="es-NI" sz="2800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9</a:t>
            </a:r>
            <a:r>
              <a:rPr lang="es-NI" sz="2800" b="1" dirty="0">
                <a:latin typeface="Verdana" panose="020B0604030504040204" pitchFamily="34" charset="0"/>
                <a:ea typeface="Verdana" panose="020B0604030504040204" pitchFamily="34" charset="0"/>
              </a:rPr>
              <a:t> + </a:t>
            </a:r>
            <a:r>
              <a:rPr lang="es-NI" sz="2800" b="1" dirty="0">
                <a:solidFill>
                  <a:srgbClr val="0000FF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10</a:t>
            </a:r>
            <a:r>
              <a:rPr lang="es-NI" sz="2800" b="1" dirty="0">
                <a:latin typeface="Verdana" panose="020B0604030504040204" pitchFamily="34" charset="0"/>
                <a:ea typeface="Verdana" panose="020B0604030504040204" pitchFamily="34" charset="0"/>
              </a:rPr>
              <a:t> * </a:t>
            </a:r>
            <a:r>
              <a:rPr lang="es-NI" sz="2800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11</a:t>
            </a:r>
          </a:p>
          <a:p>
            <a:r>
              <a:rPr lang="es-NI" sz="2800" b="1" dirty="0">
                <a:latin typeface="Verdana" panose="020B0604030504040204" pitchFamily="34" charset="0"/>
                <a:ea typeface="Verdana" panose="020B0604030504040204" pitchFamily="34" charset="0"/>
              </a:rPr>
              <a:t>Z</a:t>
            </a:r>
            <a:r>
              <a:rPr lang="es-NI" sz="2800" b="1" baseline="-25000" dirty="0">
                <a:latin typeface="Verdana" panose="020B0604030504040204" pitchFamily="34" charset="0"/>
                <a:ea typeface="Verdana" panose="020B0604030504040204" pitchFamily="34" charset="0"/>
              </a:rPr>
              <a:t>C2</a:t>
            </a:r>
            <a:r>
              <a:rPr lang="es-NI" sz="2800" b="1" dirty="0">
                <a:latin typeface="Verdana" panose="020B0604030504040204" pitchFamily="34" charset="0"/>
                <a:ea typeface="Verdana" panose="020B0604030504040204" pitchFamily="34" charset="0"/>
              </a:rPr>
              <a:t> =    0    +    0    +     70   +     135  +    110   </a:t>
            </a:r>
          </a:p>
          <a:p>
            <a:r>
              <a:rPr lang="es-NI" sz="2800" b="1" dirty="0">
                <a:latin typeface="Verdana" panose="020B0604030504040204" pitchFamily="34" charset="0"/>
                <a:ea typeface="Verdana" panose="020B0604030504040204" pitchFamily="34" charset="0"/>
              </a:rPr>
              <a:t>Z</a:t>
            </a:r>
            <a:r>
              <a:rPr lang="es-NI" sz="2800" b="1" baseline="-25000" dirty="0">
                <a:latin typeface="Verdana" panose="020B0604030504040204" pitchFamily="34" charset="0"/>
                <a:ea typeface="Verdana" panose="020B0604030504040204" pitchFamily="34" charset="0"/>
              </a:rPr>
              <a:t>C2</a:t>
            </a:r>
            <a:r>
              <a:rPr lang="es-NI" sz="2800" b="1" dirty="0">
                <a:latin typeface="Verdana" panose="020B0604030504040204" pitchFamily="34" charset="0"/>
                <a:ea typeface="Verdana" panose="020B0604030504040204" pitchFamily="34" charset="0"/>
              </a:rPr>
              <a:t> = 315</a:t>
            </a:r>
          </a:p>
        </p:txBody>
      </p:sp>
    </p:spTree>
    <p:extLst>
      <p:ext uri="{BB962C8B-B14F-4D97-AF65-F5344CB8AC3E}">
        <p14:creationId xmlns:p14="http://schemas.microsoft.com/office/powerpoint/2010/main" val="33873665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E11DA750-594A-489B-BE17-F4CBA17A3C0D}"/>
              </a:ext>
            </a:extLst>
          </p:cNvPr>
          <p:cNvSpPr/>
          <p:nvPr/>
        </p:nvSpPr>
        <p:spPr>
          <a:xfrm>
            <a:off x="392341" y="970670"/>
            <a:ext cx="5527027" cy="186204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11500" b="1" cap="none" spc="0" dirty="0">
                <a:ln w="13462">
                  <a:solidFill>
                    <a:schemeClr val="accent5">
                      <a:lumMod val="75000"/>
                    </a:schemeClr>
                  </a:solidFill>
                  <a:prstDash val="solid"/>
                </a:ln>
                <a:solidFill>
                  <a:srgbClr val="7030A0"/>
                </a:solidFill>
                <a:effectLst>
                  <a:outerShdw dist="38100" dir="2700000" algn="bl" rotWithShape="0">
                    <a:srgbClr val="FF0000"/>
                  </a:outerShdw>
                </a:effectLst>
              </a:rPr>
              <a:t>Z</a:t>
            </a:r>
            <a:r>
              <a:rPr lang="es-ES" sz="11500" b="1" cap="none" spc="0" baseline="-25000" dirty="0">
                <a:ln w="13462">
                  <a:solidFill>
                    <a:schemeClr val="accent5">
                      <a:lumMod val="75000"/>
                    </a:schemeClr>
                  </a:solidFill>
                  <a:prstDash val="solid"/>
                </a:ln>
                <a:solidFill>
                  <a:srgbClr val="7030A0"/>
                </a:solidFill>
                <a:effectLst>
                  <a:outerShdw dist="38100" dir="2700000" algn="bl" rotWithShape="0">
                    <a:srgbClr val="FF0000"/>
                  </a:outerShdw>
                </a:effectLst>
              </a:rPr>
              <a:t>C1</a:t>
            </a:r>
            <a:r>
              <a:rPr lang="es-ES" sz="11500" b="1" cap="none" spc="0" dirty="0">
                <a:ln w="13462">
                  <a:solidFill>
                    <a:schemeClr val="accent5">
                      <a:lumMod val="75000"/>
                    </a:schemeClr>
                  </a:solidFill>
                  <a:prstDash val="solid"/>
                </a:ln>
                <a:solidFill>
                  <a:srgbClr val="7030A0"/>
                </a:solidFill>
                <a:effectLst>
                  <a:outerShdw dist="38100" dir="2700000" algn="bl" rotWithShape="0">
                    <a:srgbClr val="FF0000"/>
                  </a:outerShdw>
                </a:effectLst>
              </a:rPr>
              <a:t> = </a:t>
            </a:r>
            <a:r>
              <a:rPr lang="es-ES" sz="11500" b="1" dirty="0">
                <a:ln w="13462">
                  <a:solidFill>
                    <a:schemeClr val="accent5">
                      <a:lumMod val="75000"/>
                    </a:schemeClr>
                  </a:solidFill>
                  <a:prstDash val="solid"/>
                </a:ln>
                <a:solidFill>
                  <a:srgbClr val="7030A0"/>
                </a:solidFill>
                <a:effectLst>
                  <a:outerShdw dist="38100" dir="2700000" algn="bl" rotWithShape="0">
                    <a:srgbClr val="FF0000"/>
                  </a:outerShdw>
                </a:effectLst>
              </a:rPr>
              <a:t>335</a:t>
            </a:r>
            <a:endParaRPr lang="es-ES" sz="11500" b="1" cap="none" spc="0" dirty="0">
              <a:ln w="13462">
                <a:solidFill>
                  <a:schemeClr val="accent5">
                    <a:lumMod val="75000"/>
                  </a:schemeClr>
                </a:solidFill>
                <a:prstDash val="solid"/>
              </a:ln>
              <a:solidFill>
                <a:srgbClr val="7030A0"/>
              </a:solidFill>
              <a:effectLst>
                <a:outerShdw dist="38100" dir="2700000" algn="bl" rotWithShape="0">
                  <a:srgbClr val="FF0000"/>
                </a:outerShdw>
              </a:effectLst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9FAE68E2-DC5A-4E7C-800A-37E6C45A22ED}"/>
              </a:ext>
            </a:extLst>
          </p:cNvPr>
          <p:cNvSpPr/>
          <p:nvPr/>
        </p:nvSpPr>
        <p:spPr>
          <a:xfrm>
            <a:off x="6272632" y="970670"/>
            <a:ext cx="5527027" cy="186204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11500" b="1" cap="none" spc="0" dirty="0">
                <a:ln w="13462">
                  <a:solidFill>
                    <a:schemeClr val="accent5">
                      <a:lumMod val="75000"/>
                    </a:schemeClr>
                  </a:solidFill>
                  <a:prstDash val="solid"/>
                </a:ln>
                <a:solidFill>
                  <a:srgbClr val="7030A0"/>
                </a:solidFill>
                <a:effectLst>
                  <a:outerShdw dist="38100" dir="2700000" algn="bl" rotWithShape="0">
                    <a:srgbClr val="FF0000"/>
                  </a:outerShdw>
                </a:effectLst>
              </a:rPr>
              <a:t>Z</a:t>
            </a:r>
            <a:r>
              <a:rPr lang="es-ES" sz="11500" b="1" cap="none" spc="0" baseline="-25000" dirty="0">
                <a:ln w="13462">
                  <a:solidFill>
                    <a:schemeClr val="accent5">
                      <a:lumMod val="75000"/>
                    </a:schemeClr>
                  </a:solidFill>
                  <a:prstDash val="solid"/>
                </a:ln>
                <a:solidFill>
                  <a:srgbClr val="7030A0"/>
                </a:solidFill>
                <a:effectLst>
                  <a:outerShdw dist="38100" dir="2700000" algn="bl" rotWithShape="0">
                    <a:srgbClr val="FF0000"/>
                  </a:outerShdw>
                </a:effectLst>
              </a:rPr>
              <a:t>C2</a:t>
            </a:r>
            <a:r>
              <a:rPr lang="es-ES" sz="11500" b="1" cap="none" spc="0" dirty="0">
                <a:ln w="13462">
                  <a:solidFill>
                    <a:schemeClr val="accent5">
                      <a:lumMod val="75000"/>
                    </a:schemeClr>
                  </a:solidFill>
                  <a:prstDash val="solid"/>
                </a:ln>
                <a:solidFill>
                  <a:srgbClr val="7030A0"/>
                </a:solidFill>
                <a:effectLst>
                  <a:outerShdw dist="38100" dir="2700000" algn="bl" rotWithShape="0">
                    <a:srgbClr val="FF0000"/>
                  </a:outerShdw>
                </a:effectLst>
              </a:rPr>
              <a:t> = </a:t>
            </a:r>
            <a:r>
              <a:rPr lang="es-ES" sz="11500" b="1" dirty="0">
                <a:ln w="13462">
                  <a:solidFill>
                    <a:schemeClr val="accent5">
                      <a:lumMod val="75000"/>
                    </a:schemeClr>
                  </a:solidFill>
                  <a:prstDash val="solid"/>
                </a:ln>
                <a:solidFill>
                  <a:srgbClr val="7030A0"/>
                </a:solidFill>
                <a:effectLst>
                  <a:outerShdw dist="38100" dir="2700000" algn="bl" rotWithShape="0">
                    <a:srgbClr val="FF0000"/>
                  </a:outerShdw>
                </a:effectLst>
              </a:rPr>
              <a:t>315</a:t>
            </a:r>
            <a:endParaRPr lang="es-ES" sz="11500" b="1" cap="none" spc="0" dirty="0">
              <a:ln w="13462">
                <a:solidFill>
                  <a:schemeClr val="accent5">
                    <a:lumMod val="75000"/>
                  </a:schemeClr>
                </a:solidFill>
                <a:prstDash val="solid"/>
              </a:ln>
              <a:solidFill>
                <a:srgbClr val="7030A0"/>
              </a:solidFill>
              <a:effectLst>
                <a:outerShdw dist="38100" dir="2700000" algn="bl" rotWithShape="0">
                  <a:srgbClr val="FF0000"/>
                </a:outerShdw>
              </a:effectLst>
            </a:endParaRPr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DE6834AF-73D8-456B-B08B-D880B5DE9BFB}"/>
              </a:ext>
            </a:extLst>
          </p:cNvPr>
          <p:cNvSpPr/>
          <p:nvPr/>
        </p:nvSpPr>
        <p:spPr>
          <a:xfrm>
            <a:off x="6095999" y="544162"/>
            <a:ext cx="5880291" cy="2715063"/>
          </a:xfrm>
          <a:prstGeom prst="ellipse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139435159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</TotalTime>
  <Words>357</Words>
  <Application>Microsoft Office PowerPoint</Application>
  <PresentationFormat>Panorámica</PresentationFormat>
  <Paragraphs>284</Paragraphs>
  <Slides>15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Verdana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Guillermo AntonioAguirre</dc:creator>
  <cp:lastModifiedBy>Guillermo AntonioAguirre</cp:lastModifiedBy>
  <cp:revision>13</cp:revision>
  <dcterms:created xsi:type="dcterms:W3CDTF">2020-05-23T16:49:08Z</dcterms:created>
  <dcterms:modified xsi:type="dcterms:W3CDTF">2020-05-23T18:33:59Z</dcterms:modified>
</cp:coreProperties>
</file>