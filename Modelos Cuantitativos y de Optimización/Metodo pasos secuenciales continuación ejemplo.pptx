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3" r:id="rId6"/>
    <p:sldId id="260" r:id="rId7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>
        <p:scale>
          <a:sx n="80" d="100"/>
          <a:sy n="80" d="100"/>
        </p:scale>
        <p:origin x="300" y="-2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8C76B-3295-4316-9141-D19F0D95B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74FB62-6A13-400E-A713-B2D68CAF5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485429-08B9-4DDF-B315-F7A4C6C2D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31/3/2024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DFFC71-7EB4-44D9-821F-A2FB9196A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83BAA2-706D-4D68-A2DC-B66B7F493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1994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2C1D1-A313-4543-A205-D525DF991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EA547E-D5CF-4556-B191-A581D480D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ACFE20-DFCE-47DC-9A4D-281E4D93A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31/3/2024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B4EFB2-3231-41CC-A943-E72407DD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D3FCD9-5630-4EC7-BACA-A8F8D239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450262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07C25-2A3D-40F3-A4D4-6649F6478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1B3DCD-1123-46FE-9157-26694A219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0FC45-C961-4F9B-BFF4-2BD6A14FA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31/3/2024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132524-749A-432D-86E7-1D44B89A2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C52ED3-19E3-4341-BA90-4BB0AFBD6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5721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B8188C-F214-4D98-BF70-1D73D3533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2A5158-9467-42A3-8FED-77E5DB171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41620D-4AA3-494D-9A02-87472A8A6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9054C1-CD87-4BCD-8082-C84F922D6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31/3/2024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099248-4632-4212-B104-578C5C3AF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29958B-DE1C-4D6F-9BAC-D714607DD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15655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226E8-DAA4-4A55-A3A0-D1E530810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25E565-0316-4C23-B277-BA6BB6543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63774D-AFD6-4B3A-A377-B9003A737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2778FD-CD84-4C5F-A840-47D4563FC1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17CE952-20C6-4C3C-80E3-FA0669F8FE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9A2E302-9F2D-419B-91FF-58DCC0CAF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31/3/2024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F25DD42-B5A7-4596-8A80-27253BB47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99FB6B-C391-4D9B-8C68-312C5764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05245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73FFB-4B95-4EFC-9764-DAE6A78C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CF589BE-9819-43CF-8DD6-7ABC62B7A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31/3/2024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A04EC1A-E9D6-4365-94FD-85438FF99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9BC28BA-F0F4-42B8-8FC5-9588CF32A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03013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A6FF68-BCCC-4C5E-BC7D-ECAA0812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31/3/2024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B137737-9DB7-4692-9877-B146D1E0F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9970CA-DD30-4D8C-B4B7-4B9D65C4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56685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37D46-7E18-45A3-BE95-8AACD3B48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090FF9-CCA9-4895-826E-544F64C3E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0C4B5C-D786-4DF4-B2BB-03B2D6660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5DCE77-6C01-4FB8-A173-B25A846ED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31/3/2024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9BCB80-4059-49E1-AC24-D215DCD2A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A40631-7A27-45FB-9F71-5E0788EAB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53944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05CD82-DED9-4F17-872A-71665199A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13081AA-CC09-4E28-ACD1-8AF0481233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DC48EA-C576-43A5-AF92-8CCE3EC41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782555F-E89D-4C97-B9E3-5EA06D8A9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31/3/2024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B56C3B-74BB-42A8-85CE-D738B104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57EB32-F762-49AE-9C1B-282D3B7A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40154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626E9-3E9C-4355-B55A-68300C7E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FB39250-9A7B-4CE9-A2B6-574863FC9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FC4F20-6C92-45E8-93B3-83A4105A2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31/3/2024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EBBCE8-44A3-4DEE-8439-24876DDED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6EBEA0-8662-4088-87CE-4F8E383A6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944345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5FD604-5704-4B7F-AE24-331BE67E5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C90818-56E1-43E3-B617-767F41C82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38300E-040B-4E53-ABD4-A968D55C1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31/3/2024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CC5142-B3FA-48A0-88FA-173EF07F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2124A0-BE1D-4E06-9CAC-D0B4682E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192389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CE66876-A3B8-47EC-BA2C-B3F6DD76F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5B671C-EF88-415F-9EF1-38630489C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A94D8C-D8BB-46FD-BBAA-8DA681FB1D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B9C9B-3244-4A0E-A26E-9A00A7388930}" type="datetimeFigureOut">
              <a:rPr lang="es-NI" smtClean="0"/>
              <a:t>31/3/2024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F9BB32-307F-4534-84EE-F5D781E0A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F00AD6-EB50-45AC-9D77-EF3E892D0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5325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4975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0254495-CC7D-4366-A0B5-AEEC5047BAB8}"/>
              </a:ext>
            </a:extLst>
          </p:cNvPr>
          <p:cNvGraphicFramePr>
            <a:graphicFrameLocks noGrp="1"/>
          </p:cNvGraphicFramePr>
          <p:nvPr/>
        </p:nvGraphicFramePr>
        <p:xfrm>
          <a:off x="1523999" y="1944993"/>
          <a:ext cx="8903370" cy="341719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773681">
                  <a:extLst>
                    <a:ext uri="{9D8B030D-6E8A-4147-A177-3AD203B41FA5}">
                      <a16:colId xmlns:a16="http://schemas.microsoft.com/office/drawing/2014/main" val="3762954312"/>
                    </a:ext>
                  </a:extLst>
                </a:gridCol>
                <a:gridCol w="1297402">
                  <a:extLst>
                    <a:ext uri="{9D8B030D-6E8A-4147-A177-3AD203B41FA5}">
                      <a16:colId xmlns:a16="http://schemas.microsoft.com/office/drawing/2014/main" val="4160969703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11289999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90496470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255096291"/>
                    </a:ext>
                  </a:extLst>
                </a:gridCol>
                <a:gridCol w="1708571">
                  <a:extLst>
                    <a:ext uri="{9D8B030D-6E8A-4147-A177-3AD203B41FA5}">
                      <a16:colId xmlns:a16="http://schemas.microsoft.com/office/drawing/2014/main" val="11402366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 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DESTINOS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OFERTA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42357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FUENTES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A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B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C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D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 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74877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1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70458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2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25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92075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3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CC0099"/>
                          </a:solidFill>
                          <a:effectLst/>
                        </a:rPr>
                        <a:t> i</a:t>
                      </a:r>
                      <a:endParaRPr lang="es-NI" sz="3200" b="1" dirty="0">
                        <a:solidFill>
                          <a:srgbClr val="CC0099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69454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DEMANDA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10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FF0000"/>
                          </a:solidFill>
                          <a:effectLst/>
                        </a:rPr>
                        <a:t>45</a:t>
                      </a:r>
                      <a:endParaRPr lang="es-NI" sz="3200" b="1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559608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9DCD978D-8BCA-4707-BDDC-B96C4BB46489}"/>
              </a:ext>
            </a:extLst>
          </p:cNvPr>
          <p:cNvSpPr txBox="1"/>
          <p:nvPr/>
        </p:nvSpPr>
        <p:spPr>
          <a:xfrm>
            <a:off x="4218039" y="3107898"/>
            <a:ext cx="4623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 startAt="10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00		20	   11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rabicPlain" startAt="12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07		09	   20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00	   14		16	   18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E3734E-F7EE-4303-8C5B-8901C25959F4}"/>
              </a:ext>
            </a:extLst>
          </p:cNvPr>
          <p:cNvSpPr/>
          <p:nvPr/>
        </p:nvSpPr>
        <p:spPr>
          <a:xfrm>
            <a:off x="4901026" y="572485"/>
            <a:ext cx="23899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Ruta 3A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BE18835-99F4-4E7A-B1F2-A4D2164D681A}"/>
              </a:ext>
            </a:extLst>
          </p:cNvPr>
          <p:cNvCxnSpPr/>
          <p:nvPr/>
        </p:nvCxnSpPr>
        <p:spPr>
          <a:xfrm>
            <a:off x="8155983" y="3865226"/>
            <a:ext cx="0" cy="720000"/>
          </a:xfrm>
          <a:prstGeom prst="straightConnector1">
            <a:avLst/>
          </a:prstGeom>
          <a:ln w="762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1AD1AF4-F250-4C5C-89BF-EEEB4631FDFD}"/>
              </a:ext>
            </a:extLst>
          </p:cNvPr>
          <p:cNvCxnSpPr/>
          <p:nvPr/>
        </p:nvCxnSpPr>
        <p:spPr>
          <a:xfrm flipH="1" flipV="1">
            <a:off x="3909370" y="3846562"/>
            <a:ext cx="0" cy="720000"/>
          </a:xfrm>
          <a:prstGeom prst="straightConnector1">
            <a:avLst/>
          </a:prstGeom>
          <a:ln w="762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7E9D788-B121-4A06-B35C-9385E3FF9E99}"/>
              </a:ext>
            </a:extLst>
          </p:cNvPr>
          <p:cNvCxnSpPr/>
          <p:nvPr/>
        </p:nvCxnSpPr>
        <p:spPr>
          <a:xfrm>
            <a:off x="4175684" y="3722136"/>
            <a:ext cx="3600000" cy="0"/>
          </a:xfrm>
          <a:prstGeom prst="straightConnector1">
            <a:avLst/>
          </a:prstGeom>
          <a:ln w="762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B5A20E6-CE36-4BF6-9EC0-608F02E7B07D}"/>
              </a:ext>
            </a:extLst>
          </p:cNvPr>
          <p:cNvCxnSpPr/>
          <p:nvPr/>
        </p:nvCxnSpPr>
        <p:spPr>
          <a:xfrm flipH="1">
            <a:off x="4296000" y="4720389"/>
            <a:ext cx="3600000" cy="0"/>
          </a:xfrm>
          <a:prstGeom prst="straightConnector1">
            <a:avLst/>
          </a:prstGeom>
          <a:ln w="762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783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0254495-CC7D-4366-A0B5-AEEC5047BAB8}"/>
              </a:ext>
            </a:extLst>
          </p:cNvPr>
          <p:cNvGraphicFramePr>
            <a:graphicFrameLocks noGrp="1"/>
          </p:cNvGraphicFramePr>
          <p:nvPr/>
        </p:nvGraphicFramePr>
        <p:xfrm>
          <a:off x="1523999" y="1944993"/>
          <a:ext cx="8903370" cy="341719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773681">
                  <a:extLst>
                    <a:ext uri="{9D8B030D-6E8A-4147-A177-3AD203B41FA5}">
                      <a16:colId xmlns:a16="http://schemas.microsoft.com/office/drawing/2014/main" val="3762954312"/>
                    </a:ext>
                  </a:extLst>
                </a:gridCol>
                <a:gridCol w="1297402">
                  <a:extLst>
                    <a:ext uri="{9D8B030D-6E8A-4147-A177-3AD203B41FA5}">
                      <a16:colId xmlns:a16="http://schemas.microsoft.com/office/drawing/2014/main" val="4160969703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11289999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90496470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255096291"/>
                    </a:ext>
                  </a:extLst>
                </a:gridCol>
                <a:gridCol w="1708571">
                  <a:extLst>
                    <a:ext uri="{9D8B030D-6E8A-4147-A177-3AD203B41FA5}">
                      <a16:colId xmlns:a16="http://schemas.microsoft.com/office/drawing/2014/main" val="11402366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 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DESTINOS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OFERTA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42357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FUENTES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A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B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C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D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 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74877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1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70458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2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25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92075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3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CC0099"/>
                          </a:solidFill>
                          <a:effectLst/>
                        </a:rPr>
                        <a:t> i</a:t>
                      </a:r>
                      <a:endParaRPr lang="es-NI" sz="3200" b="1" dirty="0">
                        <a:solidFill>
                          <a:srgbClr val="CC0099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69454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DEMANDA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10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FF0000"/>
                          </a:solidFill>
                          <a:effectLst/>
                        </a:rPr>
                        <a:t>45</a:t>
                      </a:r>
                      <a:endParaRPr lang="es-NI" sz="3200" b="1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559608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9DCD978D-8BCA-4707-BDDC-B96C4BB46489}"/>
              </a:ext>
            </a:extLst>
          </p:cNvPr>
          <p:cNvSpPr txBox="1"/>
          <p:nvPr/>
        </p:nvSpPr>
        <p:spPr>
          <a:xfrm>
            <a:off x="4218039" y="3107898"/>
            <a:ext cx="4623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 startAt="10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00		20	   11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rabicPlain" startAt="12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07		09	   20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00	   14		16	   18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E3734E-F7EE-4303-8C5B-8901C25959F4}"/>
              </a:ext>
            </a:extLst>
          </p:cNvPr>
          <p:cNvSpPr/>
          <p:nvPr/>
        </p:nvSpPr>
        <p:spPr>
          <a:xfrm>
            <a:off x="4901026" y="572485"/>
            <a:ext cx="23899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Ruta 3A</a:t>
            </a:r>
          </a:p>
        </p:txBody>
      </p:sp>
      <p:sp>
        <p:nvSpPr>
          <p:cNvPr id="10" name="Signo menos 9">
            <a:extLst>
              <a:ext uri="{FF2B5EF4-FFF2-40B4-BE49-F238E27FC236}">
                <a16:creationId xmlns:a16="http://schemas.microsoft.com/office/drawing/2014/main" id="{27D13F35-C3F7-4747-A02D-0238627FCBCE}"/>
              </a:ext>
            </a:extLst>
          </p:cNvPr>
          <p:cNvSpPr/>
          <p:nvPr/>
        </p:nvSpPr>
        <p:spPr>
          <a:xfrm>
            <a:off x="3948114" y="3684562"/>
            <a:ext cx="360000" cy="324000"/>
          </a:xfrm>
          <a:prstGeom prst="mathMinus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NI"/>
          </a:p>
        </p:txBody>
      </p:sp>
      <p:sp>
        <p:nvSpPr>
          <p:cNvPr id="11" name="Signo más 10">
            <a:extLst>
              <a:ext uri="{FF2B5EF4-FFF2-40B4-BE49-F238E27FC236}">
                <a16:creationId xmlns:a16="http://schemas.microsoft.com/office/drawing/2014/main" id="{236C9F3F-C0D0-4E86-BD55-C9BAF1017209}"/>
              </a:ext>
            </a:extLst>
          </p:cNvPr>
          <p:cNvSpPr/>
          <p:nvPr/>
        </p:nvSpPr>
        <p:spPr>
          <a:xfrm>
            <a:off x="3984114" y="4206272"/>
            <a:ext cx="324000" cy="324000"/>
          </a:xfrm>
          <a:prstGeom prst="mathPlus">
            <a:avLst/>
          </a:prstGeom>
          <a:noFill/>
          <a:ln w="38100"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NI"/>
          </a:p>
        </p:txBody>
      </p:sp>
      <p:sp>
        <p:nvSpPr>
          <p:cNvPr id="12" name="Signo más 11">
            <a:extLst>
              <a:ext uri="{FF2B5EF4-FFF2-40B4-BE49-F238E27FC236}">
                <a16:creationId xmlns:a16="http://schemas.microsoft.com/office/drawing/2014/main" id="{88EAD02D-111A-4F2E-9D3A-091935A2C37B}"/>
              </a:ext>
            </a:extLst>
          </p:cNvPr>
          <p:cNvSpPr/>
          <p:nvPr/>
        </p:nvSpPr>
        <p:spPr>
          <a:xfrm>
            <a:off x="7998651" y="3684562"/>
            <a:ext cx="324000" cy="324000"/>
          </a:xfrm>
          <a:prstGeom prst="mathPlus">
            <a:avLst/>
          </a:prstGeom>
          <a:noFill/>
          <a:ln w="38100"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NI"/>
          </a:p>
        </p:txBody>
      </p:sp>
      <p:sp>
        <p:nvSpPr>
          <p:cNvPr id="13" name="Signo menos 12">
            <a:extLst>
              <a:ext uri="{FF2B5EF4-FFF2-40B4-BE49-F238E27FC236}">
                <a16:creationId xmlns:a16="http://schemas.microsoft.com/office/drawing/2014/main" id="{85A6C682-742F-4B4F-84B3-FA327D4C0F06}"/>
              </a:ext>
            </a:extLst>
          </p:cNvPr>
          <p:cNvSpPr/>
          <p:nvPr/>
        </p:nvSpPr>
        <p:spPr>
          <a:xfrm>
            <a:off x="7980651" y="4261226"/>
            <a:ext cx="360000" cy="324000"/>
          </a:xfrm>
          <a:prstGeom prst="mathMinus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NI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1DBD29B-D43E-4D3F-831C-77A99C58DB8A}"/>
              </a:ext>
            </a:extLst>
          </p:cNvPr>
          <p:cNvSpPr txBox="1"/>
          <p:nvPr/>
        </p:nvSpPr>
        <p:spPr>
          <a:xfrm>
            <a:off x="4267274" y="5694093"/>
            <a:ext cx="3657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400" b="1" dirty="0"/>
              <a:t>C.M.</a:t>
            </a:r>
            <a:r>
              <a:rPr lang="es-NI" sz="2400" b="1" baseline="-25000" dirty="0"/>
              <a:t>(3A)</a:t>
            </a:r>
            <a:r>
              <a:rPr lang="es-NI" sz="2400" b="1" dirty="0"/>
              <a:t> = </a:t>
            </a:r>
            <a:r>
              <a:rPr lang="es-NI" sz="2400" b="1" dirty="0">
                <a:solidFill>
                  <a:srgbClr val="00B050"/>
                </a:solidFill>
              </a:rPr>
              <a:t>0</a:t>
            </a:r>
            <a:r>
              <a:rPr lang="es-NI" sz="2400" b="1" dirty="0"/>
              <a:t> </a:t>
            </a:r>
            <a:r>
              <a:rPr lang="es-NI" sz="2400" b="1" dirty="0">
                <a:solidFill>
                  <a:srgbClr val="7030A0"/>
                </a:solidFill>
              </a:rPr>
              <a:t>– 12 </a:t>
            </a:r>
            <a:r>
              <a:rPr lang="es-NI" sz="2400" b="1" dirty="0">
                <a:solidFill>
                  <a:srgbClr val="00B050"/>
                </a:solidFill>
              </a:rPr>
              <a:t>+ 20 </a:t>
            </a:r>
            <a:r>
              <a:rPr lang="es-NI" sz="2400" b="1" dirty="0">
                <a:solidFill>
                  <a:srgbClr val="7030A0"/>
                </a:solidFill>
              </a:rPr>
              <a:t>– 18 </a:t>
            </a:r>
          </a:p>
          <a:p>
            <a:pPr algn="ctr"/>
            <a:r>
              <a:rPr lang="es-NI" sz="2400" b="1" dirty="0">
                <a:solidFill>
                  <a:srgbClr val="7030A0"/>
                </a:solidFill>
              </a:rPr>
              <a:t> </a:t>
            </a:r>
            <a:r>
              <a:rPr lang="es-NI" sz="2400" b="1" dirty="0"/>
              <a:t>C.M.</a:t>
            </a:r>
            <a:r>
              <a:rPr lang="es-NI" sz="2400" b="1" baseline="-25000" dirty="0"/>
              <a:t>(3A)</a:t>
            </a:r>
            <a:r>
              <a:rPr lang="es-NI" sz="2400" b="1" dirty="0"/>
              <a:t> = – 10 </a:t>
            </a:r>
            <a:endParaRPr lang="es-NI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27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0254495-CC7D-4366-A0B5-AEEC5047B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230743"/>
              </p:ext>
            </p:extLst>
          </p:nvPr>
        </p:nvGraphicFramePr>
        <p:xfrm>
          <a:off x="1523999" y="1944993"/>
          <a:ext cx="8903370" cy="349859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773681">
                  <a:extLst>
                    <a:ext uri="{9D8B030D-6E8A-4147-A177-3AD203B41FA5}">
                      <a16:colId xmlns:a16="http://schemas.microsoft.com/office/drawing/2014/main" val="3762954312"/>
                    </a:ext>
                  </a:extLst>
                </a:gridCol>
                <a:gridCol w="1297402">
                  <a:extLst>
                    <a:ext uri="{9D8B030D-6E8A-4147-A177-3AD203B41FA5}">
                      <a16:colId xmlns:a16="http://schemas.microsoft.com/office/drawing/2014/main" val="4160969703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11289999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90496470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255096291"/>
                    </a:ext>
                  </a:extLst>
                </a:gridCol>
                <a:gridCol w="1708571">
                  <a:extLst>
                    <a:ext uri="{9D8B030D-6E8A-4147-A177-3AD203B41FA5}">
                      <a16:colId xmlns:a16="http://schemas.microsoft.com/office/drawing/2014/main" val="11402366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 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DESTINOS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OFERTA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42357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FUENTES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A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B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C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D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 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74877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1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70458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2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25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92075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3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CC0099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CC0099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r>
                        <a:rPr lang="es-NI" sz="3200" b="1" dirty="0">
                          <a:solidFill>
                            <a:srgbClr val="CC0099"/>
                          </a:solidFill>
                          <a:effectLst/>
                        </a:rPr>
                        <a:t>i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69454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DEMANDA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10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FF0000"/>
                          </a:solidFill>
                          <a:effectLst/>
                        </a:rPr>
                        <a:t>45</a:t>
                      </a:r>
                      <a:endParaRPr lang="es-NI" sz="3200" b="1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559608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9DCD978D-8BCA-4707-BDDC-B96C4BB46489}"/>
              </a:ext>
            </a:extLst>
          </p:cNvPr>
          <p:cNvSpPr txBox="1"/>
          <p:nvPr/>
        </p:nvSpPr>
        <p:spPr>
          <a:xfrm>
            <a:off x="4218039" y="3107898"/>
            <a:ext cx="4623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 startAt="10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00		20	   11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rabicPlain" startAt="12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07		09	   20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00	   14		16	   18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E3734E-F7EE-4303-8C5B-8901C25959F4}"/>
              </a:ext>
            </a:extLst>
          </p:cNvPr>
          <p:cNvSpPr/>
          <p:nvPr/>
        </p:nvSpPr>
        <p:spPr>
          <a:xfrm>
            <a:off x="4917056" y="572485"/>
            <a:ext cx="23578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Ruta 3C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BE18835-99F4-4E7A-B1F2-A4D2164D681A}"/>
              </a:ext>
            </a:extLst>
          </p:cNvPr>
          <p:cNvCxnSpPr/>
          <p:nvPr/>
        </p:nvCxnSpPr>
        <p:spPr>
          <a:xfrm>
            <a:off x="8155983" y="3865226"/>
            <a:ext cx="0" cy="720000"/>
          </a:xfrm>
          <a:prstGeom prst="straightConnector1">
            <a:avLst/>
          </a:prstGeom>
          <a:ln w="762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1AD1AF4-F250-4C5C-89BF-EEEB4631FDFD}"/>
              </a:ext>
            </a:extLst>
          </p:cNvPr>
          <p:cNvCxnSpPr/>
          <p:nvPr/>
        </p:nvCxnSpPr>
        <p:spPr>
          <a:xfrm flipH="1" flipV="1">
            <a:off x="6532254" y="3865226"/>
            <a:ext cx="0" cy="720000"/>
          </a:xfrm>
          <a:prstGeom prst="straightConnector1">
            <a:avLst/>
          </a:prstGeom>
          <a:ln w="762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7E9D788-B121-4A06-B35C-9385E3FF9E99}"/>
              </a:ext>
            </a:extLst>
          </p:cNvPr>
          <p:cNvCxnSpPr/>
          <p:nvPr/>
        </p:nvCxnSpPr>
        <p:spPr>
          <a:xfrm>
            <a:off x="6930976" y="3722136"/>
            <a:ext cx="720000" cy="0"/>
          </a:xfrm>
          <a:prstGeom prst="straightConnector1">
            <a:avLst/>
          </a:prstGeom>
          <a:ln w="762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B5A20E6-CE36-4BF6-9EC0-608F02E7B07D}"/>
              </a:ext>
            </a:extLst>
          </p:cNvPr>
          <p:cNvCxnSpPr/>
          <p:nvPr/>
        </p:nvCxnSpPr>
        <p:spPr>
          <a:xfrm flipH="1">
            <a:off x="6930976" y="4792578"/>
            <a:ext cx="720000" cy="0"/>
          </a:xfrm>
          <a:prstGeom prst="straightConnector1">
            <a:avLst/>
          </a:prstGeom>
          <a:ln w="762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300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0254495-CC7D-4366-A0B5-AEEC5047BAB8}"/>
              </a:ext>
            </a:extLst>
          </p:cNvPr>
          <p:cNvGraphicFramePr>
            <a:graphicFrameLocks noGrp="1"/>
          </p:cNvGraphicFramePr>
          <p:nvPr/>
        </p:nvGraphicFramePr>
        <p:xfrm>
          <a:off x="1523999" y="1944993"/>
          <a:ext cx="8903370" cy="341719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773681">
                  <a:extLst>
                    <a:ext uri="{9D8B030D-6E8A-4147-A177-3AD203B41FA5}">
                      <a16:colId xmlns:a16="http://schemas.microsoft.com/office/drawing/2014/main" val="3762954312"/>
                    </a:ext>
                  </a:extLst>
                </a:gridCol>
                <a:gridCol w="1297402">
                  <a:extLst>
                    <a:ext uri="{9D8B030D-6E8A-4147-A177-3AD203B41FA5}">
                      <a16:colId xmlns:a16="http://schemas.microsoft.com/office/drawing/2014/main" val="4160969703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11289999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90496470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255096291"/>
                    </a:ext>
                  </a:extLst>
                </a:gridCol>
                <a:gridCol w="1708571">
                  <a:extLst>
                    <a:ext uri="{9D8B030D-6E8A-4147-A177-3AD203B41FA5}">
                      <a16:colId xmlns:a16="http://schemas.microsoft.com/office/drawing/2014/main" val="11402366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 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DESTINOS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OFERTA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42357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FUENTES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A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B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C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D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 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74877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1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70458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2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25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92075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3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CC0099"/>
                          </a:solidFill>
                          <a:effectLst/>
                        </a:rPr>
                        <a:t> i</a:t>
                      </a:r>
                      <a:endParaRPr lang="es-NI" sz="3200" b="1" dirty="0">
                        <a:solidFill>
                          <a:srgbClr val="CC0099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69454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DEMANDA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10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FF0000"/>
                          </a:solidFill>
                          <a:effectLst/>
                        </a:rPr>
                        <a:t>45</a:t>
                      </a:r>
                      <a:endParaRPr lang="es-NI" sz="3200" b="1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559608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9DCD978D-8BCA-4707-BDDC-B96C4BB46489}"/>
              </a:ext>
            </a:extLst>
          </p:cNvPr>
          <p:cNvSpPr txBox="1"/>
          <p:nvPr/>
        </p:nvSpPr>
        <p:spPr>
          <a:xfrm>
            <a:off x="4218039" y="3107898"/>
            <a:ext cx="4623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 startAt="10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00		20	   11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rabicPlain" startAt="12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07		09	   20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00	   14		16	   18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E3734E-F7EE-4303-8C5B-8901C25959F4}"/>
              </a:ext>
            </a:extLst>
          </p:cNvPr>
          <p:cNvSpPr/>
          <p:nvPr/>
        </p:nvSpPr>
        <p:spPr>
          <a:xfrm>
            <a:off x="4917056" y="572485"/>
            <a:ext cx="23578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Ruta 3C</a:t>
            </a:r>
          </a:p>
        </p:txBody>
      </p:sp>
      <p:sp>
        <p:nvSpPr>
          <p:cNvPr id="10" name="Signo menos 9">
            <a:extLst>
              <a:ext uri="{FF2B5EF4-FFF2-40B4-BE49-F238E27FC236}">
                <a16:creationId xmlns:a16="http://schemas.microsoft.com/office/drawing/2014/main" id="{27D13F35-C3F7-4747-A02D-0238627FCBCE}"/>
              </a:ext>
            </a:extLst>
          </p:cNvPr>
          <p:cNvSpPr/>
          <p:nvPr/>
        </p:nvSpPr>
        <p:spPr>
          <a:xfrm>
            <a:off x="6667251" y="3684562"/>
            <a:ext cx="360000" cy="324000"/>
          </a:xfrm>
          <a:prstGeom prst="mathMinus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NI"/>
          </a:p>
        </p:txBody>
      </p:sp>
      <p:sp>
        <p:nvSpPr>
          <p:cNvPr id="11" name="Signo más 10">
            <a:extLst>
              <a:ext uri="{FF2B5EF4-FFF2-40B4-BE49-F238E27FC236}">
                <a16:creationId xmlns:a16="http://schemas.microsoft.com/office/drawing/2014/main" id="{236C9F3F-C0D0-4E86-BD55-C9BAF1017209}"/>
              </a:ext>
            </a:extLst>
          </p:cNvPr>
          <p:cNvSpPr/>
          <p:nvPr/>
        </p:nvSpPr>
        <p:spPr>
          <a:xfrm>
            <a:off x="6703251" y="4261226"/>
            <a:ext cx="324000" cy="324000"/>
          </a:xfrm>
          <a:prstGeom prst="mathPlus">
            <a:avLst/>
          </a:prstGeom>
          <a:noFill/>
          <a:ln w="38100"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NI"/>
          </a:p>
        </p:txBody>
      </p:sp>
      <p:sp>
        <p:nvSpPr>
          <p:cNvPr id="12" name="Signo más 11">
            <a:extLst>
              <a:ext uri="{FF2B5EF4-FFF2-40B4-BE49-F238E27FC236}">
                <a16:creationId xmlns:a16="http://schemas.microsoft.com/office/drawing/2014/main" id="{88EAD02D-111A-4F2E-9D3A-091935A2C37B}"/>
              </a:ext>
            </a:extLst>
          </p:cNvPr>
          <p:cNvSpPr/>
          <p:nvPr/>
        </p:nvSpPr>
        <p:spPr>
          <a:xfrm>
            <a:off x="7998651" y="3684562"/>
            <a:ext cx="324000" cy="324000"/>
          </a:xfrm>
          <a:prstGeom prst="mathPlus">
            <a:avLst/>
          </a:prstGeom>
          <a:noFill/>
          <a:ln w="38100"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NI"/>
          </a:p>
        </p:txBody>
      </p:sp>
      <p:sp>
        <p:nvSpPr>
          <p:cNvPr id="13" name="Signo menos 12">
            <a:extLst>
              <a:ext uri="{FF2B5EF4-FFF2-40B4-BE49-F238E27FC236}">
                <a16:creationId xmlns:a16="http://schemas.microsoft.com/office/drawing/2014/main" id="{85A6C682-742F-4B4F-84B3-FA327D4C0F06}"/>
              </a:ext>
            </a:extLst>
          </p:cNvPr>
          <p:cNvSpPr/>
          <p:nvPr/>
        </p:nvSpPr>
        <p:spPr>
          <a:xfrm>
            <a:off x="7980651" y="4261226"/>
            <a:ext cx="360000" cy="324000"/>
          </a:xfrm>
          <a:prstGeom prst="mathMinus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NI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1DBD29B-D43E-4D3F-831C-77A99C58DB8A}"/>
              </a:ext>
            </a:extLst>
          </p:cNvPr>
          <p:cNvSpPr txBox="1"/>
          <p:nvPr/>
        </p:nvSpPr>
        <p:spPr>
          <a:xfrm>
            <a:off x="4267274" y="5694093"/>
            <a:ext cx="3657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400" b="1" dirty="0"/>
              <a:t>C.M.</a:t>
            </a:r>
            <a:r>
              <a:rPr lang="es-NI" sz="2400" b="1" baseline="-25000" dirty="0"/>
              <a:t>(3C)</a:t>
            </a:r>
            <a:r>
              <a:rPr lang="es-NI" sz="2400" b="1" dirty="0"/>
              <a:t> = </a:t>
            </a:r>
            <a:r>
              <a:rPr lang="es-NI" sz="2400" b="1" dirty="0">
                <a:solidFill>
                  <a:srgbClr val="00B050"/>
                </a:solidFill>
              </a:rPr>
              <a:t>16</a:t>
            </a:r>
            <a:r>
              <a:rPr lang="es-NI" sz="2400" b="1" dirty="0"/>
              <a:t> </a:t>
            </a:r>
            <a:r>
              <a:rPr lang="es-NI" sz="2400" b="1" dirty="0">
                <a:solidFill>
                  <a:srgbClr val="7030A0"/>
                </a:solidFill>
              </a:rPr>
              <a:t>– 9 </a:t>
            </a:r>
            <a:r>
              <a:rPr lang="es-NI" sz="2400" b="1" dirty="0">
                <a:solidFill>
                  <a:srgbClr val="00B050"/>
                </a:solidFill>
              </a:rPr>
              <a:t>+ 20 </a:t>
            </a:r>
            <a:r>
              <a:rPr lang="es-NI" sz="2400" b="1" dirty="0">
                <a:solidFill>
                  <a:srgbClr val="7030A0"/>
                </a:solidFill>
              </a:rPr>
              <a:t>– 18 </a:t>
            </a:r>
          </a:p>
          <a:p>
            <a:pPr algn="ctr"/>
            <a:r>
              <a:rPr lang="es-NI" sz="2400" b="1" dirty="0">
                <a:solidFill>
                  <a:srgbClr val="7030A0"/>
                </a:solidFill>
              </a:rPr>
              <a:t> </a:t>
            </a:r>
            <a:r>
              <a:rPr lang="es-NI" sz="2400" b="1" dirty="0"/>
              <a:t>C.M.</a:t>
            </a:r>
            <a:r>
              <a:rPr lang="es-NI" sz="2400" b="1" baseline="-25000" dirty="0"/>
              <a:t>(3C)</a:t>
            </a:r>
            <a:r>
              <a:rPr lang="es-NI" sz="2400" b="1" dirty="0"/>
              <a:t> = 9 </a:t>
            </a:r>
            <a:endParaRPr lang="es-NI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257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82669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295</Words>
  <Application>Microsoft Office PowerPoint</Application>
  <PresentationFormat>Panorámica</PresentationFormat>
  <Paragraphs>160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Tahoma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8</cp:revision>
  <dcterms:created xsi:type="dcterms:W3CDTF">2024-03-31T18:43:39Z</dcterms:created>
  <dcterms:modified xsi:type="dcterms:W3CDTF">2024-04-01T00:51:31Z</dcterms:modified>
</cp:coreProperties>
</file>