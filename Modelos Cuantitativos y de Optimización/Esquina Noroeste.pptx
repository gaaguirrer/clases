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1D658-64DA-4872-9FD8-F94BA348E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CEDFEA-9556-4110-BBDC-278113FD9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0AE164-C3F2-4155-86D2-A468B72A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2BB0D6-3B24-467E-A8EF-9A1C72D7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0457BD-0A88-4873-AA68-34844F49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0939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98326-178E-4D3E-BC84-82F6C928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FEF07F-160C-4FEC-B15A-495968300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58892A-CFA8-4DEA-B37E-D01B7AD3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427D72-1595-45FE-A537-1774B4EB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9458DF-F927-4E96-8EAE-53A85CB7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1859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34F13-F531-4E20-B4DC-5932657A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2AC6A2-A7A9-44A2-9AAE-14C880151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A1F8DA-1A84-4191-A79A-76EB3BA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8C7EF5-83BC-43A7-B792-6F19734E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C7DF4-953B-4D50-A8FB-CA49508D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1113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ECE47-FA28-4027-B489-CBC03F81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ECB945-117B-4CD6-A169-F33A91AE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F8795D-CBC6-4050-A4ED-43E3C4DFB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CEA25C-53D2-4D92-864C-8D628E22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715388-745C-4669-8C5D-273AA167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218EC2-4AD5-4041-9DAD-D60CFF8D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6907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05B40-9E92-4BAF-9144-57C5AF92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5859E1-AB5A-45C1-B3D7-EC61EAC91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514A05-083F-4075-A42B-428A16DCE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045DAF-290D-409F-84C9-0EB4AB997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82E8BE-510C-468B-A66F-E978AB607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142AB26-1C91-4FCC-B134-7879CA34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2E61A9-75D7-4CB0-8738-9890D460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F2F129-73F6-43EC-AF3F-A91FC493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6607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2E844-B7AB-45CC-A69B-F5BDCC9D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2CD867-7302-4CDE-A2D9-488EA31A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6CDDD6-C645-4140-A643-DF20C4B7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3223EF-A761-4DA7-8C9A-16B342E3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6378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E6E87B-96B8-450F-B07F-520646B6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BF4A90-9012-4364-B230-86334D52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DEFD80-55D3-4041-94D4-591F24B2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0489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7B2B8-93A6-46BD-86D4-951F96CD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485673-433F-4CD8-AEEA-7AA5FFA27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4F86BF-CEC1-4010-B48F-83ABFCB2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A43D0F-60D2-4CE9-918A-FDF0A233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991B0C-0AA2-4FC6-B912-820FE580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BF84B-B46F-4942-BD6F-02188CCA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3281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E7659-DBD5-4AAD-9EC2-E8D21F7B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A1E58D-414F-4812-992F-E68F3C1B4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232243-3A37-4431-8BC7-F6A2DFB60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D45C4F-E7EE-4C90-96CB-674AFB0F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E3253-6C89-428C-B1E6-69A3CBDE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F935DC-CFA2-4D84-90D9-D613644A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3272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9A771-D73E-436F-ABA6-9A9D1592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DD0617-4685-4A0C-AD27-E573241E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28F0C-EB8D-4A73-A7FA-401E2424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C7E16-8983-41F8-8286-EAC60F4B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0F100A-F284-435E-BC9C-F027138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3325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DB59DD-9DF4-4A32-8BAF-F79A5DA58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9BC51B-6228-4DAE-B0F0-9A58C006E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5ADC9-A753-4604-BBC3-84CF0A51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2B2A29-1761-44ED-B20A-F465C207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24B344-E5A1-4C0E-BA7F-208AA2A2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8134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70EF24-E81E-4903-B3B2-EF45CC1D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C38CB-0A12-42ED-9D01-134A67BAD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66493-395C-44E7-AA8B-020DE353F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FBD687-0F23-475D-A28E-CA4ACF39A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14D6B6-2901-4C69-B1DC-274E9B06B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932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CF63E24-070A-4329-9534-D84F671ED916}"/>
              </a:ext>
            </a:extLst>
          </p:cNvPr>
          <p:cNvSpPr txBox="1"/>
          <p:nvPr/>
        </p:nvSpPr>
        <p:spPr>
          <a:xfrm>
            <a:off x="613954" y="2644170"/>
            <a:ext cx="1142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9600" dirty="0">
                <a:latin typeface="Verdana" panose="020B0604030504040204" pitchFamily="34" charset="0"/>
                <a:ea typeface="Verdana" panose="020B0604030504040204" pitchFamily="34" charset="0"/>
              </a:rPr>
              <a:t>Esquina Noroeste</a:t>
            </a:r>
          </a:p>
        </p:txBody>
      </p:sp>
    </p:spTree>
    <p:extLst>
      <p:ext uri="{BB962C8B-B14F-4D97-AF65-F5344CB8AC3E}">
        <p14:creationId xmlns:p14="http://schemas.microsoft.com/office/powerpoint/2010/main" val="160611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3349"/>
              </p:ext>
            </p:extLst>
          </p:nvPr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pic>
        <p:nvPicPr>
          <p:cNvPr id="9" name="Picture 2" descr="Vocabulario - Situación geográfica - noreste - Aprender español">
            <a:extLst>
              <a:ext uri="{FF2B5EF4-FFF2-40B4-BE49-F238E27FC236}">
                <a16:creationId xmlns:a16="http://schemas.microsoft.com/office/drawing/2014/main" id="{9F8EF3C9-14EA-46F1-A4DD-0E88D0B4D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t="21715" r="15116" b="8062"/>
          <a:stretch/>
        </p:blipFill>
        <p:spPr bwMode="auto">
          <a:xfrm>
            <a:off x="2361879" y="4657181"/>
            <a:ext cx="2317711" cy="220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95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/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611483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02762DC-356D-4C61-80DA-0C9D4A61B0D2}"/>
              </a:ext>
            </a:extLst>
          </p:cNvPr>
          <p:cNvCxnSpPr/>
          <p:nvPr/>
        </p:nvCxnSpPr>
        <p:spPr>
          <a:xfrm>
            <a:off x="4072270" y="4178595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8488E68-E549-447B-A584-158C5DC97973}"/>
              </a:ext>
            </a:extLst>
          </p:cNvPr>
          <p:cNvCxnSpPr/>
          <p:nvPr/>
        </p:nvCxnSpPr>
        <p:spPr>
          <a:xfrm>
            <a:off x="11520618" y="2632748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460898" y="4132505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0792047" y="2611483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331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/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51578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02762DC-356D-4C61-80DA-0C9D4A61B0D2}"/>
              </a:ext>
            </a:extLst>
          </p:cNvPr>
          <p:cNvCxnSpPr/>
          <p:nvPr/>
        </p:nvCxnSpPr>
        <p:spPr>
          <a:xfrm>
            <a:off x="4072270" y="4178595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8488E68-E549-447B-A584-158C5DC97973}"/>
              </a:ext>
            </a:extLst>
          </p:cNvPr>
          <p:cNvCxnSpPr/>
          <p:nvPr/>
        </p:nvCxnSpPr>
        <p:spPr>
          <a:xfrm>
            <a:off x="5947144" y="4195693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460898" y="4132505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1282275" y="2686274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91DDB6-EF22-47A9-B75A-D3E6AF5EFA3B}"/>
              </a:ext>
            </a:extLst>
          </p:cNvPr>
          <p:cNvSpPr/>
          <p:nvPr/>
        </p:nvSpPr>
        <p:spPr>
          <a:xfrm>
            <a:off x="4830726" y="249984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B4C4829-DC6B-4FD7-B3AA-1EBC9C604BEA}"/>
              </a:ext>
            </a:extLst>
          </p:cNvPr>
          <p:cNvCxnSpPr/>
          <p:nvPr/>
        </p:nvCxnSpPr>
        <p:spPr>
          <a:xfrm>
            <a:off x="11508454" y="2712855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5DF4EA-723C-4E45-897C-6639FD1616C7}"/>
              </a:ext>
            </a:extLst>
          </p:cNvPr>
          <p:cNvSpPr/>
          <p:nvPr/>
        </p:nvSpPr>
        <p:spPr>
          <a:xfrm>
            <a:off x="5261344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FACF6B2-4F15-40B5-AAF9-F07465DD0D67}"/>
              </a:ext>
            </a:extLst>
          </p:cNvPr>
          <p:cNvSpPr/>
          <p:nvPr/>
        </p:nvSpPr>
        <p:spPr>
          <a:xfrm>
            <a:off x="10938964" y="270103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2026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/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51578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02762DC-356D-4C61-80DA-0C9D4A61B0D2}"/>
              </a:ext>
            </a:extLst>
          </p:cNvPr>
          <p:cNvCxnSpPr/>
          <p:nvPr/>
        </p:nvCxnSpPr>
        <p:spPr>
          <a:xfrm>
            <a:off x="11552518" y="3151597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944679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1282275" y="2686274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91DDB6-EF22-47A9-B75A-D3E6AF5EFA3B}"/>
              </a:ext>
            </a:extLst>
          </p:cNvPr>
          <p:cNvSpPr/>
          <p:nvPr/>
        </p:nvSpPr>
        <p:spPr>
          <a:xfrm>
            <a:off x="4830726" y="249984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5DF4EA-723C-4E45-897C-6639FD1616C7}"/>
              </a:ext>
            </a:extLst>
          </p:cNvPr>
          <p:cNvSpPr/>
          <p:nvPr/>
        </p:nvSpPr>
        <p:spPr>
          <a:xfrm>
            <a:off x="5817780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0893C78-EF47-4ACB-BC89-C85259AF4686}"/>
              </a:ext>
            </a:extLst>
          </p:cNvPr>
          <p:cNvSpPr/>
          <p:nvPr/>
        </p:nvSpPr>
        <p:spPr>
          <a:xfrm>
            <a:off x="4914013" y="3018699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8488E68-E549-447B-A584-158C5DC97973}"/>
              </a:ext>
            </a:extLst>
          </p:cNvPr>
          <p:cNvCxnSpPr/>
          <p:nvPr/>
        </p:nvCxnSpPr>
        <p:spPr>
          <a:xfrm>
            <a:off x="5892207" y="4221948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6DC9A5-E6F8-49E2-8B6C-EAACACBCC702}"/>
              </a:ext>
            </a:extLst>
          </p:cNvPr>
          <p:cNvSpPr/>
          <p:nvPr/>
        </p:nvSpPr>
        <p:spPr>
          <a:xfrm>
            <a:off x="5408426" y="417884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9CBC35-D9A2-4FF3-9413-98D9B33E763D}"/>
              </a:ext>
            </a:extLst>
          </p:cNvPr>
          <p:cNvSpPr/>
          <p:nvPr/>
        </p:nvSpPr>
        <p:spPr>
          <a:xfrm>
            <a:off x="10642550" y="3098434"/>
            <a:ext cx="646812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076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/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51578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944679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1282275" y="2686274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91DDB6-EF22-47A9-B75A-D3E6AF5EFA3B}"/>
              </a:ext>
            </a:extLst>
          </p:cNvPr>
          <p:cNvSpPr/>
          <p:nvPr/>
        </p:nvSpPr>
        <p:spPr>
          <a:xfrm>
            <a:off x="4830726" y="249984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5DF4EA-723C-4E45-897C-6639FD1616C7}"/>
              </a:ext>
            </a:extLst>
          </p:cNvPr>
          <p:cNvSpPr/>
          <p:nvPr/>
        </p:nvSpPr>
        <p:spPr>
          <a:xfrm>
            <a:off x="5817780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0893C78-EF47-4ACB-BC89-C85259AF4686}"/>
              </a:ext>
            </a:extLst>
          </p:cNvPr>
          <p:cNvSpPr/>
          <p:nvPr/>
        </p:nvSpPr>
        <p:spPr>
          <a:xfrm>
            <a:off x="4914013" y="3018699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6DC9A5-E6F8-49E2-8B6C-EAACACBCC702}"/>
              </a:ext>
            </a:extLst>
          </p:cNvPr>
          <p:cNvSpPr/>
          <p:nvPr/>
        </p:nvSpPr>
        <p:spPr>
          <a:xfrm>
            <a:off x="7285320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9CBC35-D9A2-4FF3-9413-98D9B33E763D}"/>
              </a:ext>
            </a:extLst>
          </p:cNvPr>
          <p:cNvSpPr/>
          <p:nvPr/>
        </p:nvSpPr>
        <p:spPr>
          <a:xfrm>
            <a:off x="11216302" y="3125016"/>
            <a:ext cx="646812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926EF69-A464-4E6D-AF28-CC7C2FBD037B}"/>
              </a:ext>
            </a:extLst>
          </p:cNvPr>
          <p:cNvSpPr/>
          <p:nvPr/>
        </p:nvSpPr>
        <p:spPr>
          <a:xfrm>
            <a:off x="7327850" y="299211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02762DC-356D-4C61-80DA-0C9D4A61B0D2}"/>
              </a:ext>
            </a:extLst>
          </p:cNvPr>
          <p:cNvCxnSpPr/>
          <p:nvPr/>
        </p:nvCxnSpPr>
        <p:spPr>
          <a:xfrm>
            <a:off x="11424524" y="3166939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86DEB18-1EE0-43A2-809E-4B60BA028291}"/>
              </a:ext>
            </a:extLst>
          </p:cNvPr>
          <p:cNvCxnSpPr/>
          <p:nvPr/>
        </p:nvCxnSpPr>
        <p:spPr>
          <a:xfrm>
            <a:off x="7749607" y="4221246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36DBDA-3824-404E-A507-0519884B4275}"/>
              </a:ext>
            </a:extLst>
          </p:cNvPr>
          <p:cNvSpPr/>
          <p:nvPr/>
        </p:nvSpPr>
        <p:spPr>
          <a:xfrm>
            <a:off x="10605247" y="3084623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651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/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51578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944679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1282275" y="2686274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91DDB6-EF22-47A9-B75A-D3E6AF5EFA3B}"/>
              </a:ext>
            </a:extLst>
          </p:cNvPr>
          <p:cNvSpPr/>
          <p:nvPr/>
        </p:nvSpPr>
        <p:spPr>
          <a:xfrm>
            <a:off x="4830726" y="249984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5DF4EA-723C-4E45-897C-6639FD1616C7}"/>
              </a:ext>
            </a:extLst>
          </p:cNvPr>
          <p:cNvSpPr/>
          <p:nvPr/>
        </p:nvSpPr>
        <p:spPr>
          <a:xfrm>
            <a:off x="5817780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0893C78-EF47-4ACB-BC89-C85259AF4686}"/>
              </a:ext>
            </a:extLst>
          </p:cNvPr>
          <p:cNvSpPr/>
          <p:nvPr/>
        </p:nvSpPr>
        <p:spPr>
          <a:xfrm>
            <a:off x="4914013" y="3018699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6DC9A5-E6F8-49E2-8B6C-EAACACBCC702}"/>
              </a:ext>
            </a:extLst>
          </p:cNvPr>
          <p:cNvSpPr/>
          <p:nvPr/>
        </p:nvSpPr>
        <p:spPr>
          <a:xfrm>
            <a:off x="7636195" y="4178836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9CBC35-D9A2-4FF3-9413-98D9B33E763D}"/>
              </a:ext>
            </a:extLst>
          </p:cNvPr>
          <p:cNvSpPr/>
          <p:nvPr/>
        </p:nvSpPr>
        <p:spPr>
          <a:xfrm>
            <a:off x="11216302" y="3125016"/>
            <a:ext cx="646812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926EF69-A464-4E6D-AF28-CC7C2FBD037B}"/>
              </a:ext>
            </a:extLst>
          </p:cNvPr>
          <p:cNvSpPr/>
          <p:nvPr/>
        </p:nvSpPr>
        <p:spPr>
          <a:xfrm>
            <a:off x="7327850" y="299211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36DBDA-3824-404E-A507-0519884B4275}"/>
              </a:ext>
            </a:extLst>
          </p:cNvPr>
          <p:cNvSpPr/>
          <p:nvPr/>
        </p:nvSpPr>
        <p:spPr>
          <a:xfrm>
            <a:off x="11172155" y="3073173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02762DC-356D-4C61-80DA-0C9D4A61B0D2}"/>
              </a:ext>
            </a:extLst>
          </p:cNvPr>
          <p:cNvCxnSpPr/>
          <p:nvPr/>
        </p:nvCxnSpPr>
        <p:spPr>
          <a:xfrm>
            <a:off x="11311275" y="3141095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86DEB18-1EE0-43A2-809E-4B60BA028291}"/>
              </a:ext>
            </a:extLst>
          </p:cNvPr>
          <p:cNvCxnSpPr/>
          <p:nvPr/>
        </p:nvCxnSpPr>
        <p:spPr>
          <a:xfrm>
            <a:off x="9682312" y="4201542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E4EB8F-8E93-4DE1-B1B1-C165B88DD6DC}"/>
              </a:ext>
            </a:extLst>
          </p:cNvPr>
          <p:cNvSpPr/>
          <p:nvPr/>
        </p:nvSpPr>
        <p:spPr>
          <a:xfrm>
            <a:off x="8897438" y="301869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415E2D-F3A1-45F9-A503-6134F69F2D34}"/>
              </a:ext>
            </a:extLst>
          </p:cNvPr>
          <p:cNvSpPr/>
          <p:nvPr/>
        </p:nvSpPr>
        <p:spPr>
          <a:xfrm>
            <a:off x="10842634" y="304540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9A3BEC-F7C7-40F1-A7F2-B07628CE8809}"/>
              </a:ext>
            </a:extLst>
          </p:cNvPr>
          <p:cNvSpPr/>
          <p:nvPr/>
        </p:nvSpPr>
        <p:spPr>
          <a:xfrm>
            <a:off x="9008043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8402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/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51578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944679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1282275" y="2686274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91DDB6-EF22-47A9-B75A-D3E6AF5EFA3B}"/>
              </a:ext>
            </a:extLst>
          </p:cNvPr>
          <p:cNvSpPr/>
          <p:nvPr/>
        </p:nvSpPr>
        <p:spPr>
          <a:xfrm>
            <a:off x="4830726" y="249984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5DF4EA-723C-4E45-897C-6639FD1616C7}"/>
              </a:ext>
            </a:extLst>
          </p:cNvPr>
          <p:cNvSpPr/>
          <p:nvPr/>
        </p:nvSpPr>
        <p:spPr>
          <a:xfrm>
            <a:off x="5817780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0893C78-EF47-4ACB-BC89-C85259AF4686}"/>
              </a:ext>
            </a:extLst>
          </p:cNvPr>
          <p:cNvSpPr/>
          <p:nvPr/>
        </p:nvSpPr>
        <p:spPr>
          <a:xfrm>
            <a:off x="4914013" y="3018699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6DC9A5-E6F8-49E2-8B6C-EAACACBCC702}"/>
              </a:ext>
            </a:extLst>
          </p:cNvPr>
          <p:cNvSpPr/>
          <p:nvPr/>
        </p:nvSpPr>
        <p:spPr>
          <a:xfrm>
            <a:off x="7636195" y="4178836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9CBC35-D9A2-4FF3-9413-98D9B33E763D}"/>
              </a:ext>
            </a:extLst>
          </p:cNvPr>
          <p:cNvSpPr/>
          <p:nvPr/>
        </p:nvSpPr>
        <p:spPr>
          <a:xfrm>
            <a:off x="11216302" y="3125016"/>
            <a:ext cx="646812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926EF69-A464-4E6D-AF28-CC7C2FBD037B}"/>
              </a:ext>
            </a:extLst>
          </p:cNvPr>
          <p:cNvSpPr/>
          <p:nvPr/>
        </p:nvSpPr>
        <p:spPr>
          <a:xfrm>
            <a:off x="7327850" y="299211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36DBDA-3824-404E-A507-0519884B4275}"/>
              </a:ext>
            </a:extLst>
          </p:cNvPr>
          <p:cNvSpPr/>
          <p:nvPr/>
        </p:nvSpPr>
        <p:spPr>
          <a:xfrm>
            <a:off x="11172155" y="3073173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02762DC-356D-4C61-80DA-0C9D4A61B0D2}"/>
              </a:ext>
            </a:extLst>
          </p:cNvPr>
          <p:cNvCxnSpPr/>
          <p:nvPr/>
        </p:nvCxnSpPr>
        <p:spPr>
          <a:xfrm>
            <a:off x="11605681" y="3640097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E4EB8F-8E93-4DE1-B1B1-C165B88DD6DC}"/>
              </a:ext>
            </a:extLst>
          </p:cNvPr>
          <p:cNvSpPr/>
          <p:nvPr/>
        </p:nvSpPr>
        <p:spPr>
          <a:xfrm>
            <a:off x="8897438" y="301869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415E2D-F3A1-45F9-A503-6134F69F2D34}"/>
              </a:ext>
            </a:extLst>
          </p:cNvPr>
          <p:cNvSpPr/>
          <p:nvPr/>
        </p:nvSpPr>
        <p:spPr>
          <a:xfrm>
            <a:off x="11215724" y="305686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9A3BEC-F7C7-40F1-A7F2-B07628CE8809}"/>
              </a:ext>
            </a:extLst>
          </p:cNvPr>
          <p:cNvSpPr/>
          <p:nvPr/>
        </p:nvSpPr>
        <p:spPr>
          <a:xfrm>
            <a:off x="9585290" y="4118957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79E59E5-AD32-4B79-A4D5-7F49E2795325}"/>
              </a:ext>
            </a:extLst>
          </p:cNvPr>
          <p:cNvSpPr/>
          <p:nvPr/>
        </p:nvSpPr>
        <p:spPr>
          <a:xfrm>
            <a:off x="8856316" y="3507197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86DEB18-1EE0-43A2-809E-4B60BA028291}"/>
              </a:ext>
            </a:extLst>
          </p:cNvPr>
          <p:cNvCxnSpPr/>
          <p:nvPr/>
        </p:nvCxnSpPr>
        <p:spPr>
          <a:xfrm>
            <a:off x="9682312" y="4208117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7E80A1C-2F6F-4106-8804-2175200EDA2C}"/>
              </a:ext>
            </a:extLst>
          </p:cNvPr>
          <p:cNvSpPr/>
          <p:nvPr/>
        </p:nvSpPr>
        <p:spPr>
          <a:xfrm>
            <a:off x="11081553" y="3633824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CA99E9F-0B00-460E-A650-4382B9D67AA0}"/>
              </a:ext>
            </a:extLst>
          </p:cNvPr>
          <p:cNvSpPr/>
          <p:nvPr/>
        </p:nvSpPr>
        <p:spPr>
          <a:xfrm>
            <a:off x="9086889" y="4127047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4025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8512"/>
              </p:ext>
            </p:extLst>
          </p:nvPr>
        </p:nvGraphicFramePr>
        <p:xfrm>
          <a:off x="2574509" y="2596527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9B7E29C-AEA3-42D2-AC5A-0A4FF9CDC7B4}"/>
              </a:ext>
            </a:extLst>
          </p:cNvPr>
          <p:cNvSpPr/>
          <p:nvPr/>
        </p:nvSpPr>
        <p:spPr>
          <a:xfrm>
            <a:off x="3083442" y="251578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BE94E-0C9E-4128-8558-B6A9B3FE849B}"/>
              </a:ext>
            </a:extLst>
          </p:cNvPr>
          <p:cNvSpPr/>
          <p:nvPr/>
        </p:nvSpPr>
        <p:spPr>
          <a:xfrm>
            <a:off x="3944679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0628F-A0C4-4B5B-9D4F-5C763B054B23}"/>
              </a:ext>
            </a:extLst>
          </p:cNvPr>
          <p:cNvSpPr/>
          <p:nvPr/>
        </p:nvSpPr>
        <p:spPr>
          <a:xfrm>
            <a:off x="11282275" y="2686274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91DDB6-EF22-47A9-B75A-D3E6AF5EFA3B}"/>
              </a:ext>
            </a:extLst>
          </p:cNvPr>
          <p:cNvSpPr/>
          <p:nvPr/>
        </p:nvSpPr>
        <p:spPr>
          <a:xfrm>
            <a:off x="4830726" y="249984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5DF4EA-723C-4E45-897C-6639FD1616C7}"/>
              </a:ext>
            </a:extLst>
          </p:cNvPr>
          <p:cNvSpPr/>
          <p:nvPr/>
        </p:nvSpPr>
        <p:spPr>
          <a:xfrm>
            <a:off x="5817780" y="416808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0893C78-EF47-4ACB-BC89-C85259AF4686}"/>
              </a:ext>
            </a:extLst>
          </p:cNvPr>
          <p:cNvSpPr/>
          <p:nvPr/>
        </p:nvSpPr>
        <p:spPr>
          <a:xfrm>
            <a:off x="4914013" y="3018699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6DC9A5-E6F8-49E2-8B6C-EAACACBCC702}"/>
              </a:ext>
            </a:extLst>
          </p:cNvPr>
          <p:cNvSpPr/>
          <p:nvPr/>
        </p:nvSpPr>
        <p:spPr>
          <a:xfrm>
            <a:off x="7636195" y="4178836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9CBC35-D9A2-4FF3-9413-98D9B33E763D}"/>
              </a:ext>
            </a:extLst>
          </p:cNvPr>
          <p:cNvSpPr/>
          <p:nvPr/>
        </p:nvSpPr>
        <p:spPr>
          <a:xfrm>
            <a:off x="11216302" y="3125016"/>
            <a:ext cx="646812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926EF69-A464-4E6D-AF28-CC7C2FBD037B}"/>
              </a:ext>
            </a:extLst>
          </p:cNvPr>
          <p:cNvSpPr/>
          <p:nvPr/>
        </p:nvSpPr>
        <p:spPr>
          <a:xfrm>
            <a:off x="7327850" y="2992116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36DBDA-3824-404E-A507-0519884B4275}"/>
              </a:ext>
            </a:extLst>
          </p:cNvPr>
          <p:cNvSpPr/>
          <p:nvPr/>
        </p:nvSpPr>
        <p:spPr>
          <a:xfrm>
            <a:off x="11172155" y="3073173"/>
            <a:ext cx="646813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E4EB8F-8E93-4DE1-B1B1-C165B88DD6DC}"/>
              </a:ext>
            </a:extLst>
          </p:cNvPr>
          <p:cNvSpPr/>
          <p:nvPr/>
        </p:nvSpPr>
        <p:spPr>
          <a:xfrm>
            <a:off x="8897438" y="301869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415E2D-F3A1-45F9-A503-6134F69F2D34}"/>
              </a:ext>
            </a:extLst>
          </p:cNvPr>
          <p:cNvSpPr/>
          <p:nvPr/>
        </p:nvSpPr>
        <p:spPr>
          <a:xfrm>
            <a:off x="11370022" y="3048884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9A3BEC-F7C7-40F1-A7F2-B07628CE8809}"/>
              </a:ext>
            </a:extLst>
          </p:cNvPr>
          <p:cNvSpPr/>
          <p:nvPr/>
        </p:nvSpPr>
        <p:spPr>
          <a:xfrm>
            <a:off x="9585290" y="4118957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79E59E5-AD32-4B79-A4D5-7F49E2795325}"/>
              </a:ext>
            </a:extLst>
          </p:cNvPr>
          <p:cNvSpPr/>
          <p:nvPr/>
        </p:nvSpPr>
        <p:spPr>
          <a:xfrm>
            <a:off x="8856316" y="3507197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7E80A1C-2F6F-4106-8804-2175200EDA2C}"/>
              </a:ext>
            </a:extLst>
          </p:cNvPr>
          <p:cNvSpPr/>
          <p:nvPr/>
        </p:nvSpPr>
        <p:spPr>
          <a:xfrm>
            <a:off x="11439007" y="3613514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B47D6A-F1FE-4479-BD59-9470136A8F74}"/>
              </a:ext>
            </a:extLst>
          </p:cNvPr>
          <p:cNvSpPr txBox="1"/>
          <p:nvPr/>
        </p:nvSpPr>
        <p:spPr>
          <a:xfrm>
            <a:off x="2005971" y="5020129"/>
            <a:ext cx="7579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800" b="1" dirty="0"/>
              <a:t>Z = </a:t>
            </a:r>
            <a:r>
              <a:rPr lang="es-NI" sz="2800" b="1" dirty="0">
                <a:solidFill>
                  <a:srgbClr val="0000FF"/>
                </a:solidFill>
              </a:rPr>
              <a:t>5</a:t>
            </a:r>
            <a:r>
              <a:rPr lang="es-NI" sz="2800" b="1" dirty="0"/>
              <a:t> * </a:t>
            </a:r>
            <a:r>
              <a:rPr lang="es-NI" sz="2800" b="1" dirty="0">
                <a:solidFill>
                  <a:srgbClr val="FF0000"/>
                </a:solidFill>
              </a:rPr>
              <a:t>10</a:t>
            </a:r>
            <a:r>
              <a:rPr lang="es-NI" sz="2800" b="1" dirty="0"/>
              <a:t> + </a:t>
            </a:r>
            <a:r>
              <a:rPr lang="es-NI" sz="2800" b="1" dirty="0">
                <a:solidFill>
                  <a:srgbClr val="0000FF"/>
                </a:solidFill>
              </a:rPr>
              <a:t>10</a:t>
            </a:r>
            <a:r>
              <a:rPr lang="es-NI" sz="2800" b="1" dirty="0"/>
              <a:t> * </a:t>
            </a:r>
            <a:r>
              <a:rPr lang="es-NI" sz="2800" b="1" dirty="0">
                <a:solidFill>
                  <a:srgbClr val="FF0000"/>
                </a:solidFill>
              </a:rPr>
              <a:t>0</a:t>
            </a:r>
            <a:r>
              <a:rPr lang="es-NI" sz="2800" b="1" dirty="0"/>
              <a:t> + </a:t>
            </a:r>
            <a:r>
              <a:rPr lang="es-NI" sz="2800" b="1" dirty="0">
                <a:solidFill>
                  <a:srgbClr val="0000FF"/>
                </a:solidFill>
              </a:rPr>
              <a:t>5</a:t>
            </a:r>
            <a:r>
              <a:rPr lang="es-NI" sz="2800" b="1" dirty="0"/>
              <a:t> * </a:t>
            </a:r>
            <a:r>
              <a:rPr lang="es-NI" sz="2800" b="1" dirty="0">
                <a:solidFill>
                  <a:srgbClr val="FF0000"/>
                </a:solidFill>
              </a:rPr>
              <a:t>7</a:t>
            </a:r>
            <a:r>
              <a:rPr lang="es-NI" sz="2800" b="1" dirty="0"/>
              <a:t> + </a:t>
            </a:r>
            <a:r>
              <a:rPr lang="es-NI" sz="2800" b="1" dirty="0">
                <a:solidFill>
                  <a:srgbClr val="0000FF"/>
                </a:solidFill>
              </a:rPr>
              <a:t>15</a:t>
            </a:r>
            <a:r>
              <a:rPr lang="es-NI" sz="2800" b="1" dirty="0"/>
              <a:t> * </a:t>
            </a:r>
            <a:r>
              <a:rPr lang="es-NI" sz="2800" b="1" dirty="0">
                <a:solidFill>
                  <a:srgbClr val="FF0000"/>
                </a:solidFill>
              </a:rPr>
              <a:t>9</a:t>
            </a:r>
            <a:r>
              <a:rPr lang="es-NI" sz="2800" b="1" dirty="0"/>
              <a:t> + </a:t>
            </a:r>
            <a:r>
              <a:rPr lang="es-NI" sz="2800" b="1" dirty="0">
                <a:solidFill>
                  <a:srgbClr val="0000FF"/>
                </a:solidFill>
              </a:rPr>
              <a:t>5</a:t>
            </a:r>
            <a:r>
              <a:rPr lang="es-NI" sz="2800" b="1" dirty="0"/>
              <a:t> * </a:t>
            </a:r>
            <a:r>
              <a:rPr lang="es-NI" sz="2800" b="1" dirty="0">
                <a:solidFill>
                  <a:srgbClr val="FF0000"/>
                </a:solidFill>
              </a:rPr>
              <a:t>20</a:t>
            </a:r>
            <a:r>
              <a:rPr lang="es-NI" sz="2800" b="1" dirty="0"/>
              <a:t> + </a:t>
            </a:r>
            <a:r>
              <a:rPr lang="es-NI" sz="2800" b="1" dirty="0">
                <a:solidFill>
                  <a:srgbClr val="0000FF"/>
                </a:solidFill>
              </a:rPr>
              <a:t>5</a:t>
            </a:r>
            <a:r>
              <a:rPr lang="es-NI" sz="2800" b="1" dirty="0"/>
              <a:t> * </a:t>
            </a:r>
            <a:r>
              <a:rPr lang="es-NI" sz="2800" b="1" dirty="0">
                <a:solidFill>
                  <a:srgbClr val="FF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28960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D1067F-04EC-4DA7-AC63-D737A3EE67F9}"/>
              </a:ext>
            </a:extLst>
          </p:cNvPr>
          <p:cNvSpPr txBox="1"/>
          <p:nvPr/>
        </p:nvSpPr>
        <p:spPr>
          <a:xfrm>
            <a:off x="791319" y="1021336"/>
            <a:ext cx="111235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 =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18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 =    50    +      0    +   35   +    135  +   100   +    90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1DA750-594A-489B-BE17-F4CBA17A3C0D}"/>
              </a:ext>
            </a:extLst>
          </p:cNvPr>
          <p:cNvSpPr/>
          <p:nvPr/>
        </p:nvSpPr>
        <p:spPr>
          <a:xfrm>
            <a:off x="2240620" y="2967335"/>
            <a:ext cx="7710765" cy="31547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9900" b="1" cap="none" spc="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Z = 410</a:t>
            </a:r>
          </a:p>
        </p:txBody>
      </p:sp>
    </p:spTree>
    <p:extLst>
      <p:ext uri="{BB962C8B-B14F-4D97-AF65-F5344CB8AC3E}">
        <p14:creationId xmlns:p14="http://schemas.microsoft.com/office/powerpoint/2010/main" val="1394351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235</Words>
  <Application>Microsoft Office PowerPoint</Application>
  <PresentationFormat>Panorámica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6</cp:revision>
  <dcterms:created xsi:type="dcterms:W3CDTF">2020-05-23T16:49:08Z</dcterms:created>
  <dcterms:modified xsi:type="dcterms:W3CDTF">2020-05-23T19:47:48Z</dcterms:modified>
</cp:coreProperties>
</file>