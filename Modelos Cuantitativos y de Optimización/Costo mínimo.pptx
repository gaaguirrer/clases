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40F41-3245-4282-94CC-CD5667C1D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883A29-5E07-4BD6-9AA9-E32F282A2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DBADF-23A6-49FF-9760-B0E654EC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A16C33-487E-41EC-B006-18644B5C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1BEB56-A427-40E9-A5F7-EF530939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7465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EF023-08DC-4B92-A3DB-CCBB142E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D1EC9-9C37-4D9B-8CAA-6A783DE0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787FE1-EEC5-467A-B698-EC13956B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8D596F-8B4C-4042-B5E5-7D0821A9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A04A1E-2D17-4DB3-88A0-C17A5321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1551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D787D-2BBB-480F-B5D7-2A7A0DEE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DFFE08-791D-4954-B8BC-1EE2806BE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A8244-53D5-4360-9548-094F8B57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3F9E1E-73FC-4C34-B7C0-C949C68D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5381F8-9767-4479-980A-721228BF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1482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2B7F7-9165-4509-8B7B-DC60CA34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CD554-57F4-4467-99DF-68B55D2C4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849204-9937-40EE-B155-2825DD059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6A1700-0246-43B6-843C-43E2899F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98704F-2C00-425F-9517-9FE87D45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EA705B-BDD2-4D31-99AB-CF5B4961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0243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67C13-2C12-45C2-A133-FA07D27B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E32767-D89A-4FE6-82FF-607EB0665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E8A000-44C9-4362-8BCF-6636A8986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D0C49E-45A8-420E-ACC7-A7494FBDC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C4EC21A-3D33-49D7-BD4F-72679F028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390DCA-6F5C-4F5B-A949-16E49A30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9420DE-13E7-42FF-AC4F-A30E3C8D1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5F4573-1455-4BB2-BCED-75D20E30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3115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EE96-DD37-4A7C-8DC7-D136E445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73A398-97E4-43CB-9237-D3FD8096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377FC6-DB95-4253-A7D4-3A157467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B78E17-E0B1-47E8-9E47-C513F589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8454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4D8376-8DCD-44D7-B3FE-6F55C3F5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2099DF-5394-4490-A4E3-386424FB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A42AFC-27C1-4646-A340-AF85FCF9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0890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F9546-D78B-4FA4-BB05-64A233BD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64FC8-740F-430E-9F26-70EA01DFC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E23B1F-B706-4E2E-AFEA-43422996D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66B9B0-9A5C-44B9-A55A-0614D835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FE29FC-4A2E-48B6-809E-00C49092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EB7ABF-1C8F-422E-926C-A3974777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64493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82D66-9D35-4E80-A19B-E0226C3D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6CD83F-5C71-47AE-82B1-B03B0E7BA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9CCCD8-A919-4CCE-92C1-99A734522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2FDFB1-0E6F-4FB7-936C-CD0A89A7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323CEF-236A-4A93-A3CA-8135DC8D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A4B6F-6BF4-4EEE-B79A-EB6A9E46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185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A6198-F255-4FEB-B4BF-31A10EE3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48D5EA-24A0-488B-9022-D7AC20045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E255A1-E987-4400-BC83-D2DA2D39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8B004-1651-4FB9-945F-39D49C0F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95DA95-C4D6-49D4-94F8-AD77D9BA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859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D0D127-832D-4291-94B1-3D0C43E93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7D10D9-6F21-44A8-8352-FAF3186AF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68188-5487-474E-AAC0-90B79A2D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8C724A-86A8-407C-9BCB-0DDCCC41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3454D-EB2E-41F6-8BD3-4DC498D5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9392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233538-56DD-4FCA-8192-121065DF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FBC5DB-2D04-4E8C-BB06-5FC2A36BC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A9120E-41CF-457B-9E0D-2B6FB23A1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4A12-CF4A-4DEF-98A7-094F6FD65A60}" type="datetimeFigureOut">
              <a:rPr lang="es-NI" smtClean="0"/>
              <a:t>6/6/2020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387391-216E-4311-837B-7743BCB1D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85B36-69BC-4B45-897C-EBF79289D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831DB-4EA4-48CF-8638-F65A19D9CAD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3219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5D6B66A-767D-47C5-8862-7DD9F079B8B0}"/>
              </a:ext>
            </a:extLst>
          </p:cNvPr>
          <p:cNvSpPr txBox="1"/>
          <p:nvPr/>
        </p:nvSpPr>
        <p:spPr>
          <a:xfrm>
            <a:off x="1765662" y="2644170"/>
            <a:ext cx="8660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9600" dirty="0">
                <a:latin typeface="Verdana" panose="020B0604030504040204" pitchFamily="34" charset="0"/>
                <a:ea typeface="Verdana" panose="020B0604030504040204" pitchFamily="34" charset="0"/>
              </a:rPr>
              <a:t>Costo Mínimo</a:t>
            </a:r>
          </a:p>
        </p:txBody>
      </p:sp>
    </p:spTree>
    <p:extLst>
      <p:ext uri="{BB962C8B-B14F-4D97-AF65-F5344CB8AC3E}">
        <p14:creationId xmlns:p14="http://schemas.microsoft.com/office/powerpoint/2010/main" val="194821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7B1E4-EBF8-498F-9956-0A0CAC6F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9" y="901337"/>
            <a:ext cx="11394635" cy="316801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693B9899-D196-48E4-A49C-22D0C7FAC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61585"/>
              </p:ext>
            </p:extLst>
          </p:nvPr>
        </p:nvGraphicFramePr>
        <p:xfrm>
          <a:off x="2535320" y="2006572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204E5B6-5BE8-41A8-A0CD-70F9C13B53DB}"/>
              </a:ext>
            </a:extLst>
          </p:cNvPr>
          <p:cNvSpPr/>
          <p:nvPr/>
        </p:nvSpPr>
        <p:spPr>
          <a:xfrm>
            <a:off x="3041239" y="288943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874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7B1E4-EBF8-498F-9956-0A0CAC6F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9" y="901337"/>
            <a:ext cx="11394635" cy="316801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693B9899-D196-48E4-A49C-22D0C7FAC563}"/>
              </a:ext>
            </a:extLst>
          </p:cNvPr>
          <p:cNvGraphicFramePr>
            <a:graphicFrameLocks noGrp="1"/>
          </p:cNvGraphicFramePr>
          <p:nvPr/>
        </p:nvGraphicFramePr>
        <p:xfrm>
          <a:off x="2535320" y="2006572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204E5B6-5BE8-41A8-A0CD-70F9C13B53DB}"/>
              </a:ext>
            </a:extLst>
          </p:cNvPr>
          <p:cNvSpPr/>
          <p:nvPr/>
        </p:nvSpPr>
        <p:spPr>
          <a:xfrm>
            <a:off x="3041239" y="288943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C8BAF56-9BA6-4B23-AC96-1C9FB8AD9A8B}"/>
              </a:ext>
            </a:extLst>
          </p:cNvPr>
          <p:cNvCxnSpPr/>
          <p:nvPr/>
        </p:nvCxnSpPr>
        <p:spPr>
          <a:xfrm>
            <a:off x="4052397" y="3611190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217DD7DB-E1B7-4F10-9A60-503E7C345C35}"/>
              </a:ext>
            </a:extLst>
          </p:cNvPr>
          <p:cNvSpPr/>
          <p:nvPr/>
        </p:nvSpPr>
        <p:spPr>
          <a:xfrm>
            <a:off x="3441025" y="35651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339B002-B3C1-4A0D-BC34-EF1CDFC56A72}"/>
              </a:ext>
            </a:extLst>
          </p:cNvPr>
          <p:cNvCxnSpPr>
            <a:cxnSpLocks/>
          </p:cNvCxnSpPr>
          <p:nvPr/>
        </p:nvCxnSpPr>
        <p:spPr>
          <a:xfrm>
            <a:off x="11599721" y="3102950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00AB39-CE44-44FE-9E97-3E8E1338A647}"/>
              </a:ext>
            </a:extLst>
          </p:cNvPr>
          <p:cNvSpPr/>
          <p:nvPr/>
        </p:nvSpPr>
        <p:spPr>
          <a:xfrm>
            <a:off x="10988349" y="305686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A433EF-40BF-47FA-8D70-A2F1EE66724F}"/>
              </a:ext>
            </a:extLst>
          </p:cNvPr>
          <p:cNvSpPr/>
          <p:nvPr/>
        </p:nvSpPr>
        <p:spPr>
          <a:xfrm>
            <a:off x="5035501" y="1906410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4670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7B1E4-EBF8-498F-9956-0A0CAC6F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9" y="901337"/>
            <a:ext cx="11394635" cy="316801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693B9899-D196-48E4-A49C-22D0C7FAC563}"/>
              </a:ext>
            </a:extLst>
          </p:cNvPr>
          <p:cNvGraphicFramePr>
            <a:graphicFrameLocks noGrp="1"/>
          </p:cNvGraphicFramePr>
          <p:nvPr/>
        </p:nvGraphicFramePr>
        <p:xfrm>
          <a:off x="2535320" y="2006572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204E5B6-5BE8-41A8-A0CD-70F9C13B53DB}"/>
              </a:ext>
            </a:extLst>
          </p:cNvPr>
          <p:cNvSpPr/>
          <p:nvPr/>
        </p:nvSpPr>
        <p:spPr>
          <a:xfrm>
            <a:off x="3041239" y="288943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C8BAF56-9BA6-4B23-AC96-1C9FB8AD9A8B}"/>
              </a:ext>
            </a:extLst>
          </p:cNvPr>
          <p:cNvCxnSpPr/>
          <p:nvPr/>
        </p:nvCxnSpPr>
        <p:spPr>
          <a:xfrm>
            <a:off x="5798289" y="3618263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217DD7DB-E1B7-4F10-9A60-503E7C345C35}"/>
              </a:ext>
            </a:extLst>
          </p:cNvPr>
          <p:cNvSpPr/>
          <p:nvPr/>
        </p:nvSpPr>
        <p:spPr>
          <a:xfrm>
            <a:off x="5186917" y="35651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339B002-B3C1-4A0D-BC34-EF1CDFC56A72}"/>
              </a:ext>
            </a:extLst>
          </p:cNvPr>
          <p:cNvCxnSpPr>
            <a:cxnSpLocks/>
          </p:cNvCxnSpPr>
          <p:nvPr/>
        </p:nvCxnSpPr>
        <p:spPr>
          <a:xfrm>
            <a:off x="11482154" y="2112092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00AB39-CE44-44FE-9E97-3E8E1338A647}"/>
              </a:ext>
            </a:extLst>
          </p:cNvPr>
          <p:cNvSpPr/>
          <p:nvPr/>
        </p:nvSpPr>
        <p:spPr>
          <a:xfrm>
            <a:off x="10831596" y="2113204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A433EF-40BF-47FA-8D70-A2F1EE66724F}"/>
              </a:ext>
            </a:extLst>
          </p:cNvPr>
          <p:cNvSpPr/>
          <p:nvPr/>
        </p:nvSpPr>
        <p:spPr>
          <a:xfrm>
            <a:off x="5035501" y="1906410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924608A-70E3-47C8-89A1-09D1986F9CCD}"/>
              </a:ext>
            </a:extLst>
          </p:cNvPr>
          <p:cNvSpPr/>
          <p:nvPr/>
        </p:nvSpPr>
        <p:spPr>
          <a:xfrm>
            <a:off x="11407727" y="2995748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631BF5-B269-49A0-9551-47DD05845D94}"/>
              </a:ext>
            </a:extLst>
          </p:cNvPr>
          <p:cNvSpPr/>
          <p:nvPr/>
        </p:nvSpPr>
        <p:spPr>
          <a:xfrm>
            <a:off x="4008430" y="361826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2904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7B1E4-EBF8-498F-9956-0A0CAC6F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9" y="901337"/>
            <a:ext cx="11394635" cy="316801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693B9899-D196-48E4-A49C-22D0C7FAC563}"/>
              </a:ext>
            </a:extLst>
          </p:cNvPr>
          <p:cNvGraphicFramePr>
            <a:graphicFrameLocks noGrp="1"/>
          </p:cNvGraphicFramePr>
          <p:nvPr/>
        </p:nvGraphicFramePr>
        <p:xfrm>
          <a:off x="2535320" y="2006572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204E5B6-5BE8-41A8-A0CD-70F9C13B53DB}"/>
              </a:ext>
            </a:extLst>
          </p:cNvPr>
          <p:cNvSpPr/>
          <p:nvPr/>
        </p:nvSpPr>
        <p:spPr>
          <a:xfrm>
            <a:off x="3041239" y="288943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C8BAF56-9BA6-4B23-AC96-1C9FB8AD9A8B}"/>
              </a:ext>
            </a:extLst>
          </p:cNvPr>
          <p:cNvCxnSpPr/>
          <p:nvPr/>
        </p:nvCxnSpPr>
        <p:spPr>
          <a:xfrm>
            <a:off x="7618587" y="3618263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217DD7DB-E1B7-4F10-9A60-503E7C345C35}"/>
              </a:ext>
            </a:extLst>
          </p:cNvPr>
          <p:cNvSpPr/>
          <p:nvPr/>
        </p:nvSpPr>
        <p:spPr>
          <a:xfrm>
            <a:off x="7007215" y="35651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339B002-B3C1-4A0D-BC34-EF1CDFC56A72}"/>
              </a:ext>
            </a:extLst>
          </p:cNvPr>
          <p:cNvCxnSpPr>
            <a:cxnSpLocks/>
          </p:cNvCxnSpPr>
          <p:nvPr/>
        </p:nvCxnSpPr>
        <p:spPr>
          <a:xfrm>
            <a:off x="11482156" y="2563381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00AB39-CE44-44FE-9E97-3E8E1338A647}"/>
              </a:ext>
            </a:extLst>
          </p:cNvPr>
          <p:cNvSpPr/>
          <p:nvPr/>
        </p:nvSpPr>
        <p:spPr>
          <a:xfrm>
            <a:off x="10870784" y="2517291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A433EF-40BF-47FA-8D70-A2F1EE66724F}"/>
              </a:ext>
            </a:extLst>
          </p:cNvPr>
          <p:cNvSpPr/>
          <p:nvPr/>
        </p:nvSpPr>
        <p:spPr>
          <a:xfrm>
            <a:off x="5035501" y="1906410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924608A-70E3-47C8-89A1-09D1986F9CCD}"/>
              </a:ext>
            </a:extLst>
          </p:cNvPr>
          <p:cNvSpPr/>
          <p:nvPr/>
        </p:nvSpPr>
        <p:spPr>
          <a:xfrm>
            <a:off x="11407727" y="2995748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631BF5-B269-49A0-9551-47DD05845D94}"/>
              </a:ext>
            </a:extLst>
          </p:cNvPr>
          <p:cNvSpPr/>
          <p:nvPr/>
        </p:nvSpPr>
        <p:spPr>
          <a:xfrm>
            <a:off x="4008430" y="361826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3EC8C1-EF13-4E24-BDEE-1FB83F48DFAA}"/>
              </a:ext>
            </a:extLst>
          </p:cNvPr>
          <p:cNvSpPr/>
          <p:nvPr/>
        </p:nvSpPr>
        <p:spPr>
          <a:xfrm>
            <a:off x="6847027" y="244413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05CCE1D-E274-4695-A1F3-D22E26148614}"/>
              </a:ext>
            </a:extLst>
          </p:cNvPr>
          <p:cNvSpPr/>
          <p:nvPr/>
        </p:nvSpPr>
        <p:spPr>
          <a:xfrm>
            <a:off x="8678639" y="243048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A01D4F8-E570-49D9-8F38-7E513640E104}"/>
              </a:ext>
            </a:extLst>
          </p:cNvPr>
          <p:cNvCxnSpPr/>
          <p:nvPr/>
        </p:nvCxnSpPr>
        <p:spPr>
          <a:xfrm>
            <a:off x="9655860" y="3618263"/>
            <a:ext cx="297711" cy="318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A7939D9-7104-4A79-9315-B264FCE8DB1C}"/>
              </a:ext>
            </a:extLst>
          </p:cNvPr>
          <p:cNvSpPr/>
          <p:nvPr/>
        </p:nvSpPr>
        <p:spPr>
          <a:xfrm>
            <a:off x="9044488" y="35651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6AE4906-8DB9-4BB0-B73E-D87A9386784F}"/>
              </a:ext>
            </a:extLst>
          </p:cNvPr>
          <p:cNvSpPr/>
          <p:nvPr/>
        </p:nvSpPr>
        <p:spPr>
          <a:xfrm>
            <a:off x="5765295" y="361826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A00289D-8910-457A-BC17-3EDC8DE4B504}"/>
              </a:ext>
            </a:extLst>
          </p:cNvPr>
          <p:cNvSpPr/>
          <p:nvPr/>
        </p:nvSpPr>
        <p:spPr>
          <a:xfrm>
            <a:off x="11380328" y="2071998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6898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7B1E4-EBF8-498F-9956-0A0CAC6F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9" y="901337"/>
            <a:ext cx="11394635" cy="3168015"/>
          </a:xfrm>
          <a:prstGeom prst="rect">
            <a:avLst/>
          </a:prstGeom>
        </p:spPr>
      </p:pic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693B9899-D196-48E4-A49C-22D0C7FAC563}"/>
              </a:ext>
            </a:extLst>
          </p:cNvPr>
          <p:cNvGraphicFramePr>
            <a:graphicFrameLocks noGrp="1"/>
          </p:cNvGraphicFramePr>
          <p:nvPr/>
        </p:nvGraphicFramePr>
        <p:xfrm>
          <a:off x="2535320" y="2006572"/>
          <a:ext cx="7418251" cy="1286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2846">
                  <a:extLst>
                    <a:ext uri="{9D8B030D-6E8A-4147-A177-3AD203B41FA5}">
                      <a16:colId xmlns:a16="http://schemas.microsoft.com/office/drawing/2014/main" val="392487798"/>
                    </a:ext>
                  </a:extLst>
                </a:gridCol>
                <a:gridCol w="1959428">
                  <a:extLst>
                    <a:ext uri="{9D8B030D-6E8A-4147-A177-3AD203B41FA5}">
                      <a16:colId xmlns:a16="http://schemas.microsoft.com/office/drawing/2014/main" val="309550478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4224146017"/>
                    </a:ext>
                  </a:extLst>
                </a:gridCol>
                <a:gridCol w="1815737">
                  <a:extLst>
                    <a:ext uri="{9D8B030D-6E8A-4147-A177-3AD203B41FA5}">
                      <a16:colId xmlns:a16="http://schemas.microsoft.com/office/drawing/2014/main" val="2396545712"/>
                    </a:ext>
                  </a:extLst>
                </a:gridCol>
              </a:tblGrid>
              <a:tr h="432163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76399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23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NI" sz="1000" b="1" dirty="0">
                          <a:solidFill>
                            <a:srgbClr val="FF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15231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204E5B6-5BE8-41A8-A0CD-70F9C13B53DB}"/>
              </a:ext>
            </a:extLst>
          </p:cNvPr>
          <p:cNvSpPr/>
          <p:nvPr/>
        </p:nvSpPr>
        <p:spPr>
          <a:xfrm>
            <a:off x="3041239" y="288943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7DD7DB-E1B7-4F10-9A60-503E7C345C35}"/>
              </a:ext>
            </a:extLst>
          </p:cNvPr>
          <p:cNvSpPr/>
          <p:nvPr/>
        </p:nvSpPr>
        <p:spPr>
          <a:xfrm>
            <a:off x="7623669" y="3601795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00AB39-CE44-44FE-9E97-3E8E1338A647}"/>
              </a:ext>
            </a:extLst>
          </p:cNvPr>
          <p:cNvSpPr/>
          <p:nvPr/>
        </p:nvSpPr>
        <p:spPr>
          <a:xfrm>
            <a:off x="11467079" y="2550455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A433EF-40BF-47FA-8D70-A2F1EE66724F}"/>
              </a:ext>
            </a:extLst>
          </p:cNvPr>
          <p:cNvSpPr/>
          <p:nvPr/>
        </p:nvSpPr>
        <p:spPr>
          <a:xfrm>
            <a:off x="5035501" y="1906410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924608A-70E3-47C8-89A1-09D1986F9CCD}"/>
              </a:ext>
            </a:extLst>
          </p:cNvPr>
          <p:cNvSpPr/>
          <p:nvPr/>
        </p:nvSpPr>
        <p:spPr>
          <a:xfrm>
            <a:off x="11407727" y="2995748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631BF5-B269-49A0-9551-47DD05845D94}"/>
              </a:ext>
            </a:extLst>
          </p:cNvPr>
          <p:cNvSpPr/>
          <p:nvPr/>
        </p:nvSpPr>
        <p:spPr>
          <a:xfrm>
            <a:off x="4008430" y="3618263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3EC8C1-EF13-4E24-BDEE-1FB83F48DFAA}"/>
              </a:ext>
            </a:extLst>
          </p:cNvPr>
          <p:cNvSpPr/>
          <p:nvPr/>
        </p:nvSpPr>
        <p:spPr>
          <a:xfrm>
            <a:off x="6847027" y="2444138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05CCE1D-E274-4695-A1F3-D22E26148614}"/>
              </a:ext>
            </a:extLst>
          </p:cNvPr>
          <p:cNvSpPr/>
          <p:nvPr/>
        </p:nvSpPr>
        <p:spPr>
          <a:xfrm>
            <a:off x="8678639" y="2430481"/>
            <a:ext cx="7549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>
                  <a:solidFill>
                    <a:srgbClr val="00B0F0"/>
                  </a:solidFill>
                </a:ln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A7939D9-7104-4A79-9315-B264FCE8DB1C}"/>
              </a:ext>
            </a:extLst>
          </p:cNvPr>
          <p:cNvSpPr/>
          <p:nvPr/>
        </p:nvSpPr>
        <p:spPr>
          <a:xfrm>
            <a:off x="9559433" y="3565100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C821516-C742-4829-A747-DC0D2CA9D2CC}"/>
              </a:ext>
            </a:extLst>
          </p:cNvPr>
          <p:cNvSpPr/>
          <p:nvPr/>
        </p:nvSpPr>
        <p:spPr>
          <a:xfrm>
            <a:off x="5720910" y="3647242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A42CC55-5A68-43EA-AB69-77A491EFCA44}"/>
              </a:ext>
            </a:extLst>
          </p:cNvPr>
          <p:cNvSpPr/>
          <p:nvPr/>
        </p:nvSpPr>
        <p:spPr>
          <a:xfrm>
            <a:off x="11463254" y="2071998"/>
            <a:ext cx="446567" cy="372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B46C35-F61F-40A3-8FD1-C5BB3C025370}"/>
              </a:ext>
            </a:extLst>
          </p:cNvPr>
          <p:cNvSpPr txBox="1"/>
          <p:nvPr/>
        </p:nvSpPr>
        <p:spPr>
          <a:xfrm>
            <a:off x="2230999" y="4636982"/>
            <a:ext cx="77300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 =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s-NI" sz="2800" b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* </a:t>
            </a:r>
            <a:r>
              <a:rPr lang="es-NI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Z =    0    +      0    +    135   +    200 </a:t>
            </a:r>
          </a:p>
          <a:p>
            <a:r>
              <a:rPr lang="es-NI" sz="2800" b="1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Z = 335</a:t>
            </a:r>
          </a:p>
        </p:txBody>
      </p:sp>
    </p:spTree>
    <p:extLst>
      <p:ext uri="{BB962C8B-B14F-4D97-AF65-F5344CB8AC3E}">
        <p14:creationId xmlns:p14="http://schemas.microsoft.com/office/powerpoint/2010/main" val="34919390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125</Words>
  <Application>Microsoft Office PowerPoint</Application>
  <PresentationFormat>Panorámica</PresentationFormat>
  <Paragraphs>97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3</cp:revision>
  <dcterms:created xsi:type="dcterms:W3CDTF">2020-06-06T16:22:44Z</dcterms:created>
  <dcterms:modified xsi:type="dcterms:W3CDTF">2020-06-06T20:09:04Z</dcterms:modified>
</cp:coreProperties>
</file>