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699" r:id="rId2"/>
  </p:sldMasterIdLst>
  <p:notesMasterIdLst>
    <p:notesMasterId r:id="rId17"/>
  </p:notesMasterIdLst>
  <p:handoutMasterIdLst>
    <p:handoutMasterId r:id="rId18"/>
  </p:handoutMasterIdLst>
  <p:sldIdLst>
    <p:sldId id="265" r:id="rId3"/>
    <p:sldId id="311" r:id="rId4"/>
    <p:sldId id="314" r:id="rId5"/>
    <p:sldId id="318" r:id="rId6"/>
    <p:sldId id="319" r:id="rId7"/>
    <p:sldId id="322" r:id="rId8"/>
    <p:sldId id="316" r:id="rId9"/>
    <p:sldId id="317" r:id="rId10"/>
    <p:sldId id="321" r:id="rId11"/>
    <p:sldId id="320" r:id="rId12"/>
    <p:sldId id="315" r:id="rId13"/>
    <p:sldId id="323" r:id="rId14"/>
    <p:sldId id="312" r:id="rId15"/>
    <p:sldId id="313" r:id="rId16"/>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Cambria" pitchFamily="18"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Cambria" pitchFamily="18"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Cambria" pitchFamily="18"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Cambria" pitchFamily="18"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Cambria" pitchFamily="18" charset="0"/>
        <a:ea typeface="ＭＳ Ｐゴシック" pitchFamily="34" charset="-128"/>
        <a:cs typeface="+mn-cs"/>
      </a:defRPr>
    </a:lvl5pPr>
    <a:lvl6pPr marL="2286000" algn="l" defTabSz="914400" rtl="0" eaLnBrk="1" latinLnBrk="0" hangingPunct="1">
      <a:defRPr kern="1200">
        <a:solidFill>
          <a:schemeClr val="tx1"/>
        </a:solidFill>
        <a:latin typeface="Cambria" pitchFamily="18" charset="0"/>
        <a:ea typeface="ＭＳ Ｐゴシック" pitchFamily="34" charset="-128"/>
        <a:cs typeface="+mn-cs"/>
      </a:defRPr>
    </a:lvl6pPr>
    <a:lvl7pPr marL="2743200" algn="l" defTabSz="914400" rtl="0" eaLnBrk="1" latinLnBrk="0" hangingPunct="1">
      <a:defRPr kern="1200">
        <a:solidFill>
          <a:schemeClr val="tx1"/>
        </a:solidFill>
        <a:latin typeface="Cambria" pitchFamily="18" charset="0"/>
        <a:ea typeface="ＭＳ Ｐゴシック" pitchFamily="34" charset="-128"/>
        <a:cs typeface="+mn-cs"/>
      </a:defRPr>
    </a:lvl7pPr>
    <a:lvl8pPr marL="3200400" algn="l" defTabSz="914400" rtl="0" eaLnBrk="1" latinLnBrk="0" hangingPunct="1">
      <a:defRPr kern="1200">
        <a:solidFill>
          <a:schemeClr val="tx1"/>
        </a:solidFill>
        <a:latin typeface="Cambria" pitchFamily="18" charset="0"/>
        <a:ea typeface="ＭＳ Ｐゴシック" pitchFamily="34" charset="-128"/>
        <a:cs typeface="+mn-cs"/>
      </a:defRPr>
    </a:lvl8pPr>
    <a:lvl9pPr marL="3657600" algn="l" defTabSz="914400" rtl="0" eaLnBrk="1" latinLnBrk="0" hangingPunct="1">
      <a:defRPr kern="1200">
        <a:solidFill>
          <a:schemeClr val="tx1"/>
        </a:solidFill>
        <a:latin typeface="Cambria" pitchFamily="18"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5" d="100"/>
          <a:sy n="85" d="100"/>
        </p:scale>
        <p:origin x="1152" y="102"/>
      </p:cViewPr>
      <p:guideLst>
        <p:guide orient="horz" pos="2160"/>
        <p:guide pos="2880"/>
      </p:guideLst>
    </p:cSldViewPr>
  </p:slideViewPr>
  <p:notesTextViewPr>
    <p:cViewPr>
      <p:scale>
        <a:sx n="100" d="100"/>
        <a:sy n="100" d="100"/>
      </p:scale>
      <p:origin x="0" y="0"/>
    </p:cViewPr>
  </p:notesTextViewPr>
  <p:notesViewPr>
    <p:cSldViewPr snapToGrid="0" snapToObjects="1">
      <p:cViewPr varScale="1">
        <p:scale>
          <a:sx n="81" d="100"/>
          <a:sy n="81" d="100"/>
        </p:scale>
        <p:origin x="-1962"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274879-1938-431D-AE54-81178980FE3A}" type="doc">
      <dgm:prSet loTypeId="urn:microsoft.com/office/officeart/2018/2/layout/IconLabelList" loCatId="icon" qsTypeId="urn:microsoft.com/office/officeart/2005/8/quickstyle/simple1" qsCatId="simple" csTypeId="urn:microsoft.com/office/officeart/2005/8/colors/accent2_2" csCatId="accent2" phldr="1"/>
      <dgm:spPr/>
      <dgm:t>
        <a:bodyPr/>
        <a:lstStyle/>
        <a:p>
          <a:endParaRPr lang="en-US"/>
        </a:p>
      </dgm:t>
    </dgm:pt>
    <dgm:pt modelId="{885AE995-5E6F-43FA-8F2C-F7FD294DA7FA}">
      <dgm:prSet/>
      <dgm:spPr/>
      <dgm:t>
        <a:bodyPr/>
        <a:lstStyle/>
        <a:p>
          <a:r>
            <a:rPr lang="es-NI"/>
            <a:t>¿Para qué sirven los objetivos de enseñanza aprendizaje?</a:t>
          </a:r>
          <a:endParaRPr lang="en-US"/>
        </a:p>
      </dgm:t>
    </dgm:pt>
    <dgm:pt modelId="{9AB355B3-0A2C-4FC0-AB03-A44A7881646D}" type="parTrans" cxnId="{8125DC0D-0BAD-4788-8A62-6C86B9FCE839}">
      <dgm:prSet/>
      <dgm:spPr/>
      <dgm:t>
        <a:bodyPr/>
        <a:lstStyle/>
        <a:p>
          <a:endParaRPr lang="en-US"/>
        </a:p>
      </dgm:t>
    </dgm:pt>
    <dgm:pt modelId="{C4714413-B5B6-4E57-B963-0AB50A24FE73}" type="sibTrans" cxnId="{8125DC0D-0BAD-4788-8A62-6C86B9FCE839}">
      <dgm:prSet/>
      <dgm:spPr/>
      <dgm:t>
        <a:bodyPr/>
        <a:lstStyle/>
        <a:p>
          <a:endParaRPr lang="en-US"/>
        </a:p>
      </dgm:t>
    </dgm:pt>
    <dgm:pt modelId="{E57879A6-81C5-40EA-B4C7-1B6A44B2A685}">
      <dgm:prSet/>
      <dgm:spPr/>
      <dgm:t>
        <a:bodyPr/>
        <a:lstStyle/>
        <a:p>
          <a:r>
            <a:rPr lang="es-NI"/>
            <a:t>¿ Cuál es la relación entre  el perfil del egresado y los objetivos de enseñanza aprendizaje?</a:t>
          </a:r>
          <a:endParaRPr lang="en-US"/>
        </a:p>
      </dgm:t>
    </dgm:pt>
    <dgm:pt modelId="{235FFF1D-649B-4723-AA48-B6F177261C4A}" type="parTrans" cxnId="{ECA01BF2-349B-4EEE-9F9B-BE8DAC44F100}">
      <dgm:prSet/>
      <dgm:spPr/>
      <dgm:t>
        <a:bodyPr/>
        <a:lstStyle/>
        <a:p>
          <a:endParaRPr lang="en-US"/>
        </a:p>
      </dgm:t>
    </dgm:pt>
    <dgm:pt modelId="{04D7353B-5AA3-423E-8BED-D52E92BD1EE8}" type="sibTrans" cxnId="{ECA01BF2-349B-4EEE-9F9B-BE8DAC44F100}">
      <dgm:prSet/>
      <dgm:spPr/>
      <dgm:t>
        <a:bodyPr/>
        <a:lstStyle/>
        <a:p>
          <a:endParaRPr lang="en-US"/>
        </a:p>
      </dgm:t>
    </dgm:pt>
    <dgm:pt modelId="{F3175DF1-D35D-4844-A616-757ACC127D4B}">
      <dgm:prSet/>
      <dgm:spPr/>
      <dgm:t>
        <a:bodyPr/>
        <a:lstStyle/>
        <a:p>
          <a:r>
            <a:rPr lang="es-NI"/>
            <a:t>¿Cuáles son los tipos de objetivos?</a:t>
          </a:r>
          <a:endParaRPr lang="en-US"/>
        </a:p>
      </dgm:t>
    </dgm:pt>
    <dgm:pt modelId="{9776E619-70B1-4335-9663-3F1A724336D0}" type="parTrans" cxnId="{B78C263A-404B-4D74-906B-ACE403CF80FD}">
      <dgm:prSet/>
      <dgm:spPr/>
      <dgm:t>
        <a:bodyPr/>
        <a:lstStyle/>
        <a:p>
          <a:endParaRPr lang="en-US"/>
        </a:p>
      </dgm:t>
    </dgm:pt>
    <dgm:pt modelId="{E4CD473D-1196-47C7-B1EA-8A3CF78F5504}" type="sibTrans" cxnId="{B78C263A-404B-4D74-906B-ACE403CF80FD}">
      <dgm:prSet/>
      <dgm:spPr/>
      <dgm:t>
        <a:bodyPr/>
        <a:lstStyle/>
        <a:p>
          <a:endParaRPr lang="en-US"/>
        </a:p>
      </dgm:t>
    </dgm:pt>
    <dgm:pt modelId="{E556EC8B-33DF-4419-8A5A-67B58AD85757}" type="pres">
      <dgm:prSet presAssocID="{D5274879-1938-431D-AE54-81178980FE3A}" presName="root" presStyleCnt="0">
        <dgm:presLayoutVars>
          <dgm:dir/>
          <dgm:resizeHandles val="exact"/>
        </dgm:presLayoutVars>
      </dgm:prSet>
      <dgm:spPr/>
    </dgm:pt>
    <dgm:pt modelId="{C69C1F5E-2FAF-4F26-A9A1-AAC43C4D57C7}" type="pres">
      <dgm:prSet presAssocID="{885AE995-5E6F-43FA-8F2C-F7FD294DA7FA}" presName="compNode" presStyleCnt="0"/>
      <dgm:spPr/>
    </dgm:pt>
    <dgm:pt modelId="{BD047325-7475-4EB4-AC92-61BC24B254AC}" type="pres">
      <dgm:prSet presAssocID="{885AE995-5E6F-43FA-8F2C-F7FD294DA7F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assroom"/>
        </a:ext>
      </dgm:extLst>
    </dgm:pt>
    <dgm:pt modelId="{239C9131-2F6E-41D6-90E4-73B23757753F}" type="pres">
      <dgm:prSet presAssocID="{885AE995-5E6F-43FA-8F2C-F7FD294DA7FA}" presName="spaceRect" presStyleCnt="0"/>
      <dgm:spPr/>
    </dgm:pt>
    <dgm:pt modelId="{F1C9919C-E3E3-4F5D-9C1A-B91F9438B11A}" type="pres">
      <dgm:prSet presAssocID="{885AE995-5E6F-43FA-8F2C-F7FD294DA7FA}" presName="textRect" presStyleLbl="revTx" presStyleIdx="0" presStyleCnt="3">
        <dgm:presLayoutVars>
          <dgm:chMax val="1"/>
          <dgm:chPref val="1"/>
        </dgm:presLayoutVars>
      </dgm:prSet>
      <dgm:spPr/>
    </dgm:pt>
    <dgm:pt modelId="{5FDC9016-1D64-4BE5-B2C7-789D5B6AED2B}" type="pres">
      <dgm:prSet presAssocID="{C4714413-B5B6-4E57-B963-0AB50A24FE73}" presName="sibTrans" presStyleCnt="0"/>
      <dgm:spPr/>
    </dgm:pt>
    <dgm:pt modelId="{BBDB3DD9-A3F8-4E1B-A3CD-2DCC9FF8856D}" type="pres">
      <dgm:prSet presAssocID="{E57879A6-81C5-40EA-B4C7-1B6A44B2A685}" presName="compNode" presStyleCnt="0"/>
      <dgm:spPr/>
    </dgm:pt>
    <dgm:pt modelId="{9B0692F2-8E78-46CE-8065-D13957D731DD}" type="pres">
      <dgm:prSet presAssocID="{E57879A6-81C5-40EA-B4C7-1B6A44B2A68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siness Growth"/>
        </a:ext>
      </dgm:extLst>
    </dgm:pt>
    <dgm:pt modelId="{7326CAD8-7EB0-4109-82B7-C90099CE953F}" type="pres">
      <dgm:prSet presAssocID="{E57879A6-81C5-40EA-B4C7-1B6A44B2A685}" presName="spaceRect" presStyleCnt="0"/>
      <dgm:spPr/>
    </dgm:pt>
    <dgm:pt modelId="{FD6BADD4-D69B-45E8-9EDF-453240677932}" type="pres">
      <dgm:prSet presAssocID="{E57879A6-81C5-40EA-B4C7-1B6A44B2A685}" presName="textRect" presStyleLbl="revTx" presStyleIdx="1" presStyleCnt="3">
        <dgm:presLayoutVars>
          <dgm:chMax val="1"/>
          <dgm:chPref val="1"/>
        </dgm:presLayoutVars>
      </dgm:prSet>
      <dgm:spPr/>
    </dgm:pt>
    <dgm:pt modelId="{1014CBD1-F0CA-4EF7-B56C-6EB67ED3DD22}" type="pres">
      <dgm:prSet presAssocID="{04D7353B-5AA3-423E-8BED-D52E92BD1EE8}" presName="sibTrans" presStyleCnt="0"/>
      <dgm:spPr/>
    </dgm:pt>
    <dgm:pt modelId="{3ADCB22F-A027-4B9D-AFC0-354BC40D214A}" type="pres">
      <dgm:prSet presAssocID="{F3175DF1-D35D-4844-A616-757ACC127D4B}" presName="compNode" presStyleCnt="0"/>
      <dgm:spPr/>
    </dgm:pt>
    <dgm:pt modelId="{D3E89BFF-6A48-4C91-B332-280806616C2E}" type="pres">
      <dgm:prSet presAssocID="{F3175DF1-D35D-4844-A616-757ACC127D4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arget"/>
        </a:ext>
      </dgm:extLst>
    </dgm:pt>
    <dgm:pt modelId="{91C4134E-01FD-42EA-ACA7-F162C2008DD8}" type="pres">
      <dgm:prSet presAssocID="{F3175DF1-D35D-4844-A616-757ACC127D4B}" presName="spaceRect" presStyleCnt="0"/>
      <dgm:spPr/>
    </dgm:pt>
    <dgm:pt modelId="{204318BD-4D80-4C7C-B44F-43869E60971C}" type="pres">
      <dgm:prSet presAssocID="{F3175DF1-D35D-4844-A616-757ACC127D4B}" presName="textRect" presStyleLbl="revTx" presStyleIdx="2" presStyleCnt="3">
        <dgm:presLayoutVars>
          <dgm:chMax val="1"/>
          <dgm:chPref val="1"/>
        </dgm:presLayoutVars>
      </dgm:prSet>
      <dgm:spPr/>
    </dgm:pt>
  </dgm:ptLst>
  <dgm:cxnLst>
    <dgm:cxn modelId="{8125DC0D-0BAD-4788-8A62-6C86B9FCE839}" srcId="{D5274879-1938-431D-AE54-81178980FE3A}" destId="{885AE995-5E6F-43FA-8F2C-F7FD294DA7FA}" srcOrd="0" destOrd="0" parTransId="{9AB355B3-0A2C-4FC0-AB03-A44A7881646D}" sibTransId="{C4714413-B5B6-4E57-B963-0AB50A24FE73}"/>
    <dgm:cxn modelId="{6832EA19-ACA2-464E-B5A6-7548A03672A4}" type="presOf" srcId="{D5274879-1938-431D-AE54-81178980FE3A}" destId="{E556EC8B-33DF-4419-8A5A-67B58AD85757}" srcOrd="0" destOrd="0" presId="urn:microsoft.com/office/officeart/2018/2/layout/IconLabelList"/>
    <dgm:cxn modelId="{B78C263A-404B-4D74-906B-ACE403CF80FD}" srcId="{D5274879-1938-431D-AE54-81178980FE3A}" destId="{F3175DF1-D35D-4844-A616-757ACC127D4B}" srcOrd="2" destOrd="0" parTransId="{9776E619-70B1-4335-9663-3F1A724336D0}" sibTransId="{E4CD473D-1196-47C7-B1EA-8A3CF78F5504}"/>
    <dgm:cxn modelId="{1ECD7B44-AB23-4A3C-9381-0703FC8625A0}" type="presOf" srcId="{F3175DF1-D35D-4844-A616-757ACC127D4B}" destId="{204318BD-4D80-4C7C-B44F-43869E60971C}" srcOrd="0" destOrd="0" presId="urn:microsoft.com/office/officeart/2018/2/layout/IconLabelList"/>
    <dgm:cxn modelId="{35051FAE-7C06-4877-9954-938599EAB22E}" type="presOf" srcId="{E57879A6-81C5-40EA-B4C7-1B6A44B2A685}" destId="{FD6BADD4-D69B-45E8-9EDF-453240677932}" srcOrd="0" destOrd="0" presId="urn:microsoft.com/office/officeart/2018/2/layout/IconLabelList"/>
    <dgm:cxn modelId="{E9DD34E2-862C-458E-8084-3DF38EB1466B}" type="presOf" srcId="{885AE995-5E6F-43FA-8F2C-F7FD294DA7FA}" destId="{F1C9919C-E3E3-4F5D-9C1A-B91F9438B11A}" srcOrd="0" destOrd="0" presId="urn:microsoft.com/office/officeart/2018/2/layout/IconLabelList"/>
    <dgm:cxn modelId="{ECA01BF2-349B-4EEE-9F9B-BE8DAC44F100}" srcId="{D5274879-1938-431D-AE54-81178980FE3A}" destId="{E57879A6-81C5-40EA-B4C7-1B6A44B2A685}" srcOrd="1" destOrd="0" parTransId="{235FFF1D-649B-4723-AA48-B6F177261C4A}" sibTransId="{04D7353B-5AA3-423E-8BED-D52E92BD1EE8}"/>
    <dgm:cxn modelId="{65FDC029-2C4D-42B6-ACA6-27D9B9343DB6}" type="presParOf" srcId="{E556EC8B-33DF-4419-8A5A-67B58AD85757}" destId="{C69C1F5E-2FAF-4F26-A9A1-AAC43C4D57C7}" srcOrd="0" destOrd="0" presId="urn:microsoft.com/office/officeart/2018/2/layout/IconLabelList"/>
    <dgm:cxn modelId="{956562F4-E100-462C-AF46-C5FB04E0FCF3}" type="presParOf" srcId="{C69C1F5E-2FAF-4F26-A9A1-AAC43C4D57C7}" destId="{BD047325-7475-4EB4-AC92-61BC24B254AC}" srcOrd="0" destOrd="0" presId="urn:microsoft.com/office/officeart/2018/2/layout/IconLabelList"/>
    <dgm:cxn modelId="{161AB0C6-D2CB-4896-9346-A053FD9E1D36}" type="presParOf" srcId="{C69C1F5E-2FAF-4F26-A9A1-AAC43C4D57C7}" destId="{239C9131-2F6E-41D6-90E4-73B23757753F}" srcOrd="1" destOrd="0" presId="urn:microsoft.com/office/officeart/2018/2/layout/IconLabelList"/>
    <dgm:cxn modelId="{27771461-26AA-4B66-B15B-3D00E5FBBD74}" type="presParOf" srcId="{C69C1F5E-2FAF-4F26-A9A1-AAC43C4D57C7}" destId="{F1C9919C-E3E3-4F5D-9C1A-B91F9438B11A}" srcOrd="2" destOrd="0" presId="urn:microsoft.com/office/officeart/2018/2/layout/IconLabelList"/>
    <dgm:cxn modelId="{F18959EA-EEA0-4798-821F-95B0C88F2C2F}" type="presParOf" srcId="{E556EC8B-33DF-4419-8A5A-67B58AD85757}" destId="{5FDC9016-1D64-4BE5-B2C7-789D5B6AED2B}" srcOrd="1" destOrd="0" presId="urn:microsoft.com/office/officeart/2018/2/layout/IconLabelList"/>
    <dgm:cxn modelId="{5C7035D1-DDFA-4D86-A277-C3B48934ABDD}" type="presParOf" srcId="{E556EC8B-33DF-4419-8A5A-67B58AD85757}" destId="{BBDB3DD9-A3F8-4E1B-A3CD-2DCC9FF8856D}" srcOrd="2" destOrd="0" presId="urn:microsoft.com/office/officeart/2018/2/layout/IconLabelList"/>
    <dgm:cxn modelId="{26F61258-6322-4847-B5DE-B08272810500}" type="presParOf" srcId="{BBDB3DD9-A3F8-4E1B-A3CD-2DCC9FF8856D}" destId="{9B0692F2-8E78-46CE-8065-D13957D731DD}" srcOrd="0" destOrd="0" presId="urn:microsoft.com/office/officeart/2018/2/layout/IconLabelList"/>
    <dgm:cxn modelId="{7304D83B-499D-4382-AD21-20C607EB32DF}" type="presParOf" srcId="{BBDB3DD9-A3F8-4E1B-A3CD-2DCC9FF8856D}" destId="{7326CAD8-7EB0-4109-82B7-C90099CE953F}" srcOrd="1" destOrd="0" presId="urn:microsoft.com/office/officeart/2018/2/layout/IconLabelList"/>
    <dgm:cxn modelId="{B8366BDF-507F-4BEC-BAEE-5819760BDEB5}" type="presParOf" srcId="{BBDB3DD9-A3F8-4E1B-A3CD-2DCC9FF8856D}" destId="{FD6BADD4-D69B-45E8-9EDF-453240677932}" srcOrd="2" destOrd="0" presId="urn:microsoft.com/office/officeart/2018/2/layout/IconLabelList"/>
    <dgm:cxn modelId="{60A9FF36-944F-441B-B2F3-9B522AB9D2C9}" type="presParOf" srcId="{E556EC8B-33DF-4419-8A5A-67B58AD85757}" destId="{1014CBD1-F0CA-4EF7-B56C-6EB67ED3DD22}" srcOrd="3" destOrd="0" presId="urn:microsoft.com/office/officeart/2018/2/layout/IconLabelList"/>
    <dgm:cxn modelId="{5EA9A9A0-B625-45C1-A6CB-C0A0AA1FAFFA}" type="presParOf" srcId="{E556EC8B-33DF-4419-8A5A-67B58AD85757}" destId="{3ADCB22F-A027-4B9D-AFC0-354BC40D214A}" srcOrd="4" destOrd="0" presId="urn:microsoft.com/office/officeart/2018/2/layout/IconLabelList"/>
    <dgm:cxn modelId="{0CCE81D5-4617-41F8-B9F2-520AF242169A}" type="presParOf" srcId="{3ADCB22F-A027-4B9D-AFC0-354BC40D214A}" destId="{D3E89BFF-6A48-4C91-B332-280806616C2E}" srcOrd="0" destOrd="0" presId="urn:microsoft.com/office/officeart/2018/2/layout/IconLabelList"/>
    <dgm:cxn modelId="{1CC66E1C-3878-412E-BCE5-7E25FE1DB118}" type="presParOf" srcId="{3ADCB22F-A027-4B9D-AFC0-354BC40D214A}" destId="{91C4134E-01FD-42EA-ACA7-F162C2008DD8}" srcOrd="1" destOrd="0" presId="urn:microsoft.com/office/officeart/2018/2/layout/IconLabelList"/>
    <dgm:cxn modelId="{1332A41A-41D9-4E20-9C9D-D6B88CE0AEC7}" type="presParOf" srcId="{3ADCB22F-A027-4B9D-AFC0-354BC40D214A}" destId="{204318BD-4D80-4C7C-B44F-43869E60971C}"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D9A27B2-1717-4A03-B813-481BD704CE5C}" type="doc">
      <dgm:prSet loTypeId="urn:microsoft.com/office/officeart/2005/8/layout/vList2" loCatId="list" qsTypeId="urn:microsoft.com/office/officeart/2005/8/quickstyle/simple3" qsCatId="simple" csTypeId="urn:microsoft.com/office/officeart/2005/8/colors/colorful4" csCatId="colorful" phldr="1"/>
      <dgm:spPr/>
      <dgm:t>
        <a:bodyPr/>
        <a:lstStyle/>
        <a:p>
          <a:endParaRPr lang="es-NI"/>
        </a:p>
      </dgm:t>
    </dgm:pt>
    <dgm:pt modelId="{CC130234-56ED-4B67-8811-37D47908FEA6}">
      <dgm:prSet/>
      <dgm:spPr/>
      <dgm:t>
        <a:bodyPr/>
        <a:lstStyle/>
        <a:p>
          <a:r>
            <a:rPr lang="es-NI"/>
            <a:t>Proceso  mediante  el  cual, el educador    guía    al    educando    con apoyos como   pueden   ser   materiales,   textos,   instrucciones,   cuestionamientos   que     posibiliten     que     el     educando     desarrolle    un    problema.  </a:t>
          </a:r>
        </a:p>
      </dgm:t>
    </dgm:pt>
    <dgm:pt modelId="{7572DF03-D323-4788-A13C-4711518442C8}" type="parTrans" cxnId="{7301185A-7278-49AC-9761-744930BC9861}">
      <dgm:prSet/>
      <dgm:spPr/>
      <dgm:t>
        <a:bodyPr/>
        <a:lstStyle/>
        <a:p>
          <a:endParaRPr lang="es-NI"/>
        </a:p>
      </dgm:t>
    </dgm:pt>
    <dgm:pt modelId="{3BDA5500-94C7-4611-B0B8-EF9C53F0BF3D}" type="sibTrans" cxnId="{7301185A-7278-49AC-9761-744930BC9861}">
      <dgm:prSet/>
      <dgm:spPr/>
      <dgm:t>
        <a:bodyPr/>
        <a:lstStyle/>
        <a:p>
          <a:endParaRPr lang="es-NI"/>
        </a:p>
      </dgm:t>
    </dgm:pt>
    <dgm:pt modelId="{5BFE4001-C643-4C69-A2B8-B48E2850240E}">
      <dgm:prSet/>
      <dgm:spPr/>
      <dgm:t>
        <a:bodyPr/>
        <a:lstStyle/>
        <a:p>
          <a:r>
            <a:rPr lang="es-NI"/>
            <a:t>Se    puede    también  entender,  como  el  conjunto  de  herramientas,   tanto   físicas   como   cognitivas   que   pueden   lograr   que   la   educación llegue a su objetivo.</a:t>
          </a:r>
        </a:p>
      </dgm:t>
    </dgm:pt>
    <dgm:pt modelId="{E1D22332-8B68-418C-9615-88A22F33373A}" type="parTrans" cxnId="{C296A664-E978-4278-90B0-05A39F4FCAC9}">
      <dgm:prSet/>
      <dgm:spPr/>
      <dgm:t>
        <a:bodyPr/>
        <a:lstStyle/>
        <a:p>
          <a:endParaRPr lang="es-NI"/>
        </a:p>
      </dgm:t>
    </dgm:pt>
    <dgm:pt modelId="{522BA641-76BC-46F5-8039-BA3E0DC328B4}" type="sibTrans" cxnId="{C296A664-E978-4278-90B0-05A39F4FCAC9}">
      <dgm:prSet/>
      <dgm:spPr/>
      <dgm:t>
        <a:bodyPr/>
        <a:lstStyle/>
        <a:p>
          <a:endParaRPr lang="es-NI"/>
        </a:p>
      </dgm:t>
    </dgm:pt>
    <dgm:pt modelId="{13AD95E6-7196-43BE-8FE5-C8A5CFE8E66F}">
      <dgm:prSet/>
      <dgm:spPr/>
      <dgm:t>
        <a:bodyPr/>
        <a:lstStyle/>
        <a:p>
          <a:r>
            <a:rPr lang="es-NI" dirty="0"/>
            <a:t>Para  que  exista  una  mediación  pedagógica  es  necesario  primero  conocer  el  proceso  de  enseñanza  aprendizaje</a:t>
          </a:r>
        </a:p>
      </dgm:t>
    </dgm:pt>
    <dgm:pt modelId="{8A6FB887-DF53-4160-A698-D9B7A889D22B}" type="parTrans" cxnId="{78114885-3567-4481-9CB9-70C6EC99DCA9}">
      <dgm:prSet/>
      <dgm:spPr/>
      <dgm:t>
        <a:bodyPr/>
        <a:lstStyle/>
        <a:p>
          <a:endParaRPr lang="es-NI"/>
        </a:p>
      </dgm:t>
    </dgm:pt>
    <dgm:pt modelId="{E121EA48-2657-4251-BD62-33BFC6EDD79A}" type="sibTrans" cxnId="{78114885-3567-4481-9CB9-70C6EC99DCA9}">
      <dgm:prSet/>
      <dgm:spPr/>
      <dgm:t>
        <a:bodyPr/>
        <a:lstStyle/>
        <a:p>
          <a:endParaRPr lang="es-NI"/>
        </a:p>
      </dgm:t>
    </dgm:pt>
    <dgm:pt modelId="{2B4164A8-1A0B-46AA-8B4D-EC951399326B}">
      <dgm:prSet/>
      <dgm:spPr/>
      <dgm:t>
        <a:bodyPr/>
        <a:lstStyle/>
        <a:p>
          <a:r>
            <a:rPr lang="es-NI"/>
            <a:t>Proporciona al educador el medio ideal para dirigir una actividad,  esto  es  que  los  educandos  logren  los  objetivos  que  se  hayan  establecido.</a:t>
          </a:r>
        </a:p>
      </dgm:t>
    </dgm:pt>
    <dgm:pt modelId="{1A1855CC-555D-4161-A877-5A25E7D6BF0F}" type="parTrans" cxnId="{5A771542-5D55-4738-B77F-855C2276F295}">
      <dgm:prSet/>
      <dgm:spPr/>
      <dgm:t>
        <a:bodyPr/>
        <a:lstStyle/>
        <a:p>
          <a:endParaRPr lang="es-NI"/>
        </a:p>
      </dgm:t>
    </dgm:pt>
    <dgm:pt modelId="{ED86DC4D-0BFC-45C0-B04A-5CEC647B22DE}" type="sibTrans" cxnId="{5A771542-5D55-4738-B77F-855C2276F295}">
      <dgm:prSet/>
      <dgm:spPr/>
      <dgm:t>
        <a:bodyPr/>
        <a:lstStyle/>
        <a:p>
          <a:endParaRPr lang="es-NI"/>
        </a:p>
      </dgm:t>
    </dgm:pt>
    <dgm:pt modelId="{BEF6FCD3-AD5E-4BE1-A102-0011DC577701}">
      <dgm:prSet/>
      <dgm:spPr/>
      <dgm:t>
        <a:bodyPr/>
        <a:lstStyle/>
        <a:p>
          <a:r>
            <a:rPr lang="es-NI"/>
            <a:t>La mediación pedagógica en  el  proceso  de  enseñanza-aprendizaje  promueve  el acompañamiento del educando de tal manera que, por  medio  de  materiales  éste pueda potencializar sus capacidades.</a:t>
          </a:r>
        </a:p>
      </dgm:t>
    </dgm:pt>
    <dgm:pt modelId="{CC9EEE54-888C-45D5-A1F4-96231C3A7291}" type="parTrans" cxnId="{89FFD78E-6927-4EAB-84B2-74D13E9FDB88}">
      <dgm:prSet/>
      <dgm:spPr/>
      <dgm:t>
        <a:bodyPr/>
        <a:lstStyle/>
        <a:p>
          <a:endParaRPr lang="es-NI"/>
        </a:p>
      </dgm:t>
    </dgm:pt>
    <dgm:pt modelId="{9D041515-975D-449B-B759-6B4A510191BE}" type="sibTrans" cxnId="{89FFD78E-6927-4EAB-84B2-74D13E9FDB88}">
      <dgm:prSet/>
      <dgm:spPr/>
      <dgm:t>
        <a:bodyPr/>
        <a:lstStyle/>
        <a:p>
          <a:endParaRPr lang="es-NI"/>
        </a:p>
      </dgm:t>
    </dgm:pt>
    <dgm:pt modelId="{ED472D4A-8975-438A-954B-DC40D83D766E}" type="pres">
      <dgm:prSet presAssocID="{ED9A27B2-1717-4A03-B813-481BD704CE5C}" presName="linear" presStyleCnt="0">
        <dgm:presLayoutVars>
          <dgm:animLvl val="lvl"/>
          <dgm:resizeHandles val="exact"/>
        </dgm:presLayoutVars>
      </dgm:prSet>
      <dgm:spPr/>
    </dgm:pt>
    <dgm:pt modelId="{E9927B5D-8806-446D-9A16-4BDDC638720E}" type="pres">
      <dgm:prSet presAssocID="{CC130234-56ED-4B67-8811-37D47908FEA6}" presName="parentText" presStyleLbl="node1" presStyleIdx="0" presStyleCnt="5" custScaleY="117594">
        <dgm:presLayoutVars>
          <dgm:chMax val="0"/>
          <dgm:bulletEnabled val="1"/>
        </dgm:presLayoutVars>
      </dgm:prSet>
      <dgm:spPr/>
    </dgm:pt>
    <dgm:pt modelId="{4DE214AD-8AF4-402F-8A40-3B78083EE9D1}" type="pres">
      <dgm:prSet presAssocID="{3BDA5500-94C7-4611-B0B8-EF9C53F0BF3D}" presName="spacer" presStyleCnt="0"/>
      <dgm:spPr/>
    </dgm:pt>
    <dgm:pt modelId="{58091323-0B9A-4E96-90DD-DD246E7B4EB4}" type="pres">
      <dgm:prSet presAssocID="{5BFE4001-C643-4C69-A2B8-B48E2850240E}" presName="parentText" presStyleLbl="node1" presStyleIdx="1" presStyleCnt="5">
        <dgm:presLayoutVars>
          <dgm:chMax val="0"/>
          <dgm:bulletEnabled val="1"/>
        </dgm:presLayoutVars>
      </dgm:prSet>
      <dgm:spPr/>
    </dgm:pt>
    <dgm:pt modelId="{08CE717C-7AEF-474F-A5E6-129436E9CFB6}" type="pres">
      <dgm:prSet presAssocID="{522BA641-76BC-46F5-8039-BA3E0DC328B4}" presName="spacer" presStyleCnt="0"/>
      <dgm:spPr/>
    </dgm:pt>
    <dgm:pt modelId="{0EF7967F-6F50-4380-9F7B-78F6739740CB}" type="pres">
      <dgm:prSet presAssocID="{13AD95E6-7196-43BE-8FE5-C8A5CFE8E66F}" presName="parentText" presStyleLbl="node1" presStyleIdx="2" presStyleCnt="5">
        <dgm:presLayoutVars>
          <dgm:chMax val="0"/>
          <dgm:bulletEnabled val="1"/>
        </dgm:presLayoutVars>
      </dgm:prSet>
      <dgm:spPr/>
    </dgm:pt>
    <dgm:pt modelId="{FD96DE5E-BA3A-4893-B8ED-8AC8BC84AE7B}" type="pres">
      <dgm:prSet presAssocID="{E121EA48-2657-4251-BD62-33BFC6EDD79A}" presName="spacer" presStyleCnt="0"/>
      <dgm:spPr/>
    </dgm:pt>
    <dgm:pt modelId="{21691853-9C60-4032-BA3D-66C480CAA2A7}" type="pres">
      <dgm:prSet presAssocID="{2B4164A8-1A0B-46AA-8B4D-EC951399326B}" presName="parentText" presStyleLbl="node1" presStyleIdx="3" presStyleCnt="5">
        <dgm:presLayoutVars>
          <dgm:chMax val="0"/>
          <dgm:bulletEnabled val="1"/>
        </dgm:presLayoutVars>
      </dgm:prSet>
      <dgm:spPr/>
    </dgm:pt>
    <dgm:pt modelId="{C738319A-5DF2-4D01-ABE1-074A30E8F032}" type="pres">
      <dgm:prSet presAssocID="{ED86DC4D-0BFC-45C0-B04A-5CEC647B22DE}" presName="spacer" presStyleCnt="0"/>
      <dgm:spPr/>
    </dgm:pt>
    <dgm:pt modelId="{383E196A-B00E-4769-A623-E64F103BE139}" type="pres">
      <dgm:prSet presAssocID="{BEF6FCD3-AD5E-4BE1-A102-0011DC577701}" presName="parentText" presStyleLbl="node1" presStyleIdx="4" presStyleCnt="5">
        <dgm:presLayoutVars>
          <dgm:chMax val="0"/>
          <dgm:bulletEnabled val="1"/>
        </dgm:presLayoutVars>
      </dgm:prSet>
      <dgm:spPr/>
    </dgm:pt>
  </dgm:ptLst>
  <dgm:cxnLst>
    <dgm:cxn modelId="{5A771542-5D55-4738-B77F-855C2276F295}" srcId="{ED9A27B2-1717-4A03-B813-481BD704CE5C}" destId="{2B4164A8-1A0B-46AA-8B4D-EC951399326B}" srcOrd="3" destOrd="0" parTransId="{1A1855CC-555D-4161-A877-5A25E7D6BF0F}" sibTransId="{ED86DC4D-0BFC-45C0-B04A-5CEC647B22DE}"/>
    <dgm:cxn modelId="{C296A664-E978-4278-90B0-05A39F4FCAC9}" srcId="{ED9A27B2-1717-4A03-B813-481BD704CE5C}" destId="{5BFE4001-C643-4C69-A2B8-B48E2850240E}" srcOrd="1" destOrd="0" parTransId="{E1D22332-8B68-418C-9615-88A22F33373A}" sibTransId="{522BA641-76BC-46F5-8039-BA3E0DC328B4}"/>
    <dgm:cxn modelId="{2957706F-5ABF-4B96-8838-EB4566CEF372}" type="presOf" srcId="{2B4164A8-1A0B-46AA-8B4D-EC951399326B}" destId="{21691853-9C60-4032-BA3D-66C480CAA2A7}" srcOrd="0" destOrd="0" presId="urn:microsoft.com/office/officeart/2005/8/layout/vList2"/>
    <dgm:cxn modelId="{F0310274-15D0-4D56-BDE2-F5BF44D079AF}" type="presOf" srcId="{ED9A27B2-1717-4A03-B813-481BD704CE5C}" destId="{ED472D4A-8975-438A-954B-DC40D83D766E}" srcOrd="0" destOrd="0" presId="urn:microsoft.com/office/officeart/2005/8/layout/vList2"/>
    <dgm:cxn modelId="{7301185A-7278-49AC-9761-744930BC9861}" srcId="{ED9A27B2-1717-4A03-B813-481BD704CE5C}" destId="{CC130234-56ED-4B67-8811-37D47908FEA6}" srcOrd="0" destOrd="0" parTransId="{7572DF03-D323-4788-A13C-4711518442C8}" sibTransId="{3BDA5500-94C7-4611-B0B8-EF9C53F0BF3D}"/>
    <dgm:cxn modelId="{78114885-3567-4481-9CB9-70C6EC99DCA9}" srcId="{ED9A27B2-1717-4A03-B813-481BD704CE5C}" destId="{13AD95E6-7196-43BE-8FE5-C8A5CFE8E66F}" srcOrd="2" destOrd="0" parTransId="{8A6FB887-DF53-4160-A698-D9B7A889D22B}" sibTransId="{E121EA48-2657-4251-BD62-33BFC6EDD79A}"/>
    <dgm:cxn modelId="{D3C6D289-D47F-49BA-8C7F-DFE4C11611E3}" type="presOf" srcId="{CC130234-56ED-4B67-8811-37D47908FEA6}" destId="{E9927B5D-8806-446D-9A16-4BDDC638720E}" srcOrd="0" destOrd="0" presId="urn:microsoft.com/office/officeart/2005/8/layout/vList2"/>
    <dgm:cxn modelId="{89FFD78E-6927-4EAB-84B2-74D13E9FDB88}" srcId="{ED9A27B2-1717-4A03-B813-481BD704CE5C}" destId="{BEF6FCD3-AD5E-4BE1-A102-0011DC577701}" srcOrd="4" destOrd="0" parTransId="{CC9EEE54-888C-45D5-A1F4-96231C3A7291}" sibTransId="{9D041515-975D-449B-B759-6B4A510191BE}"/>
    <dgm:cxn modelId="{F7BD1CB4-3FE1-461B-8848-38E0023482C2}" type="presOf" srcId="{BEF6FCD3-AD5E-4BE1-A102-0011DC577701}" destId="{383E196A-B00E-4769-A623-E64F103BE139}" srcOrd="0" destOrd="0" presId="urn:microsoft.com/office/officeart/2005/8/layout/vList2"/>
    <dgm:cxn modelId="{CB41AFC6-CB5C-40E8-9450-C496F913BB3D}" type="presOf" srcId="{13AD95E6-7196-43BE-8FE5-C8A5CFE8E66F}" destId="{0EF7967F-6F50-4380-9F7B-78F6739740CB}" srcOrd="0" destOrd="0" presId="urn:microsoft.com/office/officeart/2005/8/layout/vList2"/>
    <dgm:cxn modelId="{3DD77CE3-10A2-4099-B9D2-B8A4422EB1A8}" type="presOf" srcId="{5BFE4001-C643-4C69-A2B8-B48E2850240E}" destId="{58091323-0B9A-4E96-90DD-DD246E7B4EB4}" srcOrd="0" destOrd="0" presId="urn:microsoft.com/office/officeart/2005/8/layout/vList2"/>
    <dgm:cxn modelId="{CFFFA676-9254-4C07-9A75-302A8C384034}" type="presParOf" srcId="{ED472D4A-8975-438A-954B-DC40D83D766E}" destId="{E9927B5D-8806-446D-9A16-4BDDC638720E}" srcOrd="0" destOrd="0" presId="urn:microsoft.com/office/officeart/2005/8/layout/vList2"/>
    <dgm:cxn modelId="{7A81EF3E-35F3-4909-85D9-A623B83BD29D}" type="presParOf" srcId="{ED472D4A-8975-438A-954B-DC40D83D766E}" destId="{4DE214AD-8AF4-402F-8A40-3B78083EE9D1}" srcOrd="1" destOrd="0" presId="urn:microsoft.com/office/officeart/2005/8/layout/vList2"/>
    <dgm:cxn modelId="{2830D068-5E7E-41DA-AB54-E4C77A49A239}" type="presParOf" srcId="{ED472D4A-8975-438A-954B-DC40D83D766E}" destId="{58091323-0B9A-4E96-90DD-DD246E7B4EB4}" srcOrd="2" destOrd="0" presId="urn:microsoft.com/office/officeart/2005/8/layout/vList2"/>
    <dgm:cxn modelId="{49C84157-354B-4386-B9C8-E216A61E18DE}" type="presParOf" srcId="{ED472D4A-8975-438A-954B-DC40D83D766E}" destId="{08CE717C-7AEF-474F-A5E6-129436E9CFB6}" srcOrd="3" destOrd="0" presId="urn:microsoft.com/office/officeart/2005/8/layout/vList2"/>
    <dgm:cxn modelId="{60FF88DF-A198-4101-A40C-121A7635D30C}" type="presParOf" srcId="{ED472D4A-8975-438A-954B-DC40D83D766E}" destId="{0EF7967F-6F50-4380-9F7B-78F6739740CB}" srcOrd="4" destOrd="0" presId="urn:microsoft.com/office/officeart/2005/8/layout/vList2"/>
    <dgm:cxn modelId="{D47D9C76-A6D1-4CB3-8473-10F3C4E881D9}" type="presParOf" srcId="{ED472D4A-8975-438A-954B-DC40D83D766E}" destId="{FD96DE5E-BA3A-4893-B8ED-8AC8BC84AE7B}" srcOrd="5" destOrd="0" presId="urn:microsoft.com/office/officeart/2005/8/layout/vList2"/>
    <dgm:cxn modelId="{70E5EDC4-701A-40E7-AAF3-24F52F2A444B}" type="presParOf" srcId="{ED472D4A-8975-438A-954B-DC40D83D766E}" destId="{21691853-9C60-4032-BA3D-66C480CAA2A7}" srcOrd="6" destOrd="0" presId="urn:microsoft.com/office/officeart/2005/8/layout/vList2"/>
    <dgm:cxn modelId="{9ED76EFD-B251-4877-8D39-A14B8834FFCD}" type="presParOf" srcId="{ED472D4A-8975-438A-954B-DC40D83D766E}" destId="{C738319A-5DF2-4D01-ABE1-074A30E8F032}" srcOrd="7" destOrd="0" presId="urn:microsoft.com/office/officeart/2005/8/layout/vList2"/>
    <dgm:cxn modelId="{3B97BF74-C2BC-4C78-9F00-BEE8B784C4BD}" type="presParOf" srcId="{ED472D4A-8975-438A-954B-DC40D83D766E}" destId="{383E196A-B00E-4769-A623-E64F103BE139}"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1F749C5-AA55-4EB8-A718-95FB7C196D3B}" type="doc">
      <dgm:prSet loTypeId="urn:microsoft.com/office/officeart/2005/8/layout/process1" loCatId="process" qsTypeId="urn:microsoft.com/office/officeart/2005/8/quickstyle/simple3" qsCatId="simple" csTypeId="urn:microsoft.com/office/officeart/2005/8/colors/colorful2" csCatId="colorful"/>
      <dgm:spPr/>
      <dgm:t>
        <a:bodyPr/>
        <a:lstStyle/>
        <a:p>
          <a:endParaRPr lang="es-NI"/>
        </a:p>
      </dgm:t>
    </dgm:pt>
    <dgm:pt modelId="{BF0B56A3-FEC2-4AB6-BB5B-61E68DAADBF2}">
      <dgm:prSet/>
      <dgm:spPr/>
      <dgm:t>
        <a:bodyPr/>
        <a:lstStyle/>
        <a:p>
          <a:r>
            <a:rPr lang="es-NI"/>
            <a:t>Las instrucciones que incluimos en las guías didácticas o unidades didácticas.</a:t>
          </a:r>
        </a:p>
      </dgm:t>
    </dgm:pt>
    <dgm:pt modelId="{17D4C757-952A-48BC-B423-7B6A8610F6FF}" type="parTrans" cxnId="{505A7064-034D-4509-AD43-745112066929}">
      <dgm:prSet/>
      <dgm:spPr/>
      <dgm:t>
        <a:bodyPr/>
        <a:lstStyle/>
        <a:p>
          <a:endParaRPr lang="es-NI"/>
        </a:p>
      </dgm:t>
    </dgm:pt>
    <dgm:pt modelId="{FF9386F4-8AAA-49C4-9894-10765E6360CC}" type="sibTrans" cxnId="{505A7064-034D-4509-AD43-745112066929}">
      <dgm:prSet/>
      <dgm:spPr/>
      <dgm:t>
        <a:bodyPr/>
        <a:lstStyle/>
        <a:p>
          <a:endParaRPr lang="es-NI"/>
        </a:p>
      </dgm:t>
    </dgm:pt>
    <dgm:pt modelId="{707AF046-FA0F-4DB1-A00E-70B41D27418C}">
      <dgm:prSet/>
      <dgm:spPr/>
      <dgm:t>
        <a:bodyPr/>
        <a:lstStyle/>
        <a:p>
          <a:r>
            <a:rPr lang="es-NI"/>
            <a:t>Es por ello que es necesario tomarnos el tiempo suficiente para elaborar una guía de instrucciones de acuerdo a la estrategia, técnica y actividades didácticas, de manera que el educando, paso a paso pueda llegar al conocimiento planificado o deseado  según los objetivos educativos establecidos en el programa de asignatura y que a su vez, se han derivado del perfil profesional de cada carrera</a:t>
          </a:r>
        </a:p>
      </dgm:t>
    </dgm:pt>
    <dgm:pt modelId="{2A0A3C76-B806-48ED-9514-67AE16B4BF23}" type="parTrans" cxnId="{47477C41-AA86-47BA-9C56-45939CDCBED2}">
      <dgm:prSet/>
      <dgm:spPr/>
      <dgm:t>
        <a:bodyPr/>
        <a:lstStyle/>
        <a:p>
          <a:endParaRPr lang="es-NI"/>
        </a:p>
      </dgm:t>
    </dgm:pt>
    <dgm:pt modelId="{AED9F4DA-EEC3-4753-B637-1F1A93F4B0E0}" type="sibTrans" cxnId="{47477C41-AA86-47BA-9C56-45939CDCBED2}">
      <dgm:prSet/>
      <dgm:spPr/>
      <dgm:t>
        <a:bodyPr/>
        <a:lstStyle/>
        <a:p>
          <a:endParaRPr lang="es-NI"/>
        </a:p>
      </dgm:t>
    </dgm:pt>
    <dgm:pt modelId="{27308DB7-8553-451C-816D-08EA4C607CCB}" type="pres">
      <dgm:prSet presAssocID="{81F749C5-AA55-4EB8-A718-95FB7C196D3B}" presName="Name0" presStyleCnt="0">
        <dgm:presLayoutVars>
          <dgm:dir/>
          <dgm:resizeHandles val="exact"/>
        </dgm:presLayoutVars>
      </dgm:prSet>
      <dgm:spPr/>
    </dgm:pt>
    <dgm:pt modelId="{22B12DFF-DE19-421A-B8C1-4CB3C088A940}" type="pres">
      <dgm:prSet presAssocID="{BF0B56A3-FEC2-4AB6-BB5B-61E68DAADBF2}" presName="node" presStyleLbl="node1" presStyleIdx="0" presStyleCnt="2">
        <dgm:presLayoutVars>
          <dgm:bulletEnabled val="1"/>
        </dgm:presLayoutVars>
      </dgm:prSet>
      <dgm:spPr/>
    </dgm:pt>
    <dgm:pt modelId="{DE9D3801-ED42-40AD-9CA4-313176FDC467}" type="pres">
      <dgm:prSet presAssocID="{FF9386F4-8AAA-49C4-9894-10765E6360CC}" presName="sibTrans" presStyleLbl="sibTrans2D1" presStyleIdx="0" presStyleCnt="1"/>
      <dgm:spPr/>
    </dgm:pt>
    <dgm:pt modelId="{5918B9A3-D567-4020-98D0-E01E284B4580}" type="pres">
      <dgm:prSet presAssocID="{FF9386F4-8AAA-49C4-9894-10765E6360CC}" presName="connectorText" presStyleLbl="sibTrans2D1" presStyleIdx="0" presStyleCnt="1"/>
      <dgm:spPr/>
    </dgm:pt>
    <dgm:pt modelId="{86FF4E19-5393-414C-8475-337296724CE5}" type="pres">
      <dgm:prSet presAssocID="{707AF046-FA0F-4DB1-A00E-70B41D27418C}" presName="node" presStyleLbl="node1" presStyleIdx="1" presStyleCnt="2">
        <dgm:presLayoutVars>
          <dgm:bulletEnabled val="1"/>
        </dgm:presLayoutVars>
      </dgm:prSet>
      <dgm:spPr/>
    </dgm:pt>
  </dgm:ptLst>
  <dgm:cxnLst>
    <dgm:cxn modelId="{DCD00024-03DB-44DC-8434-DF40AFB73F68}" type="presOf" srcId="{81F749C5-AA55-4EB8-A718-95FB7C196D3B}" destId="{27308DB7-8553-451C-816D-08EA4C607CCB}" srcOrd="0" destOrd="0" presId="urn:microsoft.com/office/officeart/2005/8/layout/process1"/>
    <dgm:cxn modelId="{82BD6028-65AF-4272-ACCA-EB1720D1154A}" type="presOf" srcId="{707AF046-FA0F-4DB1-A00E-70B41D27418C}" destId="{86FF4E19-5393-414C-8475-337296724CE5}" srcOrd="0" destOrd="0" presId="urn:microsoft.com/office/officeart/2005/8/layout/process1"/>
    <dgm:cxn modelId="{47477C41-AA86-47BA-9C56-45939CDCBED2}" srcId="{81F749C5-AA55-4EB8-A718-95FB7C196D3B}" destId="{707AF046-FA0F-4DB1-A00E-70B41D27418C}" srcOrd="1" destOrd="0" parTransId="{2A0A3C76-B806-48ED-9514-67AE16B4BF23}" sibTransId="{AED9F4DA-EEC3-4753-B637-1F1A93F4B0E0}"/>
    <dgm:cxn modelId="{505A7064-034D-4509-AD43-745112066929}" srcId="{81F749C5-AA55-4EB8-A718-95FB7C196D3B}" destId="{BF0B56A3-FEC2-4AB6-BB5B-61E68DAADBF2}" srcOrd="0" destOrd="0" parTransId="{17D4C757-952A-48BC-B423-7B6A8610F6FF}" sibTransId="{FF9386F4-8AAA-49C4-9894-10765E6360CC}"/>
    <dgm:cxn modelId="{71F05C53-5FAF-4542-B1BE-367496E47FA8}" type="presOf" srcId="{BF0B56A3-FEC2-4AB6-BB5B-61E68DAADBF2}" destId="{22B12DFF-DE19-421A-B8C1-4CB3C088A940}" srcOrd="0" destOrd="0" presId="urn:microsoft.com/office/officeart/2005/8/layout/process1"/>
    <dgm:cxn modelId="{75577A76-CC26-4175-8D00-C6F181F082EE}" type="presOf" srcId="{FF9386F4-8AAA-49C4-9894-10765E6360CC}" destId="{5918B9A3-D567-4020-98D0-E01E284B4580}" srcOrd="1" destOrd="0" presId="urn:microsoft.com/office/officeart/2005/8/layout/process1"/>
    <dgm:cxn modelId="{FE3F5957-0AC1-406A-B0FA-04815A812F07}" type="presOf" srcId="{FF9386F4-8AAA-49C4-9894-10765E6360CC}" destId="{DE9D3801-ED42-40AD-9CA4-313176FDC467}" srcOrd="0" destOrd="0" presId="urn:microsoft.com/office/officeart/2005/8/layout/process1"/>
    <dgm:cxn modelId="{84140DB6-F048-4B55-B275-7609CF3B29E6}" type="presParOf" srcId="{27308DB7-8553-451C-816D-08EA4C607CCB}" destId="{22B12DFF-DE19-421A-B8C1-4CB3C088A940}" srcOrd="0" destOrd="0" presId="urn:microsoft.com/office/officeart/2005/8/layout/process1"/>
    <dgm:cxn modelId="{68BE62E7-65D9-48A9-8A55-16638E9C1ABD}" type="presParOf" srcId="{27308DB7-8553-451C-816D-08EA4C607CCB}" destId="{DE9D3801-ED42-40AD-9CA4-313176FDC467}" srcOrd="1" destOrd="0" presId="urn:microsoft.com/office/officeart/2005/8/layout/process1"/>
    <dgm:cxn modelId="{19B58282-3B46-4FAD-A8DA-431346AA3310}" type="presParOf" srcId="{DE9D3801-ED42-40AD-9CA4-313176FDC467}" destId="{5918B9A3-D567-4020-98D0-E01E284B4580}" srcOrd="0" destOrd="0" presId="urn:microsoft.com/office/officeart/2005/8/layout/process1"/>
    <dgm:cxn modelId="{46CACF64-0106-4A6B-BD4A-1C3623FFA5ED}" type="presParOf" srcId="{27308DB7-8553-451C-816D-08EA4C607CCB}" destId="{86FF4E19-5393-414C-8475-337296724CE5}" srcOrd="2"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5BAA299-4B6B-4EF3-BFEA-5E067550B59A}" type="doc">
      <dgm:prSet loTypeId="urn:microsoft.com/office/officeart/2005/8/layout/vList2" loCatId="list" qsTypeId="urn:microsoft.com/office/officeart/2005/8/quickstyle/simple3" qsCatId="simple" csTypeId="urn:microsoft.com/office/officeart/2005/8/colors/colorful5" csCatId="colorful" phldr="1"/>
      <dgm:spPr/>
      <dgm:t>
        <a:bodyPr/>
        <a:lstStyle/>
        <a:p>
          <a:endParaRPr lang="es-NI"/>
        </a:p>
      </dgm:t>
    </dgm:pt>
    <dgm:pt modelId="{0B032318-6CFB-43F2-B15F-EF9B896910A5}">
      <dgm:prSet/>
      <dgm:spPr/>
      <dgm:t>
        <a:bodyPr/>
        <a:lstStyle/>
        <a:p>
          <a:r>
            <a:rPr lang="es-NI"/>
            <a:t>Casi todas las técnicas pueden asumir el papel  de estrategias, al igual que algunas estrategias pueden ser utilizadas como técnicas. Esto depende de la intención que se tenga en el trabajo del curso.</a:t>
          </a:r>
        </a:p>
      </dgm:t>
    </dgm:pt>
    <dgm:pt modelId="{F21CFA68-B3F3-41C0-BE9F-598369740015}" type="parTrans" cxnId="{0B2E0A33-520F-4928-9C49-68C537D345B9}">
      <dgm:prSet/>
      <dgm:spPr/>
      <dgm:t>
        <a:bodyPr/>
        <a:lstStyle/>
        <a:p>
          <a:endParaRPr lang="es-NI"/>
        </a:p>
      </dgm:t>
    </dgm:pt>
    <dgm:pt modelId="{0C570248-31FD-43CC-869E-DE9D35621720}" type="sibTrans" cxnId="{0B2E0A33-520F-4928-9C49-68C537D345B9}">
      <dgm:prSet/>
      <dgm:spPr/>
      <dgm:t>
        <a:bodyPr/>
        <a:lstStyle/>
        <a:p>
          <a:endParaRPr lang="es-NI"/>
        </a:p>
      </dgm:t>
    </dgm:pt>
    <dgm:pt modelId="{F373EA44-B82A-409E-BB91-9056BB828BE7}">
      <dgm:prSet/>
      <dgm:spPr/>
      <dgm:t>
        <a:bodyPr/>
        <a:lstStyle/>
        <a:p>
          <a:r>
            <a:rPr lang="es-NI" dirty="0"/>
            <a:t>Cuando </a:t>
          </a:r>
          <a:r>
            <a:rPr lang="es-NI" dirty="0">
              <a:solidFill>
                <a:srgbClr val="FF0000"/>
              </a:solidFill>
            </a:rPr>
            <a:t>el profesor define las habilidades, actitudes y valores </a:t>
          </a:r>
          <a:r>
            <a:rPr lang="es-NI" dirty="0"/>
            <a:t>que se desarrollarán en la asignatura o curso que imparte, además de incorporarlas como objetivos de aprendizaje, deberá seleccionar o diseñar estrategias y técnicas para facilitar la labor de aprendizaje del estudiante y evaluar su logro.</a:t>
          </a:r>
        </a:p>
      </dgm:t>
    </dgm:pt>
    <dgm:pt modelId="{77454CA5-F88E-45A6-9EF6-CBFD8172E9F0}" type="parTrans" cxnId="{0238F561-2938-4961-8C86-19D8D9EEF04A}">
      <dgm:prSet/>
      <dgm:spPr/>
      <dgm:t>
        <a:bodyPr/>
        <a:lstStyle/>
        <a:p>
          <a:endParaRPr lang="es-NI"/>
        </a:p>
      </dgm:t>
    </dgm:pt>
    <dgm:pt modelId="{0F9AFE43-F976-4FD2-81F0-46C425E784EE}" type="sibTrans" cxnId="{0238F561-2938-4961-8C86-19D8D9EEF04A}">
      <dgm:prSet/>
      <dgm:spPr/>
      <dgm:t>
        <a:bodyPr/>
        <a:lstStyle/>
        <a:p>
          <a:endParaRPr lang="es-NI"/>
        </a:p>
      </dgm:t>
    </dgm:pt>
    <dgm:pt modelId="{5B7A1BA4-D18D-4F8C-8AC3-65E4108B634D}">
      <dgm:prSet/>
      <dgm:spPr/>
      <dgm:t>
        <a:bodyPr/>
        <a:lstStyle/>
        <a:p>
          <a:r>
            <a:rPr lang="es-NI" dirty="0">
              <a:solidFill>
                <a:srgbClr val="FF0000"/>
              </a:solidFill>
            </a:rPr>
            <a:t>Las estrategias y técnicas seleccionadas por  los docentes  deben propiciar en los estudiantes el autoaprendizaje</a:t>
          </a:r>
          <a:r>
            <a:rPr lang="es-NI" dirty="0"/>
            <a:t>. En la medida en que se estimula en ellos la participación en el proceso mediante el cual se obtiene el conocimiento, esto es cuando se promueve que investiguen por cuenta propia, que analicen la información que han obtenido, estudien como un conocimiento se relaciona con otro, sugieran conclusiones etc.</a:t>
          </a:r>
        </a:p>
      </dgm:t>
    </dgm:pt>
    <dgm:pt modelId="{3501F6E5-7C77-401B-A17B-DDEDA3CA2029}" type="parTrans" cxnId="{0BF22BEE-DF38-43E7-975A-EAA25A52F027}">
      <dgm:prSet/>
      <dgm:spPr/>
      <dgm:t>
        <a:bodyPr/>
        <a:lstStyle/>
        <a:p>
          <a:endParaRPr lang="es-NI"/>
        </a:p>
      </dgm:t>
    </dgm:pt>
    <dgm:pt modelId="{47E16205-A094-46DC-B4A6-34860FDCAF65}" type="sibTrans" cxnId="{0BF22BEE-DF38-43E7-975A-EAA25A52F027}">
      <dgm:prSet/>
      <dgm:spPr/>
      <dgm:t>
        <a:bodyPr/>
        <a:lstStyle/>
        <a:p>
          <a:endParaRPr lang="es-NI"/>
        </a:p>
      </dgm:t>
    </dgm:pt>
    <dgm:pt modelId="{335DDC94-D8CE-4A21-834A-D71E3F7277B2}">
      <dgm:prSet/>
      <dgm:spPr/>
      <dgm:t>
        <a:bodyPr/>
        <a:lstStyle/>
        <a:p>
          <a:r>
            <a:rPr lang="es-NI" dirty="0"/>
            <a:t>Parte de las responsabilidades de los profesores </a:t>
          </a:r>
          <a:r>
            <a:rPr lang="es-NI" dirty="0">
              <a:solidFill>
                <a:srgbClr val="FF0000"/>
              </a:solidFill>
            </a:rPr>
            <a:t>es proporcionar a los estudiantes oportunidades, tanto de aprendizaje como de aprendizaje colaborativo,</a:t>
          </a:r>
          <a:r>
            <a:rPr lang="es-NI" dirty="0"/>
            <a:t> seleccionando para ello las estrategias y técnicas mas apropiadas de acuerdo con la materia del curso.</a:t>
          </a:r>
        </a:p>
      </dgm:t>
    </dgm:pt>
    <dgm:pt modelId="{233BB1EF-9CC1-454A-8560-D995410A38EA}" type="parTrans" cxnId="{EB95B797-02B8-4260-9504-E0B1E5A130E1}">
      <dgm:prSet/>
      <dgm:spPr/>
      <dgm:t>
        <a:bodyPr/>
        <a:lstStyle/>
        <a:p>
          <a:endParaRPr lang="es-NI"/>
        </a:p>
      </dgm:t>
    </dgm:pt>
    <dgm:pt modelId="{B79187AB-CF30-49E9-A914-E4920F1190D8}" type="sibTrans" cxnId="{EB95B797-02B8-4260-9504-E0B1E5A130E1}">
      <dgm:prSet/>
      <dgm:spPr/>
      <dgm:t>
        <a:bodyPr/>
        <a:lstStyle/>
        <a:p>
          <a:endParaRPr lang="es-NI"/>
        </a:p>
      </dgm:t>
    </dgm:pt>
    <dgm:pt modelId="{DB85E021-9C03-444D-A8C3-EE913B8C7D8C}" type="pres">
      <dgm:prSet presAssocID="{F5BAA299-4B6B-4EF3-BFEA-5E067550B59A}" presName="linear" presStyleCnt="0">
        <dgm:presLayoutVars>
          <dgm:animLvl val="lvl"/>
          <dgm:resizeHandles val="exact"/>
        </dgm:presLayoutVars>
      </dgm:prSet>
      <dgm:spPr/>
    </dgm:pt>
    <dgm:pt modelId="{7A9AFF60-F577-49BC-BD86-377F39878BA3}" type="pres">
      <dgm:prSet presAssocID="{0B032318-6CFB-43F2-B15F-EF9B896910A5}" presName="parentText" presStyleLbl="node1" presStyleIdx="0" presStyleCnt="4">
        <dgm:presLayoutVars>
          <dgm:chMax val="0"/>
          <dgm:bulletEnabled val="1"/>
        </dgm:presLayoutVars>
      </dgm:prSet>
      <dgm:spPr/>
    </dgm:pt>
    <dgm:pt modelId="{A78C4411-85F0-473B-8788-6C392952AD72}" type="pres">
      <dgm:prSet presAssocID="{0C570248-31FD-43CC-869E-DE9D35621720}" presName="spacer" presStyleCnt="0"/>
      <dgm:spPr/>
    </dgm:pt>
    <dgm:pt modelId="{C7952B55-5B2B-42A8-A6FB-45BC02184D69}" type="pres">
      <dgm:prSet presAssocID="{F373EA44-B82A-409E-BB91-9056BB828BE7}" presName="parentText" presStyleLbl="node1" presStyleIdx="1" presStyleCnt="4">
        <dgm:presLayoutVars>
          <dgm:chMax val="0"/>
          <dgm:bulletEnabled val="1"/>
        </dgm:presLayoutVars>
      </dgm:prSet>
      <dgm:spPr/>
    </dgm:pt>
    <dgm:pt modelId="{9E1BBDE6-73FA-42FB-9058-0816920C23EC}" type="pres">
      <dgm:prSet presAssocID="{0F9AFE43-F976-4FD2-81F0-46C425E784EE}" presName="spacer" presStyleCnt="0"/>
      <dgm:spPr/>
    </dgm:pt>
    <dgm:pt modelId="{35F5A50A-9B76-4F82-A9FE-9FFF130801A3}" type="pres">
      <dgm:prSet presAssocID="{5B7A1BA4-D18D-4F8C-8AC3-65E4108B634D}" presName="parentText" presStyleLbl="node1" presStyleIdx="2" presStyleCnt="4">
        <dgm:presLayoutVars>
          <dgm:chMax val="0"/>
          <dgm:bulletEnabled val="1"/>
        </dgm:presLayoutVars>
      </dgm:prSet>
      <dgm:spPr/>
    </dgm:pt>
    <dgm:pt modelId="{0964CF91-6763-46E2-810E-2FF50B86273C}" type="pres">
      <dgm:prSet presAssocID="{47E16205-A094-46DC-B4A6-34860FDCAF65}" presName="spacer" presStyleCnt="0"/>
      <dgm:spPr/>
    </dgm:pt>
    <dgm:pt modelId="{9B1B5BE4-860C-4646-996A-17BC94B15834}" type="pres">
      <dgm:prSet presAssocID="{335DDC94-D8CE-4A21-834A-D71E3F7277B2}" presName="parentText" presStyleLbl="node1" presStyleIdx="3" presStyleCnt="4">
        <dgm:presLayoutVars>
          <dgm:chMax val="0"/>
          <dgm:bulletEnabled val="1"/>
        </dgm:presLayoutVars>
      </dgm:prSet>
      <dgm:spPr/>
    </dgm:pt>
  </dgm:ptLst>
  <dgm:cxnLst>
    <dgm:cxn modelId="{3ED5D217-0D28-4434-A12C-7E7418019B28}" type="presOf" srcId="{335DDC94-D8CE-4A21-834A-D71E3F7277B2}" destId="{9B1B5BE4-860C-4646-996A-17BC94B15834}" srcOrd="0" destOrd="0" presId="urn:microsoft.com/office/officeart/2005/8/layout/vList2"/>
    <dgm:cxn modelId="{0B2E0A33-520F-4928-9C49-68C537D345B9}" srcId="{F5BAA299-4B6B-4EF3-BFEA-5E067550B59A}" destId="{0B032318-6CFB-43F2-B15F-EF9B896910A5}" srcOrd="0" destOrd="0" parTransId="{F21CFA68-B3F3-41C0-BE9F-598369740015}" sibTransId="{0C570248-31FD-43CC-869E-DE9D35621720}"/>
    <dgm:cxn modelId="{7A808C36-A2A6-4893-85DD-6EA7EF925A0F}" type="presOf" srcId="{F5BAA299-4B6B-4EF3-BFEA-5E067550B59A}" destId="{DB85E021-9C03-444D-A8C3-EE913B8C7D8C}" srcOrd="0" destOrd="0" presId="urn:microsoft.com/office/officeart/2005/8/layout/vList2"/>
    <dgm:cxn modelId="{0238F561-2938-4961-8C86-19D8D9EEF04A}" srcId="{F5BAA299-4B6B-4EF3-BFEA-5E067550B59A}" destId="{F373EA44-B82A-409E-BB91-9056BB828BE7}" srcOrd="1" destOrd="0" parTransId="{77454CA5-F88E-45A6-9EF6-CBFD8172E9F0}" sibTransId="{0F9AFE43-F976-4FD2-81F0-46C425E784EE}"/>
    <dgm:cxn modelId="{6380FF6F-511B-4188-815B-C6A38360BB86}" type="presOf" srcId="{5B7A1BA4-D18D-4F8C-8AC3-65E4108B634D}" destId="{35F5A50A-9B76-4F82-A9FE-9FFF130801A3}" srcOrd="0" destOrd="0" presId="urn:microsoft.com/office/officeart/2005/8/layout/vList2"/>
    <dgm:cxn modelId="{95E3C452-DF31-4BC4-A9C5-987334147908}" type="presOf" srcId="{0B032318-6CFB-43F2-B15F-EF9B896910A5}" destId="{7A9AFF60-F577-49BC-BD86-377F39878BA3}" srcOrd="0" destOrd="0" presId="urn:microsoft.com/office/officeart/2005/8/layout/vList2"/>
    <dgm:cxn modelId="{EB95B797-02B8-4260-9504-E0B1E5A130E1}" srcId="{F5BAA299-4B6B-4EF3-BFEA-5E067550B59A}" destId="{335DDC94-D8CE-4A21-834A-D71E3F7277B2}" srcOrd="3" destOrd="0" parTransId="{233BB1EF-9CC1-454A-8560-D995410A38EA}" sibTransId="{B79187AB-CF30-49E9-A914-E4920F1190D8}"/>
    <dgm:cxn modelId="{0BF22BEE-DF38-43E7-975A-EAA25A52F027}" srcId="{F5BAA299-4B6B-4EF3-BFEA-5E067550B59A}" destId="{5B7A1BA4-D18D-4F8C-8AC3-65E4108B634D}" srcOrd="2" destOrd="0" parTransId="{3501F6E5-7C77-401B-A17B-DDEDA3CA2029}" sibTransId="{47E16205-A094-46DC-B4A6-34860FDCAF65}"/>
    <dgm:cxn modelId="{0FE625F8-B016-40A7-883D-FC7DF41CCECC}" type="presOf" srcId="{F373EA44-B82A-409E-BB91-9056BB828BE7}" destId="{C7952B55-5B2B-42A8-A6FB-45BC02184D69}" srcOrd="0" destOrd="0" presId="urn:microsoft.com/office/officeart/2005/8/layout/vList2"/>
    <dgm:cxn modelId="{A9D19643-D012-485F-A231-C3E99D3B61BD}" type="presParOf" srcId="{DB85E021-9C03-444D-A8C3-EE913B8C7D8C}" destId="{7A9AFF60-F577-49BC-BD86-377F39878BA3}" srcOrd="0" destOrd="0" presId="urn:microsoft.com/office/officeart/2005/8/layout/vList2"/>
    <dgm:cxn modelId="{D520F5A1-89B7-4369-B52F-7A5278154D9A}" type="presParOf" srcId="{DB85E021-9C03-444D-A8C3-EE913B8C7D8C}" destId="{A78C4411-85F0-473B-8788-6C392952AD72}" srcOrd="1" destOrd="0" presId="urn:microsoft.com/office/officeart/2005/8/layout/vList2"/>
    <dgm:cxn modelId="{BEDE41FF-8B19-416C-AF21-79C6116B7FF0}" type="presParOf" srcId="{DB85E021-9C03-444D-A8C3-EE913B8C7D8C}" destId="{C7952B55-5B2B-42A8-A6FB-45BC02184D69}" srcOrd="2" destOrd="0" presId="urn:microsoft.com/office/officeart/2005/8/layout/vList2"/>
    <dgm:cxn modelId="{FDA1306C-35EB-488C-AB6C-C9B5D093A9DE}" type="presParOf" srcId="{DB85E021-9C03-444D-A8C3-EE913B8C7D8C}" destId="{9E1BBDE6-73FA-42FB-9058-0816920C23EC}" srcOrd="3" destOrd="0" presId="urn:microsoft.com/office/officeart/2005/8/layout/vList2"/>
    <dgm:cxn modelId="{0E4D5AF3-C476-49FF-A5B2-E433285E48BE}" type="presParOf" srcId="{DB85E021-9C03-444D-A8C3-EE913B8C7D8C}" destId="{35F5A50A-9B76-4F82-A9FE-9FFF130801A3}" srcOrd="4" destOrd="0" presId="urn:microsoft.com/office/officeart/2005/8/layout/vList2"/>
    <dgm:cxn modelId="{3A6DCDDD-DA77-4E17-99F1-D559B25640AF}" type="presParOf" srcId="{DB85E021-9C03-444D-A8C3-EE913B8C7D8C}" destId="{0964CF91-6763-46E2-810E-2FF50B86273C}" srcOrd="5" destOrd="0" presId="urn:microsoft.com/office/officeart/2005/8/layout/vList2"/>
    <dgm:cxn modelId="{BE115B0A-A0D6-4193-ABD2-71ED3D3B1F2A}" type="presParOf" srcId="{DB85E021-9C03-444D-A8C3-EE913B8C7D8C}" destId="{9B1B5BE4-860C-4646-996A-17BC94B15834}"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047325-7475-4EB4-AC92-61BC24B254AC}">
      <dsp:nvSpPr>
        <dsp:cNvPr id="0" name=""/>
        <dsp:cNvSpPr/>
      </dsp:nvSpPr>
      <dsp:spPr>
        <a:xfrm>
          <a:off x="890763" y="1404800"/>
          <a:ext cx="981188" cy="98118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1C9919C-E3E3-4F5D-9C1A-B91F9438B11A}">
      <dsp:nvSpPr>
        <dsp:cNvPr id="0" name=""/>
        <dsp:cNvSpPr/>
      </dsp:nvSpPr>
      <dsp:spPr>
        <a:xfrm>
          <a:off x="291148" y="2686206"/>
          <a:ext cx="2180418"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s-NI" sz="1300" kern="1200"/>
            <a:t>¿Para qué sirven los objetivos de enseñanza aprendizaje?</a:t>
          </a:r>
          <a:endParaRPr lang="en-US" sz="1300" kern="1200"/>
        </a:p>
      </dsp:txBody>
      <dsp:txXfrm>
        <a:off x="291148" y="2686206"/>
        <a:ext cx="2180418" cy="720000"/>
      </dsp:txXfrm>
    </dsp:sp>
    <dsp:sp modelId="{9B0692F2-8E78-46CE-8065-D13957D731DD}">
      <dsp:nvSpPr>
        <dsp:cNvPr id="0" name=""/>
        <dsp:cNvSpPr/>
      </dsp:nvSpPr>
      <dsp:spPr>
        <a:xfrm>
          <a:off x="3452755" y="1404800"/>
          <a:ext cx="981188" cy="98118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D6BADD4-D69B-45E8-9EDF-453240677932}">
      <dsp:nvSpPr>
        <dsp:cNvPr id="0" name=""/>
        <dsp:cNvSpPr/>
      </dsp:nvSpPr>
      <dsp:spPr>
        <a:xfrm>
          <a:off x="2853140" y="2686206"/>
          <a:ext cx="2180418"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s-NI" sz="1300" kern="1200"/>
            <a:t>¿ Cuál es la relación entre  el perfil del egresado y los objetivos de enseñanza aprendizaje?</a:t>
          </a:r>
          <a:endParaRPr lang="en-US" sz="1300" kern="1200"/>
        </a:p>
      </dsp:txBody>
      <dsp:txXfrm>
        <a:off x="2853140" y="2686206"/>
        <a:ext cx="2180418" cy="720000"/>
      </dsp:txXfrm>
    </dsp:sp>
    <dsp:sp modelId="{D3E89BFF-6A48-4C91-B332-280806616C2E}">
      <dsp:nvSpPr>
        <dsp:cNvPr id="0" name=""/>
        <dsp:cNvSpPr/>
      </dsp:nvSpPr>
      <dsp:spPr>
        <a:xfrm>
          <a:off x="6014747" y="1404800"/>
          <a:ext cx="981188" cy="98118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04318BD-4D80-4C7C-B44F-43869E60971C}">
      <dsp:nvSpPr>
        <dsp:cNvPr id="0" name=""/>
        <dsp:cNvSpPr/>
      </dsp:nvSpPr>
      <dsp:spPr>
        <a:xfrm>
          <a:off x="5415132" y="2686206"/>
          <a:ext cx="2180418"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es-NI" sz="1300" kern="1200"/>
            <a:t>¿Cuáles son los tipos de objetivos?</a:t>
          </a:r>
          <a:endParaRPr lang="en-US" sz="1300" kern="1200"/>
        </a:p>
      </dsp:txBody>
      <dsp:txXfrm>
        <a:off x="5415132" y="2686206"/>
        <a:ext cx="2180418"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927B5D-8806-446D-9A16-4BDDC638720E}">
      <dsp:nvSpPr>
        <dsp:cNvPr id="0" name=""/>
        <dsp:cNvSpPr/>
      </dsp:nvSpPr>
      <dsp:spPr>
        <a:xfrm>
          <a:off x="0" y="55272"/>
          <a:ext cx="8489245" cy="1139203"/>
        </a:xfrm>
        <a:prstGeom prst="round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s-NI" sz="1800" kern="1200"/>
            <a:t>Proceso  mediante  el  cual, el educador    guía    al    educando    con apoyos como   pueden   ser   materiales,   textos,   instrucciones,   cuestionamientos   que     posibiliten     que     el     educando     desarrolle    un    problema.  </a:t>
          </a:r>
        </a:p>
      </dsp:txBody>
      <dsp:txXfrm>
        <a:off x="55611" y="110883"/>
        <a:ext cx="8378023" cy="1027981"/>
      </dsp:txXfrm>
    </dsp:sp>
    <dsp:sp modelId="{58091323-0B9A-4E96-90DD-DD246E7B4EB4}">
      <dsp:nvSpPr>
        <dsp:cNvPr id="0" name=""/>
        <dsp:cNvSpPr/>
      </dsp:nvSpPr>
      <dsp:spPr>
        <a:xfrm>
          <a:off x="0" y="1246316"/>
          <a:ext cx="8489245" cy="968759"/>
        </a:xfrm>
        <a:prstGeom prst="roundRect">
          <a:avLst/>
        </a:prstGeom>
        <a:gradFill rotWithShape="0">
          <a:gsLst>
            <a:gs pos="0">
              <a:schemeClr val="accent4">
                <a:hueOff val="-1116192"/>
                <a:satOff val="6725"/>
                <a:lumOff val="539"/>
                <a:alphaOff val="0"/>
                <a:tint val="50000"/>
                <a:satMod val="300000"/>
              </a:schemeClr>
            </a:gs>
            <a:gs pos="35000">
              <a:schemeClr val="accent4">
                <a:hueOff val="-1116192"/>
                <a:satOff val="6725"/>
                <a:lumOff val="539"/>
                <a:alphaOff val="0"/>
                <a:tint val="37000"/>
                <a:satMod val="300000"/>
              </a:schemeClr>
            </a:gs>
            <a:gs pos="100000">
              <a:schemeClr val="accent4">
                <a:hueOff val="-1116192"/>
                <a:satOff val="6725"/>
                <a:lumOff val="539"/>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s-NI" sz="1800" kern="1200"/>
            <a:t>Se    puede    también  entender,  como  el  conjunto  de  herramientas,   tanto   físicas   como   cognitivas   que   pueden   lograr   que   la   educación llegue a su objetivo.</a:t>
          </a:r>
        </a:p>
      </dsp:txBody>
      <dsp:txXfrm>
        <a:off x="47291" y="1293607"/>
        <a:ext cx="8394663" cy="874177"/>
      </dsp:txXfrm>
    </dsp:sp>
    <dsp:sp modelId="{0EF7967F-6F50-4380-9F7B-78F6739740CB}">
      <dsp:nvSpPr>
        <dsp:cNvPr id="0" name=""/>
        <dsp:cNvSpPr/>
      </dsp:nvSpPr>
      <dsp:spPr>
        <a:xfrm>
          <a:off x="0" y="2266916"/>
          <a:ext cx="8489245" cy="968759"/>
        </a:xfrm>
        <a:prstGeom prst="roundRect">
          <a:avLst/>
        </a:prstGeom>
        <a:gradFill rotWithShape="0">
          <a:gsLst>
            <a:gs pos="0">
              <a:schemeClr val="accent4">
                <a:hueOff val="-2232385"/>
                <a:satOff val="13449"/>
                <a:lumOff val="1078"/>
                <a:alphaOff val="0"/>
                <a:tint val="50000"/>
                <a:satMod val="300000"/>
              </a:schemeClr>
            </a:gs>
            <a:gs pos="35000">
              <a:schemeClr val="accent4">
                <a:hueOff val="-2232385"/>
                <a:satOff val="13449"/>
                <a:lumOff val="1078"/>
                <a:alphaOff val="0"/>
                <a:tint val="37000"/>
                <a:satMod val="300000"/>
              </a:schemeClr>
            </a:gs>
            <a:gs pos="100000">
              <a:schemeClr val="accent4">
                <a:hueOff val="-2232385"/>
                <a:satOff val="13449"/>
                <a:lumOff val="107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s-NI" sz="1800" kern="1200" dirty="0"/>
            <a:t>Para  que  exista  una  mediación  pedagógica  es  necesario  primero  conocer  el  proceso  de  enseñanza  aprendizaje</a:t>
          </a:r>
        </a:p>
      </dsp:txBody>
      <dsp:txXfrm>
        <a:off x="47291" y="2314207"/>
        <a:ext cx="8394663" cy="874177"/>
      </dsp:txXfrm>
    </dsp:sp>
    <dsp:sp modelId="{21691853-9C60-4032-BA3D-66C480CAA2A7}">
      <dsp:nvSpPr>
        <dsp:cNvPr id="0" name=""/>
        <dsp:cNvSpPr/>
      </dsp:nvSpPr>
      <dsp:spPr>
        <a:xfrm>
          <a:off x="0" y="3287516"/>
          <a:ext cx="8489245" cy="968759"/>
        </a:xfrm>
        <a:prstGeom prst="roundRect">
          <a:avLst/>
        </a:prstGeom>
        <a:gradFill rotWithShape="0">
          <a:gsLst>
            <a:gs pos="0">
              <a:schemeClr val="accent4">
                <a:hueOff val="-3348577"/>
                <a:satOff val="20174"/>
                <a:lumOff val="1617"/>
                <a:alphaOff val="0"/>
                <a:tint val="50000"/>
                <a:satMod val="300000"/>
              </a:schemeClr>
            </a:gs>
            <a:gs pos="35000">
              <a:schemeClr val="accent4">
                <a:hueOff val="-3348577"/>
                <a:satOff val="20174"/>
                <a:lumOff val="1617"/>
                <a:alphaOff val="0"/>
                <a:tint val="37000"/>
                <a:satMod val="300000"/>
              </a:schemeClr>
            </a:gs>
            <a:gs pos="100000">
              <a:schemeClr val="accent4">
                <a:hueOff val="-3348577"/>
                <a:satOff val="20174"/>
                <a:lumOff val="1617"/>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s-NI" sz="1800" kern="1200"/>
            <a:t>Proporciona al educador el medio ideal para dirigir una actividad,  esto  es  que  los  educandos  logren  los  objetivos  que  se  hayan  establecido.</a:t>
          </a:r>
        </a:p>
      </dsp:txBody>
      <dsp:txXfrm>
        <a:off x="47291" y="3334807"/>
        <a:ext cx="8394663" cy="874177"/>
      </dsp:txXfrm>
    </dsp:sp>
    <dsp:sp modelId="{383E196A-B00E-4769-A623-E64F103BE139}">
      <dsp:nvSpPr>
        <dsp:cNvPr id="0" name=""/>
        <dsp:cNvSpPr/>
      </dsp:nvSpPr>
      <dsp:spPr>
        <a:xfrm>
          <a:off x="0" y="4308116"/>
          <a:ext cx="8489245" cy="968759"/>
        </a:xfrm>
        <a:prstGeom prst="roundRect">
          <a:avLst/>
        </a:prstGeom>
        <a:gradFill rotWithShape="0">
          <a:gsLst>
            <a:gs pos="0">
              <a:schemeClr val="accent4">
                <a:hueOff val="-4464770"/>
                <a:satOff val="26899"/>
                <a:lumOff val="2156"/>
                <a:alphaOff val="0"/>
                <a:tint val="50000"/>
                <a:satMod val="300000"/>
              </a:schemeClr>
            </a:gs>
            <a:gs pos="35000">
              <a:schemeClr val="accent4">
                <a:hueOff val="-4464770"/>
                <a:satOff val="26899"/>
                <a:lumOff val="2156"/>
                <a:alphaOff val="0"/>
                <a:tint val="37000"/>
                <a:satMod val="300000"/>
              </a:schemeClr>
            </a:gs>
            <a:gs pos="100000">
              <a:schemeClr val="accent4">
                <a:hueOff val="-4464770"/>
                <a:satOff val="26899"/>
                <a:lumOff val="2156"/>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s-NI" sz="1800" kern="1200"/>
            <a:t>La mediación pedagógica en  el  proceso  de  enseñanza-aprendizaje  promueve  el acompañamiento del educando de tal manera que, por  medio  de  materiales  éste pueda potencializar sus capacidades.</a:t>
          </a:r>
        </a:p>
      </dsp:txBody>
      <dsp:txXfrm>
        <a:off x="47291" y="4355407"/>
        <a:ext cx="8394663" cy="87417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B12DFF-DE19-421A-B8C1-4CB3C088A940}">
      <dsp:nvSpPr>
        <dsp:cNvPr id="0" name=""/>
        <dsp:cNvSpPr/>
      </dsp:nvSpPr>
      <dsp:spPr>
        <a:xfrm>
          <a:off x="1540" y="173968"/>
          <a:ext cx="3284841" cy="4003400"/>
        </a:xfrm>
        <a:prstGeom prst="roundRect">
          <a:avLst>
            <a:gd name="adj" fmla="val 10000"/>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NI" sz="1800" kern="1200"/>
            <a:t>Las instrucciones que incluimos en las guías didácticas o unidades didácticas.</a:t>
          </a:r>
        </a:p>
      </dsp:txBody>
      <dsp:txXfrm>
        <a:off x="97750" y="270178"/>
        <a:ext cx="3092421" cy="3810980"/>
      </dsp:txXfrm>
    </dsp:sp>
    <dsp:sp modelId="{DE9D3801-ED42-40AD-9CA4-313176FDC467}">
      <dsp:nvSpPr>
        <dsp:cNvPr id="0" name=""/>
        <dsp:cNvSpPr/>
      </dsp:nvSpPr>
      <dsp:spPr>
        <a:xfrm>
          <a:off x="3614865" y="1768348"/>
          <a:ext cx="696386" cy="814640"/>
        </a:xfrm>
        <a:prstGeom prst="rightArrow">
          <a:avLst>
            <a:gd name="adj1" fmla="val 60000"/>
            <a:gd name="adj2" fmla="val 50000"/>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s-NI" sz="1400" kern="1200"/>
        </a:p>
      </dsp:txBody>
      <dsp:txXfrm>
        <a:off x="3614865" y="1931276"/>
        <a:ext cx="487470" cy="488784"/>
      </dsp:txXfrm>
    </dsp:sp>
    <dsp:sp modelId="{86FF4E19-5393-414C-8475-337296724CE5}">
      <dsp:nvSpPr>
        <dsp:cNvPr id="0" name=""/>
        <dsp:cNvSpPr/>
      </dsp:nvSpPr>
      <dsp:spPr>
        <a:xfrm>
          <a:off x="4600318" y="173968"/>
          <a:ext cx="3284841" cy="4003400"/>
        </a:xfrm>
        <a:prstGeom prst="roundRect">
          <a:avLst>
            <a:gd name="adj" fmla="val 10000"/>
          </a:avLst>
        </a:prstGeom>
        <a:gradFill rotWithShape="0">
          <a:gsLst>
            <a:gs pos="0">
              <a:schemeClr val="accent2">
                <a:hueOff val="4681519"/>
                <a:satOff val="-5839"/>
                <a:lumOff val="1373"/>
                <a:alphaOff val="0"/>
                <a:tint val="50000"/>
                <a:satMod val="300000"/>
              </a:schemeClr>
            </a:gs>
            <a:gs pos="35000">
              <a:schemeClr val="accent2">
                <a:hueOff val="4681519"/>
                <a:satOff val="-5839"/>
                <a:lumOff val="1373"/>
                <a:alphaOff val="0"/>
                <a:tint val="37000"/>
                <a:satMod val="300000"/>
              </a:schemeClr>
            </a:gs>
            <a:gs pos="100000">
              <a:schemeClr val="accent2">
                <a:hueOff val="4681519"/>
                <a:satOff val="-5839"/>
                <a:lumOff val="1373"/>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NI" sz="1800" kern="1200"/>
            <a:t>Es por ello que es necesario tomarnos el tiempo suficiente para elaborar una guía de instrucciones de acuerdo a la estrategia, técnica y actividades didácticas, de manera que el educando, paso a paso pueda llegar al conocimiento planificado o deseado  según los objetivos educativos establecidos en el programa de asignatura y que a su vez, se han derivado del perfil profesional de cada carrera</a:t>
          </a:r>
        </a:p>
      </dsp:txBody>
      <dsp:txXfrm>
        <a:off x="4696528" y="270178"/>
        <a:ext cx="3092421" cy="381098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9AFF60-F577-49BC-BD86-377F39878BA3}">
      <dsp:nvSpPr>
        <dsp:cNvPr id="0" name=""/>
        <dsp:cNvSpPr/>
      </dsp:nvSpPr>
      <dsp:spPr>
        <a:xfrm>
          <a:off x="0" y="112084"/>
          <a:ext cx="8342489" cy="1161316"/>
        </a:xfrm>
        <a:prstGeom prst="round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s-NI" sz="1400" kern="1200"/>
            <a:t>Casi todas las técnicas pueden asumir el papel  de estrategias, al igual que algunas estrategias pueden ser utilizadas como técnicas. Esto depende de la intención que se tenga en el trabajo del curso.</a:t>
          </a:r>
        </a:p>
      </dsp:txBody>
      <dsp:txXfrm>
        <a:off x="56691" y="168775"/>
        <a:ext cx="8229107" cy="1047934"/>
      </dsp:txXfrm>
    </dsp:sp>
    <dsp:sp modelId="{C7952B55-5B2B-42A8-A6FB-45BC02184D69}">
      <dsp:nvSpPr>
        <dsp:cNvPr id="0" name=""/>
        <dsp:cNvSpPr/>
      </dsp:nvSpPr>
      <dsp:spPr>
        <a:xfrm>
          <a:off x="0" y="1313721"/>
          <a:ext cx="8342489" cy="1161316"/>
        </a:xfrm>
        <a:prstGeom prst="roundRect">
          <a:avLst/>
        </a:prstGeom>
        <a:gradFill rotWithShape="0">
          <a:gsLst>
            <a:gs pos="0">
              <a:schemeClr val="accent5">
                <a:hueOff val="-3311292"/>
                <a:satOff val="13270"/>
                <a:lumOff val="2876"/>
                <a:alphaOff val="0"/>
                <a:tint val="50000"/>
                <a:satMod val="300000"/>
              </a:schemeClr>
            </a:gs>
            <a:gs pos="35000">
              <a:schemeClr val="accent5">
                <a:hueOff val="-3311292"/>
                <a:satOff val="13270"/>
                <a:lumOff val="2876"/>
                <a:alphaOff val="0"/>
                <a:tint val="37000"/>
                <a:satMod val="300000"/>
              </a:schemeClr>
            </a:gs>
            <a:gs pos="100000">
              <a:schemeClr val="accent5">
                <a:hueOff val="-3311292"/>
                <a:satOff val="13270"/>
                <a:lumOff val="2876"/>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s-NI" sz="1400" kern="1200" dirty="0"/>
            <a:t>Cuando </a:t>
          </a:r>
          <a:r>
            <a:rPr lang="es-NI" sz="1400" kern="1200" dirty="0">
              <a:solidFill>
                <a:srgbClr val="FF0000"/>
              </a:solidFill>
            </a:rPr>
            <a:t>el profesor define las habilidades, actitudes y valores </a:t>
          </a:r>
          <a:r>
            <a:rPr lang="es-NI" sz="1400" kern="1200" dirty="0"/>
            <a:t>que se desarrollarán en la asignatura o curso que imparte, además de incorporarlas como objetivos de aprendizaje, deberá seleccionar o diseñar estrategias y técnicas para facilitar la labor de aprendizaje del estudiante y evaluar su logro.</a:t>
          </a:r>
        </a:p>
      </dsp:txBody>
      <dsp:txXfrm>
        <a:off x="56691" y="1370412"/>
        <a:ext cx="8229107" cy="1047934"/>
      </dsp:txXfrm>
    </dsp:sp>
    <dsp:sp modelId="{35F5A50A-9B76-4F82-A9FE-9FFF130801A3}">
      <dsp:nvSpPr>
        <dsp:cNvPr id="0" name=""/>
        <dsp:cNvSpPr/>
      </dsp:nvSpPr>
      <dsp:spPr>
        <a:xfrm>
          <a:off x="0" y="2515357"/>
          <a:ext cx="8342489" cy="1161316"/>
        </a:xfrm>
        <a:prstGeom prst="roundRect">
          <a:avLst/>
        </a:prstGeom>
        <a:gradFill rotWithShape="0">
          <a:gsLst>
            <a:gs pos="0">
              <a:schemeClr val="accent5">
                <a:hueOff val="-6622584"/>
                <a:satOff val="26541"/>
                <a:lumOff val="5752"/>
                <a:alphaOff val="0"/>
                <a:tint val="50000"/>
                <a:satMod val="300000"/>
              </a:schemeClr>
            </a:gs>
            <a:gs pos="35000">
              <a:schemeClr val="accent5">
                <a:hueOff val="-6622584"/>
                <a:satOff val="26541"/>
                <a:lumOff val="5752"/>
                <a:alphaOff val="0"/>
                <a:tint val="37000"/>
                <a:satMod val="300000"/>
              </a:schemeClr>
            </a:gs>
            <a:gs pos="100000">
              <a:schemeClr val="accent5">
                <a:hueOff val="-6622584"/>
                <a:satOff val="26541"/>
                <a:lumOff val="5752"/>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s-NI" sz="1400" kern="1200" dirty="0">
              <a:solidFill>
                <a:srgbClr val="FF0000"/>
              </a:solidFill>
            </a:rPr>
            <a:t>Las estrategias y técnicas seleccionadas por  los docentes  deben propiciar en los estudiantes el autoaprendizaje</a:t>
          </a:r>
          <a:r>
            <a:rPr lang="es-NI" sz="1400" kern="1200" dirty="0"/>
            <a:t>. En la medida en que se estimula en ellos la participación en el proceso mediante el cual se obtiene el conocimiento, esto es cuando se promueve que investiguen por cuenta propia, que analicen la información que han obtenido, estudien como un conocimiento se relaciona con otro, sugieran conclusiones etc.</a:t>
          </a:r>
        </a:p>
      </dsp:txBody>
      <dsp:txXfrm>
        <a:off x="56691" y="2572048"/>
        <a:ext cx="8229107" cy="1047934"/>
      </dsp:txXfrm>
    </dsp:sp>
    <dsp:sp modelId="{9B1B5BE4-860C-4646-996A-17BC94B15834}">
      <dsp:nvSpPr>
        <dsp:cNvPr id="0" name=""/>
        <dsp:cNvSpPr/>
      </dsp:nvSpPr>
      <dsp:spPr>
        <a:xfrm>
          <a:off x="0" y="3716993"/>
          <a:ext cx="8342489" cy="1161316"/>
        </a:xfrm>
        <a:prstGeom prst="roundRect">
          <a:avLst/>
        </a:prstGeom>
        <a:gradFill rotWithShape="0">
          <a:gsLst>
            <a:gs pos="0">
              <a:schemeClr val="accent5">
                <a:hueOff val="-9933876"/>
                <a:satOff val="39811"/>
                <a:lumOff val="8628"/>
                <a:alphaOff val="0"/>
                <a:tint val="50000"/>
                <a:satMod val="300000"/>
              </a:schemeClr>
            </a:gs>
            <a:gs pos="35000">
              <a:schemeClr val="accent5">
                <a:hueOff val="-9933876"/>
                <a:satOff val="39811"/>
                <a:lumOff val="8628"/>
                <a:alphaOff val="0"/>
                <a:tint val="37000"/>
                <a:satMod val="300000"/>
              </a:schemeClr>
            </a:gs>
            <a:gs pos="100000">
              <a:schemeClr val="accent5">
                <a:hueOff val="-9933876"/>
                <a:satOff val="39811"/>
                <a:lumOff val="862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s-NI" sz="1400" kern="1200" dirty="0"/>
            <a:t>Parte de las responsabilidades de los profesores </a:t>
          </a:r>
          <a:r>
            <a:rPr lang="es-NI" sz="1400" kern="1200" dirty="0">
              <a:solidFill>
                <a:srgbClr val="FF0000"/>
              </a:solidFill>
            </a:rPr>
            <a:t>es proporcionar a los estudiantes oportunidades, tanto de aprendizaje como de aprendizaje colaborativo,</a:t>
          </a:r>
          <a:r>
            <a:rPr lang="es-NI" sz="1400" kern="1200" dirty="0"/>
            <a:t> seleccionando para ello las estrategias y técnicas mas apropiadas de acuerdo con la materia del curso.</a:t>
          </a:r>
        </a:p>
      </dsp:txBody>
      <dsp:txXfrm>
        <a:off x="56691" y="3773684"/>
        <a:ext cx="8229107" cy="1047934"/>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NI"/>
          </a:p>
        </p:txBody>
      </p:sp>
      <p:sp>
        <p:nvSpPr>
          <p:cNvPr id="3" name="2 Marcador de fecha"/>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F32CD52-1CDA-4F59-BA4C-EF1A4887F9D2}" type="datetimeFigureOut">
              <a:rPr lang="es-NI" smtClean="0"/>
              <a:pPr/>
              <a:t>29/10/2019</a:t>
            </a:fld>
            <a:endParaRPr lang="es-NI"/>
          </a:p>
        </p:txBody>
      </p:sp>
      <p:sp>
        <p:nvSpPr>
          <p:cNvPr id="4" name="3 Marcador de pie de página"/>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s-NI"/>
          </a:p>
        </p:txBody>
      </p:sp>
      <p:sp>
        <p:nvSpPr>
          <p:cNvPr id="5" name="4 Marcador de número de diapositiva"/>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A6B0DD4-0740-43CE-BA22-100E81CBB81E}" type="slidenum">
              <a:rPr lang="es-NI" smtClean="0"/>
              <a:pPr/>
              <a:t>‹Nº›</a:t>
            </a:fld>
            <a:endParaRPr lang="es-NI"/>
          </a:p>
        </p:txBody>
      </p:sp>
    </p:spTree>
    <p:extLst>
      <p:ext uri="{BB962C8B-B14F-4D97-AF65-F5344CB8AC3E}">
        <p14:creationId xmlns:p14="http://schemas.microsoft.com/office/powerpoint/2010/main" val="33607357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NI"/>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E0C43C8-95B6-4B79-9968-62C7C82CEC40}" type="datetimeFigureOut">
              <a:rPr lang="es-NI" smtClean="0"/>
              <a:pPr/>
              <a:t>29/10/2019</a:t>
            </a:fld>
            <a:endParaRPr lang="es-NI"/>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NI"/>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NI"/>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7A41852-7E99-423A-BB61-BB103ADF4236}" type="slidenum">
              <a:rPr lang="es-NI" smtClean="0"/>
              <a:pPr/>
              <a:t>‹Nº›</a:t>
            </a:fld>
            <a:endParaRPr lang="es-NI"/>
          </a:p>
        </p:txBody>
      </p:sp>
    </p:spTree>
    <p:extLst>
      <p:ext uri="{BB962C8B-B14F-4D97-AF65-F5344CB8AC3E}">
        <p14:creationId xmlns:p14="http://schemas.microsoft.com/office/powerpoint/2010/main" val="7315005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2" name="11 Marcador de texto"/>
          <p:cNvSpPr>
            <a:spLocks noGrp="1"/>
          </p:cNvSpPr>
          <p:nvPr>
            <p:ph type="body" sz="quarter" idx="10" hasCustomPrompt="1"/>
          </p:nvPr>
        </p:nvSpPr>
        <p:spPr>
          <a:xfrm>
            <a:off x="3916508" y="1265657"/>
            <a:ext cx="3351067" cy="979068"/>
          </a:xfrm>
          <a:prstGeom prst="rect">
            <a:avLst/>
          </a:prstGeom>
        </p:spPr>
        <p:txBody>
          <a:bodyPr anchor="ctr"/>
          <a:lstStyle>
            <a:lvl1pPr marL="0" indent="0" algn="l">
              <a:buFontTx/>
              <a:buNone/>
              <a:defRPr baseline="0">
                <a:latin typeface="EleganTech™" pitchFamily="2" charset="0"/>
              </a:defRPr>
            </a:lvl1pPr>
          </a:lstStyle>
          <a:p>
            <a:pPr lvl="0"/>
            <a:r>
              <a:rPr lang="es-NI" dirty="0"/>
              <a:t>Notas adicionales pueden aparecer aquí en caso de ser necesarias</a:t>
            </a:r>
          </a:p>
        </p:txBody>
      </p:sp>
      <p:sp>
        <p:nvSpPr>
          <p:cNvPr id="14" name="13 Marcador de texto"/>
          <p:cNvSpPr>
            <a:spLocks noGrp="1"/>
          </p:cNvSpPr>
          <p:nvPr>
            <p:ph type="body" sz="quarter" idx="11" hasCustomPrompt="1"/>
          </p:nvPr>
        </p:nvSpPr>
        <p:spPr>
          <a:xfrm>
            <a:off x="204788" y="1033882"/>
            <a:ext cx="3525837" cy="1238250"/>
          </a:xfrm>
          <a:prstGeom prst="rect">
            <a:avLst/>
          </a:prstGeom>
        </p:spPr>
        <p:txBody>
          <a:bodyPr/>
          <a:lstStyle>
            <a:lvl1pPr marL="342900" marR="0" indent="-342900" algn="l" defTabSz="457200" rtl="0" eaLnBrk="0" fontAlgn="base" latinLnBrk="0" hangingPunct="0">
              <a:lnSpc>
                <a:spcPct val="100000"/>
              </a:lnSpc>
              <a:spcBef>
                <a:spcPct val="20000"/>
              </a:spcBef>
              <a:spcAft>
                <a:spcPct val="0"/>
              </a:spcAft>
              <a:buClr>
                <a:srgbClr val="FF0000"/>
              </a:buClr>
              <a:buSzTx/>
              <a:buFont typeface="Calibri" pitchFamily="34" charset="0"/>
              <a:buNone/>
              <a:tabLst/>
              <a:defRPr sz="6600">
                <a:solidFill>
                  <a:srgbClr val="FF0000"/>
                </a:solidFill>
                <a:latin typeface="EleganTech™" pitchFamily="2" charset="0"/>
              </a:defRPr>
            </a:lvl1pPr>
          </a:lstStyle>
          <a:p>
            <a:pPr marL="342900" marR="0" lvl="0" indent="-342900" algn="l" defTabSz="457200" rtl="0" eaLnBrk="0" fontAlgn="base" latinLnBrk="0" hangingPunct="0">
              <a:lnSpc>
                <a:spcPct val="100000"/>
              </a:lnSpc>
              <a:spcBef>
                <a:spcPct val="20000"/>
              </a:spcBef>
              <a:spcAft>
                <a:spcPct val="0"/>
              </a:spcAft>
              <a:buClr>
                <a:srgbClr val="FF0000"/>
              </a:buClr>
              <a:buSzTx/>
              <a:buFont typeface="Calibri" pitchFamily="34" charset="0"/>
              <a:buNone/>
              <a:tabLst/>
              <a:defRPr/>
            </a:pPr>
            <a:r>
              <a:rPr lang="is-IS" sz="6600" dirty="0">
                <a:solidFill>
                  <a:srgbClr val="FF0000"/>
                </a:solidFill>
                <a:latin typeface="EleganTech™" pitchFamily="2" charset="0"/>
                <a:ea typeface="ＭＳ Ｐゴシック" charset="-128"/>
              </a:rPr>
              <a:t>Índice</a:t>
            </a:r>
            <a:endParaRPr lang="en-US" sz="6600" dirty="0">
              <a:solidFill>
                <a:srgbClr val="FF0000"/>
              </a:solidFill>
              <a:latin typeface="EleganTech™" pitchFamily="2" charset="0"/>
              <a:ea typeface="ＭＳ Ｐゴシック" charset="-128"/>
            </a:endParaRPr>
          </a:p>
          <a:p>
            <a:pPr lvl="0"/>
            <a:endParaRPr lang="es-NI" dirty="0"/>
          </a:p>
        </p:txBody>
      </p:sp>
      <p:sp>
        <p:nvSpPr>
          <p:cNvPr id="7" name="6 Marcador de texto"/>
          <p:cNvSpPr>
            <a:spLocks noGrp="1"/>
          </p:cNvSpPr>
          <p:nvPr>
            <p:ph type="body" sz="quarter" idx="12" hasCustomPrompt="1"/>
          </p:nvPr>
        </p:nvSpPr>
        <p:spPr>
          <a:xfrm>
            <a:off x="204788" y="3962400"/>
            <a:ext cx="3233737" cy="2403475"/>
          </a:xfrm>
          <a:prstGeom prst="rect">
            <a:avLst/>
          </a:prstGeom>
        </p:spPr>
        <p:txBody>
          <a:bodyPr/>
          <a:lstStyle>
            <a:lvl1pPr>
              <a:defRPr baseline="0">
                <a:solidFill>
                  <a:schemeClr val="tx1">
                    <a:lumMod val="85000"/>
                    <a:lumOff val="15000"/>
                  </a:schemeClr>
                </a:solidFill>
                <a:latin typeface="EleganTech™" pitchFamily="2" charset="0"/>
              </a:defRPr>
            </a:lvl1pPr>
            <a:lvl2pPr>
              <a:buFont typeface="Arial" pitchFamily="34" charset="0"/>
              <a:buChar char="•"/>
              <a:defRPr sz="1200" baseline="0">
                <a:solidFill>
                  <a:schemeClr val="tx1">
                    <a:lumMod val="65000"/>
                    <a:lumOff val="35000"/>
                  </a:schemeClr>
                </a:solidFill>
                <a:latin typeface="EleganTech™" pitchFamily="2" charset="0"/>
              </a:defRPr>
            </a:lvl2pPr>
          </a:lstStyle>
          <a:p>
            <a:pPr lvl="0"/>
            <a:r>
              <a:rPr lang="es-ES" dirty="0"/>
              <a:t>Nombre de la sección aquí</a:t>
            </a:r>
          </a:p>
          <a:p>
            <a:pPr lvl="0"/>
            <a:r>
              <a:rPr lang="es-ES" dirty="0"/>
              <a:t>Nombre de la sección aquí</a:t>
            </a:r>
          </a:p>
          <a:p>
            <a:pPr lvl="0"/>
            <a:r>
              <a:rPr lang="es-ES" dirty="0"/>
              <a:t>Nombre de la sección aquí</a:t>
            </a:r>
          </a:p>
          <a:p>
            <a:pPr lvl="0"/>
            <a:r>
              <a:rPr lang="es-ES" dirty="0"/>
              <a:t>Nombre de la sección aquí</a:t>
            </a:r>
          </a:p>
          <a:p>
            <a:pPr lvl="1"/>
            <a:r>
              <a:rPr lang="es-ES" dirty="0"/>
              <a:t>Nombre de la sección aquí</a:t>
            </a:r>
          </a:p>
          <a:p>
            <a:pPr lvl="1"/>
            <a:r>
              <a:rPr lang="es-ES" dirty="0"/>
              <a:t>Nombre de la sección aquí</a:t>
            </a:r>
          </a:p>
          <a:p>
            <a:pPr lvl="1"/>
            <a:r>
              <a:rPr lang="es-ES" dirty="0"/>
              <a:t>Nombre de la sección aquí</a:t>
            </a:r>
          </a:p>
        </p:txBody>
      </p:sp>
      <p:sp>
        <p:nvSpPr>
          <p:cNvPr id="8" name="6 Marcador de texto"/>
          <p:cNvSpPr>
            <a:spLocks noGrp="1"/>
          </p:cNvSpPr>
          <p:nvPr>
            <p:ph type="body" sz="quarter" idx="13" hasCustomPrompt="1"/>
          </p:nvPr>
        </p:nvSpPr>
        <p:spPr>
          <a:xfrm>
            <a:off x="3900489" y="3962400"/>
            <a:ext cx="3205162" cy="2403475"/>
          </a:xfrm>
          <a:prstGeom prst="rect">
            <a:avLst/>
          </a:prstGeom>
        </p:spPr>
        <p:txBody>
          <a:bodyPr/>
          <a:lstStyle>
            <a:lvl1pPr>
              <a:defRPr baseline="0">
                <a:solidFill>
                  <a:schemeClr val="tx1">
                    <a:lumMod val="85000"/>
                    <a:lumOff val="15000"/>
                  </a:schemeClr>
                </a:solidFill>
                <a:latin typeface="EleganTech™" pitchFamily="2" charset="0"/>
              </a:defRPr>
            </a:lvl1pPr>
            <a:lvl2pPr>
              <a:buFont typeface="Arial" pitchFamily="34" charset="0"/>
              <a:buChar char="•"/>
              <a:defRPr sz="1200" baseline="0">
                <a:solidFill>
                  <a:schemeClr val="tx1">
                    <a:lumMod val="65000"/>
                    <a:lumOff val="35000"/>
                  </a:schemeClr>
                </a:solidFill>
                <a:latin typeface="EleganTech™" pitchFamily="2" charset="0"/>
              </a:defRPr>
            </a:lvl2pPr>
          </a:lstStyle>
          <a:p>
            <a:pPr lvl="0"/>
            <a:r>
              <a:rPr lang="es-ES" dirty="0"/>
              <a:t>Nombre de la sección aquí</a:t>
            </a:r>
          </a:p>
          <a:p>
            <a:pPr lvl="0"/>
            <a:r>
              <a:rPr lang="es-ES" dirty="0"/>
              <a:t>Nombre de la sección aquí</a:t>
            </a:r>
          </a:p>
          <a:p>
            <a:pPr lvl="0"/>
            <a:r>
              <a:rPr lang="es-ES" dirty="0"/>
              <a:t>Nombre de la sección aquí</a:t>
            </a:r>
          </a:p>
          <a:p>
            <a:pPr lvl="0"/>
            <a:r>
              <a:rPr lang="es-ES" dirty="0"/>
              <a:t>Nombre de la sección aquí</a:t>
            </a:r>
          </a:p>
          <a:p>
            <a:pPr lvl="1"/>
            <a:r>
              <a:rPr lang="es-ES" dirty="0"/>
              <a:t>Nombre de la sección aquí</a:t>
            </a:r>
          </a:p>
          <a:p>
            <a:pPr lvl="1"/>
            <a:r>
              <a:rPr lang="es-ES" dirty="0"/>
              <a:t>Nombre de la sección aquí</a:t>
            </a:r>
          </a:p>
          <a:p>
            <a:pPr lvl="1"/>
            <a:r>
              <a:rPr lang="es-ES" dirty="0"/>
              <a:t>Nombre de la sección aquí</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ctrTitle" hasCustomPrompt="1"/>
          </p:nvPr>
        </p:nvSpPr>
        <p:spPr>
          <a:xfrm>
            <a:off x="370139" y="2075204"/>
            <a:ext cx="6183061" cy="2421199"/>
          </a:xfrm>
          <a:prstGeom prst="rect">
            <a:avLst/>
          </a:prstGeom>
        </p:spPr>
        <p:txBody>
          <a:bodyPr/>
          <a:lstStyle>
            <a:lvl1pPr>
              <a:lnSpc>
                <a:spcPct val="150000"/>
              </a:lnSpc>
              <a:defRPr sz="3200" baseline="0">
                <a:solidFill>
                  <a:schemeClr val="tx1">
                    <a:lumMod val="65000"/>
                    <a:lumOff val="35000"/>
                  </a:schemeClr>
                </a:solidFill>
                <a:latin typeface="EleganTech™" pitchFamily="2" charset="0"/>
              </a:defRPr>
            </a:lvl1pPr>
          </a:lstStyle>
          <a:p>
            <a:r>
              <a:rPr lang="es-ES" dirty="0"/>
              <a:t>Frases o pensamientos</a:t>
            </a:r>
            <a:endParaRPr lang="en-US" dirty="0"/>
          </a:p>
        </p:txBody>
      </p:sp>
      <p:sp>
        <p:nvSpPr>
          <p:cNvPr id="6" name="5 Marcador de texto"/>
          <p:cNvSpPr>
            <a:spLocks noGrp="1"/>
          </p:cNvSpPr>
          <p:nvPr>
            <p:ph type="body" sz="quarter" idx="10" hasCustomPrompt="1"/>
          </p:nvPr>
        </p:nvSpPr>
        <p:spPr>
          <a:xfrm>
            <a:off x="369889" y="4495800"/>
            <a:ext cx="3306762" cy="466725"/>
          </a:xfrm>
          <a:prstGeom prst="rect">
            <a:avLst/>
          </a:prstGeom>
        </p:spPr>
        <p:txBody>
          <a:bodyPr/>
          <a:lstStyle>
            <a:lvl1pPr>
              <a:buNone/>
              <a:defRPr baseline="0">
                <a:solidFill>
                  <a:srgbClr val="FF0000"/>
                </a:solidFill>
                <a:latin typeface="EleganTech™" pitchFamily="2" charset="0"/>
              </a:defRPr>
            </a:lvl1pPr>
          </a:lstStyle>
          <a:p>
            <a:pPr lvl="0"/>
            <a:r>
              <a:rPr lang="es-NI" dirty="0"/>
              <a:t>Nombre de la fuente aquí</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Title 1"/>
          <p:cNvSpPr>
            <a:spLocks noGrp="1"/>
          </p:cNvSpPr>
          <p:nvPr>
            <p:ph type="ctrTitle" hasCustomPrompt="1"/>
          </p:nvPr>
        </p:nvSpPr>
        <p:spPr>
          <a:xfrm>
            <a:off x="370139" y="1297876"/>
            <a:ext cx="6278311" cy="886657"/>
          </a:xfrm>
          <a:prstGeom prst="rect">
            <a:avLst/>
          </a:prstGeom>
        </p:spPr>
        <p:txBody>
          <a:bodyPr/>
          <a:lstStyle>
            <a:lvl1pPr>
              <a:lnSpc>
                <a:spcPct val="150000"/>
              </a:lnSpc>
              <a:defRPr sz="3200" baseline="0">
                <a:solidFill>
                  <a:srgbClr val="FF0000"/>
                </a:solidFill>
                <a:latin typeface="EleganTech™" pitchFamily="2" charset="0"/>
              </a:defRPr>
            </a:lvl1pPr>
          </a:lstStyle>
          <a:p>
            <a:r>
              <a:rPr lang="es-ES" dirty="0"/>
              <a:t>Titulo de presentación</a:t>
            </a:r>
            <a:endParaRPr lang="en-US" dirty="0"/>
          </a:p>
        </p:txBody>
      </p:sp>
      <p:sp>
        <p:nvSpPr>
          <p:cNvPr id="5" name="4 Marcador de texto"/>
          <p:cNvSpPr>
            <a:spLocks noGrp="1"/>
          </p:cNvSpPr>
          <p:nvPr>
            <p:ph type="body" sz="quarter" idx="10" hasCustomPrompt="1"/>
          </p:nvPr>
        </p:nvSpPr>
        <p:spPr>
          <a:xfrm>
            <a:off x="369888" y="2184400"/>
            <a:ext cx="5516562" cy="758825"/>
          </a:xfrm>
          <a:prstGeom prst="rect">
            <a:avLst/>
          </a:prstGeom>
        </p:spPr>
        <p:txBody>
          <a:bodyPr/>
          <a:lstStyle>
            <a:lvl1pPr>
              <a:buNone/>
              <a:defRPr baseline="0">
                <a:solidFill>
                  <a:schemeClr val="tx1">
                    <a:lumMod val="65000"/>
                    <a:lumOff val="35000"/>
                  </a:schemeClr>
                </a:solidFill>
                <a:latin typeface="EleganTech™" pitchFamily="2" charset="0"/>
              </a:defRPr>
            </a:lvl1pPr>
          </a:lstStyle>
          <a:p>
            <a:pPr lvl="0"/>
            <a:r>
              <a:rPr lang="es-NI" dirty="0"/>
              <a:t>Sub-titulo si se necesita</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ctrTitle" hasCustomPrompt="1"/>
          </p:nvPr>
        </p:nvSpPr>
        <p:spPr>
          <a:xfrm>
            <a:off x="370139" y="495702"/>
            <a:ext cx="6752598" cy="1604350"/>
          </a:xfrm>
          <a:prstGeom prst="rect">
            <a:avLst/>
          </a:prstGeom>
        </p:spPr>
        <p:txBody>
          <a:bodyPr/>
          <a:lstStyle>
            <a:lvl1pPr>
              <a:lnSpc>
                <a:spcPct val="150000"/>
              </a:lnSpc>
              <a:defRPr sz="2800" baseline="0">
                <a:solidFill>
                  <a:srgbClr val="FF0000"/>
                </a:solidFill>
                <a:latin typeface="EleganTech™" pitchFamily="2" charset="0"/>
              </a:defRPr>
            </a:lvl1pPr>
          </a:lstStyle>
          <a:p>
            <a:r>
              <a:rPr lang="es-ES" dirty="0"/>
              <a:t>Titular separador</a:t>
            </a:r>
            <a:endParaRPr lang="en-US" dirty="0"/>
          </a:p>
        </p:txBody>
      </p:sp>
      <p:sp>
        <p:nvSpPr>
          <p:cNvPr id="6" name="5 Marcador de texto"/>
          <p:cNvSpPr>
            <a:spLocks noGrp="1"/>
          </p:cNvSpPr>
          <p:nvPr>
            <p:ph type="body" sz="quarter" idx="10" hasCustomPrompt="1"/>
          </p:nvPr>
        </p:nvSpPr>
        <p:spPr>
          <a:xfrm>
            <a:off x="369888" y="2100263"/>
            <a:ext cx="6469062" cy="771525"/>
          </a:xfrm>
          <a:prstGeom prst="rect">
            <a:avLst/>
          </a:prstGeom>
        </p:spPr>
        <p:txBody>
          <a:bodyPr/>
          <a:lstStyle>
            <a:lvl1pPr>
              <a:buNone/>
              <a:defRPr sz="1600" baseline="0">
                <a:latin typeface="EleganTech™" pitchFamily="2" charset="0"/>
              </a:defRPr>
            </a:lvl1pPr>
          </a:lstStyle>
          <a:p>
            <a:pPr lvl="0"/>
            <a:r>
              <a:rPr lang="es-NI" dirty="0"/>
              <a:t>Sub-titulo deberán ser en este color</a:t>
            </a:r>
          </a:p>
        </p:txBody>
      </p:sp>
      <p:sp>
        <p:nvSpPr>
          <p:cNvPr id="7" name="6 Marcador de texto"/>
          <p:cNvSpPr>
            <a:spLocks noGrp="1"/>
          </p:cNvSpPr>
          <p:nvPr>
            <p:ph type="body" sz="quarter" idx="11" hasCustomPrompt="1"/>
          </p:nvPr>
        </p:nvSpPr>
        <p:spPr>
          <a:xfrm>
            <a:off x="369888" y="2871788"/>
            <a:ext cx="6469062" cy="3024187"/>
          </a:xfrm>
          <a:prstGeom prst="rect">
            <a:avLst/>
          </a:prstGeom>
        </p:spPr>
        <p:txBody>
          <a:bodyPr/>
          <a:lstStyle>
            <a:lvl1pPr marL="0" indent="0">
              <a:lnSpc>
                <a:spcPct val="150000"/>
              </a:lnSpc>
              <a:buNone/>
              <a:defRPr lang="es-NI" sz="1300" smtClean="0">
                <a:solidFill>
                  <a:schemeClr val="tx1">
                    <a:lumMod val="65000"/>
                    <a:lumOff val="35000"/>
                  </a:schemeClr>
                </a:solidFill>
                <a:latin typeface="EleganTech™" pitchFamily="2" charset="0"/>
                <a:ea typeface="ＭＳ Ｐゴシック" charset="-128"/>
              </a:defRPr>
            </a:lvl1pPr>
            <a:lvl2pPr>
              <a:buFont typeface="Arial" pitchFamily="34" charset="0"/>
              <a:buChar char="•"/>
              <a:defRPr sz="1100">
                <a:solidFill>
                  <a:srgbClr val="FF0000"/>
                </a:solidFill>
                <a:latin typeface="EleganTech™" pitchFamily="2" charset="0"/>
              </a:defRPr>
            </a:lvl2pPr>
          </a:lstStyle>
          <a:p>
            <a:pPr lvl="0"/>
            <a:r>
              <a:rPr lang="es-NI" dirty="0"/>
              <a:t>Este texto pretende mostrar la posición correcta y el tamaño del texto utilizado en esta  ubicación.</a:t>
            </a:r>
          </a:p>
          <a:p>
            <a:pPr lvl="1"/>
            <a:r>
              <a:rPr lang="es-ES" dirty="0"/>
              <a:t>Los puntos pueden aparecer aquí</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1" name="Title 1"/>
          <p:cNvSpPr>
            <a:spLocks noGrp="1"/>
          </p:cNvSpPr>
          <p:nvPr>
            <p:ph type="ctrTitle" hasCustomPrompt="1"/>
          </p:nvPr>
        </p:nvSpPr>
        <p:spPr>
          <a:xfrm>
            <a:off x="370139" y="1456901"/>
            <a:ext cx="6752598" cy="620378"/>
          </a:xfrm>
          <a:prstGeom prst="rect">
            <a:avLst/>
          </a:prstGeom>
        </p:spPr>
        <p:txBody>
          <a:bodyPr/>
          <a:lstStyle>
            <a:lvl1pPr>
              <a:lnSpc>
                <a:spcPct val="150000"/>
              </a:lnSpc>
              <a:defRPr sz="2400" baseline="0">
                <a:solidFill>
                  <a:srgbClr val="FF0000"/>
                </a:solidFill>
                <a:latin typeface="EleganTech™" pitchFamily="2" charset="0"/>
              </a:defRPr>
            </a:lvl1pPr>
          </a:lstStyle>
          <a:p>
            <a:r>
              <a:rPr lang="es-ES" dirty="0"/>
              <a:t>Titular de texto en dos columnas</a:t>
            </a:r>
            <a:endParaRPr lang="en-US" dirty="0"/>
          </a:p>
        </p:txBody>
      </p:sp>
      <p:sp>
        <p:nvSpPr>
          <p:cNvPr id="8" name="7 Marcador de texto"/>
          <p:cNvSpPr>
            <a:spLocks noGrp="1"/>
          </p:cNvSpPr>
          <p:nvPr>
            <p:ph type="body" sz="quarter" idx="10" hasCustomPrompt="1"/>
          </p:nvPr>
        </p:nvSpPr>
        <p:spPr>
          <a:xfrm>
            <a:off x="369888" y="2276475"/>
            <a:ext cx="6752849" cy="3305175"/>
          </a:xfrm>
          <a:prstGeom prst="rect">
            <a:avLst/>
          </a:prstGeom>
        </p:spPr>
        <p:txBody>
          <a:bodyPr numCol="2"/>
          <a:lstStyle>
            <a:lvl1pPr marL="0" marR="0" indent="0" algn="just" defTabSz="457200" rtl="0" eaLnBrk="0" fontAlgn="base" latinLnBrk="0" hangingPunct="0">
              <a:lnSpc>
                <a:spcPct val="150000"/>
              </a:lnSpc>
              <a:spcBef>
                <a:spcPct val="20000"/>
              </a:spcBef>
              <a:spcAft>
                <a:spcPct val="0"/>
              </a:spcAft>
              <a:buClr>
                <a:srgbClr val="FF0000"/>
              </a:buClr>
              <a:buSzTx/>
              <a:buFont typeface="Calibri" pitchFamily="34" charset="0"/>
              <a:buNone/>
              <a:tabLst/>
              <a:defRPr lang="es-NI" sz="1200" baseline="0" smtClean="0">
                <a:solidFill>
                  <a:schemeClr val="tx1">
                    <a:lumMod val="65000"/>
                    <a:lumOff val="35000"/>
                  </a:schemeClr>
                </a:solidFill>
                <a:latin typeface="EleganTech™" pitchFamily="2" charset="0"/>
                <a:ea typeface="ＭＳ Ｐゴシック" charset="-128"/>
              </a:defRPr>
            </a:lvl1pPr>
            <a:lvl2pPr marL="0" marR="0" indent="0" algn="l" defTabSz="457200" rtl="0" eaLnBrk="0" fontAlgn="base" latinLnBrk="0" hangingPunct="0">
              <a:lnSpc>
                <a:spcPct val="100000"/>
              </a:lnSpc>
              <a:spcBef>
                <a:spcPct val="20000"/>
              </a:spcBef>
              <a:spcAft>
                <a:spcPct val="0"/>
              </a:spcAft>
              <a:buClrTx/>
              <a:buSzTx/>
              <a:buFont typeface="Arial" pitchFamily="34" charset="0"/>
              <a:buNone/>
              <a:tabLst/>
              <a:defRPr sz="1200" b="1">
                <a:solidFill>
                  <a:srgbClr val="FF0000"/>
                </a:solidFill>
                <a:latin typeface="EleganTech™" pitchFamily="2" charset="0"/>
              </a:defRPr>
            </a:lvl2pPr>
          </a:lstStyle>
          <a:p>
            <a:pPr lvl="0"/>
            <a:r>
              <a:rPr lang="es-NI" dirty="0"/>
              <a:t>Este texto pretende mostrar la posición correcta y el tamaño del texto utilizado en esta  ubicación. </a:t>
            </a:r>
            <a:r>
              <a:rPr lang="es-ES" dirty="0"/>
              <a:t>El texto resaltado puede ser en </a:t>
            </a:r>
            <a:r>
              <a:rPr lang="es-ES" dirty="0" err="1"/>
              <a:t>bold</a:t>
            </a:r>
            <a:r>
              <a:rPr lang="es-ES" dirty="0"/>
              <a:t> rojo</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370139" y="1456901"/>
            <a:ext cx="6984818" cy="620378"/>
          </a:xfrm>
          <a:prstGeom prst="rect">
            <a:avLst/>
          </a:prstGeom>
        </p:spPr>
        <p:txBody>
          <a:bodyPr/>
          <a:lstStyle>
            <a:lvl1pPr>
              <a:lnSpc>
                <a:spcPct val="150000"/>
              </a:lnSpc>
              <a:defRPr sz="2250" baseline="0">
                <a:solidFill>
                  <a:srgbClr val="FF0000"/>
                </a:solidFill>
                <a:latin typeface="EleganTech™" pitchFamily="2" charset="0"/>
              </a:defRPr>
            </a:lvl1pPr>
          </a:lstStyle>
          <a:p>
            <a:r>
              <a:rPr lang="es-ES" dirty="0"/>
              <a:t>Titular bloque de texto</a:t>
            </a:r>
            <a:endParaRPr lang="en-US" dirty="0"/>
          </a:p>
        </p:txBody>
      </p:sp>
      <p:sp>
        <p:nvSpPr>
          <p:cNvPr id="5" name="4 Marcador de texto"/>
          <p:cNvSpPr>
            <a:spLocks noGrp="1"/>
          </p:cNvSpPr>
          <p:nvPr>
            <p:ph type="body" sz="quarter" idx="10" hasCustomPrompt="1"/>
          </p:nvPr>
        </p:nvSpPr>
        <p:spPr>
          <a:xfrm>
            <a:off x="369888" y="2238375"/>
            <a:ext cx="6985000" cy="4305300"/>
          </a:xfrm>
          <a:prstGeom prst="rect">
            <a:avLst/>
          </a:prstGeom>
        </p:spPr>
        <p:txBody>
          <a:bodyPr/>
          <a:lstStyle>
            <a:lvl1pPr marL="0" indent="0" algn="just">
              <a:lnSpc>
                <a:spcPct val="150000"/>
              </a:lnSpc>
              <a:buNone/>
              <a:defRPr lang="es-NI" sz="1400" smtClean="0">
                <a:solidFill>
                  <a:schemeClr val="tx1">
                    <a:lumMod val="65000"/>
                    <a:lumOff val="35000"/>
                  </a:schemeClr>
                </a:solidFill>
                <a:latin typeface="EleganTech™" pitchFamily="2" charset="0"/>
                <a:ea typeface="ＭＳ Ｐゴシック" charset="-128"/>
              </a:defRPr>
            </a:lvl1pPr>
            <a:lvl2pPr>
              <a:buFont typeface="Arial" pitchFamily="34" charset="0"/>
              <a:buChar char="•"/>
              <a:defRPr sz="1100">
                <a:solidFill>
                  <a:srgbClr val="FF0000"/>
                </a:solidFill>
                <a:latin typeface="EleganTech™" pitchFamily="2" charset="0"/>
              </a:defRPr>
            </a:lvl2pPr>
          </a:lstStyle>
          <a:p>
            <a:pPr lvl="0"/>
            <a:r>
              <a:rPr lang="es-NI" sz="1200" dirty="0">
                <a:solidFill>
                  <a:schemeClr val="tx1">
                    <a:lumMod val="65000"/>
                    <a:lumOff val="35000"/>
                  </a:schemeClr>
                </a:solidFill>
                <a:ea typeface="ＭＳ Ｐゴシック" charset="-128"/>
                <a:cs typeface="+mj-cs"/>
              </a:rPr>
              <a:t>Este texto pretende mostrar la posición correcta y el tamaño del texto utilizado en esta  ubicación. El texto resaltado puede ser en rojo. Este texto pretende mostrar la posición correcta y el tamaño del texto utilizado en esta ubicación. El texto resaltado puede ser en rojo</a:t>
            </a:r>
          </a:p>
          <a:p>
            <a:pPr lvl="1"/>
            <a:r>
              <a:rPr lang="es-ES" dirty="0"/>
              <a:t>Sub puntos pueden ser así</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Title 1"/>
          <p:cNvSpPr>
            <a:spLocks noGrp="1"/>
          </p:cNvSpPr>
          <p:nvPr>
            <p:ph type="ctrTitle" hasCustomPrompt="1"/>
          </p:nvPr>
        </p:nvSpPr>
        <p:spPr>
          <a:xfrm>
            <a:off x="370139" y="1456901"/>
            <a:ext cx="6984818" cy="620378"/>
          </a:xfrm>
          <a:prstGeom prst="rect">
            <a:avLst/>
          </a:prstGeom>
        </p:spPr>
        <p:txBody>
          <a:bodyPr/>
          <a:lstStyle>
            <a:lvl1pPr>
              <a:lnSpc>
                <a:spcPct val="150000"/>
              </a:lnSpc>
              <a:defRPr sz="2250" baseline="0">
                <a:solidFill>
                  <a:srgbClr val="FF0000"/>
                </a:solidFill>
                <a:latin typeface="EleganTech™" pitchFamily="2" charset="0"/>
              </a:defRPr>
            </a:lvl1pPr>
          </a:lstStyle>
          <a:p>
            <a:r>
              <a:rPr lang="es-ES" dirty="0"/>
              <a:t>Titular imágenes con texto</a:t>
            </a:r>
            <a:endParaRPr lang="en-US" dirty="0"/>
          </a:p>
        </p:txBody>
      </p:sp>
      <p:sp>
        <p:nvSpPr>
          <p:cNvPr id="13" name="Picture Placeholder 2"/>
          <p:cNvSpPr>
            <a:spLocks noGrp="1"/>
          </p:cNvSpPr>
          <p:nvPr>
            <p:ph type="pic" idx="1"/>
          </p:nvPr>
        </p:nvSpPr>
        <p:spPr>
          <a:xfrm>
            <a:off x="370139" y="2273926"/>
            <a:ext cx="3238692" cy="3603677"/>
          </a:xfrm>
          <a:prstGeom prst="rect">
            <a:avLst/>
          </a:prstGeom>
        </p:spPr>
        <p:txBody>
          <a:bodyPr/>
          <a:lstStyle>
            <a:lvl1pPr marL="0" indent="0">
              <a:buNone/>
              <a:defRPr sz="2400">
                <a:latin typeface="EleganTech™"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s-ES" noProof="0" dirty="0"/>
              <a:t>Haga clic en el icono para agregar una imagen</a:t>
            </a:r>
            <a:endParaRPr lang="en-US" noProof="0" dirty="0"/>
          </a:p>
        </p:txBody>
      </p:sp>
      <p:sp>
        <p:nvSpPr>
          <p:cNvPr id="14" name="Picture Placeholder 2"/>
          <p:cNvSpPr>
            <a:spLocks noGrp="1"/>
          </p:cNvSpPr>
          <p:nvPr>
            <p:ph type="pic" idx="10"/>
          </p:nvPr>
        </p:nvSpPr>
        <p:spPr>
          <a:xfrm>
            <a:off x="4116264" y="2273926"/>
            <a:ext cx="3238692" cy="3603677"/>
          </a:xfrm>
          <a:prstGeom prst="rect">
            <a:avLst/>
          </a:prstGeom>
        </p:spPr>
        <p:txBody>
          <a:bodyPr/>
          <a:lstStyle>
            <a:lvl1pPr marL="0" marR="0" indent="0" algn="l" defTabSz="457200" rtl="0" eaLnBrk="1" fontAlgn="base" latinLnBrk="0" hangingPunct="1">
              <a:lnSpc>
                <a:spcPct val="100000"/>
              </a:lnSpc>
              <a:spcBef>
                <a:spcPct val="20000"/>
              </a:spcBef>
              <a:spcAft>
                <a:spcPct val="0"/>
              </a:spcAft>
              <a:buClr>
                <a:srgbClr val="FF0000"/>
              </a:buClr>
              <a:buSzTx/>
              <a:buFont typeface="Calibri" pitchFamily="34" charset="0"/>
              <a:buNone/>
              <a:tabLst/>
              <a:defRPr sz="2400">
                <a:latin typeface="EleganTech™"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s-ES" noProof="0"/>
              <a:t>Haga clic en el icono para agregar una imagen</a:t>
            </a:r>
            <a:endParaRPr lang="en-US" noProof="0" dirty="0"/>
          </a:p>
        </p:txBody>
      </p:sp>
      <p:sp>
        <p:nvSpPr>
          <p:cNvPr id="9" name="8 Marcador de texto"/>
          <p:cNvSpPr>
            <a:spLocks noGrp="1"/>
          </p:cNvSpPr>
          <p:nvPr>
            <p:ph type="body" sz="quarter" idx="11" hasCustomPrompt="1"/>
          </p:nvPr>
        </p:nvSpPr>
        <p:spPr>
          <a:xfrm>
            <a:off x="369888" y="5876925"/>
            <a:ext cx="3238500" cy="801688"/>
          </a:xfrm>
          <a:prstGeom prst="rect">
            <a:avLst/>
          </a:prstGeom>
        </p:spPr>
        <p:txBody>
          <a:bodyPr/>
          <a:lstStyle>
            <a:lvl1pPr marL="0" indent="0" algn="just">
              <a:lnSpc>
                <a:spcPct val="150000"/>
              </a:lnSpc>
              <a:buNone/>
              <a:defRPr lang="en-US" sz="1000" smtClean="0">
                <a:solidFill>
                  <a:schemeClr val="tx1">
                    <a:lumMod val="65000"/>
                    <a:lumOff val="35000"/>
                  </a:schemeClr>
                </a:solidFill>
                <a:latin typeface="EleganTech™" pitchFamily="2" charset="0"/>
                <a:ea typeface="ＭＳ Ｐゴシック" charset="-128"/>
              </a:defRPr>
            </a:lvl1pPr>
          </a:lstStyle>
          <a:p>
            <a:pPr lvl="0"/>
            <a:r>
              <a:rPr lang="es-NI" dirty="0"/>
              <a:t>Este texto pretende mostrar la posición correcta y el tamaño del texto utilizado en esta  ubicación.</a:t>
            </a:r>
          </a:p>
        </p:txBody>
      </p:sp>
      <p:sp>
        <p:nvSpPr>
          <p:cNvPr id="10" name="8 Marcador de texto"/>
          <p:cNvSpPr>
            <a:spLocks noGrp="1"/>
          </p:cNvSpPr>
          <p:nvPr>
            <p:ph type="body" sz="quarter" idx="12" hasCustomPrompt="1"/>
          </p:nvPr>
        </p:nvSpPr>
        <p:spPr>
          <a:xfrm>
            <a:off x="4116264" y="5876925"/>
            <a:ext cx="3238500" cy="801688"/>
          </a:xfrm>
          <a:prstGeom prst="rect">
            <a:avLst/>
          </a:prstGeom>
        </p:spPr>
        <p:txBody>
          <a:bodyPr/>
          <a:lstStyle>
            <a:lvl1pPr marL="0" indent="0" algn="just">
              <a:lnSpc>
                <a:spcPct val="150000"/>
              </a:lnSpc>
              <a:buNone/>
              <a:defRPr lang="en-US" sz="1000" smtClean="0">
                <a:solidFill>
                  <a:schemeClr val="tx1">
                    <a:lumMod val="65000"/>
                    <a:lumOff val="35000"/>
                  </a:schemeClr>
                </a:solidFill>
                <a:latin typeface="EleganTech™" pitchFamily="2" charset="0"/>
                <a:ea typeface="ＭＳ Ｐゴシック" charset="-128"/>
              </a:defRPr>
            </a:lvl1pPr>
          </a:lstStyle>
          <a:p>
            <a:pPr lvl="0"/>
            <a:r>
              <a:rPr lang="es-NI" dirty="0"/>
              <a:t>Este texto pretende mostrar la posición correcta y el tamaño del texto utilizado en esta  ubicación.</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370138" y="1043608"/>
            <a:ext cx="6908549" cy="4323729"/>
          </a:xfrm>
          <a:prstGeom prst="rect">
            <a:avLst/>
          </a:prstGeom>
        </p:spPr>
        <p:txBody>
          <a:bodyPr/>
          <a:lstStyle>
            <a:lvl1pPr marL="0" indent="0">
              <a:buNone/>
              <a:defRPr sz="3200">
                <a:latin typeface="EleganTech™"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s-ES" noProof="0"/>
              <a:t>Haga clic en el icono para agregar una imagen</a:t>
            </a:r>
            <a:endParaRPr lang="en-US" noProof="0" dirty="0"/>
          </a:p>
        </p:txBody>
      </p:sp>
      <p:sp>
        <p:nvSpPr>
          <p:cNvPr id="4" name="Text Placeholder 3"/>
          <p:cNvSpPr>
            <a:spLocks noGrp="1"/>
          </p:cNvSpPr>
          <p:nvPr>
            <p:ph type="body" sz="half" idx="2" hasCustomPrompt="1"/>
          </p:nvPr>
        </p:nvSpPr>
        <p:spPr>
          <a:xfrm>
            <a:off x="370139" y="5496547"/>
            <a:ext cx="6908548" cy="1172610"/>
          </a:xfrm>
          <a:prstGeom prst="rect">
            <a:avLst/>
          </a:prstGeom>
        </p:spPr>
        <p:txBody>
          <a:bodyPr/>
          <a:lstStyle>
            <a:lvl1pPr marL="0" indent="0" algn="just">
              <a:lnSpc>
                <a:spcPts val="1800"/>
              </a:lnSpc>
              <a:buNone/>
              <a:defRPr lang="es-NI" sz="1200" smtClean="0">
                <a:solidFill>
                  <a:schemeClr val="tx1">
                    <a:lumMod val="65000"/>
                    <a:lumOff val="35000"/>
                  </a:schemeClr>
                </a:solidFill>
                <a:ea typeface="ＭＳ Ｐゴシック"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NI" dirty="0"/>
              <a:t>Este texto pretende mostrar la posición correcta y el tamaño del texto utilizado en esta  ubicación.</a:t>
            </a:r>
            <a:endParaRPr lang="es-ES" dirty="0"/>
          </a:p>
        </p:txBody>
      </p:sp>
      <p:sp>
        <p:nvSpPr>
          <p:cNvPr id="7" name="6 Marcador de texto"/>
          <p:cNvSpPr>
            <a:spLocks noGrp="1"/>
          </p:cNvSpPr>
          <p:nvPr>
            <p:ph type="body" sz="quarter" idx="10" hasCustomPrompt="1"/>
          </p:nvPr>
        </p:nvSpPr>
        <p:spPr>
          <a:xfrm>
            <a:off x="369888" y="314325"/>
            <a:ext cx="6726237" cy="609600"/>
          </a:xfrm>
          <a:prstGeom prst="rect">
            <a:avLst/>
          </a:prstGeom>
        </p:spPr>
        <p:txBody>
          <a:bodyPr/>
          <a:lstStyle>
            <a:lvl1pPr>
              <a:buNone/>
              <a:defRPr sz="2600">
                <a:solidFill>
                  <a:srgbClr val="FF0000"/>
                </a:solidFill>
                <a:latin typeface="EleganTech™" pitchFamily="2" charset="0"/>
              </a:defRPr>
            </a:lvl1pPr>
          </a:lstStyle>
          <a:p>
            <a:pPr lvl="0"/>
            <a:r>
              <a:rPr lang="es-ES" dirty="0"/>
              <a:t>Titular de Imagen</a:t>
            </a:r>
            <a:endParaRPr lang="es-NI"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pic>
        <p:nvPicPr>
          <p:cNvPr id="3" name="Picture 2"/>
          <p:cNvPicPr>
            <a:picLocks noChangeAspect="1" noChangeArrowheads="1"/>
          </p:cNvPicPr>
          <p:nvPr userDrawn="1"/>
        </p:nvPicPr>
        <p:blipFill>
          <a:blip r:embed="rId2"/>
          <a:srcRect/>
          <a:stretch>
            <a:fillRect/>
          </a:stretch>
        </p:blipFill>
        <p:spPr bwMode="auto">
          <a:xfrm>
            <a:off x="7385050" y="0"/>
            <a:ext cx="46038" cy="6858000"/>
          </a:xfrm>
          <a:prstGeom prst="rect">
            <a:avLst/>
          </a:prstGeom>
          <a:noFill/>
          <a:ln w="9525">
            <a:noFill/>
            <a:miter lim="800000"/>
            <a:headEnd/>
            <a:tailEnd/>
          </a:ln>
        </p:spPr>
      </p:pic>
      <p:sp>
        <p:nvSpPr>
          <p:cNvPr id="4" name="Title 1"/>
          <p:cNvSpPr txBox="1">
            <a:spLocks/>
          </p:cNvSpPr>
          <p:nvPr userDrawn="1"/>
        </p:nvSpPr>
        <p:spPr>
          <a:xfrm>
            <a:off x="369888" y="2395538"/>
            <a:ext cx="6985000" cy="4054475"/>
          </a:xfrm>
          <a:prstGeom prst="rect">
            <a:avLst/>
          </a:prstGeom>
        </p:spPr>
        <p:txBody>
          <a:bodyPr/>
          <a:lstStyle>
            <a:lvl1pPr>
              <a:lnSpc>
                <a:spcPct val="150000"/>
              </a:lnSpc>
              <a:defRPr sz="2400" baseline="0">
                <a:solidFill>
                  <a:srgbClr val="FF0000"/>
                </a:solidFill>
                <a:latin typeface="EleganTech™" pitchFamily="2" charset="0"/>
              </a:defRPr>
            </a:lvl1pPr>
          </a:lstStyle>
          <a:p>
            <a:pPr algn="just">
              <a:defRPr/>
            </a:pPr>
            <a:r>
              <a:rPr lang="es-NI" sz="1200" dirty="0">
                <a:solidFill>
                  <a:schemeClr val="tx1">
                    <a:lumMod val="65000"/>
                    <a:lumOff val="35000"/>
                  </a:schemeClr>
                </a:solidFill>
                <a:ea typeface="ＭＳ Ｐゴシック" charset="-128"/>
                <a:cs typeface="+mj-cs"/>
              </a:rPr>
              <a:t>Las  guías rojas mostradas en todo el documento determinan el limite que se tendrá que respetar para que ningún título o cuadro de texto invada el área de protección de la marca.</a:t>
            </a:r>
            <a:endParaRPr lang="en-US" sz="1200" dirty="0">
              <a:solidFill>
                <a:schemeClr val="tx1">
                  <a:lumMod val="65000"/>
                  <a:lumOff val="35000"/>
                </a:schemeClr>
              </a:solidFill>
              <a:ea typeface="ＭＳ Ｐゴシック" charset="-128"/>
              <a:cs typeface="+mj-cs"/>
            </a:endParaRPr>
          </a:p>
        </p:txBody>
      </p:sp>
      <p:sp>
        <p:nvSpPr>
          <p:cNvPr id="8" name="Title 1"/>
          <p:cNvSpPr>
            <a:spLocks noGrp="1"/>
          </p:cNvSpPr>
          <p:nvPr>
            <p:ph type="ctrTitle" hasCustomPrompt="1"/>
          </p:nvPr>
        </p:nvSpPr>
        <p:spPr>
          <a:xfrm>
            <a:off x="370139" y="1456901"/>
            <a:ext cx="6984818" cy="620378"/>
          </a:xfrm>
          <a:prstGeom prst="rect">
            <a:avLst/>
          </a:prstGeom>
        </p:spPr>
        <p:txBody>
          <a:bodyPr/>
          <a:lstStyle>
            <a:lvl1pPr>
              <a:lnSpc>
                <a:spcPct val="150000"/>
              </a:lnSpc>
              <a:defRPr sz="2250" baseline="0">
                <a:solidFill>
                  <a:srgbClr val="FF0000"/>
                </a:solidFill>
                <a:latin typeface="EleganTech™" pitchFamily="2" charset="0"/>
              </a:defRPr>
            </a:lvl1pPr>
          </a:lstStyle>
          <a:p>
            <a:r>
              <a:rPr lang="es-ES" dirty="0"/>
              <a:t>Limitantes y guías a respetar</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D30732-3D9D-414C-8CAC-65F7296B27EF}"/>
              </a:ext>
            </a:extLst>
          </p:cNvPr>
          <p:cNvSpPr>
            <a:spLocks noGrp="1"/>
          </p:cNvSpPr>
          <p:nvPr>
            <p:ph type="title"/>
          </p:nvPr>
        </p:nvSpPr>
        <p:spPr>
          <a:xfrm>
            <a:off x="628650" y="365126"/>
            <a:ext cx="7886700" cy="1325563"/>
          </a:xfrm>
          <a:prstGeom prst="rect">
            <a:avLst/>
          </a:prstGeom>
        </p:spPr>
        <p:txBody>
          <a:body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029FC7A5-1D67-4EFF-B6C2-77EA83EC9C11}"/>
              </a:ext>
            </a:extLst>
          </p:cNvPr>
          <p:cNvSpPr>
            <a:spLocks noGrp="1"/>
          </p:cNvSpPr>
          <p:nvPr>
            <p:ph idx="1"/>
          </p:nvPr>
        </p:nvSpPr>
        <p:spPr>
          <a:xfrm>
            <a:off x="628650" y="1825625"/>
            <a:ext cx="7886700" cy="4351338"/>
          </a:xfrm>
          <a:prstGeom prst="rect">
            <a:avLst/>
          </a:prstGeo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8EB7530D-846E-4B42-8D2F-4ED248B5E8FC}"/>
              </a:ext>
            </a:extLst>
          </p:cNvPr>
          <p:cNvSpPr>
            <a:spLocks noGrp="1"/>
          </p:cNvSpPr>
          <p:nvPr>
            <p:ph type="dt" sz="half" idx="10"/>
          </p:nvPr>
        </p:nvSpPr>
        <p:spPr>
          <a:xfrm>
            <a:off x="628650" y="6356351"/>
            <a:ext cx="2057400" cy="365125"/>
          </a:xfrm>
          <a:prstGeom prst="rect">
            <a:avLst/>
          </a:prstGeom>
        </p:spPr>
        <p:txBody>
          <a:bodyPr/>
          <a:lstStyle/>
          <a:p>
            <a:fld id="{222FC81E-314E-4A5B-A50C-B32904202402}" type="datetime1">
              <a:rPr lang="en-US" smtClean="0"/>
              <a:t>10/29/2019</a:t>
            </a:fld>
            <a:endParaRPr lang="es-NI"/>
          </a:p>
        </p:txBody>
      </p:sp>
      <p:sp>
        <p:nvSpPr>
          <p:cNvPr id="5" name="Marcador de pie de página 4">
            <a:extLst>
              <a:ext uri="{FF2B5EF4-FFF2-40B4-BE49-F238E27FC236}">
                <a16:creationId xmlns:a16="http://schemas.microsoft.com/office/drawing/2014/main" id="{5D4984EF-F775-43D6-9C2E-57F7A9C5B369}"/>
              </a:ext>
            </a:extLst>
          </p:cNvPr>
          <p:cNvSpPr>
            <a:spLocks noGrp="1"/>
          </p:cNvSpPr>
          <p:nvPr>
            <p:ph type="ftr" sz="quarter" idx="11"/>
          </p:nvPr>
        </p:nvSpPr>
        <p:spPr>
          <a:xfrm>
            <a:off x="3028950" y="6356351"/>
            <a:ext cx="3086100" cy="365125"/>
          </a:xfrm>
          <a:prstGeom prst="rect">
            <a:avLst/>
          </a:prstGeom>
        </p:spPr>
        <p:txBody>
          <a:bodyPr/>
          <a:lstStyle/>
          <a:p>
            <a:r>
              <a:rPr lang="es-NI"/>
              <a:t>Taller: Evaluación de los aprendizajes. Edelmira Morales. Octubre 2019</a:t>
            </a:r>
          </a:p>
        </p:txBody>
      </p:sp>
      <p:sp>
        <p:nvSpPr>
          <p:cNvPr id="6" name="Marcador de número de diapositiva 5">
            <a:extLst>
              <a:ext uri="{FF2B5EF4-FFF2-40B4-BE49-F238E27FC236}">
                <a16:creationId xmlns:a16="http://schemas.microsoft.com/office/drawing/2014/main" id="{70ACA8F4-E1EF-43C8-9749-2F68B9F8DE2C}"/>
              </a:ext>
            </a:extLst>
          </p:cNvPr>
          <p:cNvSpPr>
            <a:spLocks noGrp="1"/>
          </p:cNvSpPr>
          <p:nvPr>
            <p:ph type="sldNum" sz="quarter" idx="12"/>
          </p:nvPr>
        </p:nvSpPr>
        <p:spPr>
          <a:xfrm>
            <a:off x="6457950" y="6356351"/>
            <a:ext cx="2057400" cy="365125"/>
          </a:xfrm>
          <a:prstGeom prst="rect">
            <a:avLst/>
          </a:prstGeom>
        </p:spPr>
        <p:txBody>
          <a:bodyPr/>
          <a:lstStyle/>
          <a:p>
            <a:fld id="{16E415FD-9E47-4847-B618-5821271C3E49}" type="slidenum">
              <a:rPr lang="es-NI" smtClean="0"/>
              <a:t>‹Nº›</a:t>
            </a:fld>
            <a:endParaRPr lang="es-NI"/>
          </a:p>
        </p:txBody>
      </p:sp>
    </p:spTree>
    <p:extLst>
      <p:ext uri="{BB962C8B-B14F-4D97-AF65-F5344CB8AC3E}">
        <p14:creationId xmlns:p14="http://schemas.microsoft.com/office/powerpoint/2010/main" val="32442247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1 Título"/>
          <p:cNvSpPr>
            <a:spLocks noGrp="1"/>
          </p:cNvSpPr>
          <p:nvPr>
            <p:ph type="title" hasCustomPrompt="1"/>
          </p:nvPr>
        </p:nvSpPr>
        <p:spPr/>
        <p:txBody>
          <a:bodyPr/>
          <a:lstStyle>
            <a:lvl1pPr>
              <a:defRPr/>
            </a:lvl1pPr>
          </a:lstStyle>
          <a:p>
            <a:r>
              <a:rPr lang="es-ES" dirty="0"/>
              <a:t>Titular de Presentación</a:t>
            </a:r>
            <a:endParaRPr lang="es-NI" dirty="0"/>
          </a:p>
        </p:txBody>
      </p:sp>
      <p:sp>
        <p:nvSpPr>
          <p:cNvPr id="6" name="5 Marcador de texto"/>
          <p:cNvSpPr>
            <a:spLocks noGrp="1"/>
          </p:cNvSpPr>
          <p:nvPr>
            <p:ph type="body" sz="quarter" idx="10" hasCustomPrompt="1"/>
          </p:nvPr>
        </p:nvSpPr>
        <p:spPr>
          <a:xfrm>
            <a:off x="3686175" y="3048000"/>
            <a:ext cx="4686300" cy="885825"/>
          </a:xfrm>
          <a:prstGeom prst="rect">
            <a:avLst/>
          </a:prstGeom>
        </p:spPr>
        <p:txBody>
          <a:bodyPr>
            <a:normAutofit/>
          </a:bodyPr>
          <a:lstStyle>
            <a:lvl1pPr>
              <a:defRPr sz="1100" baseline="0">
                <a:latin typeface="EleganTech™" pitchFamily="2" charset="0"/>
              </a:defRPr>
            </a:lvl1pPr>
          </a:lstStyle>
          <a:p>
            <a:pPr lvl="0"/>
            <a:r>
              <a:rPr lang="es-NI" dirty="0"/>
              <a:t>Nombre de Expositor y fecha</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1 Rectángulo"/>
          <p:cNvSpPr/>
          <p:nvPr userDrawn="1"/>
        </p:nvSpPr>
        <p:spPr>
          <a:xfrm>
            <a:off x="0" y="0"/>
            <a:ext cx="123825" cy="1933575"/>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NI"/>
          </a:p>
        </p:txBody>
      </p:sp>
      <p:sp>
        <p:nvSpPr>
          <p:cNvPr id="3" name="2 Rectángulo"/>
          <p:cNvSpPr/>
          <p:nvPr userDrawn="1"/>
        </p:nvSpPr>
        <p:spPr>
          <a:xfrm>
            <a:off x="0" y="2124075"/>
            <a:ext cx="123825" cy="4733925"/>
          </a:xfrm>
          <a:prstGeom prst="rect">
            <a:avLst/>
          </a:prstGeom>
          <a:solidFill>
            <a:schemeClr val="tx1">
              <a:lumMod val="65000"/>
              <a:lumOff val="3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NI"/>
          </a:p>
        </p:txBody>
      </p:sp>
      <p:pic>
        <p:nvPicPr>
          <p:cNvPr id="1026" name="Picture 2" descr="C:\Users\Yamil\Desktop\logo-01.png"/>
          <p:cNvPicPr>
            <a:picLocks noChangeAspect="1" noChangeArrowheads="1"/>
          </p:cNvPicPr>
          <p:nvPr userDrawn="1"/>
        </p:nvPicPr>
        <p:blipFill>
          <a:blip r:embed="rId12" cstate="screen">
            <a:extLst>
              <a:ext uri="{28A0092B-C50C-407E-A947-70E740481C1C}">
                <a14:useLocalDpi xmlns:a14="http://schemas.microsoft.com/office/drawing/2010/main"/>
              </a:ext>
            </a:extLst>
          </a:blip>
          <a:srcRect/>
          <a:stretch>
            <a:fillRect/>
          </a:stretch>
        </p:blipFill>
        <p:spPr bwMode="auto">
          <a:xfrm>
            <a:off x="7478008" y="5758664"/>
            <a:ext cx="1501608" cy="976045"/>
          </a:xfrm>
          <a:prstGeom prst="rect">
            <a:avLst/>
          </a:prstGeom>
          <a:noFill/>
        </p:spPr>
      </p:pic>
    </p:spTree>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701" r:id="rId10"/>
  </p:sldLayoutIdLst>
  <p:hf hdr="0" dt="0"/>
  <p:txStyles>
    <p:titleStyle>
      <a:lvl1pPr algn="l" defTabSz="457200" rtl="0" eaLnBrk="0" fontAlgn="base" hangingPunct="0">
        <a:spcBef>
          <a:spcPct val="0"/>
        </a:spcBef>
        <a:spcAft>
          <a:spcPct val="0"/>
        </a:spcAft>
        <a:defRPr sz="6600" kern="1200">
          <a:solidFill>
            <a:srgbClr val="FF0000"/>
          </a:solidFill>
          <a:latin typeface="EleganTech?"/>
          <a:ea typeface="ＭＳ Ｐゴシック" charset="-128"/>
          <a:cs typeface="+mj-cs"/>
        </a:defRPr>
      </a:lvl1pPr>
      <a:lvl2pPr algn="l" defTabSz="457200" rtl="0" eaLnBrk="0" fontAlgn="base" hangingPunct="0">
        <a:spcBef>
          <a:spcPct val="0"/>
        </a:spcBef>
        <a:spcAft>
          <a:spcPct val="0"/>
        </a:spcAft>
        <a:defRPr sz="6600">
          <a:solidFill>
            <a:srgbClr val="FF0000"/>
          </a:solidFill>
          <a:latin typeface="EleganTech?" charset="0"/>
          <a:ea typeface="ＭＳ Ｐゴシック" charset="-128"/>
        </a:defRPr>
      </a:lvl2pPr>
      <a:lvl3pPr algn="l" defTabSz="457200" rtl="0" eaLnBrk="0" fontAlgn="base" hangingPunct="0">
        <a:spcBef>
          <a:spcPct val="0"/>
        </a:spcBef>
        <a:spcAft>
          <a:spcPct val="0"/>
        </a:spcAft>
        <a:defRPr sz="6600">
          <a:solidFill>
            <a:srgbClr val="FF0000"/>
          </a:solidFill>
          <a:latin typeface="EleganTech?" charset="0"/>
          <a:ea typeface="ＭＳ Ｐゴシック" charset="-128"/>
        </a:defRPr>
      </a:lvl3pPr>
      <a:lvl4pPr algn="l" defTabSz="457200" rtl="0" eaLnBrk="0" fontAlgn="base" hangingPunct="0">
        <a:spcBef>
          <a:spcPct val="0"/>
        </a:spcBef>
        <a:spcAft>
          <a:spcPct val="0"/>
        </a:spcAft>
        <a:defRPr sz="6600">
          <a:solidFill>
            <a:srgbClr val="FF0000"/>
          </a:solidFill>
          <a:latin typeface="EleganTech?" charset="0"/>
          <a:ea typeface="ＭＳ Ｐゴシック" charset="-128"/>
        </a:defRPr>
      </a:lvl4pPr>
      <a:lvl5pPr algn="l" defTabSz="457200" rtl="0" eaLnBrk="0" fontAlgn="base" hangingPunct="0">
        <a:spcBef>
          <a:spcPct val="0"/>
        </a:spcBef>
        <a:spcAft>
          <a:spcPct val="0"/>
        </a:spcAft>
        <a:defRPr sz="6600">
          <a:solidFill>
            <a:srgbClr val="FF0000"/>
          </a:solidFill>
          <a:latin typeface="EleganTech?" charset="0"/>
          <a:ea typeface="ＭＳ Ｐゴシック" charset="-128"/>
        </a:defRPr>
      </a:lvl5pPr>
      <a:lvl6pPr marL="457200" algn="l" defTabSz="457200" rtl="0" fontAlgn="base">
        <a:spcBef>
          <a:spcPct val="0"/>
        </a:spcBef>
        <a:spcAft>
          <a:spcPct val="0"/>
        </a:spcAft>
        <a:defRPr sz="6600">
          <a:solidFill>
            <a:srgbClr val="FF0000"/>
          </a:solidFill>
          <a:latin typeface="EleganTech?" charset="0"/>
          <a:ea typeface="ＭＳ Ｐゴシック" charset="-128"/>
        </a:defRPr>
      </a:lvl6pPr>
      <a:lvl7pPr marL="914400" algn="l" defTabSz="457200" rtl="0" fontAlgn="base">
        <a:spcBef>
          <a:spcPct val="0"/>
        </a:spcBef>
        <a:spcAft>
          <a:spcPct val="0"/>
        </a:spcAft>
        <a:defRPr sz="6600">
          <a:solidFill>
            <a:srgbClr val="FF0000"/>
          </a:solidFill>
          <a:latin typeface="EleganTech?" charset="0"/>
          <a:ea typeface="ＭＳ Ｐゴシック" charset="-128"/>
        </a:defRPr>
      </a:lvl7pPr>
      <a:lvl8pPr marL="1371600" algn="l" defTabSz="457200" rtl="0" fontAlgn="base">
        <a:spcBef>
          <a:spcPct val="0"/>
        </a:spcBef>
        <a:spcAft>
          <a:spcPct val="0"/>
        </a:spcAft>
        <a:defRPr sz="6600">
          <a:solidFill>
            <a:srgbClr val="FF0000"/>
          </a:solidFill>
          <a:latin typeface="EleganTech?" charset="0"/>
          <a:ea typeface="ＭＳ Ｐゴシック" charset="-128"/>
        </a:defRPr>
      </a:lvl8pPr>
      <a:lvl9pPr marL="1828800" algn="l" defTabSz="457200" rtl="0" fontAlgn="base">
        <a:spcBef>
          <a:spcPct val="0"/>
        </a:spcBef>
        <a:spcAft>
          <a:spcPct val="0"/>
        </a:spcAft>
        <a:defRPr sz="6600">
          <a:solidFill>
            <a:srgbClr val="FF0000"/>
          </a:solidFill>
          <a:latin typeface="EleganTech?" charset="0"/>
          <a:ea typeface="ＭＳ Ｐゴシック" charset="-128"/>
        </a:defRPr>
      </a:lvl9pPr>
    </p:titleStyle>
    <p:bodyStyle>
      <a:lvl1pPr marL="342900" indent="-342900" algn="l" defTabSz="457200" rtl="0" eaLnBrk="0" fontAlgn="base" hangingPunct="0">
        <a:spcBef>
          <a:spcPct val="20000"/>
        </a:spcBef>
        <a:spcAft>
          <a:spcPct val="0"/>
        </a:spcAft>
        <a:buClr>
          <a:srgbClr val="FF0000"/>
        </a:buClr>
        <a:buFont typeface="Calibri" pitchFamily="34" charset="0"/>
        <a:buAutoNum type="arabicPeriod"/>
        <a:defRPr sz="1400" kern="1200">
          <a:solidFill>
            <a:srgbClr val="595959"/>
          </a:solidFill>
          <a:latin typeface="EleganTech?"/>
          <a:ea typeface="ＭＳ Ｐゴシック" charset="-128"/>
          <a:cs typeface="+mn-cs"/>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mn-lt"/>
          <a:ea typeface="ＭＳ Ｐゴシック" charset="-128"/>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mn-lt"/>
          <a:ea typeface="ＭＳ Ｐゴシック" charset="-128"/>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mn-lt"/>
          <a:ea typeface="ＭＳ Ｐゴシック" charset="-128"/>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6 Imagen" descr="logo-01.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79938" y="259021"/>
            <a:ext cx="1867359" cy="1213783"/>
          </a:xfrm>
          <a:prstGeom prst="rect">
            <a:avLst/>
          </a:prstGeom>
        </p:spPr>
      </p:pic>
      <p:sp>
        <p:nvSpPr>
          <p:cNvPr id="4" name="3 Rectángulo"/>
          <p:cNvSpPr/>
          <p:nvPr userDrawn="1"/>
        </p:nvSpPr>
        <p:spPr>
          <a:xfrm>
            <a:off x="494615" y="4985535"/>
            <a:ext cx="45719" cy="429303"/>
          </a:xfrm>
          <a:prstGeom prst="rect">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5" name="4 Rectángulo"/>
          <p:cNvSpPr/>
          <p:nvPr userDrawn="1"/>
        </p:nvSpPr>
        <p:spPr>
          <a:xfrm>
            <a:off x="494615" y="5472820"/>
            <a:ext cx="45719" cy="983639"/>
          </a:xfrm>
          <a:prstGeom prst="rect">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5 Rectángulo"/>
          <p:cNvSpPr/>
          <p:nvPr userDrawn="1"/>
        </p:nvSpPr>
        <p:spPr>
          <a:xfrm>
            <a:off x="2147297" y="2781300"/>
            <a:ext cx="1453153" cy="66675"/>
          </a:xfrm>
          <a:prstGeom prst="rect">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8" name="7 Rectángulo"/>
          <p:cNvSpPr/>
          <p:nvPr userDrawn="1"/>
        </p:nvSpPr>
        <p:spPr>
          <a:xfrm>
            <a:off x="3752850" y="2781300"/>
            <a:ext cx="5191125" cy="66675"/>
          </a:xfrm>
          <a:prstGeom prst="rect">
            <a:avLst/>
          </a:prstGeom>
          <a:solidFill>
            <a:schemeClr val="tx1">
              <a:lumMod val="65000"/>
              <a:lumOff val="3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0" name="9 Marcador de título"/>
          <p:cNvSpPr>
            <a:spLocks noGrp="1"/>
          </p:cNvSpPr>
          <p:nvPr>
            <p:ph type="title"/>
          </p:nvPr>
        </p:nvSpPr>
        <p:spPr>
          <a:xfrm>
            <a:off x="3686175" y="1472804"/>
            <a:ext cx="4572000" cy="1143000"/>
          </a:xfrm>
          <a:prstGeom prst="rect">
            <a:avLst/>
          </a:prstGeom>
        </p:spPr>
        <p:txBody>
          <a:bodyPr vert="horz" lIns="91440" tIns="45720" rIns="91440" bIns="45720" rtlCol="0" anchor="ctr">
            <a:normAutofit/>
          </a:bodyPr>
          <a:lstStyle/>
          <a:p>
            <a:r>
              <a:rPr lang="es-ES" dirty="0"/>
              <a:t>Titular de Presentación</a:t>
            </a:r>
            <a:endParaRPr lang="es-NI" dirty="0"/>
          </a:p>
        </p:txBody>
      </p:sp>
      <p:sp>
        <p:nvSpPr>
          <p:cNvPr id="13" name="9 Marcador de título"/>
          <p:cNvSpPr txBox="1">
            <a:spLocks/>
          </p:cNvSpPr>
          <p:nvPr userDrawn="1"/>
        </p:nvSpPr>
        <p:spPr>
          <a:xfrm>
            <a:off x="581025" y="4985535"/>
            <a:ext cx="2295525" cy="1634340"/>
          </a:xfrm>
          <a:prstGeom prst="rect">
            <a:avLst/>
          </a:prstGeom>
        </p:spPr>
        <p:txBody>
          <a:bodyPr vert="horz" lIns="91440" tIns="45720" rIns="91440" bIns="45720" rtlCol="0" anchor="t">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s-ES" sz="1100" b="0" i="0" u="none" strike="noStrike" kern="1200" cap="none" spc="0" normalizeH="0" baseline="0" noProof="0" dirty="0">
                <a:ln>
                  <a:noFill/>
                </a:ln>
                <a:solidFill>
                  <a:srgbClr val="FFFFFF"/>
                </a:solidFill>
                <a:effectLst/>
                <a:uLnTx/>
                <a:uFillTx/>
                <a:latin typeface="Eurostile" pitchFamily="34" charset="0"/>
                <a:ea typeface="+mj-ea"/>
                <a:cs typeface="+mj-cs"/>
              </a:rPr>
              <a:t>www.upoli.edu.ni</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s-ES" sz="1100" b="0" i="0" u="none" strike="noStrike" kern="1200" cap="none" spc="0" normalizeH="0" baseline="0" noProof="0" dirty="0">
                <a:ln>
                  <a:noFill/>
                </a:ln>
                <a:solidFill>
                  <a:srgbClr val="FFFFFF"/>
                </a:solidFill>
                <a:effectLst/>
                <a:uLnTx/>
                <a:uFillTx/>
                <a:latin typeface="Eurostile" pitchFamily="34" charset="0"/>
                <a:ea typeface="+mj-ea"/>
                <a:cs typeface="+mj-cs"/>
              </a:rPr>
              <a:t>rurrivas@upoli.edu.ni</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s-ES" sz="1100" b="0" i="0" u="none" strike="noStrike" kern="1200" cap="none" spc="0" normalizeH="0" baseline="0" noProof="0" dirty="0" err="1">
                <a:ln>
                  <a:noFill/>
                </a:ln>
                <a:solidFill>
                  <a:schemeClr val="bg1"/>
                </a:solidFill>
                <a:effectLst/>
                <a:uLnTx/>
                <a:uFillTx/>
                <a:latin typeface="Eurostile" pitchFamily="34" charset="0"/>
                <a:ea typeface="+mj-ea"/>
                <a:cs typeface="+mj-cs"/>
              </a:rPr>
              <a:t>ingenieriarivas@upoli.edu.ni</a:t>
            </a:r>
            <a:endParaRPr kumimoji="0" lang="es-ES" sz="1100" b="0" i="0" u="none" strike="noStrike" kern="1200" cap="none" spc="0" normalizeH="0" baseline="0" noProof="0" dirty="0">
              <a:ln>
                <a:noFill/>
              </a:ln>
              <a:solidFill>
                <a:schemeClr val="bg1"/>
              </a:solidFill>
              <a:effectLst/>
              <a:uLnTx/>
              <a:uFillTx/>
              <a:latin typeface="Eurostile" pitchFamily="34" charset="0"/>
              <a:ea typeface="+mj-ea"/>
              <a:cs typeface="+mj-cs"/>
            </a:endParaRP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s-ES" sz="1100" b="0" i="0" u="none" strike="noStrike" kern="1200" cap="none" spc="0" normalizeH="0" baseline="0" noProof="0" dirty="0">
              <a:ln>
                <a:noFill/>
              </a:ln>
              <a:solidFill>
                <a:schemeClr val="bg1"/>
              </a:solidFill>
              <a:effectLst/>
              <a:uLnTx/>
              <a:uFillTx/>
              <a:latin typeface="Eurostile" pitchFamily="34" charset="0"/>
              <a:ea typeface="+mj-ea"/>
              <a:cs typeface="+mj-cs"/>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s-ES" sz="1100" b="0" i="0" u="none" strike="noStrike" kern="1200" cap="none" spc="0" normalizeH="0" baseline="0" noProof="0" dirty="0">
                <a:ln>
                  <a:noFill/>
                </a:ln>
                <a:solidFill>
                  <a:schemeClr val="bg1"/>
                </a:solidFill>
                <a:effectLst/>
                <a:uLnTx/>
                <a:uFillTx/>
                <a:latin typeface="Eurostile" pitchFamily="34" charset="0"/>
                <a:ea typeface="+mj-ea"/>
                <a:cs typeface="+mj-cs"/>
              </a:rPr>
              <a:t>Costado Sur, Villa Rubén Darío</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s-ES" sz="1100" b="0" i="0" u="none" strike="noStrike" kern="1200" cap="none" spc="0" normalizeH="0" baseline="0" noProof="0" dirty="0">
                <a:ln>
                  <a:noFill/>
                </a:ln>
                <a:solidFill>
                  <a:schemeClr val="bg1"/>
                </a:solidFill>
                <a:effectLst/>
                <a:uLnTx/>
                <a:uFillTx/>
                <a:latin typeface="Eurostile" pitchFamily="34" charset="0"/>
                <a:ea typeface="+mj-ea"/>
                <a:cs typeface="+mj-cs"/>
              </a:rPr>
              <a:t>Apartado Postal 3595</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s-ES" sz="1100" b="0" i="0" u="none" strike="noStrike" kern="1200" cap="none" spc="0" normalizeH="0" baseline="0" noProof="0" dirty="0">
                <a:ln>
                  <a:noFill/>
                </a:ln>
                <a:solidFill>
                  <a:schemeClr val="bg1"/>
                </a:solidFill>
                <a:effectLst/>
                <a:uLnTx/>
                <a:uFillTx/>
                <a:latin typeface="Eurostile" pitchFamily="34" charset="0"/>
                <a:ea typeface="+mj-ea"/>
                <a:cs typeface="+mj-cs"/>
              </a:rPr>
              <a:t>Teléfono: (505) 2289-7740</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s-ES" sz="1100" b="0" i="0" u="none" strike="noStrike" kern="1200" cap="none" spc="0" normalizeH="0" baseline="0" noProof="0" dirty="0">
                <a:ln>
                  <a:noFill/>
                </a:ln>
                <a:solidFill>
                  <a:schemeClr val="bg1"/>
                </a:solidFill>
                <a:effectLst/>
                <a:uLnTx/>
                <a:uFillTx/>
                <a:latin typeface="Eurostile" pitchFamily="34" charset="0"/>
                <a:ea typeface="+mj-ea"/>
                <a:cs typeface="+mj-cs"/>
              </a:rPr>
              <a:t>Fax: (505) 2249-9232</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s-ES" sz="1100" b="0" i="0" u="none" strike="noStrike" kern="1200" cap="none" spc="0" normalizeH="0" baseline="0" noProof="0" dirty="0">
                <a:ln>
                  <a:noFill/>
                </a:ln>
                <a:solidFill>
                  <a:schemeClr val="bg1"/>
                </a:solidFill>
                <a:effectLst/>
                <a:uLnTx/>
                <a:uFillTx/>
                <a:latin typeface="Eurostile" pitchFamily="34" charset="0"/>
                <a:ea typeface="+mj-ea"/>
                <a:cs typeface="+mj-cs"/>
              </a:rPr>
              <a:t>Managua - Nicaragua</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s-NI" sz="1100" b="0" i="0" u="none" strike="noStrike" kern="1200" cap="none" spc="0" normalizeH="0" baseline="0" noProof="0" dirty="0">
              <a:ln>
                <a:noFill/>
              </a:ln>
              <a:solidFill>
                <a:schemeClr val="bg1"/>
              </a:solidFill>
              <a:effectLst/>
              <a:uLnTx/>
              <a:uFillTx/>
              <a:latin typeface="Eurostile" pitchFamily="34" charset="0"/>
              <a:ea typeface="+mj-ea"/>
              <a:cs typeface="+mj-cs"/>
            </a:endParaRPr>
          </a:p>
        </p:txBody>
      </p:sp>
    </p:spTree>
  </p:cSld>
  <p:clrMap bg1="lt1" tx1="dk1" bg2="lt2" tx2="dk2" accent1="accent1" accent2="accent2" accent3="accent3" accent4="accent4" accent5="accent5" accent6="accent6" hlink="hlink" folHlink="folHlink"/>
  <p:sldLayoutIdLst>
    <p:sldLayoutId id="2147483700" r:id="rId1"/>
  </p:sldLayoutIdLst>
  <p:hf hdr="0" dt="0"/>
  <p:txStyles>
    <p:titleStyle>
      <a:lvl1pPr algn="l" defTabSz="914400" rtl="0" eaLnBrk="1" latinLnBrk="0" hangingPunct="1">
        <a:spcBef>
          <a:spcPct val="0"/>
        </a:spcBef>
        <a:buNone/>
        <a:defRPr sz="3200" kern="1200">
          <a:solidFill>
            <a:srgbClr val="FF0000"/>
          </a:solidFill>
          <a:latin typeface="EleganTech™" pitchFamily="2" charset="0"/>
          <a:ea typeface="+mj-ea"/>
          <a:cs typeface="+mj-cs"/>
        </a:defRPr>
      </a:lvl1pPr>
    </p:titleStyle>
    <p:bodyStyle>
      <a:lvl1pPr marL="0" indent="0" algn="l" defTabSz="914400" rtl="0" eaLnBrk="1" latinLnBrk="0" hangingPunct="1">
        <a:spcBef>
          <a:spcPct val="20000"/>
        </a:spcBef>
        <a:buFont typeface="Arial" pitchFamily="34" charset="0"/>
        <a:buNone/>
        <a:defRPr sz="1100" kern="1200">
          <a:solidFill>
            <a:schemeClr val="tx1"/>
          </a:solidFill>
          <a:latin typeface="Eurostile" pitchFamily="34" charset="0"/>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upoli.edu.ni" TargetMode="Externa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0.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0.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0.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a:xfrm>
            <a:off x="2069452" y="1309403"/>
            <a:ext cx="6925612" cy="1306401"/>
          </a:xfrm>
        </p:spPr>
        <p:txBody>
          <a:bodyPr>
            <a:noAutofit/>
          </a:bodyPr>
          <a:lstStyle/>
          <a:p>
            <a:pPr>
              <a:lnSpc>
                <a:spcPct val="150000"/>
              </a:lnSpc>
            </a:pPr>
            <a:r>
              <a:rPr lang="es-NI" sz="2800" dirty="0">
                <a:latin typeface="Arial"/>
                <a:cs typeface="Arial"/>
              </a:rPr>
              <a:t>TALLER DE EVALUACION DE LOS APRENDIZAJES. SESIÓN 3</a:t>
            </a:r>
          </a:p>
        </p:txBody>
      </p:sp>
      <p:sp>
        <p:nvSpPr>
          <p:cNvPr id="4" name="3 Marcador de texto"/>
          <p:cNvSpPr>
            <a:spLocks noGrp="1"/>
          </p:cNvSpPr>
          <p:nvPr>
            <p:ph type="body" sz="quarter" idx="10"/>
          </p:nvPr>
        </p:nvSpPr>
        <p:spPr>
          <a:xfrm>
            <a:off x="2069452" y="2969435"/>
            <a:ext cx="6813947" cy="1639665"/>
          </a:xfrm>
        </p:spPr>
        <p:txBody>
          <a:bodyPr>
            <a:noAutofit/>
          </a:bodyPr>
          <a:lstStyle/>
          <a:p>
            <a:pPr>
              <a:lnSpc>
                <a:spcPct val="140000"/>
              </a:lnSpc>
            </a:pPr>
            <a:r>
              <a:rPr lang="es-NI" sz="2800" dirty="0">
                <a:solidFill>
                  <a:schemeClr val="tx1">
                    <a:lumMod val="65000"/>
                    <a:lumOff val="35000"/>
                  </a:schemeClr>
                </a:solidFill>
                <a:latin typeface="Arial"/>
                <a:cs typeface="Arial"/>
              </a:rPr>
              <a:t>María Edelmira Morales González. Especialista en Docencia universitaria</a:t>
            </a:r>
          </a:p>
          <a:p>
            <a:pPr>
              <a:lnSpc>
                <a:spcPct val="140000"/>
              </a:lnSpc>
            </a:pPr>
            <a:r>
              <a:rPr lang="es-NI" sz="2800" dirty="0">
                <a:solidFill>
                  <a:schemeClr val="tx1">
                    <a:lumMod val="65000"/>
                    <a:lumOff val="35000"/>
                  </a:schemeClr>
                </a:solidFill>
                <a:latin typeface="Arial"/>
                <a:cs typeface="Arial"/>
              </a:rPr>
              <a:t>UPOLI</a:t>
            </a:r>
          </a:p>
        </p:txBody>
      </p:sp>
      <p:sp>
        <p:nvSpPr>
          <p:cNvPr id="7" name="4 CuadroTexto"/>
          <p:cNvSpPr txBox="1"/>
          <p:nvPr/>
        </p:nvSpPr>
        <p:spPr>
          <a:xfrm>
            <a:off x="647699" y="4983443"/>
            <a:ext cx="3376659" cy="1785104"/>
          </a:xfrm>
          <a:prstGeom prst="rect">
            <a:avLst/>
          </a:prstGeom>
          <a:solidFill>
            <a:schemeClr val="bg1"/>
          </a:solidFill>
        </p:spPr>
        <p:txBody>
          <a:bodyPr wrap="square" rtlCol="0">
            <a:spAutoFit/>
          </a:bodyPr>
          <a:lstStyle/>
          <a:p>
            <a:r>
              <a:rPr lang="es-NI" sz="1100" dirty="0">
                <a:solidFill>
                  <a:schemeClr val="tx1">
                    <a:lumMod val="65000"/>
                    <a:lumOff val="35000"/>
                  </a:schemeClr>
                </a:solidFill>
                <a:latin typeface="Eurostile" pitchFamily="34" charset="0"/>
                <a:hlinkClick r:id="rId2"/>
              </a:rPr>
              <a:t>www.upoli.edu.ni</a:t>
            </a:r>
            <a:endParaRPr lang="es-NI" sz="1100" dirty="0">
              <a:solidFill>
                <a:schemeClr val="tx1">
                  <a:lumMod val="65000"/>
                  <a:lumOff val="35000"/>
                </a:schemeClr>
              </a:solidFill>
              <a:latin typeface="Eurostile" pitchFamily="34" charset="0"/>
            </a:endParaRPr>
          </a:p>
          <a:p>
            <a:r>
              <a:rPr lang="es-NI" sz="1100" dirty="0">
                <a:solidFill>
                  <a:schemeClr val="tx1">
                    <a:lumMod val="65000"/>
                    <a:lumOff val="35000"/>
                  </a:schemeClr>
                </a:solidFill>
                <a:latin typeface="Eurostile" pitchFamily="34" charset="0"/>
              </a:rPr>
              <a:t>turismo@upoli.edu.ni</a:t>
            </a:r>
          </a:p>
          <a:p>
            <a:endParaRPr lang="es-NI" sz="1100" dirty="0">
              <a:solidFill>
                <a:schemeClr val="tx1">
                  <a:lumMod val="65000"/>
                  <a:lumOff val="35000"/>
                </a:schemeClr>
              </a:solidFill>
              <a:latin typeface="Eurostile" pitchFamily="34" charset="0"/>
            </a:endParaRPr>
          </a:p>
          <a:p>
            <a:r>
              <a:rPr lang="es-NI" sz="1100" dirty="0">
                <a:solidFill>
                  <a:schemeClr val="tx1">
                    <a:lumMod val="65000"/>
                    <a:lumOff val="35000"/>
                  </a:schemeClr>
                </a:solidFill>
                <a:latin typeface="Eurostile" pitchFamily="34" charset="0"/>
              </a:rPr>
              <a:t>Km 112 ½ carretera Panamericana  </a:t>
            </a:r>
          </a:p>
          <a:p>
            <a:r>
              <a:rPr lang="es-NI" sz="1100" dirty="0">
                <a:solidFill>
                  <a:schemeClr val="tx1">
                    <a:lumMod val="65000"/>
                    <a:lumOff val="35000"/>
                  </a:schemeClr>
                </a:solidFill>
                <a:latin typeface="Eurostile" pitchFamily="34" charset="0"/>
              </a:rPr>
              <a:t>San Félix</a:t>
            </a:r>
          </a:p>
          <a:p>
            <a:endParaRPr lang="es-NI" sz="1100" dirty="0">
              <a:solidFill>
                <a:schemeClr val="tx1">
                  <a:lumMod val="65000"/>
                  <a:lumOff val="35000"/>
                </a:schemeClr>
              </a:solidFill>
              <a:latin typeface="Eurostile" pitchFamily="34" charset="0"/>
            </a:endParaRPr>
          </a:p>
          <a:p>
            <a:r>
              <a:rPr lang="es-NI" sz="1100" dirty="0">
                <a:solidFill>
                  <a:schemeClr val="tx1">
                    <a:lumMod val="65000"/>
                    <a:lumOff val="35000"/>
                  </a:schemeClr>
                </a:solidFill>
                <a:latin typeface="Eurostile" pitchFamily="34" charset="0"/>
              </a:rPr>
              <a:t>Teléfono: [505] 25633360</a:t>
            </a:r>
          </a:p>
          <a:p>
            <a:r>
              <a:rPr lang="es-NI" sz="1100" dirty="0">
                <a:solidFill>
                  <a:schemeClr val="tx1">
                    <a:lumMod val="65000"/>
                    <a:lumOff val="35000"/>
                  </a:schemeClr>
                </a:solidFill>
                <a:latin typeface="Eurostile" pitchFamily="34" charset="0"/>
              </a:rPr>
              <a:t>Rivas, Nicaragua.</a:t>
            </a:r>
          </a:p>
          <a:p>
            <a:endParaRPr lang="es-NI" sz="1100" dirty="0">
              <a:solidFill>
                <a:schemeClr val="tx1">
                  <a:lumMod val="65000"/>
                  <a:lumOff val="35000"/>
                </a:schemeClr>
              </a:solidFill>
              <a:latin typeface="Eurostile" pitchFamily="34" charset="0"/>
            </a:endParaRPr>
          </a:p>
          <a:p>
            <a:endParaRPr lang="es-NI" sz="1100" dirty="0">
              <a:solidFill>
                <a:schemeClr val="tx1">
                  <a:lumMod val="65000"/>
                  <a:lumOff val="35000"/>
                </a:schemeClr>
              </a:solidFill>
              <a:latin typeface="Eurostile"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28B89E-C9EA-4B85-A1D2-5AC5B4252C6D}"/>
              </a:ext>
            </a:extLst>
          </p:cNvPr>
          <p:cNvSpPr>
            <a:spLocks noGrp="1"/>
          </p:cNvSpPr>
          <p:nvPr>
            <p:ph type="title"/>
          </p:nvPr>
        </p:nvSpPr>
        <p:spPr/>
        <p:txBody>
          <a:bodyPr/>
          <a:lstStyle/>
          <a:p>
            <a:r>
              <a:rPr lang="es-NI" sz="3600" dirty="0"/>
              <a:t>Contenido sesión 3</a:t>
            </a:r>
            <a:br>
              <a:rPr lang="es-NI" sz="3600" dirty="0"/>
            </a:br>
            <a:endParaRPr lang="es-NI" sz="3600" dirty="0"/>
          </a:p>
        </p:txBody>
      </p:sp>
      <p:sp>
        <p:nvSpPr>
          <p:cNvPr id="3" name="Marcador de contenido 2">
            <a:extLst>
              <a:ext uri="{FF2B5EF4-FFF2-40B4-BE49-F238E27FC236}">
                <a16:creationId xmlns:a16="http://schemas.microsoft.com/office/drawing/2014/main" id="{D3C59732-5F3D-42FF-97BA-D78B04F39701}"/>
              </a:ext>
            </a:extLst>
          </p:cNvPr>
          <p:cNvSpPr>
            <a:spLocks noGrp="1"/>
          </p:cNvSpPr>
          <p:nvPr>
            <p:ph idx="1"/>
          </p:nvPr>
        </p:nvSpPr>
        <p:spPr>
          <a:xfrm>
            <a:off x="383822" y="1419225"/>
            <a:ext cx="8353778" cy="3852686"/>
          </a:xfrm>
        </p:spPr>
        <p:txBody>
          <a:bodyPr/>
          <a:lstStyle/>
          <a:p>
            <a:r>
              <a:rPr lang="es-NI" sz="2400" dirty="0"/>
              <a:t>Mediación pedagógica</a:t>
            </a:r>
          </a:p>
          <a:p>
            <a:r>
              <a:rPr lang="es-NI" sz="2400" dirty="0"/>
              <a:t>Ejemplo de aplicación de la mediación pedagógica en las instrucciones de las guías de estudio</a:t>
            </a:r>
          </a:p>
          <a:p>
            <a:r>
              <a:rPr lang="es-NI" sz="2400" dirty="0"/>
              <a:t>Diferencia entre estrategia, técnicas y actividades.</a:t>
            </a:r>
          </a:p>
          <a:p>
            <a:r>
              <a:rPr lang="es-NI" sz="2400" dirty="0"/>
              <a:t>Ejemplos de estrategias, técnicas y actividades didácticas</a:t>
            </a:r>
          </a:p>
          <a:p>
            <a:r>
              <a:rPr lang="es-NI" sz="2400" dirty="0"/>
              <a:t>Algunas reflexiones finales sobre la evaluación de los aprendizajes</a:t>
            </a:r>
          </a:p>
          <a:p>
            <a:r>
              <a:rPr lang="es-NI" sz="2400" dirty="0"/>
              <a:t>Modelos de evaluación formativa</a:t>
            </a:r>
          </a:p>
          <a:p>
            <a:r>
              <a:rPr lang="es-NI" sz="2400" dirty="0"/>
              <a:t>Modelos de evaluación sumativa</a:t>
            </a:r>
          </a:p>
          <a:p>
            <a:pPr marL="0" indent="0">
              <a:buNone/>
            </a:pPr>
            <a:endParaRPr lang="es-NI" dirty="0"/>
          </a:p>
        </p:txBody>
      </p:sp>
      <p:sp>
        <p:nvSpPr>
          <p:cNvPr id="4" name="Marcador de pie de página 3">
            <a:extLst>
              <a:ext uri="{FF2B5EF4-FFF2-40B4-BE49-F238E27FC236}">
                <a16:creationId xmlns:a16="http://schemas.microsoft.com/office/drawing/2014/main" id="{BEAE9120-B9F1-4CD1-91C9-984B7FACD731}"/>
              </a:ext>
            </a:extLst>
          </p:cNvPr>
          <p:cNvSpPr>
            <a:spLocks noGrp="1"/>
          </p:cNvSpPr>
          <p:nvPr>
            <p:ph type="ftr" sz="quarter" idx="11"/>
          </p:nvPr>
        </p:nvSpPr>
        <p:spPr>
          <a:xfrm>
            <a:off x="3028950" y="6127749"/>
            <a:ext cx="3086100" cy="365125"/>
          </a:xfrm>
        </p:spPr>
        <p:txBody>
          <a:bodyPr/>
          <a:lstStyle/>
          <a:p>
            <a:r>
              <a:rPr lang="es-NI" sz="1000" dirty="0"/>
              <a:t>Taller: Evaluación de los aprendizajes. Edelmira Morales. Octubre 2019</a:t>
            </a:r>
          </a:p>
        </p:txBody>
      </p:sp>
      <p:sp>
        <p:nvSpPr>
          <p:cNvPr id="5" name="Marcador de número de diapositiva 4">
            <a:extLst>
              <a:ext uri="{FF2B5EF4-FFF2-40B4-BE49-F238E27FC236}">
                <a16:creationId xmlns:a16="http://schemas.microsoft.com/office/drawing/2014/main" id="{AEBF37E4-13F0-4DAA-B771-AD21F0E581D3}"/>
              </a:ext>
            </a:extLst>
          </p:cNvPr>
          <p:cNvSpPr>
            <a:spLocks noGrp="1"/>
          </p:cNvSpPr>
          <p:nvPr>
            <p:ph type="sldNum" sz="quarter" idx="12"/>
          </p:nvPr>
        </p:nvSpPr>
        <p:spPr/>
        <p:txBody>
          <a:bodyPr/>
          <a:lstStyle/>
          <a:p>
            <a:fld id="{16E415FD-9E47-4847-B618-5821271C3E49}" type="slidenum">
              <a:rPr lang="es-NI" smtClean="0"/>
              <a:t>2</a:t>
            </a:fld>
            <a:endParaRPr lang="es-NI"/>
          </a:p>
        </p:txBody>
      </p:sp>
    </p:spTree>
    <p:extLst>
      <p:ext uri="{BB962C8B-B14F-4D97-AF65-F5344CB8AC3E}">
        <p14:creationId xmlns:p14="http://schemas.microsoft.com/office/powerpoint/2010/main" val="596370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103688-3BFA-41F3-8D49-E469E777C604}"/>
              </a:ext>
            </a:extLst>
          </p:cNvPr>
          <p:cNvSpPr>
            <a:spLocks noGrp="1"/>
          </p:cNvSpPr>
          <p:nvPr>
            <p:ph type="title"/>
          </p:nvPr>
        </p:nvSpPr>
        <p:spPr>
          <a:xfrm>
            <a:off x="628650" y="365126"/>
            <a:ext cx="7886700" cy="1325563"/>
          </a:xfrm>
          <a:prstGeom prst="rect">
            <a:avLst/>
          </a:prstGeom>
        </p:spPr>
        <p:txBody>
          <a:bodyPr>
            <a:normAutofit/>
          </a:bodyPr>
          <a:lstStyle/>
          <a:p>
            <a:pPr>
              <a:lnSpc>
                <a:spcPct val="90000"/>
              </a:lnSpc>
            </a:pPr>
            <a:r>
              <a:rPr lang="es-NI" sz="5600">
                <a:solidFill>
                  <a:srgbClr val="FF0000"/>
                </a:solidFill>
              </a:rPr>
              <a:t>REFLEXIONEMOS SOBRE:</a:t>
            </a:r>
          </a:p>
        </p:txBody>
      </p:sp>
      <p:graphicFrame>
        <p:nvGraphicFramePr>
          <p:cNvPr id="5" name="Marcador de contenido 2">
            <a:extLst>
              <a:ext uri="{FF2B5EF4-FFF2-40B4-BE49-F238E27FC236}">
                <a16:creationId xmlns:a16="http://schemas.microsoft.com/office/drawing/2014/main" id="{7C48DE84-88A3-4025-8E9B-20D3B13A972B}"/>
              </a:ext>
            </a:extLst>
          </p:cNvPr>
          <p:cNvGraphicFramePr>
            <a:graphicFrameLocks noGrp="1"/>
          </p:cNvGraphicFramePr>
          <p:nvPr>
            <p:ph idx="1"/>
            <p:extLst>
              <p:ext uri="{D42A27DB-BD31-4B8C-83A1-F6EECF244321}">
                <p14:modId xmlns:p14="http://schemas.microsoft.com/office/powerpoint/2010/main" val="3527788827"/>
              </p:ext>
            </p:extLst>
          </p:nvPr>
        </p:nvGraphicFramePr>
        <p:xfrm>
          <a:off x="628650" y="1365956"/>
          <a:ext cx="7886700" cy="48110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Marcador de pie de página 2">
            <a:extLst>
              <a:ext uri="{FF2B5EF4-FFF2-40B4-BE49-F238E27FC236}">
                <a16:creationId xmlns:a16="http://schemas.microsoft.com/office/drawing/2014/main" id="{F4CF5C52-F751-43A6-8EB6-890CC4A4E12A}"/>
              </a:ext>
            </a:extLst>
          </p:cNvPr>
          <p:cNvSpPr>
            <a:spLocks noGrp="1"/>
          </p:cNvSpPr>
          <p:nvPr>
            <p:ph type="ftr" sz="quarter" idx="11"/>
          </p:nvPr>
        </p:nvSpPr>
        <p:spPr>
          <a:xfrm>
            <a:off x="2837039" y="6311899"/>
            <a:ext cx="3086100" cy="365125"/>
          </a:xfrm>
        </p:spPr>
        <p:txBody>
          <a:bodyPr/>
          <a:lstStyle/>
          <a:p>
            <a:r>
              <a:rPr lang="es-NI" sz="1000" dirty="0"/>
              <a:t>Taller: Evaluación de los aprendizajes. Edelmira Morales. Octubre 2019</a:t>
            </a:r>
          </a:p>
        </p:txBody>
      </p:sp>
      <p:sp>
        <p:nvSpPr>
          <p:cNvPr id="4" name="Marcador de número de diapositiva 3">
            <a:extLst>
              <a:ext uri="{FF2B5EF4-FFF2-40B4-BE49-F238E27FC236}">
                <a16:creationId xmlns:a16="http://schemas.microsoft.com/office/drawing/2014/main" id="{BB93EC6B-6DDF-4D5B-B4BA-83876C96B9AF}"/>
              </a:ext>
            </a:extLst>
          </p:cNvPr>
          <p:cNvSpPr>
            <a:spLocks noGrp="1"/>
          </p:cNvSpPr>
          <p:nvPr>
            <p:ph type="sldNum" sz="quarter" idx="12"/>
          </p:nvPr>
        </p:nvSpPr>
        <p:spPr/>
        <p:txBody>
          <a:bodyPr/>
          <a:lstStyle/>
          <a:p>
            <a:fld id="{16E415FD-9E47-4847-B618-5821271C3E49}" type="slidenum">
              <a:rPr lang="es-NI" smtClean="0"/>
              <a:t>3</a:t>
            </a:fld>
            <a:endParaRPr lang="es-NI"/>
          </a:p>
        </p:txBody>
      </p:sp>
    </p:spTree>
    <p:extLst>
      <p:ext uri="{BB962C8B-B14F-4D97-AF65-F5344CB8AC3E}">
        <p14:creationId xmlns:p14="http://schemas.microsoft.com/office/powerpoint/2010/main" val="30022231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8F5F7E-768F-48B5-BBB7-00BD6AE61E50}"/>
              </a:ext>
            </a:extLst>
          </p:cNvPr>
          <p:cNvSpPr>
            <a:spLocks noGrp="1"/>
          </p:cNvSpPr>
          <p:nvPr>
            <p:ph type="title"/>
          </p:nvPr>
        </p:nvSpPr>
        <p:spPr>
          <a:xfrm>
            <a:off x="628650" y="129118"/>
            <a:ext cx="7886700" cy="469194"/>
          </a:xfrm>
        </p:spPr>
        <p:txBody>
          <a:bodyPr/>
          <a:lstStyle/>
          <a:p>
            <a:r>
              <a:rPr lang="es-NI" sz="2800" dirty="0"/>
              <a:t>Mediación Pedagógica</a:t>
            </a:r>
          </a:p>
        </p:txBody>
      </p:sp>
      <p:graphicFrame>
        <p:nvGraphicFramePr>
          <p:cNvPr id="4" name="Marcador de contenido 3">
            <a:extLst>
              <a:ext uri="{FF2B5EF4-FFF2-40B4-BE49-F238E27FC236}">
                <a16:creationId xmlns:a16="http://schemas.microsoft.com/office/drawing/2014/main" id="{C3FCEB3B-9833-4134-85E2-4B4EF54351A2}"/>
              </a:ext>
            </a:extLst>
          </p:cNvPr>
          <p:cNvGraphicFramePr>
            <a:graphicFrameLocks noGrp="1"/>
          </p:cNvGraphicFramePr>
          <p:nvPr>
            <p:ph idx="1"/>
            <p:extLst>
              <p:ext uri="{D42A27DB-BD31-4B8C-83A1-F6EECF244321}">
                <p14:modId xmlns:p14="http://schemas.microsoft.com/office/powerpoint/2010/main" val="1339656802"/>
              </p:ext>
            </p:extLst>
          </p:nvPr>
        </p:nvGraphicFramePr>
        <p:xfrm>
          <a:off x="395111" y="684829"/>
          <a:ext cx="8489245" cy="53321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Marcador de pie de página 2">
            <a:extLst>
              <a:ext uri="{FF2B5EF4-FFF2-40B4-BE49-F238E27FC236}">
                <a16:creationId xmlns:a16="http://schemas.microsoft.com/office/drawing/2014/main" id="{A7CA28B4-1ED7-41F1-A611-721474AD40F1}"/>
              </a:ext>
            </a:extLst>
          </p:cNvPr>
          <p:cNvSpPr>
            <a:spLocks noGrp="1"/>
          </p:cNvSpPr>
          <p:nvPr>
            <p:ph type="ftr" sz="quarter" idx="11"/>
          </p:nvPr>
        </p:nvSpPr>
        <p:spPr>
          <a:xfrm>
            <a:off x="3028950" y="6221545"/>
            <a:ext cx="3086100" cy="365125"/>
          </a:xfrm>
        </p:spPr>
        <p:txBody>
          <a:bodyPr/>
          <a:lstStyle/>
          <a:p>
            <a:r>
              <a:rPr lang="es-NI" sz="1000" dirty="0"/>
              <a:t>Taller: Evaluación de los aprendizajes. Edelmira Morales. Octubre 2019</a:t>
            </a:r>
          </a:p>
        </p:txBody>
      </p:sp>
      <p:sp>
        <p:nvSpPr>
          <p:cNvPr id="5" name="Marcador de número de diapositiva 4">
            <a:extLst>
              <a:ext uri="{FF2B5EF4-FFF2-40B4-BE49-F238E27FC236}">
                <a16:creationId xmlns:a16="http://schemas.microsoft.com/office/drawing/2014/main" id="{AC07252D-7AB5-439D-A121-047B59654F58}"/>
              </a:ext>
            </a:extLst>
          </p:cNvPr>
          <p:cNvSpPr>
            <a:spLocks noGrp="1"/>
          </p:cNvSpPr>
          <p:nvPr>
            <p:ph type="sldNum" sz="quarter" idx="12"/>
          </p:nvPr>
        </p:nvSpPr>
        <p:spPr/>
        <p:txBody>
          <a:bodyPr/>
          <a:lstStyle/>
          <a:p>
            <a:fld id="{16E415FD-9E47-4847-B618-5821271C3E49}" type="slidenum">
              <a:rPr lang="es-NI" smtClean="0"/>
              <a:t>4</a:t>
            </a:fld>
            <a:endParaRPr lang="es-NI"/>
          </a:p>
        </p:txBody>
      </p:sp>
    </p:spTree>
    <p:extLst>
      <p:ext uri="{BB962C8B-B14F-4D97-AF65-F5344CB8AC3E}">
        <p14:creationId xmlns:p14="http://schemas.microsoft.com/office/powerpoint/2010/main" val="30576579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C10506-25F0-49EF-AB69-BBB98513D3DA}"/>
              </a:ext>
            </a:extLst>
          </p:cNvPr>
          <p:cNvSpPr>
            <a:spLocks noGrp="1"/>
          </p:cNvSpPr>
          <p:nvPr>
            <p:ph type="title"/>
          </p:nvPr>
        </p:nvSpPr>
        <p:spPr>
          <a:xfrm>
            <a:off x="628650" y="49038"/>
            <a:ext cx="7886700" cy="933096"/>
          </a:xfrm>
        </p:spPr>
        <p:txBody>
          <a:bodyPr/>
          <a:lstStyle/>
          <a:p>
            <a:r>
              <a:rPr lang="es-NI" sz="2800" dirty="0"/>
              <a:t>¿Qué resultados obtenemos de la mediación pedagógica?</a:t>
            </a:r>
          </a:p>
        </p:txBody>
      </p:sp>
      <p:graphicFrame>
        <p:nvGraphicFramePr>
          <p:cNvPr id="4" name="Marcador de contenido 3">
            <a:extLst>
              <a:ext uri="{FF2B5EF4-FFF2-40B4-BE49-F238E27FC236}">
                <a16:creationId xmlns:a16="http://schemas.microsoft.com/office/drawing/2014/main" id="{C85B129C-57BB-45D4-A802-32DB38DCBB1D}"/>
              </a:ext>
            </a:extLst>
          </p:cNvPr>
          <p:cNvGraphicFramePr>
            <a:graphicFrameLocks noGrp="1"/>
          </p:cNvGraphicFramePr>
          <p:nvPr>
            <p:ph idx="1"/>
            <p:extLst>
              <p:ext uri="{D42A27DB-BD31-4B8C-83A1-F6EECF244321}">
                <p14:modId xmlns:p14="http://schemas.microsoft.com/office/powerpoint/2010/main" val="104210919"/>
              </p:ext>
            </p:extLst>
          </p:nvPr>
        </p:nvGraphicFramePr>
        <p:xfrm>
          <a:off x="628650" y="1253331"/>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Marcador de pie de página 2">
            <a:extLst>
              <a:ext uri="{FF2B5EF4-FFF2-40B4-BE49-F238E27FC236}">
                <a16:creationId xmlns:a16="http://schemas.microsoft.com/office/drawing/2014/main" id="{3F944E4E-53E4-4CB9-ADD3-BC3B90D344DB}"/>
              </a:ext>
            </a:extLst>
          </p:cNvPr>
          <p:cNvSpPr>
            <a:spLocks noGrp="1"/>
          </p:cNvSpPr>
          <p:nvPr>
            <p:ph type="ftr" sz="quarter" idx="11"/>
          </p:nvPr>
        </p:nvSpPr>
        <p:spPr>
          <a:xfrm>
            <a:off x="3028950" y="6213298"/>
            <a:ext cx="3086100" cy="365125"/>
          </a:xfrm>
        </p:spPr>
        <p:txBody>
          <a:bodyPr/>
          <a:lstStyle/>
          <a:p>
            <a:r>
              <a:rPr lang="es-NI" sz="1000" dirty="0"/>
              <a:t>Taller: Evaluación de los aprendizajes. Edelmira Morales. Octubre 2019</a:t>
            </a:r>
          </a:p>
        </p:txBody>
      </p:sp>
      <p:sp>
        <p:nvSpPr>
          <p:cNvPr id="5" name="Marcador de número de diapositiva 4">
            <a:extLst>
              <a:ext uri="{FF2B5EF4-FFF2-40B4-BE49-F238E27FC236}">
                <a16:creationId xmlns:a16="http://schemas.microsoft.com/office/drawing/2014/main" id="{7EC00951-8DDE-4EA2-97EE-841C65AE58DC}"/>
              </a:ext>
            </a:extLst>
          </p:cNvPr>
          <p:cNvSpPr>
            <a:spLocks noGrp="1"/>
          </p:cNvSpPr>
          <p:nvPr>
            <p:ph type="sldNum" sz="quarter" idx="12"/>
          </p:nvPr>
        </p:nvSpPr>
        <p:spPr/>
        <p:txBody>
          <a:bodyPr/>
          <a:lstStyle/>
          <a:p>
            <a:fld id="{16E415FD-9E47-4847-B618-5821271C3E49}" type="slidenum">
              <a:rPr lang="es-NI" smtClean="0"/>
              <a:t>5</a:t>
            </a:fld>
            <a:endParaRPr lang="es-NI"/>
          </a:p>
        </p:txBody>
      </p:sp>
    </p:spTree>
    <p:extLst>
      <p:ext uri="{BB962C8B-B14F-4D97-AF65-F5344CB8AC3E}">
        <p14:creationId xmlns:p14="http://schemas.microsoft.com/office/powerpoint/2010/main" val="2083899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5611C4-C195-40D8-BEBC-F7929C3A79D8}"/>
              </a:ext>
            </a:extLst>
          </p:cNvPr>
          <p:cNvSpPr>
            <a:spLocks noGrp="1"/>
          </p:cNvSpPr>
          <p:nvPr>
            <p:ph type="title"/>
          </p:nvPr>
        </p:nvSpPr>
        <p:spPr>
          <a:xfrm>
            <a:off x="670278" y="-19507"/>
            <a:ext cx="7886700" cy="1125007"/>
          </a:xfrm>
        </p:spPr>
        <p:txBody>
          <a:bodyPr/>
          <a:lstStyle/>
          <a:p>
            <a:r>
              <a:rPr lang="es-NI" sz="2400" dirty="0"/>
              <a:t>Ejemplo de instrucciones en las que se aplicó la mediación pedagógica:</a:t>
            </a:r>
          </a:p>
        </p:txBody>
      </p:sp>
      <p:graphicFrame>
        <p:nvGraphicFramePr>
          <p:cNvPr id="4" name="Tabla 4">
            <a:extLst>
              <a:ext uri="{FF2B5EF4-FFF2-40B4-BE49-F238E27FC236}">
                <a16:creationId xmlns:a16="http://schemas.microsoft.com/office/drawing/2014/main" id="{000A8C25-DA09-494A-9B3E-C67A52C6FB23}"/>
              </a:ext>
            </a:extLst>
          </p:cNvPr>
          <p:cNvGraphicFramePr>
            <a:graphicFrameLocks noGrp="1"/>
          </p:cNvGraphicFramePr>
          <p:nvPr>
            <p:ph idx="1"/>
            <p:extLst>
              <p:ext uri="{D42A27DB-BD31-4B8C-83A1-F6EECF244321}">
                <p14:modId xmlns:p14="http://schemas.microsoft.com/office/powerpoint/2010/main" val="829996985"/>
              </p:ext>
            </p:extLst>
          </p:nvPr>
        </p:nvGraphicFramePr>
        <p:xfrm>
          <a:off x="400755" y="880606"/>
          <a:ext cx="8342489" cy="5658307"/>
        </p:xfrm>
        <a:graphic>
          <a:graphicData uri="http://schemas.openxmlformats.org/drawingml/2006/table">
            <a:tbl>
              <a:tblPr firstRow="1" bandRow="1">
                <a:tableStyleId>{5C22544A-7EE6-4342-B048-85BDC9FD1C3A}</a:tableStyleId>
              </a:tblPr>
              <a:tblGrid>
                <a:gridCol w="1568041">
                  <a:extLst>
                    <a:ext uri="{9D8B030D-6E8A-4147-A177-3AD203B41FA5}">
                      <a16:colId xmlns:a16="http://schemas.microsoft.com/office/drawing/2014/main" val="3446737997"/>
                    </a:ext>
                  </a:extLst>
                </a:gridCol>
                <a:gridCol w="1755371">
                  <a:extLst>
                    <a:ext uri="{9D8B030D-6E8A-4147-A177-3AD203B41FA5}">
                      <a16:colId xmlns:a16="http://schemas.microsoft.com/office/drawing/2014/main" val="3252524703"/>
                    </a:ext>
                  </a:extLst>
                </a:gridCol>
                <a:gridCol w="5019077">
                  <a:extLst>
                    <a:ext uri="{9D8B030D-6E8A-4147-A177-3AD203B41FA5}">
                      <a16:colId xmlns:a16="http://schemas.microsoft.com/office/drawing/2014/main" val="3500709007"/>
                    </a:ext>
                  </a:extLst>
                </a:gridCol>
              </a:tblGrid>
              <a:tr h="385267">
                <a:tc>
                  <a:txBody>
                    <a:bodyPr/>
                    <a:lstStyle/>
                    <a:p>
                      <a:pPr algn="ctr"/>
                      <a:r>
                        <a:rPr lang="es-NI" dirty="0"/>
                        <a:t>TEMA</a:t>
                      </a:r>
                    </a:p>
                  </a:txBody>
                  <a:tcPr/>
                </a:tc>
                <a:tc>
                  <a:txBody>
                    <a:bodyPr/>
                    <a:lstStyle/>
                    <a:p>
                      <a:pPr algn="ctr"/>
                      <a:r>
                        <a:rPr lang="es-NI" dirty="0"/>
                        <a:t>SUBTEMAS</a:t>
                      </a:r>
                    </a:p>
                  </a:txBody>
                  <a:tcPr/>
                </a:tc>
                <a:tc>
                  <a:txBody>
                    <a:bodyPr/>
                    <a:lstStyle/>
                    <a:p>
                      <a:pPr algn="ctr"/>
                      <a:r>
                        <a:rPr lang="es-NI" dirty="0"/>
                        <a:t>INSTRUCCIONES/ACTIVIDADES</a:t>
                      </a:r>
                    </a:p>
                  </a:txBody>
                  <a:tcPr/>
                </a:tc>
                <a:extLst>
                  <a:ext uri="{0D108BD9-81ED-4DB2-BD59-A6C34878D82A}">
                    <a16:rowId xmlns:a16="http://schemas.microsoft.com/office/drawing/2014/main" val="1586071207"/>
                  </a:ext>
                </a:extLst>
              </a:tr>
              <a:tr h="4654869">
                <a:tc>
                  <a:txBody>
                    <a:bodyPr/>
                    <a:lstStyle/>
                    <a:p>
                      <a:endParaRPr lang="es-NI" dirty="0"/>
                    </a:p>
                    <a:p>
                      <a:endParaRPr lang="es-NI" dirty="0"/>
                    </a:p>
                    <a:p>
                      <a:endParaRPr lang="es-NI" dirty="0"/>
                    </a:p>
                    <a:p>
                      <a:endParaRPr lang="es-NI" dirty="0"/>
                    </a:p>
                    <a:p>
                      <a:endParaRPr lang="es-NI" dirty="0"/>
                    </a:p>
                    <a:p>
                      <a:endParaRPr lang="es-NI" dirty="0"/>
                    </a:p>
                    <a:p>
                      <a:r>
                        <a:rPr lang="es-NI" dirty="0"/>
                        <a:t>Neurociencia aplicada a la educación del siglo XXI </a:t>
                      </a:r>
                    </a:p>
                  </a:txBody>
                  <a:tcPr/>
                </a:tc>
                <a:tc>
                  <a:txBody>
                    <a:bodyPr/>
                    <a:lstStyle/>
                    <a:p>
                      <a:r>
                        <a:rPr lang="es-NI" dirty="0"/>
                        <a:t>1.Contexto</a:t>
                      </a:r>
                    </a:p>
                    <a:p>
                      <a:r>
                        <a:rPr lang="es-NI" dirty="0"/>
                        <a:t>2.¿Por qué considerar el estudio de las funciones cerebrales en los procesos educativos?</a:t>
                      </a:r>
                    </a:p>
                    <a:p>
                      <a:r>
                        <a:rPr lang="es-NI" dirty="0"/>
                        <a:t>3.Neurociencia y educación</a:t>
                      </a:r>
                    </a:p>
                    <a:p>
                      <a:r>
                        <a:rPr lang="es-NI" dirty="0"/>
                        <a:t>4.Aprendizaje relacional</a:t>
                      </a:r>
                    </a:p>
                    <a:p>
                      <a:r>
                        <a:rPr lang="es-NI" dirty="0"/>
                        <a:t>5.El proceso de aprendizaje</a:t>
                      </a:r>
                    </a:p>
                    <a:p>
                      <a:r>
                        <a:rPr lang="es-NI" dirty="0"/>
                        <a:t>6.Conclusiones</a:t>
                      </a:r>
                    </a:p>
                    <a:p>
                      <a:endParaRPr lang="es-NI" dirty="0"/>
                    </a:p>
                  </a:txBody>
                  <a:tcPr/>
                </a:tc>
                <a:tc>
                  <a:txBody>
                    <a:bodyPr/>
                    <a:lstStyle/>
                    <a:p>
                      <a:r>
                        <a:rPr lang="es-NI" sz="1400" dirty="0">
                          <a:highlight>
                            <a:srgbClr val="FFFF00"/>
                          </a:highlight>
                        </a:rPr>
                        <a:t>Autoevalúe los resultados del aprendizaje con el texto y consigo mismo. </a:t>
                      </a:r>
                    </a:p>
                    <a:p>
                      <a:r>
                        <a:rPr lang="es-NI" sz="1400" dirty="0">
                          <a:highlight>
                            <a:srgbClr val="FFFF00"/>
                          </a:highlight>
                        </a:rPr>
                        <a:t>Responda en su cuaderno de trabajo las preguntas reflexivas y metacognitivas siguientes</a:t>
                      </a:r>
                      <a:r>
                        <a:rPr lang="es-NI" sz="1400" dirty="0"/>
                        <a:t>:</a:t>
                      </a:r>
                    </a:p>
                    <a:p>
                      <a:r>
                        <a:rPr lang="es-NI" sz="1400" dirty="0"/>
                        <a:t>1.Qué es neurociencia desde su experiencia docente?</a:t>
                      </a:r>
                    </a:p>
                    <a:p>
                      <a:r>
                        <a:rPr lang="es-NI" sz="1400" dirty="0"/>
                        <a:t>2.¿Qué relación encuentra entre la neurociencia y la educación?</a:t>
                      </a:r>
                    </a:p>
                    <a:p>
                      <a:r>
                        <a:rPr lang="es-NI" sz="1400" dirty="0"/>
                        <a:t>3.¿Podría fundamentar cómo la actividad cerebral del estudiante es la base para la selección y aplicación de estrategias de enseñanza pertinentes a la realidad actual?</a:t>
                      </a:r>
                    </a:p>
                    <a:p>
                      <a:r>
                        <a:rPr lang="es-NI" sz="1400" dirty="0"/>
                        <a:t>4.¿Cree usted que la pregunta anterior (3) es válida para su docencia? Justifique</a:t>
                      </a:r>
                    </a:p>
                    <a:p>
                      <a:r>
                        <a:rPr lang="es-NI" sz="1400" dirty="0"/>
                        <a:t>5.¿Considera usted que la estructura física del cerebro (su anatomía) cambia en la medida que adquirimos nuevos aprendizajes? ¿Por qué sí? ¿por qué no? Fundamente</a:t>
                      </a:r>
                    </a:p>
                    <a:p>
                      <a:r>
                        <a:rPr lang="es-NI" sz="1400" dirty="0"/>
                        <a:t>6.¿Qué esperan los docentes de la neurociencia aplicada a la enseñanza?</a:t>
                      </a:r>
                    </a:p>
                    <a:p>
                      <a:r>
                        <a:rPr lang="es-NI" sz="1400" dirty="0"/>
                        <a:t>7.¿Qué esperan los estudiantes de la neurociencia aplicada al aprendizaje?</a:t>
                      </a:r>
                    </a:p>
                    <a:p>
                      <a:r>
                        <a:rPr lang="es-NI" sz="1400" dirty="0"/>
                        <a:t>8.¿Qué expectativas y sentimientos le despertó el estudio de este tema?</a:t>
                      </a:r>
                    </a:p>
                    <a:p>
                      <a:r>
                        <a:rPr lang="es-NI" sz="1400" dirty="0"/>
                        <a:t>9. ¿Qué cambios actitudinales y axiológicos se produjeron en usted mientras estudiaba?</a:t>
                      </a:r>
                    </a:p>
                    <a:p>
                      <a:endParaRPr lang="es-NI" sz="1600" dirty="0"/>
                    </a:p>
                    <a:p>
                      <a:endParaRPr lang="es-NI" sz="1600" dirty="0"/>
                    </a:p>
                  </a:txBody>
                  <a:tcPr/>
                </a:tc>
                <a:extLst>
                  <a:ext uri="{0D108BD9-81ED-4DB2-BD59-A6C34878D82A}">
                    <a16:rowId xmlns:a16="http://schemas.microsoft.com/office/drawing/2014/main" val="400777580"/>
                  </a:ext>
                </a:extLst>
              </a:tr>
            </a:tbl>
          </a:graphicData>
        </a:graphic>
      </p:graphicFrame>
      <p:sp>
        <p:nvSpPr>
          <p:cNvPr id="6" name="Marcador de pie de página 5">
            <a:extLst>
              <a:ext uri="{FF2B5EF4-FFF2-40B4-BE49-F238E27FC236}">
                <a16:creationId xmlns:a16="http://schemas.microsoft.com/office/drawing/2014/main" id="{D13A20AE-4F7B-49F6-B941-6B531ABF6041}"/>
              </a:ext>
            </a:extLst>
          </p:cNvPr>
          <p:cNvSpPr>
            <a:spLocks noGrp="1"/>
          </p:cNvSpPr>
          <p:nvPr>
            <p:ph type="ftr" sz="quarter" idx="11"/>
          </p:nvPr>
        </p:nvSpPr>
        <p:spPr/>
        <p:txBody>
          <a:bodyPr/>
          <a:lstStyle/>
          <a:p>
            <a:r>
              <a:rPr lang="es-NI" sz="1000" dirty="0"/>
              <a:t>Taller: Evaluación de los aprendizajes. Edelmira Morales. Octubre 2019</a:t>
            </a:r>
          </a:p>
        </p:txBody>
      </p:sp>
      <p:sp>
        <p:nvSpPr>
          <p:cNvPr id="7" name="Marcador de número de diapositiva 6">
            <a:extLst>
              <a:ext uri="{FF2B5EF4-FFF2-40B4-BE49-F238E27FC236}">
                <a16:creationId xmlns:a16="http://schemas.microsoft.com/office/drawing/2014/main" id="{5C55697A-9643-4955-998D-40C1C2C62CB5}"/>
              </a:ext>
            </a:extLst>
          </p:cNvPr>
          <p:cNvSpPr>
            <a:spLocks noGrp="1"/>
          </p:cNvSpPr>
          <p:nvPr>
            <p:ph type="sldNum" sz="quarter" idx="12"/>
          </p:nvPr>
        </p:nvSpPr>
        <p:spPr/>
        <p:txBody>
          <a:bodyPr/>
          <a:lstStyle/>
          <a:p>
            <a:fld id="{16E415FD-9E47-4847-B618-5821271C3E49}" type="slidenum">
              <a:rPr lang="es-NI" smtClean="0"/>
              <a:t>6</a:t>
            </a:fld>
            <a:endParaRPr lang="es-NI"/>
          </a:p>
        </p:txBody>
      </p:sp>
    </p:spTree>
    <p:extLst>
      <p:ext uri="{BB962C8B-B14F-4D97-AF65-F5344CB8AC3E}">
        <p14:creationId xmlns:p14="http://schemas.microsoft.com/office/powerpoint/2010/main" val="1985298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D45F4E-149F-4986-B191-02B569F2A0B9}"/>
              </a:ext>
            </a:extLst>
          </p:cNvPr>
          <p:cNvSpPr>
            <a:spLocks noGrp="1"/>
          </p:cNvSpPr>
          <p:nvPr>
            <p:ph type="title"/>
          </p:nvPr>
        </p:nvSpPr>
        <p:spPr>
          <a:xfrm>
            <a:off x="867480" y="369010"/>
            <a:ext cx="7409039" cy="650874"/>
          </a:xfrm>
        </p:spPr>
        <p:txBody>
          <a:bodyPr/>
          <a:lstStyle/>
          <a:p>
            <a:r>
              <a:rPr lang="es-NI" sz="2800" dirty="0"/>
              <a:t>Diferencia entre estrategia, técnicas y actividades.</a:t>
            </a:r>
            <a:br>
              <a:rPr lang="es-NI" sz="2800" dirty="0"/>
            </a:br>
            <a:endParaRPr lang="es-NI" sz="2800" dirty="0"/>
          </a:p>
        </p:txBody>
      </p:sp>
      <p:graphicFrame>
        <p:nvGraphicFramePr>
          <p:cNvPr id="4" name="Tabla 4">
            <a:extLst>
              <a:ext uri="{FF2B5EF4-FFF2-40B4-BE49-F238E27FC236}">
                <a16:creationId xmlns:a16="http://schemas.microsoft.com/office/drawing/2014/main" id="{BDE881E5-3AEF-4DD2-BA4D-2604F4B8CA23}"/>
              </a:ext>
            </a:extLst>
          </p:cNvPr>
          <p:cNvGraphicFramePr>
            <a:graphicFrameLocks noGrp="1"/>
          </p:cNvGraphicFramePr>
          <p:nvPr>
            <p:ph idx="1"/>
            <p:extLst>
              <p:ext uri="{D42A27DB-BD31-4B8C-83A1-F6EECF244321}">
                <p14:modId xmlns:p14="http://schemas.microsoft.com/office/powerpoint/2010/main" val="600606006"/>
              </p:ext>
            </p:extLst>
          </p:nvPr>
        </p:nvGraphicFramePr>
        <p:xfrm>
          <a:off x="440268" y="1407935"/>
          <a:ext cx="8455377" cy="4383265"/>
        </p:xfrm>
        <a:graphic>
          <a:graphicData uri="http://schemas.openxmlformats.org/drawingml/2006/table">
            <a:tbl>
              <a:tblPr firstRow="1" bandRow="1">
                <a:tableStyleId>{073A0DAA-6AF3-43AB-8588-CEC1D06C72B9}</a:tableStyleId>
              </a:tblPr>
              <a:tblGrid>
                <a:gridCol w="2818459">
                  <a:extLst>
                    <a:ext uri="{9D8B030D-6E8A-4147-A177-3AD203B41FA5}">
                      <a16:colId xmlns:a16="http://schemas.microsoft.com/office/drawing/2014/main" val="3083721430"/>
                    </a:ext>
                  </a:extLst>
                </a:gridCol>
                <a:gridCol w="2818459">
                  <a:extLst>
                    <a:ext uri="{9D8B030D-6E8A-4147-A177-3AD203B41FA5}">
                      <a16:colId xmlns:a16="http://schemas.microsoft.com/office/drawing/2014/main" val="1808364949"/>
                    </a:ext>
                  </a:extLst>
                </a:gridCol>
                <a:gridCol w="2818459">
                  <a:extLst>
                    <a:ext uri="{9D8B030D-6E8A-4147-A177-3AD203B41FA5}">
                      <a16:colId xmlns:a16="http://schemas.microsoft.com/office/drawing/2014/main" val="3048212341"/>
                    </a:ext>
                  </a:extLst>
                </a:gridCol>
              </a:tblGrid>
              <a:tr h="467122">
                <a:tc>
                  <a:txBody>
                    <a:bodyPr/>
                    <a:lstStyle/>
                    <a:p>
                      <a:pPr algn="ctr"/>
                      <a:r>
                        <a:rPr lang="es-NI" dirty="0"/>
                        <a:t>Estrategia didáctica</a:t>
                      </a:r>
                    </a:p>
                  </a:txBody>
                  <a:tcPr/>
                </a:tc>
                <a:tc>
                  <a:txBody>
                    <a:bodyPr/>
                    <a:lstStyle/>
                    <a:p>
                      <a:pPr algn="ctr"/>
                      <a:r>
                        <a:rPr lang="es-NI" dirty="0"/>
                        <a:t>Técnicas</a:t>
                      </a:r>
                    </a:p>
                  </a:txBody>
                  <a:tcPr/>
                </a:tc>
                <a:tc>
                  <a:txBody>
                    <a:bodyPr/>
                    <a:lstStyle/>
                    <a:p>
                      <a:pPr algn="ctr"/>
                      <a:r>
                        <a:rPr lang="es-NI" dirty="0"/>
                        <a:t>Actividades</a:t>
                      </a:r>
                    </a:p>
                  </a:txBody>
                  <a:tcPr/>
                </a:tc>
                <a:extLst>
                  <a:ext uri="{0D108BD9-81ED-4DB2-BD59-A6C34878D82A}">
                    <a16:rowId xmlns:a16="http://schemas.microsoft.com/office/drawing/2014/main" val="2031367531"/>
                  </a:ext>
                </a:extLst>
              </a:tr>
              <a:tr h="3916143">
                <a:tc>
                  <a:txBody>
                    <a:bodyPr/>
                    <a:lstStyle/>
                    <a:p>
                      <a:pPr marL="285750" indent="-285750">
                        <a:buFont typeface="Arial" panose="020B0604020202020204" pitchFamily="34" charset="0"/>
                        <a:buChar char="•"/>
                      </a:pPr>
                      <a:r>
                        <a:rPr lang="es-NI" sz="2000" dirty="0"/>
                        <a:t>Conjunto de procedimientos, apoyados en técnicas de enseñanza que tienen por objeto llevar a buen término la acción didáctica, es decir, alcanzar los objetivos de aprendizaje</a:t>
                      </a:r>
                    </a:p>
                  </a:txBody>
                  <a:tcPr/>
                </a:tc>
                <a:tc>
                  <a:txBody>
                    <a:bodyPr/>
                    <a:lstStyle/>
                    <a:p>
                      <a:pPr marL="285750" indent="-285750">
                        <a:buFont typeface="Arial" panose="020B0604020202020204" pitchFamily="34" charset="0"/>
                        <a:buChar char="•"/>
                      </a:pPr>
                      <a:r>
                        <a:rPr lang="es-NI" sz="2000" dirty="0"/>
                        <a:t>Se consideran como procedimientos didácticos que se prestan a ayudar a realizar una parte del aprendizaje que se persigue con la estrategia</a:t>
                      </a:r>
                    </a:p>
                  </a:txBody>
                  <a:tcPr/>
                </a:tc>
                <a:tc>
                  <a:txBody>
                    <a:bodyPr/>
                    <a:lstStyle/>
                    <a:p>
                      <a:pPr marL="285750" indent="-285750">
                        <a:buFont typeface="Arial" panose="020B0604020202020204" pitchFamily="34" charset="0"/>
                        <a:buChar char="•"/>
                      </a:pPr>
                      <a:r>
                        <a:rPr lang="es-NI" sz="2000" dirty="0"/>
                        <a:t>Son parte de las técnicas y son acciones específicas que facilitan la ejecución de la técnica.</a:t>
                      </a:r>
                    </a:p>
                    <a:p>
                      <a:pPr marL="285750" indent="-285750">
                        <a:buFont typeface="Arial" panose="020B0604020202020204" pitchFamily="34" charset="0"/>
                        <a:buChar char="•"/>
                      </a:pPr>
                      <a:r>
                        <a:rPr lang="es-NI" sz="2000" dirty="0"/>
                        <a:t>Son flexibles y permiten ajustar la técnica a las características del grupo </a:t>
                      </a:r>
                    </a:p>
                  </a:txBody>
                  <a:tcPr/>
                </a:tc>
                <a:extLst>
                  <a:ext uri="{0D108BD9-81ED-4DB2-BD59-A6C34878D82A}">
                    <a16:rowId xmlns:a16="http://schemas.microsoft.com/office/drawing/2014/main" val="350989275"/>
                  </a:ext>
                </a:extLst>
              </a:tr>
            </a:tbl>
          </a:graphicData>
        </a:graphic>
      </p:graphicFrame>
      <p:sp>
        <p:nvSpPr>
          <p:cNvPr id="3" name="Marcador de pie de página 2">
            <a:extLst>
              <a:ext uri="{FF2B5EF4-FFF2-40B4-BE49-F238E27FC236}">
                <a16:creationId xmlns:a16="http://schemas.microsoft.com/office/drawing/2014/main" id="{554FBD91-B51E-49B8-9583-1C5BD566275A}"/>
              </a:ext>
            </a:extLst>
          </p:cNvPr>
          <p:cNvSpPr>
            <a:spLocks noGrp="1"/>
          </p:cNvSpPr>
          <p:nvPr>
            <p:ph type="ftr" sz="quarter" idx="11"/>
          </p:nvPr>
        </p:nvSpPr>
        <p:spPr>
          <a:xfrm>
            <a:off x="3028949" y="5941302"/>
            <a:ext cx="3086100" cy="365125"/>
          </a:xfrm>
        </p:spPr>
        <p:txBody>
          <a:bodyPr/>
          <a:lstStyle/>
          <a:p>
            <a:r>
              <a:rPr lang="es-NI" sz="1000" dirty="0"/>
              <a:t>Taller: Evaluación de los aprendizajes. Edelmira Morales. Octubre 2019</a:t>
            </a:r>
          </a:p>
        </p:txBody>
      </p:sp>
      <p:sp>
        <p:nvSpPr>
          <p:cNvPr id="5" name="Marcador de número de diapositiva 4">
            <a:extLst>
              <a:ext uri="{FF2B5EF4-FFF2-40B4-BE49-F238E27FC236}">
                <a16:creationId xmlns:a16="http://schemas.microsoft.com/office/drawing/2014/main" id="{9687E780-752F-4346-ADDE-4D74E4C4C783}"/>
              </a:ext>
            </a:extLst>
          </p:cNvPr>
          <p:cNvSpPr>
            <a:spLocks noGrp="1"/>
          </p:cNvSpPr>
          <p:nvPr>
            <p:ph type="sldNum" sz="quarter" idx="12"/>
          </p:nvPr>
        </p:nvSpPr>
        <p:spPr/>
        <p:txBody>
          <a:bodyPr/>
          <a:lstStyle/>
          <a:p>
            <a:fld id="{16E415FD-9E47-4847-B618-5821271C3E49}" type="slidenum">
              <a:rPr lang="es-NI" smtClean="0"/>
              <a:t>7</a:t>
            </a:fld>
            <a:endParaRPr lang="es-NI"/>
          </a:p>
        </p:txBody>
      </p:sp>
    </p:spTree>
    <p:extLst>
      <p:ext uri="{BB962C8B-B14F-4D97-AF65-F5344CB8AC3E}">
        <p14:creationId xmlns:p14="http://schemas.microsoft.com/office/powerpoint/2010/main" val="2006713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63E613-C475-4FA2-A6C4-972E3540150D}"/>
              </a:ext>
            </a:extLst>
          </p:cNvPr>
          <p:cNvSpPr>
            <a:spLocks noGrp="1"/>
          </p:cNvSpPr>
          <p:nvPr>
            <p:ph type="title"/>
          </p:nvPr>
        </p:nvSpPr>
        <p:spPr/>
        <p:txBody>
          <a:bodyPr/>
          <a:lstStyle/>
          <a:p>
            <a:r>
              <a:rPr lang="es-NI" sz="3600" dirty="0"/>
              <a:t>Ejemplo 1</a:t>
            </a:r>
            <a:br>
              <a:rPr lang="es-NI" sz="3600" dirty="0"/>
            </a:br>
            <a:endParaRPr lang="es-NI" sz="3600" dirty="0"/>
          </a:p>
        </p:txBody>
      </p:sp>
      <p:graphicFrame>
        <p:nvGraphicFramePr>
          <p:cNvPr id="4" name="Tabla 4">
            <a:extLst>
              <a:ext uri="{FF2B5EF4-FFF2-40B4-BE49-F238E27FC236}">
                <a16:creationId xmlns:a16="http://schemas.microsoft.com/office/drawing/2014/main" id="{BC019D98-CBB9-42AB-9573-A2FC7562F0E0}"/>
              </a:ext>
            </a:extLst>
          </p:cNvPr>
          <p:cNvGraphicFramePr>
            <a:graphicFrameLocks noGrp="1"/>
          </p:cNvGraphicFramePr>
          <p:nvPr>
            <p:ph idx="1"/>
            <p:extLst>
              <p:ext uri="{D42A27DB-BD31-4B8C-83A1-F6EECF244321}">
                <p14:modId xmlns:p14="http://schemas.microsoft.com/office/powerpoint/2010/main" val="627541391"/>
              </p:ext>
            </p:extLst>
          </p:nvPr>
        </p:nvGraphicFramePr>
        <p:xfrm>
          <a:off x="628650" y="1114424"/>
          <a:ext cx="7965723" cy="4721930"/>
        </p:xfrm>
        <a:graphic>
          <a:graphicData uri="http://schemas.openxmlformats.org/drawingml/2006/table">
            <a:tbl>
              <a:tblPr firstRow="1" bandRow="1">
                <a:tableStyleId>{5C22544A-7EE6-4342-B048-85BDC9FD1C3A}</a:tableStyleId>
              </a:tblPr>
              <a:tblGrid>
                <a:gridCol w="2655241">
                  <a:extLst>
                    <a:ext uri="{9D8B030D-6E8A-4147-A177-3AD203B41FA5}">
                      <a16:colId xmlns:a16="http://schemas.microsoft.com/office/drawing/2014/main" val="2712585161"/>
                    </a:ext>
                  </a:extLst>
                </a:gridCol>
                <a:gridCol w="2655241">
                  <a:extLst>
                    <a:ext uri="{9D8B030D-6E8A-4147-A177-3AD203B41FA5}">
                      <a16:colId xmlns:a16="http://schemas.microsoft.com/office/drawing/2014/main" val="4171091371"/>
                    </a:ext>
                  </a:extLst>
                </a:gridCol>
                <a:gridCol w="2655241">
                  <a:extLst>
                    <a:ext uri="{9D8B030D-6E8A-4147-A177-3AD203B41FA5}">
                      <a16:colId xmlns:a16="http://schemas.microsoft.com/office/drawing/2014/main" val="1928356331"/>
                    </a:ext>
                  </a:extLst>
                </a:gridCol>
              </a:tblGrid>
              <a:tr h="415302">
                <a:tc>
                  <a:txBody>
                    <a:bodyPr/>
                    <a:lstStyle/>
                    <a:p>
                      <a:pPr algn="ctr"/>
                      <a:r>
                        <a:rPr lang="es-NI" dirty="0"/>
                        <a:t>Estrategia didáctica</a:t>
                      </a:r>
                    </a:p>
                  </a:txBody>
                  <a:tcPr/>
                </a:tc>
                <a:tc>
                  <a:txBody>
                    <a:bodyPr/>
                    <a:lstStyle/>
                    <a:p>
                      <a:pPr algn="ctr"/>
                      <a:r>
                        <a:rPr lang="es-NI" dirty="0"/>
                        <a:t>Técnicas</a:t>
                      </a:r>
                    </a:p>
                  </a:txBody>
                  <a:tcPr/>
                </a:tc>
                <a:tc>
                  <a:txBody>
                    <a:bodyPr/>
                    <a:lstStyle/>
                    <a:p>
                      <a:pPr algn="ctr"/>
                      <a:r>
                        <a:rPr lang="es-NI" dirty="0"/>
                        <a:t>Actividades</a:t>
                      </a:r>
                    </a:p>
                  </a:txBody>
                  <a:tcPr/>
                </a:tc>
                <a:extLst>
                  <a:ext uri="{0D108BD9-81ED-4DB2-BD59-A6C34878D82A}">
                    <a16:rowId xmlns:a16="http://schemas.microsoft.com/office/drawing/2014/main" val="4018104477"/>
                  </a:ext>
                </a:extLst>
              </a:tr>
              <a:tr h="1945663">
                <a:tc>
                  <a:txBody>
                    <a:bodyPr/>
                    <a:lstStyle/>
                    <a:p>
                      <a:r>
                        <a:rPr lang="es-NI" dirty="0"/>
                        <a:t>Aprendizaje colaborativo</a:t>
                      </a:r>
                    </a:p>
                  </a:txBody>
                  <a:tcPr/>
                </a:tc>
                <a:tc>
                  <a:txBody>
                    <a:bodyPr/>
                    <a:lstStyle/>
                    <a:p>
                      <a:pPr marL="285750" indent="-285750">
                        <a:buFont typeface="Arial" panose="020B0604020202020204" pitchFamily="34" charset="0"/>
                        <a:buChar char="•"/>
                      </a:pPr>
                      <a:r>
                        <a:rPr lang="es-NI" dirty="0"/>
                        <a:t>Método de casos</a:t>
                      </a:r>
                    </a:p>
                    <a:p>
                      <a:pPr marL="285750" indent="-285750">
                        <a:buFont typeface="Arial" panose="020B0604020202020204" pitchFamily="34" charset="0"/>
                        <a:buChar char="•"/>
                      </a:pPr>
                      <a:r>
                        <a:rPr lang="es-NI" dirty="0"/>
                        <a:t>Método de proyectos</a:t>
                      </a:r>
                    </a:p>
                    <a:p>
                      <a:pPr marL="285750" indent="-285750">
                        <a:buFont typeface="Arial" panose="020B0604020202020204" pitchFamily="34" charset="0"/>
                        <a:buChar char="•"/>
                      </a:pPr>
                      <a:r>
                        <a:rPr lang="es-NI" dirty="0"/>
                        <a:t>Debates</a:t>
                      </a:r>
                    </a:p>
                    <a:p>
                      <a:pPr marL="285750" indent="-285750">
                        <a:buFont typeface="Arial" panose="020B0604020202020204" pitchFamily="34" charset="0"/>
                        <a:buChar char="•"/>
                      </a:pPr>
                      <a:r>
                        <a:rPr lang="es-NI" dirty="0"/>
                        <a:t>Video-foro</a:t>
                      </a:r>
                    </a:p>
                  </a:txBody>
                  <a:tcPr/>
                </a:tc>
                <a:tc>
                  <a:txBody>
                    <a:bodyPr/>
                    <a:lstStyle/>
                    <a:p>
                      <a:pPr marL="285750" indent="-285750">
                        <a:buFont typeface="Arial" panose="020B0604020202020204" pitchFamily="34" charset="0"/>
                        <a:buChar char="•"/>
                      </a:pPr>
                      <a:r>
                        <a:rPr lang="es-NI" dirty="0"/>
                        <a:t>Discusiones en grupo</a:t>
                      </a:r>
                    </a:p>
                    <a:p>
                      <a:pPr marL="285750" indent="-285750">
                        <a:buFont typeface="Arial" panose="020B0604020202020204" pitchFamily="34" charset="0"/>
                        <a:buChar char="•"/>
                      </a:pPr>
                      <a:r>
                        <a:rPr lang="es-NI" dirty="0"/>
                        <a:t>Tarea en equipos</a:t>
                      </a:r>
                    </a:p>
                    <a:p>
                      <a:pPr marL="285750" indent="-285750">
                        <a:buFont typeface="Arial" panose="020B0604020202020204" pitchFamily="34" charset="0"/>
                        <a:buChar char="•"/>
                      </a:pPr>
                      <a:r>
                        <a:rPr lang="es-NI" dirty="0"/>
                        <a:t>Simulación de casos</a:t>
                      </a:r>
                    </a:p>
                    <a:p>
                      <a:pPr marL="285750" indent="-285750">
                        <a:buFont typeface="Arial" panose="020B0604020202020204" pitchFamily="34" charset="0"/>
                        <a:buChar char="•"/>
                      </a:pPr>
                      <a:r>
                        <a:rPr lang="es-NI" dirty="0"/>
                        <a:t>Seminario</a:t>
                      </a:r>
                    </a:p>
                    <a:p>
                      <a:pPr marL="285750" indent="-285750">
                        <a:buFont typeface="Arial" panose="020B0604020202020204" pitchFamily="34" charset="0"/>
                        <a:buChar char="•"/>
                      </a:pPr>
                      <a:r>
                        <a:rPr lang="es-NI" dirty="0"/>
                        <a:t>Investigaciones</a:t>
                      </a:r>
                    </a:p>
                    <a:p>
                      <a:pPr marL="285750" indent="-285750">
                        <a:buFont typeface="Arial" panose="020B0604020202020204" pitchFamily="34" charset="0"/>
                        <a:buChar char="•"/>
                      </a:pPr>
                      <a:endParaRPr lang="es-NI" dirty="0"/>
                    </a:p>
                  </a:txBody>
                  <a:tcPr/>
                </a:tc>
                <a:extLst>
                  <a:ext uri="{0D108BD9-81ED-4DB2-BD59-A6C34878D82A}">
                    <a16:rowId xmlns:a16="http://schemas.microsoft.com/office/drawing/2014/main" val="3692862043"/>
                  </a:ext>
                </a:extLst>
              </a:tr>
              <a:tr h="1945663">
                <a:tc>
                  <a:txBody>
                    <a:bodyPr/>
                    <a:lstStyle/>
                    <a:p>
                      <a:r>
                        <a:rPr lang="es-NI" dirty="0"/>
                        <a:t>Auto estudio o estudio individual</a:t>
                      </a:r>
                    </a:p>
                  </a:txBody>
                  <a:tcPr/>
                </a:tc>
                <a:tc>
                  <a:txBody>
                    <a:bodyPr/>
                    <a:lstStyle/>
                    <a:p>
                      <a:pPr marL="285750" indent="-285750">
                        <a:buFont typeface="Arial" panose="020B0604020202020204" pitchFamily="34" charset="0"/>
                        <a:buChar char="•"/>
                      </a:pPr>
                      <a:r>
                        <a:rPr lang="es-NI" dirty="0"/>
                        <a:t>Ensayo</a:t>
                      </a:r>
                    </a:p>
                    <a:p>
                      <a:pPr marL="285750" indent="-285750">
                        <a:buFont typeface="Arial" panose="020B0604020202020204" pitchFamily="34" charset="0"/>
                        <a:buChar char="•"/>
                      </a:pPr>
                      <a:r>
                        <a:rPr lang="es-NI" dirty="0"/>
                        <a:t>Portafolio</a:t>
                      </a:r>
                    </a:p>
                    <a:p>
                      <a:pPr marL="285750" indent="-285750">
                        <a:buFont typeface="Arial" panose="020B0604020202020204" pitchFamily="34" charset="0"/>
                        <a:buChar char="•"/>
                      </a:pPr>
                      <a:r>
                        <a:rPr lang="es-NI" dirty="0"/>
                        <a:t>Mapa conceptual</a:t>
                      </a:r>
                    </a:p>
                    <a:p>
                      <a:pPr marL="285750" indent="-285750">
                        <a:buFont typeface="Arial" panose="020B0604020202020204" pitchFamily="34" charset="0"/>
                        <a:buChar char="•"/>
                      </a:pPr>
                      <a:r>
                        <a:rPr lang="es-NI" dirty="0"/>
                        <a:t>Video-foro</a:t>
                      </a:r>
                    </a:p>
                  </a:txBody>
                  <a:tcPr/>
                </a:tc>
                <a:tc>
                  <a:txBody>
                    <a:bodyPr/>
                    <a:lstStyle/>
                    <a:p>
                      <a:pPr marL="285750" indent="-285750">
                        <a:buFont typeface="Arial" panose="020B0604020202020204" pitchFamily="34" charset="0"/>
                        <a:buChar char="•"/>
                      </a:pPr>
                      <a:r>
                        <a:rPr lang="es-NI" dirty="0"/>
                        <a:t>Guía de estudio con instrucciones precisas sobre contenidos de acuerdo con la técnica seleccionada</a:t>
                      </a:r>
                    </a:p>
                  </a:txBody>
                  <a:tcPr/>
                </a:tc>
                <a:extLst>
                  <a:ext uri="{0D108BD9-81ED-4DB2-BD59-A6C34878D82A}">
                    <a16:rowId xmlns:a16="http://schemas.microsoft.com/office/drawing/2014/main" val="4162636418"/>
                  </a:ext>
                </a:extLst>
              </a:tr>
              <a:tr h="415302">
                <a:tc>
                  <a:txBody>
                    <a:bodyPr/>
                    <a:lstStyle/>
                    <a:p>
                      <a:endParaRPr lang="es-NI" dirty="0"/>
                    </a:p>
                  </a:txBody>
                  <a:tcPr/>
                </a:tc>
                <a:tc>
                  <a:txBody>
                    <a:bodyPr/>
                    <a:lstStyle/>
                    <a:p>
                      <a:pPr marL="285750" indent="-285750">
                        <a:buFont typeface="Arial" panose="020B0604020202020204" pitchFamily="34" charset="0"/>
                        <a:buChar char="•"/>
                      </a:pPr>
                      <a:endParaRPr lang="es-NI" dirty="0"/>
                    </a:p>
                  </a:txBody>
                  <a:tcPr/>
                </a:tc>
                <a:tc>
                  <a:txBody>
                    <a:bodyPr/>
                    <a:lstStyle/>
                    <a:p>
                      <a:pPr marL="285750" indent="-285750">
                        <a:buFont typeface="Arial" panose="020B0604020202020204" pitchFamily="34" charset="0"/>
                        <a:buChar char="•"/>
                      </a:pPr>
                      <a:endParaRPr lang="es-NI" dirty="0"/>
                    </a:p>
                  </a:txBody>
                  <a:tcPr/>
                </a:tc>
                <a:extLst>
                  <a:ext uri="{0D108BD9-81ED-4DB2-BD59-A6C34878D82A}">
                    <a16:rowId xmlns:a16="http://schemas.microsoft.com/office/drawing/2014/main" val="906171739"/>
                  </a:ext>
                </a:extLst>
              </a:tr>
            </a:tbl>
          </a:graphicData>
        </a:graphic>
      </p:graphicFrame>
      <p:sp>
        <p:nvSpPr>
          <p:cNvPr id="3" name="Marcador de pie de página 2">
            <a:extLst>
              <a:ext uri="{FF2B5EF4-FFF2-40B4-BE49-F238E27FC236}">
                <a16:creationId xmlns:a16="http://schemas.microsoft.com/office/drawing/2014/main" id="{3CF08798-F7D7-4D2D-951C-A74408119389}"/>
              </a:ext>
            </a:extLst>
          </p:cNvPr>
          <p:cNvSpPr>
            <a:spLocks noGrp="1"/>
          </p:cNvSpPr>
          <p:nvPr>
            <p:ph type="ftr" sz="quarter" idx="11"/>
          </p:nvPr>
        </p:nvSpPr>
        <p:spPr/>
        <p:txBody>
          <a:bodyPr/>
          <a:lstStyle/>
          <a:p>
            <a:r>
              <a:rPr lang="es-NI" sz="1000" dirty="0"/>
              <a:t>Taller: Evaluación de los aprendizajes. Edelmira Morales. Octubre 2019</a:t>
            </a:r>
          </a:p>
        </p:txBody>
      </p:sp>
      <p:sp>
        <p:nvSpPr>
          <p:cNvPr id="5" name="Marcador de número de diapositiva 4">
            <a:extLst>
              <a:ext uri="{FF2B5EF4-FFF2-40B4-BE49-F238E27FC236}">
                <a16:creationId xmlns:a16="http://schemas.microsoft.com/office/drawing/2014/main" id="{0E66597A-601C-4E00-B416-3ECC44718C72}"/>
              </a:ext>
            </a:extLst>
          </p:cNvPr>
          <p:cNvSpPr>
            <a:spLocks noGrp="1"/>
          </p:cNvSpPr>
          <p:nvPr>
            <p:ph type="sldNum" sz="quarter" idx="12"/>
          </p:nvPr>
        </p:nvSpPr>
        <p:spPr/>
        <p:txBody>
          <a:bodyPr/>
          <a:lstStyle/>
          <a:p>
            <a:fld id="{16E415FD-9E47-4847-B618-5821271C3E49}" type="slidenum">
              <a:rPr lang="es-NI" smtClean="0"/>
              <a:t>8</a:t>
            </a:fld>
            <a:endParaRPr lang="es-NI"/>
          </a:p>
        </p:txBody>
      </p:sp>
    </p:spTree>
    <p:extLst>
      <p:ext uri="{BB962C8B-B14F-4D97-AF65-F5344CB8AC3E}">
        <p14:creationId xmlns:p14="http://schemas.microsoft.com/office/powerpoint/2010/main" val="34781364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EDF966-1C0C-46C8-AA02-13C5820CC812}"/>
              </a:ext>
            </a:extLst>
          </p:cNvPr>
          <p:cNvSpPr>
            <a:spLocks noGrp="1"/>
          </p:cNvSpPr>
          <p:nvPr>
            <p:ph type="title"/>
          </p:nvPr>
        </p:nvSpPr>
        <p:spPr>
          <a:xfrm>
            <a:off x="628650" y="158223"/>
            <a:ext cx="7886700" cy="413807"/>
          </a:xfrm>
        </p:spPr>
        <p:txBody>
          <a:bodyPr/>
          <a:lstStyle/>
          <a:p>
            <a:r>
              <a:rPr lang="es-NI" sz="2000" dirty="0"/>
              <a:t>Ejemplo: 2</a:t>
            </a:r>
          </a:p>
        </p:txBody>
      </p:sp>
      <p:pic>
        <p:nvPicPr>
          <p:cNvPr id="4" name="Marcador de contenido 3">
            <a:extLst>
              <a:ext uri="{FF2B5EF4-FFF2-40B4-BE49-F238E27FC236}">
                <a16:creationId xmlns:a16="http://schemas.microsoft.com/office/drawing/2014/main" id="{03FE156B-955D-4DD5-8855-DA561E3098B0}"/>
              </a:ext>
            </a:extLst>
          </p:cNvPr>
          <p:cNvPicPr>
            <a:picLocks noGrp="1" noChangeAspect="1"/>
          </p:cNvPicPr>
          <p:nvPr>
            <p:ph idx="1"/>
          </p:nvPr>
        </p:nvPicPr>
        <p:blipFill>
          <a:blip r:embed="rId2"/>
          <a:stretch>
            <a:fillRect/>
          </a:stretch>
        </p:blipFill>
        <p:spPr>
          <a:xfrm>
            <a:off x="304103" y="787843"/>
            <a:ext cx="8422208" cy="5352695"/>
          </a:xfrm>
          <a:prstGeom prst="rect">
            <a:avLst/>
          </a:prstGeom>
        </p:spPr>
      </p:pic>
      <p:sp>
        <p:nvSpPr>
          <p:cNvPr id="3" name="Marcador de pie de página 2">
            <a:extLst>
              <a:ext uri="{FF2B5EF4-FFF2-40B4-BE49-F238E27FC236}">
                <a16:creationId xmlns:a16="http://schemas.microsoft.com/office/drawing/2014/main" id="{5FD64342-3E31-45E1-974D-A9231E59477E}"/>
              </a:ext>
            </a:extLst>
          </p:cNvPr>
          <p:cNvSpPr>
            <a:spLocks noGrp="1"/>
          </p:cNvSpPr>
          <p:nvPr>
            <p:ph type="ftr" sz="quarter" idx="11"/>
          </p:nvPr>
        </p:nvSpPr>
        <p:spPr>
          <a:xfrm>
            <a:off x="3028950" y="6186400"/>
            <a:ext cx="3086100" cy="365125"/>
          </a:xfrm>
        </p:spPr>
        <p:txBody>
          <a:bodyPr/>
          <a:lstStyle/>
          <a:p>
            <a:r>
              <a:rPr lang="es-NI" sz="1000" dirty="0"/>
              <a:t>Taller: Evaluación de los aprendizajes. Edelmira Morales. Octubre 2019</a:t>
            </a:r>
          </a:p>
        </p:txBody>
      </p:sp>
      <p:sp>
        <p:nvSpPr>
          <p:cNvPr id="5" name="Marcador de número de diapositiva 4">
            <a:extLst>
              <a:ext uri="{FF2B5EF4-FFF2-40B4-BE49-F238E27FC236}">
                <a16:creationId xmlns:a16="http://schemas.microsoft.com/office/drawing/2014/main" id="{915EBFC3-4553-4422-BACC-6F9B9F4F9C81}"/>
              </a:ext>
            </a:extLst>
          </p:cNvPr>
          <p:cNvSpPr>
            <a:spLocks noGrp="1"/>
          </p:cNvSpPr>
          <p:nvPr>
            <p:ph type="sldNum" sz="quarter" idx="12"/>
          </p:nvPr>
        </p:nvSpPr>
        <p:spPr/>
        <p:txBody>
          <a:bodyPr/>
          <a:lstStyle/>
          <a:p>
            <a:fld id="{16E415FD-9E47-4847-B618-5821271C3E49}" type="slidenum">
              <a:rPr lang="es-NI" smtClean="0"/>
              <a:t>9</a:t>
            </a:fld>
            <a:endParaRPr lang="es-NI"/>
          </a:p>
        </p:txBody>
      </p:sp>
    </p:spTree>
    <p:extLst>
      <p:ext uri="{BB962C8B-B14F-4D97-AF65-F5344CB8AC3E}">
        <p14:creationId xmlns:p14="http://schemas.microsoft.com/office/powerpoint/2010/main" val="28624159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CCBDA4-03C7-432B-8745-AA0B28933163}"/>
              </a:ext>
            </a:extLst>
          </p:cNvPr>
          <p:cNvSpPr>
            <a:spLocks noGrp="1"/>
          </p:cNvSpPr>
          <p:nvPr>
            <p:ph type="title"/>
          </p:nvPr>
        </p:nvSpPr>
        <p:spPr>
          <a:xfrm>
            <a:off x="628650" y="173215"/>
            <a:ext cx="7886700" cy="775052"/>
          </a:xfrm>
        </p:spPr>
        <p:txBody>
          <a:bodyPr/>
          <a:lstStyle/>
          <a:p>
            <a:r>
              <a:rPr lang="es-NI" sz="2400" dirty="0"/>
              <a:t>Sugerencias para seleccionar las técnicas de evaluación de acuerdo con los objetivos</a:t>
            </a:r>
          </a:p>
        </p:txBody>
      </p:sp>
      <p:pic>
        <p:nvPicPr>
          <p:cNvPr id="4" name="Marcador de contenido 3">
            <a:extLst>
              <a:ext uri="{FF2B5EF4-FFF2-40B4-BE49-F238E27FC236}">
                <a16:creationId xmlns:a16="http://schemas.microsoft.com/office/drawing/2014/main" id="{69506FBE-F9D8-4B06-BF63-15686B7621E5}"/>
              </a:ext>
            </a:extLst>
          </p:cNvPr>
          <p:cNvPicPr>
            <a:picLocks noGrp="1" noChangeAspect="1"/>
          </p:cNvPicPr>
          <p:nvPr>
            <p:ph idx="1"/>
          </p:nvPr>
        </p:nvPicPr>
        <p:blipFill>
          <a:blip r:embed="rId2"/>
          <a:stretch>
            <a:fillRect/>
          </a:stretch>
        </p:blipFill>
        <p:spPr>
          <a:xfrm>
            <a:off x="467079" y="1145646"/>
            <a:ext cx="7886700" cy="5013325"/>
          </a:xfrm>
          <a:prstGeom prst="rect">
            <a:avLst/>
          </a:prstGeom>
        </p:spPr>
      </p:pic>
      <p:sp>
        <p:nvSpPr>
          <p:cNvPr id="3" name="Marcador de pie de página 2">
            <a:extLst>
              <a:ext uri="{FF2B5EF4-FFF2-40B4-BE49-F238E27FC236}">
                <a16:creationId xmlns:a16="http://schemas.microsoft.com/office/drawing/2014/main" id="{9EEFB92D-70BA-469E-A42D-546C3D503795}"/>
              </a:ext>
            </a:extLst>
          </p:cNvPr>
          <p:cNvSpPr>
            <a:spLocks noGrp="1"/>
          </p:cNvSpPr>
          <p:nvPr>
            <p:ph type="ftr" sz="quarter" idx="11"/>
          </p:nvPr>
        </p:nvSpPr>
        <p:spPr/>
        <p:txBody>
          <a:bodyPr/>
          <a:lstStyle/>
          <a:p>
            <a:r>
              <a:rPr lang="es-NI" sz="1000" dirty="0"/>
              <a:t>Taller: Evaluación de los aprendizajes. Edelmira Morales. Octubre 2019</a:t>
            </a:r>
          </a:p>
        </p:txBody>
      </p:sp>
      <p:sp>
        <p:nvSpPr>
          <p:cNvPr id="5" name="Marcador de número de diapositiva 4">
            <a:extLst>
              <a:ext uri="{FF2B5EF4-FFF2-40B4-BE49-F238E27FC236}">
                <a16:creationId xmlns:a16="http://schemas.microsoft.com/office/drawing/2014/main" id="{D1427C13-DAC2-4CEE-8205-209213D1EE62}"/>
              </a:ext>
            </a:extLst>
          </p:cNvPr>
          <p:cNvSpPr>
            <a:spLocks noGrp="1"/>
          </p:cNvSpPr>
          <p:nvPr>
            <p:ph type="sldNum" sz="quarter" idx="12"/>
          </p:nvPr>
        </p:nvSpPr>
        <p:spPr/>
        <p:txBody>
          <a:bodyPr/>
          <a:lstStyle/>
          <a:p>
            <a:fld id="{16E415FD-9E47-4847-B618-5821271C3E49}" type="slidenum">
              <a:rPr lang="es-NI" smtClean="0"/>
              <a:t>10</a:t>
            </a:fld>
            <a:endParaRPr lang="es-NI"/>
          </a:p>
        </p:txBody>
      </p:sp>
    </p:spTree>
    <p:extLst>
      <p:ext uri="{BB962C8B-B14F-4D97-AF65-F5344CB8AC3E}">
        <p14:creationId xmlns:p14="http://schemas.microsoft.com/office/powerpoint/2010/main" val="4085774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C1A604-A7E0-4EDD-A188-833B43CEE511}"/>
              </a:ext>
            </a:extLst>
          </p:cNvPr>
          <p:cNvSpPr>
            <a:spLocks noGrp="1"/>
          </p:cNvSpPr>
          <p:nvPr>
            <p:ph type="title"/>
          </p:nvPr>
        </p:nvSpPr>
        <p:spPr>
          <a:xfrm>
            <a:off x="628650" y="365127"/>
            <a:ext cx="7886700" cy="933096"/>
          </a:xfrm>
        </p:spPr>
        <p:txBody>
          <a:bodyPr/>
          <a:lstStyle/>
          <a:p>
            <a:r>
              <a:rPr lang="es-NI" sz="2400" dirty="0"/>
              <a:t>Técnicas, instrumentos y dimensión de una  competencia que puede evaluarse con cada uno:</a:t>
            </a:r>
            <a:br>
              <a:rPr lang="es-NI" sz="2400" dirty="0"/>
            </a:br>
            <a:endParaRPr lang="es-NI" sz="2400" dirty="0"/>
          </a:p>
        </p:txBody>
      </p:sp>
      <p:pic>
        <p:nvPicPr>
          <p:cNvPr id="4" name="Marcador de contenido 3">
            <a:extLst>
              <a:ext uri="{FF2B5EF4-FFF2-40B4-BE49-F238E27FC236}">
                <a16:creationId xmlns:a16="http://schemas.microsoft.com/office/drawing/2014/main" id="{FC86B740-97C6-4B9B-84C6-ACBBF6C9C344}"/>
              </a:ext>
            </a:extLst>
          </p:cNvPr>
          <p:cNvPicPr>
            <a:picLocks noGrp="1" noChangeAspect="1"/>
          </p:cNvPicPr>
          <p:nvPr>
            <p:ph idx="1"/>
          </p:nvPr>
        </p:nvPicPr>
        <p:blipFill>
          <a:blip r:embed="rId2"/>
          <a:stretch>
            <a:fillRect/>
          </a:stretch>
        </p:blipFill>
        <p:spPr>
          <a:xfrm>
            <a:off x="417689" y="1463147"/>
            <a:ext cx="8097661" cy="4789664"/>
          </a:xfrm>
          <a:prstGeom prst="rect">
            <a:avLst/>
          </a:prstGeom>
        </p:spPr>
      </p:pic>
      <p:sp>
        <p:nvSpPr>
          <p:cNvPr id="3" name="Marcador de pie de página 2">
            <a:extLst>
              <a:ext uri="{FF2B5EF4-FFF2-40B4-BE49-F238E27FC236}">
                <a16:creationId xmlns:a16="http://schemas.microsoft.com/office/drawing/2014/main" id="{D563E9AC-41AA-45E6-9E59-EBA654FCA6CE}"/>
              </a:ext>
            </a:extLst>
          </p:cNvPr>
          <p:cNvSpPr>
            <a:spLocks noGrp="1"/>
          </p:cNvSpPr>
          <p:nvPr>
            <p:ph type="ftr" sz="quarter" idx="11"/>
          </p:nvPr>
        </p:nvSpPr>
        <p:spPr/>
        <p:txBody>
          <a:bodyPr/>
          <a:lstStyle/>
          <a:p>
            <a:r>
              <a:rPr lang="es-NI" sz="1000" dirty="0"/>
              <a:t>Taller: Evaluación de los aprendizajes. Edelmira Morales. Octubre 2019</a:t>
            </a:r>
          </a:p>
        </p:txBody>
      </p:sp>
      <p:sp>
        <p:nvSpPr>
          <p:cNvPr id="5" name="Marcador de número de diapositiva 4">
            <a:extLst>
              <a:ext uri="{FF2B5EF4-FFF2-40B4-BE49-F238E27FC236}">
                <a16:creationId xmlns:a16="http://schemas.microsoft.com/office/drawing/2014/main" id="{79798363-B7B3-48BD-9386-8361456A38A5}"/>
              </a:ext>
            </a:extLst>
          </p:cNvPr>
          <p:cNvSpPr>
            <a:spLocks noGrp="1"/>
          </p:cNvSpPr>
          <p:nvPr>
            <p:ph type="sldNum" sz="quarter" idx="12"/>
          </p:nvPr>
        </p:nvSpPr>
        <p:spPr/>
        <p:txBody>
          <a:bodyPr/>
          <a:lstStyle/>
          <a:p>
            <a:fld id="{16E415FD-9E47-4847-B618-5821271C3E49}" type="slidenum">
              <a:rPr lang="es-NI" smtClean="0"/>
              <a:t>11</a:t>
            </a:fld>
            <a:endParaRPr lang="es-NI"/>
          </a:p>
        </p:txBody>
      </p:sp>
    </p:spTree>
    <p:extLst>
      <p:ext uri="{BB962C8B-B14F-4D97-AF65-F5344CB8AC3E}">
        <p14:creationId xmlns:p14="http://schemas.microsoft.com/office/powerpoint/2010/main" val="15498768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7AB077-925C-4DD1-90CB-EE7B5D5CD61B}"/>
              </a:ext>
            </a:extLst>
          </p:cNvPr>
          <p:cNvSpPr>
            <a:spLocks noGrp="1"/>
          </p:cNvSpPr>
          <p:nvPr>
            <p:ph type="title"/>
          </p:nvPr>
        </p:nvSpPr>
        <p:spPr>
          <a:xfrm>
            <a:off x="628650" y="229660"/>
            <a:ext cx="7886700" cy="786341"/>
          </a:xfrm>
        </p:spPr>
        <p:txBody>
          <a:bodyPr/>
          <a:lstStyle/>
          <a:p>
            <a:r>
              <a:rPr lang="es-NI" sz="4000" dirty="0"/>
              <a:t>Es preciso aclarar que:</a:t>
            </a:r>
          </a:p>
        </p:txBody>
      </p:sp>
      <p:graphicFrame>
        <p:nvGraphicFramePr>
          <p:cNvPr id="6" name="Marcador de contenido 5">
            <a:extLst>
              <a:ext uri="{FF2B5EF4-FFF2-40B4-BE49-F238E27FC236}">
                <a16:creationId xmlns:a16="http://schemas.microsoft.com/office/drawing/2014/main" id="{C74BF60D-85D1-4CFF-BBFC-678893A8BC0A}"/>
              </a:ext>
            </a:extLst>
          </p:cNvPr>
          <p:cNvGraphicFramePr>
            <a:graphicFrameLocks noGrp="1"/>
          </p:cNvGraphicFramePr>
          <p:nvPr>
            <p:ph idx="1"/>
            <p:extLst>
              <p:ext uri="{D42A27DB-BD31-4B8C-83A1-F6EECF244321}">
                <p14:modId xmlns:p14="http://schemas.microsoft.com/office/powerpoint/2010/main" val="3129465791"/>
              </p:ext>
            </p:extLst>
          </p:nvPr>
        </p:nvGraphicFramePr>
        <p:xfrm>
          <a:off x="372533" y="1365956"/>
          <a:ext cx="8342489" cy="49903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Marcador de pie de página 3">
            <a:extLst>
              <a:ext uri="{FF2B5EF4-FFF2-40B4-BE49-F238E27FC236}">
                <a16:creationId xmlns:a16="http://schemas.microsoft.com/office/drawing/2014/main" id="{6559B2AB-2927-456F-99C1-0D7BAAF18220}"/>
              </a:ext>
            </a:extLst>
          </p:cNvPr>
          <p:cNvSpPr>
            <a:spLocks noGrp="1"/>
          </p:cNvSpPr>
          <p:nvPr>
            <p:ph type="ftr" sz="quarter" idx="11"/>
          </p:nvPr>
        </p:nvSpPr>
        <p:spPr/>
        <p:txBody>
          <a:bodyPr/>
          <a:lstStyle/>
          <a:p>
            <a:r>
              <a:rPr lang="es-NI" sz="1000" dirty="0"/>
              <a:t>Taller: Evaluación de los aprendizajes. Edelmira Morales. Octubre 2019</a:t>
            </a:r>
          </a:p>
        </p:txBody>
      </p:sp>
      <p:sp>
        <p:nvSpPr>
          <p:cNvPr id="5" name="Marcador de número de diapositiva 4">
            <a:extLst>
              <a:ext uri="{FF2B5EF4-FFF2-40B4-BE49-F238E27FC236}">
                <a16:creationId xmlns:a16="http://schemas.microsoft.com/office/drawing/2014/main" id="{12CAD1AF-C671-468A-8388-ABBD60A0CE5C}"/>
              </a:ext>
            </a:extLst>
          </p:cNvPr>
          <p:cNvSpPr>
            <a:spLocks noGrp="1"/>
          </p:cNvSpPr>
          <p:nvPr>
            <p:ph type="sldNum" sz="quarter" idx="12"/>
          </p:nvPr>
        </p:nvSpPr>
        <p:spPr/>
        <p:txBody>
          <a:bodyPr/>
          <a:lstStyle/>
          <a:p>
            <a:fld id="{16E415FD-9E47-4847-B618-5821271C3E49}" type="slidenum">
              <a:rPr lang="es-NI" smtClean="0"/>
              <a:t>12</a:t>
            </a:fld>
            <a:endParaRPr lang="es-NI"/>
          </a:p>
        </p:txBody>
      </p:sp>
    </p:spTree>
    <p:extLst>
      <p:ext uri="{BB962C8B-B14F-4D97-AF65-F5344CB8AC3E}">
        <p14:creationId xmlns:p14="http://schemas.microsoft.com/office/powerpoint/2010/main" val="19842946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235FEC-9710-4F70-B14A-3C2807A81939}"/>
              </a:ext>
            </a:extLst>
          </p:cNvPr>
          <p:cNvSpPr>
            <a:spLocks noGrp="1"/>
          </p:cNvSpPr>
          <p:nvPr>
            <p:ph type="title"/>
          </p:nvPr>
        </p:nvSpPr>
        <p:spPr>
          <a:xfrm>
            <a:off x="628650" y="225778"/>
            <a:ext cx="7886700" cy="910518"/>
          </a:xfrm>
        </p:spPr>
        <p:txBody>
          <a:bodyPr/>
          <a:lstStyle/>
          <a:p>
            <a:r>
              <a:rPr lang="es-NI" sz="2800" dirty="0"/>
              <a:t>Algunas reflexiones finales sobre la evaluación de los aprendizajes:</a:t>
            </a:r>
          </a:p>
        </p:txBody>
      </p:sp>
      <p:sp>
        <p:nvSpPr>
          <p:cNvPr id="3" name="Marcador de contenido 2">
            <a:extLst>
              <a:ext uri="{FF2B5EF4-FFF2-40B4-BE49-F238E27FC236}">
                <a16:creationId xmlns:a16="http://schemas.microsoft.com/office/drawing/2014/main" id="{C747BE77-827D-4A4B-BEB7-DD806571211B}"/>
              </a:ext>
            </a:extLst>
          </p:cNvPr>
          <p:cNvSpPr>
            <a:spLocks noGrp="1"/>
          </p:cNvSpPr>
          <p:nvPr>
            <p:ph idx="1"/>
          </p:nvPr>
        </p:nvSpPr>
        <p:spPr>
          <a:xfrm>
            <a:off x="628650" y="1286933"/>
            <a:ext cx="8007350" cy="5023555"/>
          </a:xfrm>
        </p:spPr>
        <p:txBody>
          <a:bodyPr numCol="2"/>
          <a:lstStyle/>
          <a:p>
            <a:pPr marL="285750" indent="-285750">
              <a:buFont typeface="Arial" panose="020B0604020202020204" pitchFamily="34" charset="0"/>
              <a:buChar char="•"/>
            </a:pPr>
            <a:r>
              <a:rPr lang="es-NI" dirty="0"/>
              <a:t>Los Docentes debemos estar conscientes de que el aprendizaje no se puede  medir de la misma forma que un objeto físico. </a:t>
            </a:r>
          </a:p>
          <a:p>
            <a:pPr marL="285750" indent="-285750">
              <a:buFont typeface="Arial" panose="020B0604020202020204" pitchFamily="34" charset="0"/>
              <a:buChar char="•"/>
            </a:pPr>
            <a:endParaRPr lang="es-NI" dirty="0"/>
          </a:p>
          <a:p>
            <a:pPr marL="285750" indent="-285750">
              <a:buFont typeface="Arial" panose="020B0604020202020204" pitchFamily="34" charset="0"/>
              <a:buChar char="•"/>
            </a:pPr>
            <a:r>
              <a:rPr lang="es-NI" dirty="0"/>
              <a:t>Los instrumentos y procedimientos de evaluación son únicamente medios que nos permiten recoger algunas evidencias del aprendizaje los estudiantes.</a:t>
            </a:r>
          </a:p>
          <a:p>
            <a:pPr marL="285750" indent="-285750">
              <a:buFont typeface="Arial" panose="020B0604020202020204" pitchFamily="34" charset="0"/>
              <a:buChar char="•"/>
            </a:pPr>
            <a:endParaRPr lang="es-NI" dirty="0"/>
          </a:p>
          <a:p>
            <a:pPr marL="285750" indent="-285750">
              <a:buFont typeface="Arial" panose="020B0604020202020204" pitchFamily="34" charset="0"/>
              <a:buChar char="•"/>
            </a:pPr>
            <a:r>
              <a:rPr lang="es-NI" dirty="0"/>
              <a:t>La evaluación debe ser parte del proceso de enseñanza aprendizaje y sus estrategias deben corresponderse  con los objetivos propuestos y con las actividades realizadas.</a:t>
            </a:r>
          </a:p>
          <a:p>
            <a:pPr marL="285750" indent="-285750">
              <a:buFont typeface="Arial" panose="020B0604020202020204" pitchFamily="34" charset="0"/>
              <a:buChar char="•"/>
            </a:pPr>
            <a:endParaRPr lang="es-NI" dirty="0"/>
          </a:p>
          <a:p>
            <a:pPr marL="285750" indent="-285750">
              <a:buFont typeface="Arial" panose="020B0604020202020204" pitchFamily="34" charset="0"/>
              <a:buChar char="•"/>
            </a:pPr>
            <a:r>
              <a:rPr lang="es-NI" dirty="0"/>
              <a:t>Los docentes debemos aprovechar los resultados de las evaluaciones informales para crear un ambiente positivo en el aula.</a:t>
            </a:r>
          </a:p>
          <a:p>
            <a:pPr marL="285750" indent="-285750">
              <a:buFont typeface="Arial" panose="020B0604020202020204" pitchFamily="34" charset="0"/>
              <a:buChar char="•"/>
            </a:pPr>
            <a:endParaRPr lang="es-NI" dirty="0"/>
          </a:p>
          <a:p>
            <a:pPr marL="285750" indent="-285750">
              <a:buFont typeface="Arial" panose="020B0604020202020204" pitchFamily="34" charset="0"/>
              <a:buChar char="•"/>
            </a:pPr>
            <a:endParaRPr lang="es-NI" dirty="0"/>
          </a:p>
          <a:p>
            <a:pPr marL="285750" indent="-285750">
              <a:buFont typeface="Arial" panose="020B0604020202020204" pitchFamily="34" charset="0"/>
              <a:buChar char="•"/>
            </a:pPr>
            <a:r>
              <a:rPr lang="es-NI" dirty="0"/>
              <a:t>La evaluación debe ser evaluada, es decir considerar la forma en que fue planificada y reunida la información, valorar las cualidades de los instrumentos y el uso que se hace de los resultados.</a:t>
            </a:r>
          </a:p>
          <a:p>
            <a:pPr marL="285750" indent="-285750">
              <a:buFont typeface="Arial" panose="020B0604020202020204" pitchFamily="34" charset="0"/>
              <a:buChar char="•"/>
            </a:pPr>
            <a:endParaRPr lang="es-NI" dirty="0"/>
          </a:p>
          <a:p>
            <a:pPr marL="285750" indent="-285750">
              <a:buFont typeface="Arial" panose="020B0604020202020204" pitchFamily="34" charset="0"/>
              <a:buChar char="•"/>
            </a:pPr>
            <a:r>
              <a:rPr lang="es-NI" dirty="0"/>
              <a:t>Las evaluaciones  deben servir para lograr cambios en los estudiantes y los docentes, así como enriquecer los procesos de enseñanza aprendizaje.</a:t>
            </a:r>
          </a:p>
          <a:p>
            <a:pPr marL="285750" indent="-285750">
              <a:buFont typeface="Arial" panose="020B0604020202020204" pitchFamily="34" charset="0"/>
              <a:buChar char="•"/>
            </a:pPr>
            <a:r>
              <a:rPr lang="es-NI" dirty="0"/>
              <a:t>El alineamiento constructivo inicia en el perfil de egreso, </a:t>
            </a:r>
            <a:r>
              <a:rPr lang="es-NI" dirty="0">
                <a:solidFill>
                  <a:srgbClr val="FF0000"/>
                </a:solidFill>
              </a:rPr>
              <a:t>objetivos, contenidos, estrategia/técnica/actividades, evaluaciones </a:t>
            </a:r>
            <a:r>
              <a:rPr lang="es-NI" dirty="0"/>
              <a:t>y retroalimentación. (silabo o </a:t>
            </a:r>
            <a:r>
              <a:rPr lang="es-NI" dirty="0" err="1"/>
              <a:t>microplanificación</a:t>
            </a:r>
            <a:r>
              <a:rPr lang="es-NI" dirty="0"/>
              <a:t>)</a:t>
            </a:r>
          </a:p>
          <a:p>
            <a:pPr marL="0" indent="0">
              <a:buNone/>
            </a:pPr>
            <a:endParaRPr lang="es-NI" dirty="0"/>
          </a:p>
        </p:txBody>
      </p:sp>
      <p:sp>
        <p:nvSpPr>
          <p:cNvPr id="5" name="Bocadillo nube: nube 4">
            <a:extLst>
              <a:ext uri="{FF2B5EF4-FFF2-40B4-BE49-F238E27FC236}">
                <a16:creationId xmlns:a16="http://schemas.microsoft.com/office/drawing/2014/main" id="{67CE5120-089A-47D3-90D9-51DD5E52126F}"/>
              </a:ext>
            </a:extLst>
          </p:cNvPr>
          <p:cNvSpPr/>
          <p:nvPr/>
        </p:nvSpPr>
        <p:spPr>
          <a:xfrm>
            <a:off x="5691717" y="4509911"/>
            <a:ext cx="1794933" cy="1546578"/>
          </a:xfrm>
          <a:prstGeom prst="cloudCallo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NI" sz="1400" dirty="0"/>
              <a:t>Tendré </a:t>
            </a:r>
            <a:r>
              <a:rPr lang="es-NI" sz="1200" dirty="0"/>
              <a:t>que averiguar como utilizar la neurociencia  . . .</a:t>
            </a:r>
          </a:p>
        </p:txBody>
      </p:sp>
      <p:sp>
        <p:nvSpPr>
          <p:cNvPr id="4" name="Marcador de pie de página 3">
            <a:extLst>
              <a:ext uri="{FF2B5EF4-FFF2-40B4-BE49-F238E27FC236}">
                <a16:creationId xmlns:a16="http://schemas.microsoft.com/office/drawing/2014/main" id="{6D5711F4-80CB-4113-AF8D-27FAE2C10325}"/>
              </a:ext>
            </a:extLst>
          </p:cNvPr>
          <p:cNvSpPr>
            <a:spLocks noGrp="1"/>
          </p:cNvSpPr>
          <p:nvPr>
            <p:ph type="ftr" sz="quarter" idx="11"/>
          </p:nvPr>
        </p:nvSpPr>
        <p:spPr/>
        <p:txBody>
          <a:bodyPr/>
          <a:lstStyle/>
          <a:p>
            <a:r>
              <a:rPr lang="es-NI" sz="1000" dirty="0"/>
              <a:t>Taller: Evaluación de los aprendizajes. Edelmira Morales. Octubre 2019</a:t>
            </a:r>
          </a:p>
        </p:txBody>
      </p:sp>
      <p:sp>
        <p:nvSpPr>
          <p:cNvPr id="6" name="Marcador de número de diapositiva 5">
            <a:extLst>
              <a:ext uri="{FF2B5EF4-FFF2-40B4-BE49-F238E27FC236}">
                <a16:creationId xmlns:a16="http://schemas.microsoft.com/office/drawing/2014/main" id="{9AD33517-2F8F-4D96-B69C-82DBB2199A21}"/>
              </a:ext>
            </a:extLst>
          </p:cNvPr>
          <p:cNvSpPr>
            <a:spLocks noGrp="1"/>
          </p:cNvSpPr>
          <p:nvPr>
            <p:ph type="sldNum" sz="quarter" idx="12"/>
          </p:nvPr>
        </p:nvSpPr>
        <p:spPr/>
        <p:txBody>
          <a:bodyPr/>
          <a:lstStyle/>
          <a:p>
            <a:fld id="{16E415FD-9E47-4847-B618-5821271C3E49}" type="slidenum">
              <a:rPr lang="es-NI" smtClean="0"/>
              <a:t>13</a:t>
            </a:fld>
            <a:endParaRPr lang="es-NI"/>
          </a:p>
        </p:txBody>
      </p:sp>
    </p:spTree>
    <p:extLst>
      <p:ext uri="{BB962C8B-B14F-4D97-AF65-F5344CB8AC3E}">
        <p14:creationId xmlns:p14="http://schemas.microsoft.com/office/powerpoint/2010/main" val="3118977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029C70-8387-44EC-938B-A4DA204CD91F}"/>
              </a:ext>
            </a:extLst>
          </p:cNvPr>
          <p:cNvSpPr>
            <a:spLocks noGrp="1"/>
          </p:cNvSpPr>
          <p:nvPr>
            <p:ph type="title"/>
          </p:nvPr>
        </p:nvSpPr>
        <p:spPr/>
        <p:txBody>
          <a:bodyPr/>
          <a:lstStyle/>
          <a:p>
            <a:r>
              <a:rPr lang="es-NI" dirty="0"/>
              <a:t>Modelos de instrumentos de evaluación: </a:t>
            </a:r>
            <a:br>
              <a:rPr lang="es-NI" dirty="0"/>
            </a:br>
            <a:r>
              <a:rPr lang="es-NI" sz="6000"/>
              <a:t>Ver ejemplos.</a:t>
            </a:r>
            <a:endParaRPr lang="es-NI" dirty="0"/>
          </a:p>
        </p:txBody>
      </p:sp>
      <p:sp>
        <p:nvSpPr>
          <p:cNvPr id="4" name="Marcador de pie de página 3">
            <a:extLst>
              <a:ext uri="{FF2B5EF4-FFF2-40B4-BE49-F238E27FC236}">
                <a16:creationId xmlns:a16="http://schemas.microsoft.com/office/drawing/2014/main" id="{4B09C2FB-83A5-4E2F-A634-3A1A847145CD}"/>
              </a:ext>
            </a:extLst>
          </p:cNvPr>
          <p:cNvSpPr>
            <a:spLocks noGrp="1"/>
          </p:cNvSpPr>
          <p:nvPr>
            <p:ph type="ftr" sz="quarter" idx="11"/>
          </p:nvPr>
        </p:nvSpPr>
        <p:spPr/>
        <p:txBody>
          <a:bodyPr/>
          <a:lstStyle/>
          <a:p>
            <a:r>
              <a:rPr lang="es-NI" sz="1000" dirty="0"/>
              <a:t>Taller: Evaluación de los aprendizajes. Edelmira Morales. Octubre 2019</a:t>
            </a:r>
          </a:p>
        </p:txBody>
      </p:sp>
      <p:sp>
        <p:nvSpPr>
          <p:cNvPr id="5" name="Marcador de número de diapositiva 4">
            <a:extLst>
              <a:ext uri="{FF2B5EF4-FFF2-40B4-BE49-F238E27FC236}">
                <a16:creationId xmlns:a16="http://schemas.microsoft.com/office/drawing/2014/main" id="{CE35A92C-EE0B-453D-A4AE-47BA5F8B1B07}"/>
              </a:ext>
            </a:extLst>
          </p:cNvPr>
          <p:cNvSpPr>
            <a:spLocks noGrp="1"/>
          </p:cNvSpPr>
          <p:nvPr>
            <p:ph type="sldNum" sz="quarter" idx="12"/>
          </p:nvPr>
        </p:nvSpPr>
        <p:spPr/>
        <p:txBody>
          <a:bodyPr/>
          <a:lstStyle/>
          <a:p>
            <a:fld id="{16E415FD-9E47-4847-B618-5821271C3E49}" type="slidenum">
              <a:rPr lang="es-NI" smtClean="0"/>
              <a:t>14</a:t>
            </a:fld>
            <a:endParaRPr lang="es-NI"/>
          </a:p>
        </p:txBody>
      </p:sp>
    </p:spTree>
    <p:extLst>
      <p:ext uri="{BB962C8B-B14F-4D97-AF65-F5344CB8AC3E}">
        <p14:creationId xmlns:p14="http://schemas.microsoft.com/office/powerpoint/2010/main" val="15743868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
      <a:majorFont>
        <a:latin typeface="Calibri"/>
        <a:ea typeface=""/>
        <a:cs typeface=""/>
        <a:font script="Jpan" typeface="ＭＳ 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ＭＳ Ｐ明朝"/>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iseño personalizad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349</TotalTime>
  <Words>1342</Words>
  <Application>Microsoft Office PowerPoint</Application>
  <PresentationFormat>Presentación en pantalla (4:3)</PresentationFormat>
  <Paragraphs>138</Paragraphs>
  <Slides>14</Slides>
  <Notes>0</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14</vt:i4>
      </vt:variant>
    </vt:vector>
  </HeadingPairs>
  <TitlesOfParts>
    <vt:vector size="22" baseType="lpstr">
      <vt:lpstr>Arial</vt:lpstr>
      <vt:lpstr>Calibri</vt:lpstr>
      <vt:lpstr>Cambria</vt:lpstr>
      <vt:lpstr>EleganTech?</vt:lpstr>
      <vt:lpstr>EleganTech™</vt:lpstr>
      <vt:lpstr>Eurostile</vt:lpstr>
      <vt:lpstr>Office Theme</vt:lpstr>
      <vt:lpstr>Diseño personalizado</vt:lpstr>
      <vt:lpstr>TALLER DE EVALUACION DE LOS APRENDIZAJES. SESIÓN 3</vt:lpstr>
      <vt:lpstr>Contenido sesión 3 </vt:lpstr>
      <vt:lpstr>REFLEXIONEMOS SOBRE:</vt:lpstr>
      <vt:lpstr>Mediación Pedagógica</vt:lpstr>
      <vt:lpstr>¿Qué resultados obtenemos de la mediación pedagógica?</vt:lpstr>
      <vt:lpstr>Ejemplo de instrucciones en las que se aplicó la mediación pedagógica:</vt:lpstr>
      <vt:lpstr>Diferencia entre estrategia, técnicas y actividades. </vt:lpstr>
      <vt:lpstr>Ejemplo 1 </vt:lpstr>
      <vt:lpstr>Ejemplo: 2</vt:lpstr>
      <vt:lpstr>Sugerencias para seleccionar las técnicas de evaluación de acuerdo con los objetivos</vt:lpstr>
      <vt:lpstr>Técnicas, instrumentos y dimensión de una  competencia que puede evaluarse con cada uno: </vt:lpstr>
      <vt:lpstr>Es preciso aclarar que:</vt:lpstr>
      <vt:lpstr>Algunas reflexiones finales sobre la evaluación de los aprendizajes:</vt:lpstr>
      <vt:lpstr>Modelos de instrumentos de evaluación:  Ver ejemplos.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TALLER DE EVALUACION DE LOS APRENDIZAJES. SESIÓN 3</dc:title>
  <dc:creator>Maria Edelmira  Morales Gonzalez</dc:creator>
  <cp:lastModifiedBy>Maria Edelmira  Morales Gonzalez</cp:lastModifiedBy>
  <cp:revision>31</cp:revision>
  <dcterms:created xsi:type="dcterms:W3CDTF">2019-10-24T19:03:00Z</dcterms:created>
  <dcterms:modified xsi:type="dcterms:W3CDTF">2019-10-29T17:49:04Z</dcterms:modified>
</cp:coreProperties>
</file>