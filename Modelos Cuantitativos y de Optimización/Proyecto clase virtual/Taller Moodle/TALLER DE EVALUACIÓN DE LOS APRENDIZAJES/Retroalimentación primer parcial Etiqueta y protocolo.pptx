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14767-FFA5-466E-9C04-AF9BBAEBE2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NI" sz="6000" dirty="0"/>
              <a:t>Retroalimentación primer parcial Etiqueta y protocolo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C7BAA6-491D-429A-8ADC-7C18A1ECD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NI" dirty="0"/>
              <a:t>Junio 06 2019</a:t>
            </a:r>
          </a:p>
        </p:txBody>
      </p:sp>
    </p:spTree>
    <p:extLst>
      <p:ext uri="{BB962C8B-B14F-4D97-AF65-F5344CB8AC3E}">
        <p14:creationId xmlns:p14="http://schemas.microsoft.com/office/powerpoint/2010/main" val="2411556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2529F-3936-46FD-92D2-9E218FBE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Aprendieron: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2F2E82-C174-4548-9C0B-9A429CEE7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/>
              <a:t>A valorar que la buena educación es importante</a:t>
            </a:r>
          </a:p>
          <a:p>
            <a:r>
              <a:rPr lang="es-NI" dirty="0"/>
              <a:t>Que las normas de etiqueta y protocolo evolucionan conforme evoluciona la sociedad y sus costumbre, según los diferentes países del mundo</a:t>
            </a:r>
          </a:p>
          <a:p>
            <a:r>
              <a:rPr lang="es-NI" dirty="0"/>
              <a:t>A conocer lo que es la imagen personal y laboral, el significado del atractivo físico y personal y como aplicar esta teoría para la mejora de la imagen personal de cada uno</a:t>
            </a:r>
          </a:p>
          <a:p>
            <a:r>
              <a:rPr lang="es-NI" dirty="0"/>
              <a:t>Reconocer la importancia del trabajo del edecán y las cualidades que debe tener un anfitrión en una reunión tanto social como empresarial.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783349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7946E-A498-448E-9996-509D50513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Falta por aprender: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6371A-60C5-48FC-864C-ADCFD3FF7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/>
              <a:t>A practicar todo lo aprendido para que el conocimiento tenga una utilidad considerable.</a:t>
            </a:r>
          </a:p>
          <a:p>
            <a:r>
              <a:rPr lang="es-NI" dirty="0"/>
              <a:t>Demostrar con hechos todo lo aprendido.</a:t>
            </a:r>
          </a:p>
          <a:p>
            <a:r>
              <a:rPr lang="es-NI" dirty="0"/>
              <a:t>Los valores cívicos y morales que aparecen en los indicadores de evaluación formativa y que aun no terminan de leer y comprender</a:t>
            </a:r>
          </a:p>
          <a:p>
            <a:r>
              <a:rPr lang="es-NI" dirty="0"/>
              <a:t>La responsabilidad que implica seguir las instrucciones de las guías, clases practicas y actividad de aprendizaje.</a:t>
            </a:r>
          </a:p>
          <a:p>
            <a:r>
              <a:rPr lang="es-NI" dirty="0"/>
              <a:t>Demostrar respeto tanto a nuestros compañeros como docentes, sobre todo cuando se están brindando explicaciones o respondiendo preguntas.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5847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78E63-8C0F-402B-86DD-38A7E8C0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Recomendaciones: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91868D-B1D8-4A46-8BAE-C0F7A8782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/>
              <a:t>A todos los que tengan dificultad para leer las instrucciones de las guías, será mejor imprimirlas.</a:t>
            </a:r>
          </a:p>
          <a:p>
            <a:r>
              <a:rPr lang="es-NI" dirty="0"/>
              <a:t>Nuevamente sugiero que lean, analicen y reflexionen antes de cumplir con cada tarea de la guía. Una portada de trabajo que debe entregarse impreso en computa dora o debe tener: logo, nombre de la asignatura, numero y nombre de la unidad, temas, Numero de guía o clase practica o actividad de aprendizaje, nombre del estudiante (nombres y apellidos completos según carné y número de carne. Opcional puede tener una foto del rostro.</a:t>
            </a:r>
          </a:p>
          <a:p>
            <a:r>
              <a:rPr lang="es-NI" dirty="0"/>
              <a:t>Lecturas e investigaciones adicionales y videos de </a:t>
            </a:r>
            <a:r>
              <a:rPr lang="es-NI" dirty="0" err="1"/>
              <a:t>youtube</a:t>
            </a:r>
            <a:r>
              <a:rPr lang="es-NI" dirty="0"/>
              <a:t> sobre los temas.</a:t>
            </a:r>
          </a:p>
          <a:p>
            <a:r>
              <a:rPr lang="es-NI" dirty="0"/>
              <a:t>Debemos  </a:t>
            </a:r>
            <a:r>
              <a:rPr lang="es-NI"/>
              <a:t>responsabilizarnos todos por nuestros  </a:t>
            </a:r>
            <a:r>
              <a:rPr lang="es-NI" dirty="0"/>
              <a:t>aprendizajes</a:t>
            </a:r>
          </a:p>
        </p:txBody>
      </p:sp>
    </p:spTree>
    <p:extLst>
      <p:ext uri="{BB962C8B-B14F-4D97-AF65-F5344CB8AC3E}">
        <p14:creationId xmlns:p14="http://schemas.microsoft.com/office/powerpoint/2010/main" val="1020807513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Crop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73</TotalTime>
  <Words>303</Words>
  <Application>Microsoft Office PowerPoint</Application>
  <PresentationFormat>Panorámica</PresentationFormat>
  <Paragraphs>18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Franklin Gothic Book</vt:lpstr>
      <vt:lpstr>Recorte</vt:lpstr>
      <vt:lpstr>Retroalimentación primer parcial Etiqueta y protocolo</vt:lpstr>
      <vt:lpstr>Aprendieron:</vt:lpstr>
      <vt:lpstr>Falta por aprender:</vt:lpstr>
      <vt:lpstr>Recomendaciones: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Retroalimentación primer parcial Etiqueta y protocolo</dc:title>
  <dc:creator>ATH</dc:creator>
  <cp:lastModifiedBy>Maria Edelmira  Morales Gonzalez</cp:lastModifiedBy>
  <cp:revision>8</cp:revision>
  <dcterms:created xsi:type="dcterms:W3CDTF">2019-06-06T20:37:56Z</dcterms:created>
  <dcterms:modified xsi:type="dcterms:W3CDTF">2019-10-29T17:32:04Z</dcterms:modified>
</cp:coreProperties>
</file>