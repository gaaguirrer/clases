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Action1.xml" ContentType="application/vnd.ms-office.inkAction+xml"/>
  <Override PartName="/ppt/comments/comment1.xml" ContentType="application/vnd.openxmlformats-officedocument.presentationml.comments+xml"/>
  <Override PartName="/ppt/ink/inkAction2.xml" ContentType="application/vnd.ms-office.inkAction+xml"/>
  <Override PartName="/ppt/ink/inkAction3.xml" ContentType="application/vnd.ms-office.inkAction+xml"/>
  <Override PartName="/ppt/ink/inkAction4.xml" ContentType="application/vnd.ms-office.inkAction+xml"/>
  <Override PartName="/ppt/ink/inkAction5.xml" ContentType="application/vnd.ms-office.inkAction+xml"/>
  <Override PartName="/ppt/ink/inkAction6.xml" ContentType="application/vnd.ms-office.inkAction+xml"/>
  <Override PartName="/ppt/ink/inkAction7.xml" ContentType="application/vnd.ms-office.inkAction+xml"/>
  <Override PartName="/ppt/ink/inkAction8.xml" ContentType="application/vnd.ms-office.inkAction+xml"/>
  <Override PartName="/ppt/ink/inkAction9.xml" ContentType="application/vnd.ms-office.inkAction+xml"/>
  <Override PartName="/ppt/ink/inkAction10.xml" ContentType="application/vnd.ms-office.inkAction+xml"/>
  <Override PartName="/ppt/ink/inkAction11.xml" ContentType="application/vnd.ms-office.inkAction+xml"/>
  <Override PartName="/ppt/ink/inkAction12.xml" ContentType="application/vnd.ms-office.inkAction+xml"/>
  <Override PartName="/ppt/ink/inkAction13.xml" ContentType="application/vnd.ms-office.inkAction+xml"/>
  <Override PartName="/ppt/ink/inkAction14.xml" ContentType="application/vnd.ms-office.inkAction+xml"/>
  <Override PartName="/ppt/ink/inkAction15.xml" ContentType="application/vnd.ms-office.inkAction+xml"/>
  <Override PartName="/ppt/ink/inkAction16.xml" ContentType="application/vnd.ms-office.inkAction+xml"/>
  <Override PartName="/ppt/ink/inkAction17.xml" ContentType="application/vnd.ms-office.inkAction+xml"/>
  <Override PartName="/ppt/ink/inkAction18.xml" ContentType="application/vnd.ms-office.inkAction+xml"/>
  <Override PartName="/ppt/ink/inkAction19.xml" ContentType="application/vnd.ms-office.inkAction+xml"/>
  <Override PartName="/ppt/ink/inkAction20.xml" ContentType="application/vnd.ms-office.inkAction+xml"/>
  <Override PartName="/ppt/ink/inkAction21.xml" ContentType="application/vnd.ms-office.inkAction+xml"/>
  <Override PartName="/ppt/ink/inkAction22.xml" ContentType="application/vnd.ms-office.inkAction+xml"/>
  <Override PartName="/ppt/ink/inkAction23.xml" ContentType="application/vnd.ms-office.inkAction+xml"/>
  <Override PartName="/ppt/ink/inkAction24.xml" ContentType="application/vnd.ms-office.inkAction+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8" r:id="rId6"/>
    <p:sldId id="259" r:id="rId7"/>
    <p:sldId id="260" r:id="rId8"/>
    <p:sldId id="261"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8" r:id="rId34"/>
    <p:sldId id="289" r:id="rId35"/>
    <p:sldId id="290" r:id="rId36"/>
    <p:sldId id="291" r:id="rId37"/>
    <p:sldId id="292"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Lst>
  <p:sldSz cx="12192000" cy="6858000"/>
  <p:notesSz cx="6858000" cy="9144000"/>
  <p:defaultText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6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illermo Aguirre" initials="GA" lastIdx="1" clrIdx="0">
    <p:extLst>
      <p:ext uri="{19B8F6BF-5375-455C-9EA6-DF929625EA0E}">
        <p15:presenceInfo xmlns:p15="http://schemas.microsoft.com/office/powerpoint/2012/main" userId="Guillermo Aguirr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FFFFFF"/>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FF4CD0-5E21-431B-AEB5-F3A7CBD18F0D}" v="1118" dt="2020-09-03T17:38:15.6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49" d="100"/>
          <a:sy n="49" d="100"/>
        </p:scale>
        <p:origin x="660" y="48"/>
      </p:cViewPr>
      <p:guideLst>
        <p:guide orient="horz" pos="2183"/>
        <p:guide pos="38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commentAuthors" Target="commen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illermo AntonioAguirre" userId="42908199-65f4-4d4a-8e05-6e659ccb82ce" providerId="ADAL" clId="{59FF4CD0-5E21-431B-AEB5-F3A7CBD18F0D}"/>
    <pc:docChg chg="undo custSel addSld delSld modSld">
      <pc:chgData name="Guillermo AntonioAguirre" userId="42908199-65f4-4d4a-8e05-6e659ccb82ce" providerId="ADAL" clId="{59FF4CD0-5E21-431B-AEB5-F3A7CBD18F0D}" dt="2020-09-03T17:38:51.044" v="3906" actId="20577"/>
      <pc:docMkLst>
        <pc:docMk/>
      </pc:docMkLst>
      <pc:sldChg chg="delSp delAnim">
        <pc:chgData name="Guillermo AntonioAguirre" userId="42908199-65f4-4d4a-8e05-6e659ccb82ce" providerId="ADAL" clId="{59FF4CD0-5E21-431B-AEB5-F3A7CBD18F0D}" dt="2020-08-25T14:24:08.710" v="0" actId="478"/>
        <pc:sldMkLst>
          <pc:docMk/>
          <pc:sldMk cId="2898640067" sldId="256"/>
        </pc:sldMkLst>
        <pc:picChg chg="del">
          <ac:chgData name="Guillermo AntonioAguirre" userId="42908199-65f4-4d4a-8e05-6e659ccb82ce" providerId="ADAL" clId="{59FF4CD0-5E21-431B-AEB5-F3A7CBD18F0D}" dt="2020-08-25T14:24:08.710" v="0" actId="478"/>
          <ac:picMkLst>
            <pc:docMk/>
            <pc:sldMk cId="2898640067" sldId="256"/>
            <ac:picMk id="10" creationId="{A32B7E56-3984-4D03-AF21-4E862919B62C}"/>
          </ac:picMkLst>
        </pc:picChg>
      </pc:sldChg>
      <pc:sldChg chg="delSp delAnim">
        <pc:chgData name="Guillermo AntonioAguirre" userId="42908199-65f4-4d4a-8e05-6e659ccb82ce" providerId="ADAL" clId="{59FF4CD0-5E21-431B-AEB5-F3A7CBD18F0D}" dt="2020-08-25T14:24:15.300" v="1" actId="478"/>
        <pc:sldMkLst>
          <pc:docMk/>
          <pc:sldMk cId="1303024841" sldId="258"/>
        </pc:sldMkLst>
        <pc:picChg chg="del">
          <ac:chgData name="Guillermo AntonioAguirre" userId="42908199-65f4-4d4a-8e05-6e659ccb82ce" providerId="ADAL" clId="{59FF4CD0-5E21-431B-AEB5-F3A7CBD18F0D}" dt="2020-08-25T14:24:15.300" v="1" actId="478"/>
          <ac:picMkLst>
            <pc:docMk/>
            <pc:sldMk cId="1303024841" sldId="258"/>
            <ac:picMk id="3" creationId="{C0BF5E66-4329-4511-A229-50C4D2845F34}"/>
          </ac:picMkLst>
        </pc:picChg>
      </pc:sldChg>
      <pc:sldChg chg="delSp delAnim">
        <pc:chgData name="Guillermo AntonioAguirre" userId="42908199-65f4-4d4a-8e05-6e659ccb82ce" providerId="ADAL" clId="{59FF4CD0-5E21-431B-AEB5-F3A7CBD18F0D}" dt="2020-08-25T14:24:18.893" v="2" actId="478"/>
        <pc:sldMkLst>
          <pc:docMk/>
          <pc:sldMk cId="1412885485" sldId="259"/>
        </pc:sldMkLst>
        <pc:picChg chg="del">
          <ac:chgData name="Guillermo AntonioAguirre" userId="42908199-65f4-4d4a-8e05-6e659ccb82ce" providerId="ADAL" clId="{59FF4CD0-5E21-431B-AEB5-F3A7CBD18F0D}" dt="2020-08-25T14:24:18.893" v="2" actId="478"/>
          <ac:picMkLst>
            <pc:docMk/>
            <pc:sldMk cId="1412885485" sldId="259"/>
            <ac:picMk id="6" creationId="{C61CD3AF-EE8A-48E7-A841-107D97DA4452}"/>
          </ac:picMkLst>
        </pc:picChg>
      </pc:sldChg>
      <pc:sldChg chg="delSp delAnim">
        <pc:chgData name="Guillermo AntonioAguirre" userId="42908199-65f4-4d4a-8e05-6e659ccb82ce" providerId="ADAL" clId="{59FF4CD0-5E21-431B-AEB5-F3A7CBD18F0D}" dt="2020-08-25T14:24:22.397" v="3" actId="478"/>
        <pc:sldMkLst>
          <pc:docMk/>
          <pc:sldMk cId="3379900809" sldId="260"/>
        </pc:sldMkLst>
        <pc:picChg chg="del">
          <ac:chgData name="Guillermo AntonioAguirre" userId="42908199-65f4-4d4a-8e05-6e659ccb82ce" providerId="ADAL" clId="{59FF4CD0-5E21-431B-AEB5-F3A7CBD18F0D}" dt="2020-08-25T14:24:22.397" v="3" actId="478"/>
          <ac:picMkLst>
            <pc:docMk/>
            <pc:sldMk cId="3379900809" sldId="260"/>
            <ac:picMk id="3" creationId="{58074264-2984-4A3F-BB93-30B92C51CD83}"/>
          </ac:picMkLst>
        </pc:picChg>
      </pc:sldChg>
      <pc:sldChg chg="delSp delAnim">
        <pc:chgData name="Guillermo AntonioAguirre" userId="42908199-65f4-4d4a-8e05-6e659ccb82ce" providerId="ADAL" clId="{59FF4CD0-5E21-431B-AEB5-F3A7CBD18F0D}" dt="2020-08-25T14:24:25.699" v="4" actId="478"/>
        <pc:sldMkLst>
          <pc:docMk/>
          <pc:sldMk cId="416194437" sldId="261"/>
        </pc:sldMkLst>
        <pc:picChg chg="del">
          <ac:chgData name="Guillermo AntonioAguirre" userId="42908199-65f4-4d4a-8e05-6e659ccb82ce" providerId="ADAL" clId="{59FF4CD0-5E21-431B-AEB5-F3A7CBD18F0D}" dt="2020-08-25T14:24:25.699" v="4" actId="478"/>
          <ac:picMkLst>
            <pc:docMk/>
            <pc:sldMk cId="416194437" sldId="261"/>
            <ac:picMk id="6" creationId="{1A911A7F-6F51-4B50-A716-615105BE2A77}"/>
          </ac:picMkLst>
        </pc:picChg>
      </pc:sldChg>
      <pc:sldChg chg="delSp delAnim">
        <pc:chgData name="Guillermo AntonioAguirre" userId="42908199-65f4-4d4a-8e05-6e659ccb82ce" providerId="ADAL" clId="{59FF4CD0-5E21-431B-AEB5-F3A7CBD18F0D}" dt="2020-08-25T14:24:28.940" v="5" actId="478"/>
        <pc:sldMkLst>
          <pc:docMk/>
          <pc:sldMk cId="454848689" sldId="263"/>
        </pc:sldMkLst>
        <pc:picChg chg="del">
          <ac:chgData name="Guillermo AntonioAguirre" userId="42908199-65f4-4d4a-8e05-6e659ccb82ce" providerId="ADAL" clId="{59FF4CD0-5E21-431B-AEB5-F3A7CBD18F0D}" dt="2020-08-25T14:24:28.940" v="5" actId="478"/>
          <ac:picMkLst>
            <pc:docMk/>
            <pc:sldMk cId="454848689" sldId="263"/>
            <ac:picMk id="6" creationId="{EC91FFD3-B944-4B17-A6B5-B5044B86F4AE}"/>
          </ac:picMkLst>
        </pc:picChg>
      </pc:sldChg>
      <pc:sldChg chg="delSp delAnim">
        <pc:chgData name="Guillermo AntonioAguirre" userId="42908199-65f4-4d4a-8e05-6e659ccb82ce" providerId="ADAL" clId="{59FF4CD0-5E21-431B-AEB5-F3A7CBD18F0D}" dt="2020-08-25T14:24:32.019" v="6" actId="478"/>
        <pc:sldMkLst>
          <pc:docMk/>
          <pc:sldMk cId="1470804508" sldId="264"/>
        </pc:sldMkLst>
        <pc:picChg chg="del">
          <ac:chgData name="Guillermo AntonioAguirre" userId="42908199-65f4-4d4a-8e05-6e659ccb82ce" providerId="ADAL" clId="{59FF4CD0-5E21-431B-AEB5-F3A7CBD18F0D}" dt="2020-08-25T14:24:32.019" v="6" actId="478"/>
          <ac:picMkLst>
            <pc:docMk/>
            <pc:sldMk cId="1470804508" sldId="264"/>
            <ac:picMk id="3" creationId="{B1E8F892-4873-4C6D-9AEE-BB5F76F12EF9}"/>
          </ac:picMkLst>
        </pc:picChg>
      </pc:sldChg>
      <pc:sldChg chg="delSp delAnim">
        <pc:chgData name="Guillermo AntonioAguirre" userId="42908199-65f4-4d4a-8e05-6e659ccb82ce" providerId="ADAL" clId="{59FF4CD0-5E21-431B-AEB5-F3A7CBD18F0D}" dt="2020-08-25T14:24:35.844" v="7" actId="478"/>
        <pc:sldMkLst>
          <pc:docMk/>
          <pc:sldMk cId="4109542882" sldId="265"/>
        </pc:sldMkLst>
        <pc:picChg chg="del">
          <ac:chgData name="Guillermo AntonioAguirre" userId="42908199-65f4-4d4a-8e05-6e659ccb82ce" providerId="ADAL" clId="{59FF4CD0-5E21-431B-AEB5-F3A7CBD18F0D}" dt="2020-08-25T14:24:35.844" v="7" actId="478"/>
          <ac:picMkLst>
            <pc:docMk/>
            <pc:sldMk cId="4109542882" sldId="265"/>
            <ac:picMk id="3" creationId="{0E62D9D6-AE14-40E5-95D3-B5DFCD9C3AB3}"/>
          </ac:picMkLst>
        </pc:picChg>
      </pc:sldChg>
      <pc:sldChg chg="delSp delAnim">
        <pc:chgData name="Guillermo AntonioAguirre" userId="42908199-65f4-4d4a-8e05-6e659ccb82ce" providerId="ADAL" clId="{59FF4CD0-5E21-431B-AEB5-F3A7CBD18F0D}" dt="2020-08-25T14:24:38.887" v="8" actId="478"/>
        <pc:sldMkLst>
          <pc:docMk/>
          <pc:sldMk cId="3007642957" sldId="266"/>
        </pc:sldMkLst>
        <pc:picChg chg="del">
          <ac:chgData name="Guillermo AntonioAguirre" userId="42908199-65f4-4d4a-8e05-6e659ccb82ce" providerId="ADAL" clId="{59FF4CD0-5E21-431B-AEB5-F3A7CBD18F0D}" dt="2020-08-25T14:24:38.887" v="8" actId="478"/>
          <ac:picMkLst>
            <pc:docMk/>
            <pc:sldMk cId="3007642957" sldId="266"/>
            <ac:picMk id="2" creationId="{96B58321-A8ED-41A4-B323-A8D0CBAACD9D}"/>
          </ac:picMkLst>
        </pc:picChg>
      </pc:sldChg>
      <pc:sldChg chg="delSp delAnim">
        <pc:chgData name="Guillermo AntonioAguirre" userId="42908199-65f4-4d4a-8e05-6e659ccb82ce" providerId="ADAL" clId="{59FF4CD0-5E21-431B-AEB5-F3A7CBD18F0D}" dt="2020-08-25T14:24:42.333" v="9" actId="478"/>
        <pc:sldMkLst>
          <pc:docMk/>
          <pc:sldMk cId="3821790088" sldId="267"/>
        </pc:sldMkLst>
        <pc:picChg chg="del">
          <ac:chgData name="Guillermo AntonioAguirre" userId="42908199-65f4-4d4a-8e05-6e659ccb82ce" providerId="ADAL" clId="{59FF4CD0-5E21-431B-AEB5-F3A7CBD18F0D}" dt="2020-08-25T14:24:42.333" v="9" actId="478"/>
          <ac:picMkLst>
            <pc:docMk/>
            <pc:sldMk cId="3821790088" sldId="267"/>
            <ac:picMk id="2" creationId="{71669B23-B191-487C-A1EE-2D3C19B95C41}"/>
          </ac:picMkLst>
        </pc:picChg>
      </pc:sldChg>
      <pc:sldChg chg="delSp delAnim">
        <pc:chgData name="Guillermo AntonioAguirre" userId="42908199-65f4-4d4a-8e05-6e659ccb82ce" providerId="ADAL" clId="{59FF4CD0-5E21-431B-AEB5-F3A7CBD18F0D}" dt="2020-08-25T14:24:45.050" v="10" actId="478"/>
        <pc:sldMkLst>
          <pc:docMk/>
          <pc:sldMk cId="1121448465" sldId="268"/>
        </pc:sldMkLst>
        <pc:picChg chg="del">
          <ac:chgData name="Guillermo AntonioAguirre" userId="42908199-65f4-4d4a-8e05-6e659ccb82ce" providerId="ADAL" clId="{59FF4CD0-5E21-431B-AEB5-F3A7CBD18F0D}" dt="2020-08-25T14:24:45.050" v="10" actId="478"/>
          <ac:picMkLst>
            <pc:docMk/>
            <pc:sldMk cId="1121448465" sldId="268"/>
            <ac:picMk id="3" creationId="{7764E3DB-F3F5-401D-A0C9-CCA23F09426D}"/>
          </ac:picMkLst>
        </pc:picChg>
      </pc:sldChg>
      <pc:sldChg chg="delSp modSp delAnim">
        <pc:chgData name="Guillermo AntonioAguirre" userId="42908199-65f4-4d4a-8e05-6e659ccb82ce" providerId="ADAL" clId="{59FF4CD0-5E21-431B-AEB5-F3A7CBD18F0D}" dt="2020-08-25T14:25:06.075" v="13" actId="1076"/>
        <pc:sldMkLst>
          <pc:docMk/>
          <pc:sldMk cId="1107325244" sldId="269"/>
        </pc:sldMkLst>
        <pc:spChg chg="del">
          <ac:chgData name="Guillermo AntonioAguirre" userId="42908199-65f4-4d4a-8e05-6e659ccb82ce" providerId="ADAL" clId="{59FF4CD0-5E21-431B-AEB5-F3A7CBD18F0D}" dt="2020-08-25T14:25:01.634" v="12" actId="478"/>
          <ac:spMkLst>
            <pc:docMk/>
            <pc:sldMk cId="1107325244" sldId="269"/>
            <ac:spMk id="2" creationId="{66AF5BE4-00F8-4613-B132-941D776D19F6}"/>
          </ac:spMkLst>
        </pc:spChg>
        <pc:picChg chg="del">
          <ac:chgData name="Guillermo AntonioAguirre" userId="42908199-65f4-4d4a-8e05-6e659ccb82ce" providerId="ADAL" clId="{59FF4CD0-5E21-431B-AEB5-F3A7CBD18F0D}" dt="2020-08-25T14:24:48.211" v="11" actId="478"/>
          <ac:picMkLst>
            <pc:docMk/>
            <pc:sldMk cId="1107325244" sldId="269"/>
            <ac:picMk id="7" creationId="{6F67F291-14F6-4F84-A17F-B5280A14E143}"/>
          </ac:picMkLst>
        </pc:picChg>
        <pc:inkChg chg="mod">
          <ac:chgData name="Guillermo AntonioAguirre" userId="42908199-65f4-4d4a-8e05-6e659ccb82ce" providerId="ADAL" clId="{59FF4CD0-5E21-431B-AEB5-F3A7CBD18F0D}" dt="2020-08-25T14:25:06.075" v="13" actId="1076"/>
          <ac:inkMkLst>
            <pc:docMk/>
            <pc:sldMk cId="1107325244" sldId="269"/>
            <ac:inkMk id="3" creationId="{A3AC3250-A82F-4E4B-A909-51893DB27FF4}"/>
          </ac:inkMkLst>
        </pc:inkChg>
      </pc:sldChg>
      <pc:sldChg chg="delSp delAnim">
        <pc:chgData name="Guillermo AntonioAguirre" userId="42908199-65f4-4d4a-8e05-6e659ccb82ce" providerId="ADAL" clId="{59FF4CD0-5E21-431B-AEB5-F3A7CBD18F0D}" dt="2020-08-25T14:25:20.563" v="14" actId="478"/>
        <pc:sldMkLst>
          <pc:docMk/>
          <pc:sldMk cId="1415750657" sldId="270"/>
        </pc:sldMkLst>
        <pc:picChg chg="del">
          <ac:chgData name="Guillermo AntonioAguirre" userId="42908199-65f4-4d4a-8e05-6e659ccb82ce" providerId="ADAL" clId="{59FF4CD0-5E21-431B-AEB5-F3A7CBD18F0D}" dt="2020-08-25T14:25:20.563" v="14" actId="478"/>
          <ac:picMkLst>
            <pc:docMk/>
            <pc:sldMk cId="1415750657" sldId="270"/>
            <ac:picMk id="3" creationId="{63FE8F69-AF36-43D0-8CFC-4ED57ABC693C}"/>
          </ac:picMkLst>
        </pc:picChg>
      </pc:sldChg>
      <pc:sldChg chg="delSp delAnim">
        <pc:chgData name="Guillermo AntonioAguirre" userId="42908199-65f4-4d4a-8e05-6e659ccb82ce" providerId="ADAL" clId="{59FF4CD0-5E21-431B-AEB5-F3A7CBD18F0D}" dt="2020-08-25T14:25:23.747" v="15" actId="478"/>
        <pc:sldMkLst>
          <pc:docMk/>
          <pc:sldMk cId="1333742137" sldId="271"/>
        </pc:sldMkLst>
        <pc:picChg chg="del">
          <ac:chgData name="Guillermo AntonioAguirre" userId="42908199-65f4-4d4a-8e05-6e659ccb82ce" providerId="ADAL" clId="{59FF4CD0-5E21-431B-AEB5-F3A7CBD18F0D}" dt="2020-08-25T14:25:23.747" v="15" actId="478"/>
          <ac:picMkLst>
            <pc:docMk/>
            <pc:sldMk cId="1333742137" sldId="271"/>
            <ac:picMk id="3" creationId="{63BB05CF-96AC-45D0-B868-8AEA79309C44}"/>
          </ac:picMkLst>
        </pc:picChg>
      </pc:sldChg>
      <pc:sldChg chg="delSp delAnim">
        <pc:chgData name="Guillermo AntonioAguirre" userId="42908199-65f4-4d4a-8e05-6e659ccb82ce" providerId="ADAL" clId="{59FF4CD0-5E21-431B-AEB5-F3A7CBD18F0D}" dt="2020-08-25T14:25:27.156" v="16" actId="478"/>
        <pc:sldMkLst>
          <pc:docMk/>
          <pc:sldMk cId="3542986958" sldId="272"/>
        </pc:sldMkLst>
        <pc:picChg chg="del">
          <ac:chgData name="Guillermo AntonioAguirre" userId="42908199-65f4-4d4a-8e05-6e659ccb82ce" providerId="ADAL" clId="{59FF4CD0-5E21-431B-AEB5-F3A7CBD18F0D}" dt="2020-08-25T14:25:27.156" v="16" actId="478"/>
          <ac:picMkLst>
            <pc:docMk/>
            <pc:sldMk cId="3542986958" sldId="272"/>
            <ac:picMk id="8" creationId="{3AB4927B-B529-4543-907B-E782658AF0FF}"/>
          </ac:picMkLst>
        </pc:picChg>
      </pc:sldChg>
      <pc:sldChg chg="delSp delAnim">
        <pc:chgData name="Guillermo AntonioAguirre" userId="42908199-65f4-4d4a-8e05-6e659ccb82ce" providerId="ADAL" clId="{59FF4CD0-5E21-431B-AEB5-F3A7CBD18F0D}" dt="2020-08-25T14:25:31.442" v="17" actId="478"/>
        <pc:sldMkLst>
          <pc:docMk/>
          <pc:sldMk cId="2746818505" sldId="273"/>
        </pc:sldMkLst>
        <pc:picChg chg="del">
          <ac:chgData name="Guillermo AntonioAguirre" userId="42908199-65f4-4d4a-8e05-6e659ccb82ce" providerId="ADAL" clId="{59FF4CD0-5E21-431B-AEB5-F3A7CBD18F0D}" dt="2020-08-25T14:25:31.442" v="17" actId="478"/>
          <ac:picMkLst>
            <pc:docMk/>
            <pc:sldMk cId="2746818505" sldId="273"/>
            <ac:picMk id="3" creationId="{83C81096-DC6B-4B56-97E3-28230C8EABCF}"/>
          </ac:picMkLst>
        </pc:picChg>
      </pc:sldChg>
      <pc:sldChg chg="delSp delAnim">
        <pc:chgData name="Guillermo AntonioAguirre" userId="42908199-65f4-4d4a-8e05-6e659ccb82ce" providerId="ADAL" clId="{59FF4CD0-5E21-431B-AEB5-F3A7CBD18F0D}" dt="2020-08-25T14:25:34.268" v="18" actId="478"/>
        <pc:sldMkLst>
          <pc:docMk/>
          <pc:sldMk cId="677988928" sldId="274"/>
        </pc:sldMkLst>
        <pc:picChg chg="del">
          <ac:chgData name="Guillermo AntonioAguirre" userId="42908199-65f4-4d4a-8e05-6e659ccb82ce" providerId="ADAL" clId="{59FF4CD0-5E21-431B-AEB5-F3A7CBD18F0D}" dt="2020-08-25T14:25:34.268" v="18" actId="478"/>
          <ac:picMkLst>
            <pc:docMk/>
            <pc:sldMk cId="677988928" sldId="274"/>
            <ac:picMk id="3" creationId="{72E6BAC3-EAA5-46C4-92D0-5720698500D2}"/>
          </ac:picMkLst>
        </pc:picChg>
      </pc:sldChg>
      <pc:sldChg chg="delSp delAnim">
        <pc:chgData name="Guillermo AntonioAguirre" userId="42908199-65f4-4d4a-8e05-6e659ccb82ce" providerId="ADAL" clId="{59FF4CD0-5E21-431B-AEB5-F3A7CBD18F0D}" dt="2020-08-25T14:25:37.490" v="19" actId="478"/>
        <pc:sldMkLst>
          <pc:docMk/>
          <pc:sldMk cId="1011141060" sldId="275"/>
        </pc:sldMkLst>
        <pc:picChg chg="del">
          <ac:chgData name="Guillermo AntonioAguirre" userId="42908199-65f4-4d4a-8e05-6e659ccb82ce" providerId="ADAL" clId="{59FF4CD0-5E21-431B-AEB5-F3A7CBD18F0D}" dt="2020-08-25T14:25:37.490" v="19" actId="478"/>
          <ac:picMkLst>
            <pc:docMk/>
            <pc:sldMk cId="1011141060" sldId="275"/>
            <ac:picMk id="7" creationId="{4A1A30D0-186A-454B-A68C-D633FA4BAF24}"/>
          </ac:picMkLst>
        </pc:picChg>
      </pc:sldChg>
      <pc:sldChg chg="delSp delAnim">
        <pc:chgData name="Guillermo AntonioAguirre" userId="42908199-65f4-4d4a-8e05-6e659ccb82ce" providerId="ADAL" clId="{59FF4CD0-5E21-431B-AEB5-F3A7CBD18F0D}" dt="2020-08-25T14:25:40.564" v="20" actId="478"/>
        <pc:sldMkLst>
          <pc:docMk/>
          <pc:sldMk cId="4104130791" sldId="276"/>
        </pc:sldMkLst>
        <pc:picChg chg="del">
          <ac:chgData name="Guillermo AntonioAguirre" userId="42908199-65f4-4d4a-8e05-6e659ccb82ce" providerId="ADAL" clId="{59FF4CD0-5E21-431B-AEB5-F3A7CBD18F0D}" dt="2020-08-25T14:25:40.564" v="20" actId="478"/>
          <ac:picMkLst>
            <pc:docMk/>
            <pc:sldMk cId="4104130791" sldId="276"/>
            <ac:picMk id="3" creationId="{532EB7B7-EFCC-49FF-9E51-102D852F359E}"/>
          </ac:picMkLst>
        </pc:picChg>
      </pc:sldChg>
      <pc:sldChg chg="delSp delAnim">
        <pc:chgData name="Guillermo AntonioAguirre" userId="42908199-65f4-4d4a-8e05-6e659ccb82ce" providerId="ADAL" clId="{59FF4CD0-5E21-431B-AEB5-F3A7CBD18F0D}" dt="2020-08-25T14:25:44.147" v="21" actId="478"/>
        <pc:sldMkLst>
          <pc:docMk/>
          <pc:sldMk cId="787893079" sldId="277"/>
        </pc:sldMkLst>
        <pc:picChg chg="del">
          <ac:chgData name="Guillermo AntonioAguirre" userId="42908199-65f4-4d4a-8e05-6e659ccb82ce" providerId="ADAL" clId="{59FF4CD0-5E21-431B-AEB5-F3A7CBD18F0D}" dt="2020-08-25T14:25:44.147" v="21" actId="478"/>
          <ac:picMkLst>
            <pc:docMk/>
            <pc:sldMk cId="787893079" sldId="277"/>
            <ac:picMk id="3" creationId="{D5AAA4A7-5597-4FFF-8301-25E5FB9BE5DB}"/>
          </ac:picMkLst>
        </pc:picChg>
      </pc:sldChg>
      <pc:sldChg chg="delSp delAnim">
        <pc:chgData name="Guillermo AntonioAguirre" userId="42908199-65f4-4d4a-8e05-6e659ccb82ce" providerId="ADAL" clId="{59FF4CD0-5E21-431B-AEB5-F3A7CBD18F0D}" dt="2020-08-25T14:25:47.366" v="22" actId="478"/>
        <pc:sldMkLst>
          <pc:docMk/>
          <pc:sldMk cId="1867996815" sldId="278"/>
        </pc:sldMkLst>
        <pc:picChg chg="del">
          <ac:chgData name="Guillermo AntonioAguirre" userId="42908199-65f4-4d4a-8e05-6e659ccb82ce" providerId="ADAL" clId="{59FF4CD0-5E21-431B-AEB5-F3A7CBD18F0D}" dt="2020-08-25T14:25:47.366" v="22" actId="478"/>
          <ac:picMkLst>
            <pc:docMk/>
            <pc:sldMk cId="1867996815" sldId="278"/>
            <ac:picMk id="2" creationId="{7AE8043A-4DE3-47E4-B6DB-70C9A9221914}"/>
          </ac:picMkLst>
        </pc:picChg>
      </pc:sldChg>
      <pc:sldChg chg="delSp delAnim">
        <pc:chgData name="Guillermo AntonioAguirre" userId="42908199-65f4-4d4a-8e05-6e659ccb82ce" providerId="ADAL" clId="{59FF4CD0-5E21-431B-AEB5-F3A7CBD18F0D}" dt="2020-08-25T14:25:50.475" v="23" actId="478"/>
        <pc:sldMkLst>
          <pc:docMk/>
          <pc:sldMk cId="3143474695" sldId="279"/>
        </pc:sldMkLst>
        <pc:picChg chg="del">
          <ac:chgData name="Guillermo AntonioAguirre" userId="42908199-65f4-4d4a-8e05-6e659ccb82ce" providerId="ADAL" clId="{59FF4CD0-5E21-431B-AEB5-F3A7CBD18F0D}" dt="2020-08-25T14:25:50.475" v="23" actId="478"/>
          <ac:picMkLst>
            <pc:docMk/>
            <pc:sldMk cId="3143474695" sldId="279"/>
            <ac:picMk id="3" creationId="{3D6F079B-F8C0-4E6D-8439-3356BD98D4C2}"/>
          </ac:picMkLst>
        </pc:picChg>
      </pc:sldChg>
      <pc:sldChg chg="delSp delAnim">
        <pc:chgData name="Guillermo AntonioAguirre" userId="42908199-65f4-4d4a-8e05-6e659ccb82ce" providerId="ADAL" clId="{59FF4CD0-5E21-431B-AEB5-F3A7CBD18F0D}" dt="2020-08-25T14:26:00.171" v="26" actId="478"/>
        <pc:sldMkLst>
          <pc:docMk/>
          <pc:sldMk cId="758073141" sldId="280"/>
        </pc:sldMkLst>
        <pc:picChg chg="del">
          <ac:chgData name="Guillermo AntonioAguirre" userId="42908199-65f4-4d4a-8e05-6e659ccb82ce" providerId="ADAL" clId="{59FF4CD0-5E21-431B-AEB5-F3A7CBD18F0D}" dt="2020-08-25T14:26:00.171" v="26" actId="478"/>
          <ac:picMkLst>
            <pc:docMk/>
            <pc:sldMk cId="758073141" sldId="280"/>
            <ac:picMk id="3" creationId="{07E9D478-897B-44AB-92CA-41FC287DCD0D}"/>
          </ac:picMkLst>
        </pc:picChg>
      </pc:sldChg>
      <pc:sldChg chg="delSp modSp delAnim">
        <pc:chgData name="Guillermo AntonioAguirre" userId="42908199-65f4-4d4a-8e05-6e659ccb82ce" providerId="ADAL" clId="{59FF4CD0-5E21-431B-AEB5-F3A7CBD18F0D}" dt="2020-08-25T14:25:53.948" v="25" actId="478"/>
        <pc:sldMkLst>
          <pc:docMk/>
          <pc:sldMk cId="342458347" sldId="281"/>
        </pc:sldMkLst>
        <pc:picChg chg="del mod">
          <ac:chgData name="Guillermo AntonioAguirre" userId="42908199-65f4-4d4a-8e05-6e659ccb82ce" providerId="ADAL" clId="{59FF4CD0-5E21-431B-AEB5-F3A7CBD18F0D}" dt="2020-08-25T14:25:53.948" v="25" actId="478"/>
          <ac:picMkLst>
            <pc:docMk/>
            <pc:sldMk cId="342458347" sldId="281"/>
            <ac:picMk id="3" creationId="{D7DD92F4-F992-4E31-8C29-C8F21C5BF7D7}"/>
          </ac:picMkLst>
        </pc:picChg>
      </pc:sldChg>
      <pc:sldChg chg="delSp delAnim">
        <pc:chgData name="Guillermo AntonioAguirre" userId="42908199-65f4-4d4a-8e05-6e659ccb82ce" providerId="ADAL" clId="{59FF4CD0-5E21-431B-AEB5-F3A7CBD18F0D}" dt="2020-08-25T14:26:04.428" v="27" actId="478"/>
        <pc:sldMkLst>
          <pc:docMk/>
          <pc:sldMk cId="3665392478" sldId="282"/>
        </pc:sldMkLst>
        <pc:picChg chg="del">
          <ac:chgData name="Guillermo AntonioAguirre" userId="42908199-65f4-4d4a-8e05-6e659ccb82ce" providerId="ADAL" clId="{59FF4CD0-5E21-431B-AEB5-F3A7CBD18F0D}" dt="2020-08-25T14:26:04.428" v="27" actId="478"/>
          <ac:picMkLst>
            <pc:docMk/>
            <pc:sldMk cId="3665392478" sldId="282"/>
            <ac:picMk id="13" creationId="{C5DE82FA-B2D3-49B9-9465-BD9DD1828189}"/>
          </ac:picMkLst>
        </pc:picChg>
      </pc:sldChg>
      <pc:sldChg chg="delSp delAnim">
        <pc:chgData name="Guillermo AntonioAguirre" userId="42908199-65f4-4d4a-8e05-6e659ccb82ce" providerId="ADAL" clId="{59FF4CD0-5E21-431B-AEB5-F3A7CBD18F0D}" dt="2020-08-25T14:26:07.082" v="28" actId="478"/>
        <pc:sldMkLst>
          <pc:docMk/>
          <pc:sldMk cId="3754596401" sldId="283"/>
        </pc:sldMkLst>
        <pc:picChg chg="del">
          <ac:chgData name="Guillermo AntonioAguirre" userId="42908199-65f4-4d4a-8e05-6e659ccb82ce" providerId="ADAL" clId="{59FF4CD0-5E21-431B-AEB5-F3A7CBD18F0D}" dt="2020-08-25T14:26:07.082" v="28" actId="478"/>
          <ac:picMkLst>
            <pc:docMk/>
            <pc:sldMk cId="3754596401" sldId="283"/>
            <ac:picMk id="10" creationId="{306E9CE4-3A3C-4116-8586-73BB7B3015BA}"/>
          </ac:picMkLst>
        </pc:picChg>
      </pc:sldChg>
      <pc:sldChg chg="delSp delAnim">
        <pc:chgData name="Guillermo AntonioAguirre" userId="42908199-65f4-4d4a-8e05-6e659ccb82ce" providerId="ADAL" clId="{59FF4CD0-5E21-431B-AEB5-F3A7CBD18F0D}" dt="2020-08-25T14:26:09.731" v="29" actId="478"/>
        <pc:sldMkLst>
          <pc:docMk/>
          <pc:sldMk cId="1773472774" sldId="284"/>
        </pc:sldMkLst>
        <pc:picChg chg="del">
          <ac:chgData name="Guillermo AntonioAguirre" userId="42908199-65f4-4d4a-8e05-6e659ccb82ce" providerId="ADAL" clId="{59FF4CD0-5E21-431B-AEB5-F3A7CBD18F0D}" dt="2020-08-25T14:26:09.731" v="29" actId="478"/>
          <ac:picMkLst>
            <pc:docMk/>
            <pc:sldMk cId="1773472774" sldId="284"/>
            <ac:picMk id="8" creationId="{C877328C-F642-4C56-82E1-B9532F0AD8EE}"/>
          </ac:picMkLst>
        </pc:picChg>
      </pc:sldChg>
      <pc:sldChg chg="addSp delSp modSp add delAnim">
        <pc:chgData name="Guillermo AntonioAguirre" userId="42908199-65f4-4d4a-8e05-6e659ccb82ce" providerId="ADAL" clId="{59FF4CD0-5E21-431B-AEB5-F3A7CBD18F0D}" dt="2020-09-02T09:44:00.644" v="431" actId="20577"/>
        <pc:sldMkLst>
          <pc:docMk/>
          <pc:sldMk cId="251867545" sldId="285"/>
        </pc:sldMkLst>
        <pc:spChg chg="add mod">
          <ac:chgData name="Guillermo AntonioAguirre" userId="42908199-65f4-4d4a-8e05-6e659ccb82ce" providerId="ADAL" clId="{59FF4CD0-5E21-431B-AEB5-F3A7CBD18F0D}" dt="2020-09-02T09:28:22.268" v="172" actId="1076"/>
          <ac:spMkLst>
            <pc:docMk/>
            <pc:sldMk cId="251867545" sldId="285"/>
            <ac:spMk id="2" creationId="{69890206-6558-486B-8B25-D88B71B02384}"/>
          </ac:spMkLst>
        </pc:spChg>
        <pc:spChg chg="add mod">
          <ac:chgData name="Guillermo AntonioAguirre" userId="42908199-65f4-4d4a-8e05-6e659ccb82ce" providerId="ADAL" clId="{59FF4CD0-5E21-431B-AEB5-F3A7CBD18F0D}" dt="2020-09-02T09:44:00.644" v="431" actId="20577"/>
          <ac:spMkLst>
            <pc:docMk/>
            <pc:sldMk cId="251867545" sldId="285"/>
            <ac:spMk id="3" creationId="{E74522C3-754B-4208-B56A-32627244613B}"/>
          </ac:spMkLst>
        </pc:spChg>
        <pc:spChg chg="add mod">
          <ac:chgData name="Guillermo AntonioAguirre" userId="42908199-65f4-4d4a-8e05-6e659ccb82ce" providerId="ADAL" clId="{59FF4CD0-5E21-431B-AEB5-F3A7CBD18F0D}" dt="2020-09-02T09:28:27.684" v="173" actId="1076"/>
          <ac:spMkLst>
            <pc:docMk/>
            <pc:sldMk cId="251867545" sldId="285"/>
            <ac:spMk id="5" creationId="{32172F54-6C34-49D3-8919-565CE457CC4F}"/>
          </ac:spMkLst>
        </pc:spChg>
        <pc:spChg chg="add del mod">
          <ac:chgData name="Guillermo AntonioAguirre" userId="42908199-65f4-4d4a-8e05-6e659ccb82ce" providerId="ADAL" clId="{59FF4CD0-5E21-431B-AEB5-F3A7CBD18F0D}" dt="2020-09-02T09:39:36.164" v="361" actId="478"/>
          <ac:spMkLst>
            <pc:docMk/>
            <pc:sldMk cId="251867545" sldId="285"/>
            <ac:spMk id="6" creationId="{1E9C75B8-D9BD-44E7-9F25-4EB2AF3C7FE3}"/>
          </ac:spMkLst>
        </pc:spChg>
        <pc:spChg chg="add del mod">
          <ac:chgData name="Guillermo AntonioAguirre" userId="42908199-65f4-4d4a-8e05-6e659ccb82ce" providerId="ADAL" clId="{59FF4CD0-5E21-431B-AEB5-F3A7CBD18F0D}" dt="2020-09-02T09:41:06.132" v="369" actId="478"/>
          <ac:spMkLst>
            <pc:docMk/>
            <pc:sldMk cId="251867545" sldId="285"/>
            <ac:spMk id="8" creationId="{51190653-0480-4D18-81AB-C1E75CB15FC3}"/>
          </ac:spMkLst>
        </pc:spChg>
        <pc:spChg chg="add mod">
          <ac:chgData name="Guillermo AntonioAguirre" userId="42908199-65f4-4d4a-8e05-6e659ccb82ce" providerId="ADAL" clId="{59FF4CD0-5E21-431B-AEB5-F3A7CBD18F0D}" dt="2020-09-02T09:41:34.188" v="392" actId="14100"/>
          <ac:spMkLst>
            <pc:docMk/>
            <pc:sldMk cId="251867545" sldId="285"/>
            <ac:spMk id="9" creationId="{CE319378-C150-4DB2-9A7D-D242DAD635A8}"/>
          </ac:spMkLst>
        </pc:spChg>
        <pc:spChg chg="add del mod">
          <ac:chgData name="Guillermo AntonioAguirre" userId="42908199-65f4-4d4a-8e05-6e659ccb82ce" providerId="ADAL" clId="{59FF4CD0-5E21-431B-AEB5-F3A7CBD18F0D}" dt="2020-09-02T09:39:36.164" v="361" actId="478"/>
          <ac:spMkLst>
            <pc:docMk/>
            <pc:sldMk cId="251867545" sldId="285"/>
            <ac:spMk id="11" creationId="{B9585DE9-3E58-4507-B62C-FDA4E5926D6D}"/>
          </ac:spMkLst>
        </pc:spChg>
        <pc:spChg chg="add del mod">
          <ac:chgData name="Guillermo AntonioAguirre" userId="42908199-65f4-4d4a-8e05-6e659ccb82ce" providerId="ADAL" clId="{59FF4CD0-5E21-431B-AEB5-F3A7CBD18F0D}" dt="2020-09-02T09:39:36.164" v="361" actId="478"/>
          <ac:spMkLst>
            <pc:docMk/>
            <pc:sldMk cId="251867545" sldId="285"/>
            <ac:spMk id="12" creationId="{996C36A9-6E39-4050-B88D-A33AA2134DCF}"/>
          </ac:spMkLst>
        </pc:spChg>
        <pc:spChg chg="add mod">
          <ac:chgData name="Guillermo AntonioAguirre" userId="42908199-65f4-4d4a-8e05-6e659ccb82ce" providerId="ADAL" clId="{59FF4CD0-5E21-431B-AEB5-F3A7CBD18F0D}" dt="2020-09-02T09:39:04.452" v="360" actId="1076"/>
          <ac:spMkLst>
            <pc:docMk/>
            <pc:sldMk cId="251867545" sldId="285"/>
            <ac:spMk id="13" creationId="{1675F07D-95C4-4EFA-BDEE-1C050667DF68}"/>
          </ac:spMkLst>
        </pc:spChg>
        <pc:spChg chg="add mod">
          <ac:chgData name="Guillermo AntonioAguirre" userId="42908199-65f4-4d4a-8e05-6e659ccb82ce" providerId="ADAL" clId="{59FF4CD0-5E21-431B-AEB5-F3A7CBD18F0D}" dt="2020-09-02T09:39:04.452" v="360" actId="1076"/>
          <ac:spMkLst>
            <pc:docMk/>
            <pc:sldMk cId="251867545" sldId="285"/>
            <ac:spMk id="14" creationId="{977C3035-91F2-4108-954B-7137EE5E0EEE}"/>
          </ac:spMkLst>
        </pc:spChg>
        <pc:spChg chg="add mod">
          <ac:chgData name="Guillermo AntonioAguirre" userId="42908199-65f4-4d4a-8e05-6e659ccb82ce" providerId="ADAL" clId="{59FF4CD0-5E21-431B-AEB5-F3A7CBD18F0D}" dt="2020-09-02T09:39:04.452" v="360" actId="1076"/>
          <ac:spMkLst>
            <pc:docMk/>
            <pc:sldMk cId="251867545" sldId="285"/>
            <ac:spMk id="15" creationId="{DF5D3E5D-1A1E-4D27-91B6-EF5BBD2AAA67}"/>
          </ac:spMkLst>
        </pc:spChg>
        <pc:spChg chg="add del mod">
          <ac:chgData name="Guillermo AntonioAguirre" userId="42908199-65f4-4d4a-8e05-6e659ccb82ce" providerId="ADAL" clId="{59FF4CD0-5E21-431B-AEB5-F3A7CBD18F0D}" dt="2020-09-02T09:43:32.116" v="400" actId="478"/>
          <ac:spMkLst>
            <pc:docMk/>
            <pc:sldMk cId="251867545" sldId="285"/>
            <ac:spMk id="16" creationId="{DF10F114-AB34-4796-AEAA-72FDC5C5391E}"/>
          </ac:spMkLst>
        </pc:spChg>
        <pc:spChg chg="add mod">
          <ac:chgData name="Guillermo AntonioAguirre" userId="42908199-65f4-4d4a-8e05-6e659ccb82ce" providerId="ADAL" clId="{59FF4CD0-5E21-431B-AEB5-F3A7CBD18F0D}" dt="2020-09-02T09:43:57.628" v="429" actId="1076"/>
          <ac:spMkLst>
            <pc:docMk/>
            <pc:sldMk cId="251867545" sldId="285"/>
            <ac:spMk id="17" creationId="{CF14949B-C524-442D-B30C-B15B09E54B7B}"/>
          </ac:spMkLst>
        </pc:spChg>
        <pc:picChg chg="del mod">
          <ac:chgData name="Guillermo AntonioAguirre" userId="42908199-65f4-4d4a-8e05-6e659ccb82ce" providerId="ADAL" clId="{59FF4CD0-5E21-431B-AEB5-F3A7CBD18F0D}" dt="2020-09-02T09:26:41.157" v="128" actId="478"/>
          <ac:picMkLst>
            <pc:docMk/>
            <pc:sldMk cId="251867545" sldId="285"/>
            <ac:picMk id="4" creationId="{F548B5BD-ADC6-4F87-AC6B-5A090F44C175}"/>
          </ac:picMkLst>
        </pc:picChg>
        <pc:picChg chg="del mod">
          <ac:chgData name="Guillermo AntonioAguirre" userId="42908199-65f4-4d4a-8e05-6e659ccb82ce" providerId="ADAL" clId="{59FF4CD0-5E21-431B-AEB5-F3A7CBD18F0D}" dt="2020-09-02T09:38:39.676" v="358" actId="478"/>
          <ac:picMkLst>
            <pc:docMk/>
            <pc:sldMk cId="251867545" sldId="285"/>
            <ac:picMk id="10" creationId="{A80EC4A3-E180-4555-A360-6696CAB5BBF0}"/>
          </ac:picMkLst>
        </pc:picChg>
        <pc:inkChg chg="del">
          <ac:chgData name="Guillermo AntonioAguirre" userId="42908199-65f4-4d4a-8e05-6e659ccb82ce" providerId="ADAL" clId="{59FF4CD0-5E21-431B-AEB5-F3A7CBD18F0D}" dt="2020-09-02T09:16:44.191" v="31" actId="478"/>
          <ac:inkMkLst>
            <pc:docMk/>
            <pc:sldMk cId="251867545" sldId="285"/>
            <ac:inkMk id="7" creationId="{B6C0C56E-4715-4539-870A-81053F7D0734}"/>
          </ac:inkMkLst>
        </pc:inkChg>
      </pc:sldChg>
      <pc:sldChg chg="addSp delSp modSp add">
        <pc:chgData name="Guillermo AntonioAguirre" userId="42908199-65f4-4d4a-8e05-6e659ccb82ce" providerId="ADAL" clId="{59FF4CD0-5E21-431B-AEB5-F3A7CBD18F0D}" dt="2020-09-02T09:52:15.168" v="1067" actId="20577"/>
        <pc:sldMkLst>
          <pc:docMk/>
          <pc:sldMk cId="2241295496" sldId="286"/>
        </pc:sldMkLst>
        <pc:spChg chg="del mod">
          <ac:chgData name="Guillermo AntonioAguirre" userId="42908199-65f4-4d4a-8e05-6e659ccb82ce" providerId="ADAL" clId="{59FF4CD0-5E21-431B-AEB5-F3A7CBD18F0D}" dt="2020-09-02T09:44:37.252" v="435" actId="478"/>
          <ac:spMkLst>
            <pc:docMk/>
            <pc:sldMk cId="2241295496" sldId="286"/>
            <ac:spMk id="2" creationId="{69890206-6558-486B-8B25-D88B71B02384}"/>
          </ac:spMkLst>
        </pc:spChg>
        <pc:spChg chg="mod">
          <ac:chgData name="Guillermo AntonioAguirre" userId="42908199-65f4-4d4a-8e05-6e659ccb82ce" providerId="ADAL" clId="{59FF4CD0-5E21-431B-AEB5-F3A7CBD18F0D}" dt="2020-09-02T09:44:53.939" v="437" actId="1076"/>
          <ac:spMkLst>
            <pc:docMk/>
            <pc:sldMk cId="2241295496" sldId="286"/>
            <ac:spMk id="3" creationId="{E74522C3-754B-4208-B56A-32627244613B}"/>
          </ac:spMkLst>
        </pc:spChg>
        <pc:spChg chg="add del mod">
          <ac:chgData name="Guillermo AntonioAguirre" userId="42908199-65f4-4d4a-8e05-6e659ccb82ce" providerId="ADAL" clId="{59FF4CD0-5E21-431B-AEB5-F3A7CBD18F0D}" dt="2020-09-02T09:45:17.911" v="440"/>
          <ac:spMkLst>
            <pc:docMk/>
            <pc:sldMk cId="2241295496" sldId="286"/>
            <ac:spMk id="4" creationId="{319D367C-1DB7-40AF-AB99-9169DD6EC665}"/>
          </ac:spMkLst>
        </pc:spChg>
        <pc:spChg chg="del">
          <ac:chgData name="Guillermo AntonioAguirre" userId="42908199-65f4-4d4a-8e05-6e659ccb82ce" providerId="ADAL" clId="{59FF4CD0-5E21-431B-AEB5-F3A7CBD18F0D}" dt="2020-09-02T09:44:42.027" v="436" actId="478"/>
          <ac:spMkLst>
            <pc:docMk/>
            <pc:sldMk cId="2241295496" sldId="286"/>
            <ac:spMk id="5" creationId="{32172F54-6C34-49D3-8919-565CE457CC4F}"/>
          </ac:spMkLst>
        </pc:spChg>
        <pc:spChg chg="del">
          <ac:chgData name="Guillermo AntonioAguirre" userId="42908199-65f4-4d4a-8e05-6e659ccb82ce" providerId="ADAL" clId="{59FF4CD0-5E21-431B-AEB5-F3A7CBD18F0D}" dt="2020-09-02T09:44:31.108" v="433" actId="478"/>
          <ac:spMkLst>
            <pc:docMk/>
            <pc:sldMk cId="2241295496" sldId="286"/>
            <ac:spMk id="9" creationId="{CE319378-C150-4DB2-9A7D-D242DAD635A8}"/>
          </ac:spMkLst>
        </pc:spChg>
        <pc:spChg chg="add mod">
          <ac:chgData name="Guillermo AntonioAguirre" userId="42908199-65f4-4d4a-8e05-6e659ccb82ce" providerId="ADAL" clId="{59FF4CD0-5E21-431B-AEB5-F3A7CBD18F0D}" dt="2020-09-02T09:52:15.168" v="1067" actId="20577"/>
          <ac:spMkLst>
            <pc:docMk/>
            <pc:sldMk cId="2241295496" sldId="286"/>
            <ac:spMk id="11" creationId="{C1CE9124-FBA3-45D1-9487-BF8E4E307817}"/>
          </ac:spMkLst>
        </pc:spChg>
        <pc:spChg chg="add del">
          <ac:chgData name="Guillermo AntonioAguirre" userId="42908199-65f4-4d4a-8e05-6e659ccb82ce" providerId="ADAL" clId="{59FF4CD0-5E21-431B-AEB5-F3A7CBD18F0D}" dt="2020-09-02T09:48:32.400" v="750"/>
          <ac:spMkLst>
            <pc:docMk/>
            <pc:sldMk cId="2241295496" sldId="286"/>
            <ac:spMk id="12" creationId="{3A1C5602-B598-4F4D-9EFF-9D6390071C95}"/>
          </ac:spMkLst>
        </pc:spChg>
        <pc:spChg chg="mod">
          <ac:chgData name="Guillermo AntonioAguirre" userId="42908199-65f4-4d4a-8e05-6e659ccb82ce" providerId="ADAL" clId="{59FF4CD0-5E21-431B-AEB5-F3A7CBD18F0D}" dt="2020-09-02T09:44:53.939" v="437" actId="1076"/>
          <ac:spMkLst>
            <pc:docMk/>
            <pc:sldMk cId="2241295496" sldId="286"/>
            <ac:spMk id="13" creationId="{1675F07D-95C4-4EFA-BDEE-1C050667DF68}"/>
          </ac:spMkLst>
        </pc:spChg>
        <pc:spChg chg="mod">
          <ac:chgData name="Guillermo AntonioAguirre" userId="42908199-65f4-4d4a-8e05-6e659ccb82ce" providerId="ADAL" clId="{59FF4CD0-5E21-431B-AEB5-F3A7CBD18F0D}" dt="2020-09-02T09:44:53.939" v="437" actId="1076"/>
          <ac:spMkLst>
            <pc:docMk/>
            <pc:sldMk cId="2241295496" sldId="286"/>
            <ac:spMk id="14" creationId="{977C3035-91F2-4108-954B-7137EE5E0EEE}"/>
          </ac:spMkLst>
        </pc:spChg>
        <pc:spChg chg="mod">
          <ac:chgData name="Guillermo AntonioAguirre" userId="42908199-65f4-4d4a-8e05-6e659ccb82ce" providerId="ADAL" clId="{59FF4CD0-5E21-431B-AEB5-F3A7CBD18F0D}" dt="2020-09-02T09:44:53.939" v="437" actId="1076"/>
          <ac:spMkLst>
            <pc:docMk/>
            <pc:sldMk cId="2241295496" sldId="286"/>
            <ac:spMk id="15" creationId="{DF5D3E5D-1A1E-4D27-91B6-EF5BBD2AAA67}"/>
          </ac:spMkLst>
        </pc:spChg>
        <pc:spChg chg="mod">
          <ac:chgData name="Guillermo AntonioAguirre" userId="42908199-65f4-4d4a-8e05-6e659ccb82ce" providerId="ADAL" clId="{59FF4CD0-5E21-431B-AEB5-F3A7CBD18F0D}" dt="2020-09-02T09:44:53.939" v="437" actId="1076"/>
          <ac:spMkLst>
            <pc:docMk/>
            <pc:sldMk cId="2241295496" sldId="286"/>
            <ac:spMk id="17" creationId="{CF14949B-C524-442D-B30C-B15B09E54B7B}"/>
          </ac:spMkLst>
        </pc:spChg>
      </pc:sldChg>
      <pc:sldChg chg="add del">
        <pc:chgData name="Guillermo AntonioAguirre" userId="42908199-65f4-4d4a-8e05-6e659ccb82ce" providerId="ADAL" clId="{59FF4CD0-5E21-431B-AEB5-F3A7CBD18F0D}" dt="2020-09-02T11:56:08.686" v="2505" actId="2696"/>
        <pc:sldMkLst>
          <pc:docMk/>
          <pc:sldMk cId="2574482376" sldId="287"/>
        </pc:sldMkLst>
      </pc:sldChg>
      <pc:sldChg chg="addSp delSp modSp add">
        <pc:chgData name="Guillermo AntonioAguirre" userId="42908199-65f4-4d4a-8e05-6e659ccb82ce" providerId="ADAL" clId="{59FF4CD0-5E21-431B-AEB5-F3A7CBD18F0D}" dt="2020-09-02T11:43:22.750" v="2223" actId="1038"/>
        <pc:sldMkLst>
          <pc:docMk/>
          <pc:sldMk cId="2578588694" sldId="288"/>
        </pc:sldMkLst>
        <pc:spChg chg="mod">
          <ac:chgData name="Guillermo AntonioAguirre" userId="42908199-65f4-4d4a-8e05-6e659ccb82ce" providerId="ADAL" clId="{59FF4CD0-5E21-431B-AEB5-F3A7CBD18F0D}" dt="2020-09-02T10:01:27.918" v="1076" actId="20577"/>
          <ac:spMkLst>
            <pc:docMk/>
            <pc:sldMk cId="2578588694" sldId="288"/>
            <ac:spMk id="3" creationId="{E74522C3-754B-4208-B56A-32627244613B}"/>
          </ac:spMkLst>
        </pc:spChg>
        <pc:spChg chg="add mod">
          <ac:chgData name="Guillermo AntonioAguirre" userId="42908199-65f4-4d4a-8e05-6e659ccb82ce" providerId="ADAL" clId="{59FF4CD0-5E21-431B-AEB5-F3A7CBD18F0D}" dt="2020-09-02T10:53:14.121" v="1558" actId="207"/>
          <ac:spMkLst>
            <pc:docMk/>
            <pc:sldMk cId="2578588694" sldId="288"/>
            <ac:spMk id="8" creationId="{60219F7B-82F9-4FA2-BB55-8DA8CAA7D66F}"/>
          </ac:spMkLst>
        </pc:spChg>
        <pc:spChg chg="add mod">
          <ac:chgData name="Guillermo AntonioAguirre" userId="42908199-65f4-4d4a-8e05-6e659ccb82ce" providerId="ADAL" clId="{59FF4CD0-5E21-431B-AEB5-F3A7CBD18F0D}" dt="2020-09-02T10:02:38.371" v="1089" actId="1076"/>
          <ac:spMkLst>
            <pc:docMk/>
            <pc:sldMk cId="2578588694" sldId="288"/>
            <ac:spMk id="9" creationId="{A742B220-5FEF-4DB7-B86F-2C79C9DB95C6}"/>
          </ac:spMkLst>
        </pc:spChg>
        <pc:spChg chg="add mod">
          <ac:chgData name="Guillermo AntonioAguirre" userId="42908199-65f4-4d4a-8e05-6e659ccb82ce" providerId="ADAL" clId="{59FF4CD0-5E21-431B-AEB5-F3A7CBD18F0D}" dt="2020-09-02T10:02:38.371" v="1089" actId="1076"/>
          <ac:spMkLst>
            <pc:docMk/>
            <pc:sldMk cId="2578588694" sldId="288"/>
            <ac:spMk id="10" creationId="{6807A4E5-C83D-42EE-B9DC-EFA426491C10}"/>
          </ac:spMkLst>
        </pc:spChg>
        <pc:spChg chg="del">
          <ac:chgData name="Guillermo AntonioAguirre" userId="42908199-65f4-4d4a-8e05-6e659ccb82ce" providerId="ADAL" clId="{59FF4CD0-5E21-431B-AEB5-F3A7CBD18F0D}" dt="2020-09-02T10:01:33.155" v="1077" actId="478"/>
          <ac:spMkLst>
            <pc:docMk/>
            <pc:sldMk cId="2578588694" sldId="288"/>
            <ac:spMk id="11" creationId="{C1CE9124-FBA3-45D1-9487-BF8E4E307817}"/>
          </ac:spMkLst>
        </pc:spChg>
        <pc:spChg chg="add mod">
          <ac:chgData name="Guillermo AntonioAguirre" userId="42908199-65f4-4d4a-8e05-6e659ccb82ce" providerId="ADAL" clId="{59FF4CD0-5E21-431B-AEB5-F3A7CBD18F0D}" dt="2020-09-02T10:04:28.210" v="1096" actId="1076"/>
          <ac:spMkLst>
            <pc:docMk/>
            <pc:sldMk cId="2578588694" sldId="288"/>
            <ac:spMk id="12" creationId="{4BAE8212-3EAB-4B5F-86B5-30BFA78DAEA1}"/>
          </ac:spMkLst>
        </pc:spChg>
        <pc:spChg chg="mod">
          <ac:chgData name="Guillermo AntonioAguirre" userId="42908199-65f4-4d4a-8e05-6e659ccb82ce" providerId="ADAL" clId="{59FF4CD0-5E21-431B-AEB5-F3A7CBD18F0D}" dt="2020-09-02T10:53:10.033" v="1557" actId="207"/>
          <ac:spMkLst>
            <pc:docMk/>
            <pc:sldMk cId="2578588694" sldId="288"/>
            <ac:spMk id="13" creationId="{1675F07D-95C4-4EFA-BDEE-1C050667DF68}"/>
          </ac:spMkLst>
        </pc:spChg>
        <pc:spChg chg="mod">
          <ac:chgData name="Guillermo AntonioAguirre" userId="42908199-65f4-4d4a-8e05-6e659ccb82ce" providerId="ADAL" clId="{59FF4CD0-5E21-431B-AEB5-F3A7CBD18F0D}" dt="2020-09-02T10:02:11.539" v="1085" actId="1076"/>
          <ac:spMkLst>
            <pc:docMk/>
            <pc:sldMk cId="2578588694" sldId="288"/>
            <ac:spMk id="14" creationId="{977C3035-91F2-4108-954B-7137EE5E0EEE}"/>
          </ac:spMkLst>
        </pc:spChg>
        <pc:spChg chg="mod">
          <ac:chgData name="Guillermo AntonioAguirre" userId="42908199-65f4-4d4a-8e05-6e659ccb82ce" providerId="ADAL" clId="{59FF4CD0-5E21-431B-AEB5-F3A7CBD18F0D}" dt="2020-09-02T10:02:11.539" v="1085" actId="1076"/>
          <ac:spMkLst>
            <pc:docMk/>
            <pc:sldMk cId="2578588694" sldId="288"/>
            <ac:spMk id="15" creationId="{DF5D3E5D-1A1E-4D27-91B6-EF5BBD2AAA67}"/>
          </ac:spMkLst>
        </pc:spChg>
        <pc:spChg chg="add mod">
          <ac:chgData name="Guillermo AntonioAguirre" userId="42908199-65f4-4d4a-8e05-6e659ccb82ce" providerId="ADAL" clId="{59FF4CD0-5E21-431B-AEB5-F3A7CBD18F0D}" dt="2020-09-02T10:14:39.722" v="1234" actId="1076"/>
          <ac:spMkLst>
            <pc:docMk/>
            <pc:sldMk cId="2578588694" sldId="288"/>
            <ac:spMk id="16" creationId="{0B71AE92-F72E-4755-9612-686BE43F1E29}"/>
          </ac:spMkLst>
        </pc:spChg>
        <pc:spChg chg="add del mod">
          <ac:chgData name="Guillermo AntonioAguirre" userId="42908199-65f4-4d4a-8e05-6e659ccb82ce" providerId="ADAL" clId="{59FF4CD0-5E21-431B-AEB5-F3A7CBD18F0D}" dt="2020-09-02T10:02:43.451" v="1094" actId="1037"/>
          <ac:spMkLst>
            <pc:docMk/>
            <pc:sldMk cId="2578588694" sldId="288"/>
            <ac:spMk id="17" creationId="{CF14949B-C524-442D-B30C-B15B09E54B7B}"/>
          </ac:spMkLst>
        </pc:spChg>
        <pc:spChg chg="add mod">
          <ac:chgData name="Guillermo AntonioAguirre" userId="42908199-65f4-4d4a-8e05-6e659ccb82ce" providerId="ADAL" clId="{59FF4CD0-5E21-431B-AEB5-F3A7CBD18F0D}" dt="2020-09-02T10:04:28.210" v="1096" actId="1076"/>
          <ac:spMkLst>
            <pc:docMk/>
            <pc:sldMk cId="2578588694" sldId="288"/>
            <ac:spMk id="18" creationId="{35EDC9EE-482A-49E5-A582-A9CABA00C0F5}"/>
          </ac:spMkLst>
        </pc:spChg>
        <pc:spChg chg="add mod">
          <ac:chgData name="Guillermo AntonioAguirre" userId="42908199-65f4-4d4a-8e05-6e659ccb82ce" providerId="ADAL" clId="{59FF4CD0-5E21-431B-AEB5-F3A7CBD18F0D}" dt="2020-09-02T11:15:30.136" v="1672" actId="1037"/>
          <ac:spMkLst>
            <pc:docMk/>
            <pc:sldMk cId="2578588694" sldId="288"/>
            <ac:spMk id="19" creationId="{20753631-0BC3-483C-9222-B61E91EC23C7}"/>
          </ac:spMkLst>
        </pc:spChg>
        <pc:spChg chg="add mod">
          <ac:chgData name="Guillermo AntonioAguirre" userId="42908199-65f4-4d4a-8e05-6e659ccb82ce" providerId="ADAL" clId="{59FF4CD0-5E21-431B-AEB5-F3A7CBD18F0D}" dt="2020-09-02T11:19:19.848" v="1787" actId="1038"/>
          <ac:spMkLst>
            <pc:docMk/>
            <pc:sldMk cId="2578588694" sldId="288"/>
            <ac:spMk id="20" creationId="{6C360A2D-8726-43D5-A42E-16EFE1DBD67D}"/>
          </ac:spMkLst>
        </pc:spChg>
        <pc:spChg chg="add">
          <ac:chgData name="Guillermo AntonioAguirre" userId="42908199-65f4-4d4a-8e05-6e659ccb82ce" providerId="ADAL" clId="{59FF4CD0-5E21-431B-AEB5-F3A7CBD18F0D}" dt="2020-09-02T11:15:32.804" v="1673"/>
          <ac:spMkLst>
            <pc:docMk/>
            <pc:sldMk cId="2578588694" sldId="288"/>
            <ac:spMk id="21" creationId="{0584DDAC-6BCB-4259-A573-E343015E804D}"/>
          </ac:spMkLst>
        </pc:spChg>
        <pc:spChg chg="add mod">
          <ac:chgData name="Guillermo AntonioAguirre" userId="42908199-65f4-4d4a-8e05-6e659ccb82ce" providerId="ADAL" clId="{59FF4CD0-5E21-431B-AEB5-F3A7CBD18F0D}" dt="2020-09-02T11:19:26.313" v="1790" actId="1038"/>
          <ac:spMkLst>
            <pc:docMk/>
            <pc:sldMk cId="2578588694" sldId="288"/>
            <ac:spMk id="22" creationId="{DFD1B1A4-A117-4743-B851-5A877F644E49}"/>
          </ac:spMkLst>
        </pc:spChg>
        <pc:spChg chg="add mod">
          <ac:chgData name="Guillermo AntonioAguirre" userId="42908199-65f4-4d4a-8e05-6e659ccb82ce" providerId="ADAL" clId="{59FF4CD0-5E21-431B-AEB5-F3A7CBD18F0D}" dt="2020-09-02T11:43:22.750" v="2223" actId="1038"/>
          <ac:spMkLst>
            <pc:docMk/>
            <pc:sldMk cId="2578588694" sldId="288"/>
            <ac:spMk id="23" creationId="{09E42EC4-6B75-4D85-9C22-8656E24EF64B}"/>
          </ac:spMkLst>
        </pc:spChg>
        <pc:cxnChg chg="add mod">
          <ac:chgData name="Guillermo AntonioAguirre" userId="42908199-65f4-4d4a-8e05-6e659ccb82ce" providerId="ADAL" clId="{59FF4CD0-5E21-431B-AEB5-F3A7CBD18F0D}" dt="2020-09-02T10:10:32.807" v="1182" actId="692"/>
          <ac:cxnSpMkLst>
            <pc:docMk/>
            <pc:sldMk cId="2578588694" sldId="288"/>
            <ac:cxnSpMk id="4" creationId="{9F162002-694F-4229-B66D-E49E5678CECC}"/>
          </ac:cxnSpMkLst>
        </pc:cxnChg>
      </pc:sldChg>
      <pc:sldChg chg="addSp delSp modSp add">
        <pc:chgData name="Guillermo AntonioAguirre" userId="42908199-65f4-4d4a-8e05-6e659ccb82ce" providerId="ADAL" clId="{59FF4CD0-5E21-431B-AEB5-F3A7CBD18F0D}" dt="2020-09-02T11:43:51.142" v="2258" actId="1038"/>
        <pc:sldMkLst>
          <pc:docMk/>
          <pc:sldMk cId="743168854" sldId="289"/>
        </pc:sldMkLst>
        <pc:spChg chg="mod">
          <ac:chgData name="Guillermo AntonioAguirre" userId="42908199-65f4-4d4a-8e05-6e659ccb82ce" providerId="ADAL" clId="{59FF4CD0-5E21-431B-AEB5-F3A7CBD18F0D}" dt="2020-09-02T10:53:34.297" v="1561" actId="207"/>
          <ac:spMkLst>
            <pc:docMk/>
            <pc:sldMk cId="743168854" sldId="289"/>
            <ac:spMk id="8" creationId="{60219F7B-82F9-4FA2-BB55-8DA8CAA7D66F}"/>
          </ac:spMkLst>
        </pc:spChg>
        <pc:spChg chg="mod">
          <ac:chgData name="Guillermo AntonioAguirre" userId="42908199-65f4-4d4a-8e05-6e659ccb82ce" providerId="ADAL" clId="{59FF4CD0-5E21-431B-AEB5-F3A7CBD18F0D}" dt="2020-09-02T10:53:30.754" v="1560" actId="207"/>
          <ac:spMkLst>
            <pc:docMk/>
            <pc:sldMk cId="743168854" sldId="289"/>
            <ac:spMk id="13" creationId="{1675F07D-95C4-4EFA-BDEE-1C050667DF68}"/>
          </ac:spMkLst>
        </pc:spChg>
        <pc:spChg chg="mod">
          <ac:chgData name="Guillermo AntonioAguirre" userId="42908199-65f4-4d4a-8e05-6e659ccb82ce" providerId="ADAL" clId="{59FF4CD0-5E21-431B-AEB5-F3A7CBD18F0D}" dt="2020-09-02T10:36:19.746" v="1383" actId="20577"/>
          <ac:spMkLst>
            <pc:docMk/>
            <pc:sldMk cId="743168854" sldId="289"/>
            <ac:spMk id="16" creationId="{0B71AE92-F72E-4755-9612-686BE43F1E29}"/>
          </ac:spMkLst>
        </pc:spChg>
        <pc:spChg chg="add del mod">
          <ac:chgData name="Guillermo AntonioAguirre" userId="42908199-65f4-4d4a-8e05-6e659ccb82ce" providerId="ADAL" clId="{59FF4CD0-5E21-431B-AEB5-F3A7CBD18F0D}" dt="2020-09-02T11:15:45.639" v="1697" actId="1037"/>
          <ac:spMkLst>
            <pc:docMk/>
            <pc:sldMk cId="743168854" sldId="289"/>
            <ac:spMk id="19" creationId="{20753631-0BC3-483C-9222-B61E91EC23C7}"/>
          </ac:spMkLst>
        </pc:spChg>
        <pc:spChg chg="mod">
          <ac:chgData name="Guillermo AntonioAguirre" userId="42908199-65f4-4d4a-8e05-6e659ccb82ce" providerId="ADAL" clId="{59FF4CD0-5E21-431B-AEB5-F3A7CBD18F0D}" dt="2020-09-02T10:53:44.915" v="1563" actId="207"/>
          <ac:spMkLst>
            <pc:docMk/>
            <pc:sldMk cId="743168854" sldId="289"/>
            <ac:spMk id="20" creationId="{6C360A2D-8726-43D5-A42E-16EFE1DBD67D}"/>
          </ac:spMkLst>
        </pc:spChg>
        <pc:spChg chg="add">
          <ac:chgData name="Guillermo AntonioAguirre" userId="42908199-65f4-4d4a-8e05-6e659ccb82ce" providerId="ADAL" clId="{59FF4CD0-5E21-431B-AEB5-F3A7CBD18F0D}" dt="2020-09-02T11:15:48.172" v="1698"/>
          <ac:spMkLst>
            <pc:docMk/>
            <pc:sldMk cId="743168854" sldId="289"/>
            <ac:spMk id="21" creationId="{6D89162B-5C14-4FDC-9105-5DC74E7B90A1}"/>
          </ac:spMkLst>
        </pc:spChg>
        <pc:spChg chg="add mod">
          <ac:chgData name="Guillermo AntonioAguirre" userId="42908199-65f4-4d4a-8e05-6e659ccb82ce" providerId="ADAL" clId="{59FF4CD0-5E21-431B-AEB5-F3A7CBD18F0D}" dt="2020-09-02T11:19:43.759" v="1828" actId="1036"/>
          <ac:spMkLst>
            <pc:docMk/>
            <pc:sldMk cId="743168854" sldId="289"/>
            <ac:spMk id="22" creationId="{5F459190-6BFF-4666-A3E6-D5BC4F5B60CD}"/>
          </ac:spMkLst>
        </pc:spChg>
        <pc:spChg chg="add mod">
          <ac:chgData name="Guillermo AntonioAguirre" userId="42908199-65f4-4d4a-8e05-6e659ccb82ce" providerId="ADAL" clId="{59FF4CD0-5E21-431B-AEB5-F3A7CBD18F0D}" dt="2020-09-02T11:43:51.142" v="2258" actId="1038"/>
          <ac:spMkLst>
            <pc:docMk/>
            <pc:sldMk cId="743168854" sldId="289"/>
            <ac:spMk id="23" creationId="{3432BD31-0A26-4F17-8AB7-5A3447DA68DF}"/>
          </ac:spMkLst>
        </pc:spChg>
      </pc:sldChg>
      <pc:sldChg chg="addSp modSp add">
        <pc:chgData name="Guillermo AntonioAguirre" userId="42908199-65f4-4d4a-8e05-6e659ccb82ce" providerId="ADAL" clId="{59FF4CD0-5E21-431B-AEB5-F3A7CBD18F0D}" dt="2020-09-02T11:44:01.575" v="2296" actId="1038"/>
        <pc:sldMkLst>
          <pc:docMk/>
          <pc:sldMk cId="1402730524" sldId="290"/>
        </pc:sldMkLst>
        <pc:spChg chg="mod">
          <ac:chgData name="Guillermo AntonioAguirre" userId="42908199-65f4-4d4a-8e05-6e659ccb82ce" providerId="ADAL" clId="{59FF4CD0-5E21-431B-AEB5-F3A7CBD18F0D}" dt="2020-09-02T10:53:54.569" v="1565" actId="207"/>
          <ac:spMkLst>
            <pc:docMk/>
            <pc:sldMk cId="1402730524" sldId="290"/>
            <ac:spMk id="8" creationId="{60219F7B-82F9-4FA2-BB55-8DA8CAA7D66F}"/>
          </ac:spMkLst>
        </pc:spChg>
        <pc:spChg chg="mod">
          <ac:chgData name="Guillermo AntonioAguirre" userId="42908199-65f4-4d4a-8e05-6e659ccb82ce" providerId="ADAL" clId="{59FF4CD0-5E21-431B-AEB5-F3A7CBD18F0D}" dt="2020-09-02T10:53:50.769" v="1564" actId="207"/>
          <ac:spMkLst>
            <pc:docMk/>
            <pc:sldMk cId="1402730524" sldId="290"/>
            <ac:spMk id="13" creationId="{1675F07D-95C4-4EFA-BDEE-1C050667DF68}"/>
          </ac:spMkLst>
        </pc:spChg>
        <pc:spChg chg="mod">
          <ac:chgData name="Guillermo AntonioAguirre" userId="42908199-65f4-4d4a-8e05-6e659ccb82ce" providerId="ADAL" clId="{59FF4CD0-5E21-431B-AEB5-F3A7CBD18F0D}" dt="2020-09-02T10:40:47.129" v="1465" actId="1037"/>
          <ac:spMkLst>
            <pc:docMk/>
            <pc:sldMk cId="1402730524" sldId="290"/>
            <ac:spMk id="16" creationId="{0B71AE92-F72E-4755-9612-686BE43F1E29}"/>
          </ac:spMkLst>
        </pc:spChg>
        <pc:spChg chg="mod">
          <ac:chgData name="Guillermo AntonioAguirre" userId="42908199-65f4-4d4a-8e05-6e659ccb82ce" providerId="ADAL" clId="{59FF4CD0-5E21-431B-AEB5-F3A7CBD18F0D}" dt="2020-09-02T10:40:13.673" v="1454" actId="1038"/>
          <ac:spMkLst>
            <pc:docMk/>
            <pc:sldMk cId="1402730524" sldId="290"/>
            <ac:spMk id="18" creationId="{35EDC9EE-482A-49E5-A582-A9CABA00C0F5}"/>
          </ac:spMkLst>
        </pc:spChg>
        <pc:spChg chg="mod">
          <ac:chgData name="Guillermo AntonioAguirre" userId="42908199-65f4-4d4a-8e05-6e659ccb82ce" providerId="ADAL" clId="{59FF4CD0-5E21-431B-AEB5-F3A7CBD18F0D}" dt="2020-09-02T10:40:24.153" v="1464" actId="1037"/>
          <ac:spMkLst>
            <pc:docMk/>
            <pc:sldMk cId="1402730524" sldId="290"/>
            <ac:spMk id="19" creationId="{20753631-0BC3-483C-9222-B61E91EC23C7}"/>
          </ac:spMkLst>
        </pc:spChg>
        <pc:spChg chg="mod">
          <ac:chgData name="Guillermo AntonioAguirre" userId="42908199-65f4-4d4a-8e05-6e659ccb82ce" providerId="ADAL" clId="{59FF4CD0-5E21-431B-AEB5-F3A7CBD18F0D}" dt="2020-09-02T10:54:11.931" v="1568" actId="207"/>
          <ac:spMkLst>
            <pc:docMk/>
            <pc:sldMk cId="1402730524" sldId="290"/>
            <ac:spMk id="20" creationId="{6C360A2D-8726-43D5-A42E-16EFE1DBD67D}"/>
          </ac:spMkLst>
        </pc:spChg>
        <pc:spChg chg="add">
          <ac:chgData name="Guillermo AntonioAguirre" userId="42908199-65f4-4d4a-8e05-6e659ccb82ce" providerId="ADAL" clId="{59FF4CD0-5E21-431B-AEB5-F3A7CBD18F0D}" dt="2020-09-02T11:15:53.391" v="1699"/>
          <ac:spMkLst>
            <pc:docMk/>
            <pc:sldMk cId="1402730524" sldId="290"/>
            <ac:spMk id="21" creationId="{1BB56F13-9E8F-4D20-B935-E1975E6B9179}"/>
          </ac:spMkLst>
        </pc:spChg>
        <pc:spChg chg="add mod">
          <ac:chgData name="Guillermo AntonioAguirre" userId="42908199-65f4-4d4a-8e05-6e659ccb82ce" providerId="ADAL" clId="{59FF4CD0-5E21-431B-AEB5-F3A7CBD18F0D}" dt="2020-09-02T11:20:50.280" v="1868" actId="1036"/>
          <ac:spMkLst>
            <pc:docMk/>
            <pc:sldMk cId="1402730524" sldId="290"/>
            <ac:spMk id="22" creationId="{E481357C-D7B6-49B8-A5D8-A66BBEF9C35D}"/>
          </ac:spMkLst>
        </pc:spChg>
        <pc:spChg chg="add mod">
          <ac:chgData name="Guillermo AntonioAguirre" userId="42908199-65f4-4d4a-8e05-6e659ccb82ce" providerId="ADAL" clId="{59FF4CD0-5E21-431B-AEB5-F3A7CBD18F0D}" dt="2020-09-02T11:44:01.575" v="2296" actId="1038"/>
          <ac:spMkLst>
            <pc:docMk/>
            <pc:sldMk cId="1402730524" sldId="290"/>
            <ac:spMk id="23" creationId="{5AC73A54-5A61-4D26-8AC0-8B4E6FF70DB5}"/>
          </ac:spMkLst>
        </pc:spChg>
      </pc:sldChg>
      <pc:sldChg chg="addSp delSp modSp add">
        <pc:chgData name="Guillermo AntonioAguirre" userId="42908199-65f4-4d4a-8e05-6e659ccb82ce" providerId="ADAL" clId="{59FF4CD0-5E21-431B-AEB5-F3A7CBD18F0D}" dt="2020-09-02T11:44:23.534" v="2318" actId="14100"/>
        <pc:sldMkLst>
          <pc:docMk/>
          <pc:sldMk cId="79524295" sldId="291"/>
        </pc:sldMkLst>
        <pc:spChg chg="del">
          <ac:chgData name="Guillermo AntonioAguirre" userId="42908199-65f4-4d4a-8e05-6e659ccb82ce" providerId="ADAL" clId="{59FF4CD0-5E21-431B-AEB5-F3A7CBD18F0D}" dt="2020-09-02T10:42:19.361" v="1471" actId="478"/>
          <ac:spMkLst>
            <pc:docMk/>
            <pc:sldMk cId="79524295" sldId="291"/>
            <ac:spMk id="8" creationId="{60219F7B-82F9-4FA2-BB55-8DA8CAA7D66F}"/>
          </ac:spMkLst>
        </pc:spChg>
        <pc:spChg chg="del">
          <ac:chgData name="Guillermo AntonioAguirre" userId="42908199-65f4-4d4a-8e05-6e659ccb82ce" providerId="ADAL" clId="{59FF4CD0-5E21-431B-AEB5-F3A7CBD18F0D}" dt="2020-09-02T10:42:19.361" v="1471" actId="478"/>
          <ac:spMkLst>
            <pc:docMk/>
            <pc:sldMk cId="79524295" sldId="291"/>
            <ac:spMk id="9" creationId="{A742B220-5FEF-4DB7-B86F-2C79C9DB95C6}"/>
          </ac:spMkLst>
        </pc:spChg>
        <pc:spChg chg="del">
          <ac:chgData name="Guillermo AntonioAguirre" userId="42908199-65f4-4d4a-8e05-6e659ccb82ce" providerId="ADAL" clId="{59FF4CD0-5E21-431B-AEB5-F3A7CBD18F0D}" dt="2020-09-02T10:42:19.361" v="1471" actId="478"/>
          <ac:spMkLst>
            <pc:docMk/>
            <pc:sldMk cId="79524295" sldId="291"/>
            <ac:spMk id="10" creationId="{6807A4E5-C83D-42EE-B9DC-EFA426491C10}"/>
          </ac:spMkLst>
        </pc:spChg>
        <pc:spChg chg="mod">
          <ac:chgData name="Guillermo AntonioAguirre" userId="42908199-65f4-4d4a-8e05-6e659ccb82ce" providerId="ADAL" clId="{59FF4CD0-5E21-431B-AEB5-F3A7CBD18F0D}" dt="2020-09-02T10:54:17.425" v="1569" actId="207"/>
          <ac:spMkLst>
            <pc:docMk/>
            <pc:sldMk cId="79524295" sldId="291"/>
            <ac:spMk id="13" creationId="{1675F07D-95C4-4EFA-BDEE-1C050667DF68}"/>
          </ac:spMkLst>
        </pc:spChg>
        <pc:spChg chg="mod">
          <ac:chgData name="Guillermo AntonioAguirre" userId="42908199-65f4-4d4a-8e05-6e659ccb82ce" providerId="ADAL" clId="{59FF4CD0-5E21-431B-AEB5-F3A7CBD18F0D}" dt="2020-09-02T10:50:14.337" v="1537" actId="20577"/>
          <ac:spMkLst>
            <pc:docMk/>
            <pc:sldMk cId="79524295" sldId="291"/>
            <ac:spMk id="16" creationId="{0B71AE92-F72E-4755-9612-686BE43F1E29}"/>
          </ac:spMkLst>
        </pc:spChg>
        <pc:spChg chg="mod">
          <ac:chgData name="Guillermo AntonioAguirre" userId="42908199-65f4-4d4a-8e05-6e659ccb82ce" providerId="ADAL" clId="{59FF4CD0-5E21-431B-AEB5-F3A7CBD18F0D}" dt="2020-09-02T10:54:46.252" v="1574" actId="207"/>
          <ac:spMkLst>
            <pc:docMk/>
            <pc:sldMk cId="79524295" sldId="291"/>
            <ac:spMk id="20" creationId="{6C360A2D-8726-43D5-A42E-16EFE1DBD67D}"/>
          </ac:spMkLst>
        </pc:spChg>
        <pc:spChg chg="add del mod">
          <ac:chgData name="Guillermo AntonioAguirre" userId="42908199-65f4-4d4a-8e05-6e659ccb82ce" providerId="ADAL" clId="{59FF4CD0-5E21-431B-AEB5-F3A7CBD18F0D}" dt="2020-09-02T10:42:14.762" v="1470"/>
          <ac:spMkLst>
            <pc:docMk/>
            <pc:sldMk cId="79524295" sldId="291"/>
            <ac:spMk id="21" creationId="{E7CF875B-0A55-443F-8063-D78016DD523A}"/>
          </ac:spMkLst>
        </pc:spChg>
        <pc:spChg chg="add del mod">
          <ac:chgData name="Guillermo AntonioAguirre" userId="42908199-65f4-4d4a-8e05-6e659ccb82ce" providerId="ADAL" clId="{59FF4CD0-5E21-431B-AEB5-F3A7CBD18F0D}" dt="2020-09-02T10:42:14.762" v="1470"/>
          <ac:spMkLst>
            <pc:docMk/>
            <pc:sldMk cId="79524295" sldId="291"/>
            <ac:spMk id="22" creationId="{95ACC196-7E3D-47E7-8C8B-CADBA0CF39AF}"/>
          </ac:spMkLst>
        </pc:spChg>
        <pc:spChg chg="add del mod">
          <ac:chgData name="Guillermo AntonioAguirre" userId="42908199-65f4-4d4a-8e05-6e659ccb82ce" providerId="ADAL" clId="{59FF4CD0-5E21-431B-AEB5-F3A7CBD18F0D}" dt="2020-09-02T10:42:14.762" v="1470"/>
          <ac:spMkLst>
            <pc:docMk/>
            <pc:sldMk cId="79524295" sldId="291"/>
            <ac:spMk id="23" creationId="{1D747467-CC63-42D8-A4A7-4C8D162AE7E5}"/>
          </ac:spMkLst>
        </pc:spChg>
        <pc:spChg chg="add mod">
          <ac:chgData name="Guillermo AntonioAguirre" userId="42908199-65f4-4d4a-8e05-6e659ccb82ce" providerId="ADAL" clId="{59FF4CD0-5E21-431B-AEB5-F3A7CBD18F0D}" dt="2020-09-02T10:54:20.777" v="1570" actId="207"/>
          <ac:spMkLst>
            <pc:docMk/>
            <pc:sldMk cId="79524295" sldId="291"/>
            <ac:spMk id="24" creationId="{84E82695-AB80-41D4-AA92-C1A8539C8BA6}"/>
          </ac:spMkLst>
        </pc:spChg>
        <pc:spChg chg="add">
          <ac:chgData name="Guillermo AntonioAguirre" userId="42908199-65f4-4d4a-8e05-6e659ccb82ce" providerId="ADAL" clId="{59FF4CD0-5E21-431B-AEB5-F3A7CBD18F0D}" dt="2020-09-02T10:42:21.246" v="1472"/>
          <ac:spMkLst>
            <pc:docMk/>
            <pc:sldMk cId="79524295" sldId="291"/>
            <ac:spMk id="25" creationId="{887EBC25-5A95-448C-9C89-5858B315993C}"/>
          </ac:spMkLst>
        </pc:spChg>
        <pc:spChg chg="add">
          <ac:chgData name="Guillermo AntonioAguirre" userId="42908199-65f4-4d4a-8e05-6e659ccb82ce" providerId="ADAL" clId="{59FF4CD0-5E21-431B-AEB5-F3A7CBD18F0D}" dt="2020-09-02T10:42:21.246" v="1472"/>
          <ac:spMkLst>
            <pc:docMk/>
            <pc:sldMk cId="79524295" sldId="291"/>
            <ac:spMk id="26" creationId="{FE9ADC36-6000-47D8-A828-84D944183299}"/>
          </ac:spMkLst>
        </pc:spChg>
        <pc:spChg chg="add">
          <ac:chgData name="Guillermo AntonioAguirre" userId="42908199-65f4-4d4a-8e05-6e659ccb82ce" providerId="ADAL" clId="{59FF4CD0-5E21-431B-AEB5-F3A7CBD18F0D}" dt="2020-09-02T11:15:59.317" v="1700"/>
          <ac:spMkLst>
            <pc:docMk/>
            <pc:sldMk cId="79524295" sldId="291"/>
            <ac:spMk id="27" creationId="{FDF80C89-B28A-4F8C-9E31-A3575E87B2C8}"/>
          </ac:spMkLst>
        </pc:spChg>
        <pc:spChg chg="add mod">
          <ac:chgData name="Guillermo AntonioAguirre" userId="42908199-65f4-4d4a-8e05-6e659ccb82ce" providerId="ADAL" clId="{59FF4CD0-5E21-431B-AEB5-F3A7CBD18F0D}" dt="2020-09-02T11:21:26.472" v="1905" actId="1036"/>
          <ac:spMkLst>
            <pc:docMk/>
            <pc:sldMk cId="79524295" sldId="291"/>
            <ac:spMk id="28" creationId="{FF914306-C3EB-4523-8FDD-99F66F762270}"/>
          </ac:spMkLst>
        </pc:spChg>
        <pc:spChg chg="add mod">
          <ac:chgData name="Guillermo AntonioAguirre" userId="42908199-65f4-4d4a-8e05-6e659ccb82ce" providerId="ADAL" clId="{59FF4CD0-5E21-431B-AEB5-F3A7CBD18F0D}" dt="2020-09-02T11:44:23.534" v="2318" actId="14100"/>
          <ac:spMkLst>
            <pc:docMk/>
            <pc:sldMk cId="79524295" sldId="291"/>
            <ac:spMk id="29" creationId="{2796CF52-15BF-43BE-9C9F-738F9950E772}"/>
          </ac:spMkLst>
        </pc:spChg>
      </pc:sldChg>
      <pc:sldChg chg="addSp delSp modSp add">
        <pc:chgData name="Guillermo AntonioAguirre" userId="42908199-65f4-4d4a-8e05-6e659ccb82ce" providerId="ADAL" clId="{59FF4CD0-5E21-431B-AEB5-F3A7CBD18F0D}" dt="2020-09-02T11:44:37.047" v="2349" actId="1038"/>
        <pc:sldMkLst>
          <pc:docMk/>
          <pc:sldMk cId="4122347888" sldId="292"/>
        </pc:sldMkLst>
        <pc:spChg chg="mod">
          <ac:chgData name="Guillermo AntonioAguirre" userId="42908199-65f4-4d4a-8e05-6e659ccb82ce" providerId="ADAL" clId="{59FF4CD0-5E21-431B-AEB5-F3A7CBD18F0D}" dt="2020-09-02T10:55:15.945" v="1575" actId="207"/>
          <ac:spMkLst>
            <pc:docMk/>
            <pc:sldMk cId="4122347888" sldId="292"/>
            <ac:spMk id="13" creationId="{1675F07D-95C4-4EFA-BDEE-1C050667DF68}"/>
          </ac:spMkLst>
        </pc:spChg>
        <pc:spChg chg="mod">
          <ac:chgData name="Guillermo AntonioAguirre" userId="42908199-65f4-4d4a-8e05-6e659ccb82ce" providerId="ADAL" clId="{59FF4CD0-5E21-431B-AEB5-F3A7CBD18F0D}" dt="2020-09-02T11:22:19.463" v="1953" actId="20577"/>
          <ac:spMkLst>
            <pc:docMk/>
            <pc:sldMk cId="4122347888" sldId="292"/>
            <ac:spMk id="16" creationId="{0B71AE92-F72E-4755-9612-686BE43F1E29}"/>
          </ac:spMkLst>
        </pc:spChg>
        <pc:spChg chg="mod">
          <ac:chgData name="Guillermo AntonioAguirre" userId="42908199-65f4-4d4a-8e05-6e659ccb82ce" providerId="ADAL" clId="{59FF4CD0-5E21-431B-AEB5-F3A7CBD18F0D}" dt="2020-09-02T11:22:14.676" v="1947" actId="20577"/>
          <ac:spMkLst>
            <pc:docMk/>
            <pc:sldMk cId="4122347888" sldId="292"/>
            <ac:spMk id="20" creationId="{6C360A2D-8726-43D5-A42E-16EFE1DBD67D}"/>
          </ac:spMkLst>
        </pc:spChg>
        <pc:spChg chg="add mod">
          <ac:chgData name="Guillermo AntonioAguirre" userId="42908199-65f4-4d4a-8e05-6e659ccb82ce" providerId="ADAL" clId="{59FF4CD0-5E21-431B-AEB5-F3A7CBD18F0D}" dt="2020-09-02T10:55:19.049" v="1576" actId="207"/>
          <ac:spMkLst>
            <pc:docMk/>
            <pc:sldMk cId="4122347888" sldId="292"/>
            <ac:spMk id="21" creationId="{7F96225C-2F16-4B45-9A88-9D4992EDB4C7}"/>
          </ac:spMkLst>
        </pc:spChg>
        <pc:spChg chg="add">
          <ac:chgData name="Guillermo AntonioAguirre" userId="42908199-65f4-4d4a-8e05-6e659ccb82ce" providerId="ADAL" clId="{59FF4CD0-5E21-431B-AEB5-F3A7CBD18F0D}" dt="2020-09-02T10:50:56.973" v="1540"/>
          <ac:spMkLst>
            <pc:docMk/>
            <pc:sldMk cId="4122347888" sldId="292"/>
            <ac:spMk id="22" creationId="{BE9759BE-56BC-4F6F-801E-43EE83EB3BDB}"/>
          </ac:spMkLst>
        </pc:spChg>
        <pc:spChg chg="add">
          <ac:chgData name="Guillermo AntonioAguirre" userId="42908199-65f4-4d4a-8e05-6e659ccb82ce" providerId="ADAL" clId="{59FF4CD0-5E21-431B-AEB5-F3A7CBD18F0D}" dt="2020-09-02T10:50:56.973" v="1540"/>
          <ac:spMkLst>
            <pc:docMk/>
            <pc:sldMk cId="4122347888" sldId="292"/>
            <ac:spMk id="23" creationId="{11561345-78B6-4C10-B26B-9F02B466D0EB}"/>
          </ac:spMkLst>
        </pc:spChg>
        <pc:spChg chg="del">
          <ac:chgData name="Guillermo AntonioAguirre" userId="42908199-65f4-4d4a-8e05-6e659ccb82ce" providerId="ADAL" clId="{59FF4CD0-5E21-431B-AEB5-F3A7CBD18F0D}" dt="2020-09-02T10:50:37.240" v="1539" actId="478"/>
          <ac:spMkLst>
            <pc:docMk/>
            <pc:sldMk cId="4122347888" sldId="292"/>
            <ac:spMk id="24" creationId="{84E82695-AB80-41D4-AA92-C1A8539C8BA6}"/>
          </ac:spMkLst>
        </pc:spChg>
        <pc:spChg chg="del">
          <ac:chgData name="Guillermo AntonioAguirre" userId="42908199-65f4-4d4a-8e05-6e659ccb82ce" providerId="ADAL" clId="{59FF4CD0-5E21-431B-AEB5-F3A7CBD18F0D}" dt="2020-09-02T10:50:37.240" v="1539" actId="478"/>
          <ac:spMkLst>
            <pc:docMk/>
            <pc:sldMk cId="4122347888" sldId="292"/>
            <ac:spMk id="25" creationId="{887EBC25-5A95-448C-9C89-5858B315993C}"/>
          </ac:spMkLst>
        </pc:spChg>
        <pc:spChg chg="del">
          <ac:chgData name="Guillermo AntonioAguirre" userId="42908199-65f4-4d4a-8e05-6e659ccb82ce" providerId="ADAL" clId="{59FF4CD0-5E21-431B-AEB5-F3A7CBD18F0D}" dt="2020-09-02T10:50:37.240" v="1539" actId="478"/>
          <ac:spMkLst>
            <pc:docMk/>
            <pc:sldMk cId="4122347888" sldId="292"/>
            <ac:spMk id="26" creationId="{FE9ADC36-6000-47D8-A828-84D944183299}"/>
          </ac:spMkLst>
        </pc:spChg>
        <pc:spChg chg="add">
          <ac:chgData name="Guillermo AntonioAguirre" userId="42908199-65f4-4d4a-8e05-6e659ccb82ce" providerId="ADAL" clId="{59FF4CD0-5E21-431B-AEB5-F3A7CBD18F0D}" dt="2020-09-02T11:16:03.488" v="1701"/>
          <ac:spMkLst>
            <pc:docMk/>
            <pc:sldMk cId="4122347888" sldId="292"/>
            <ac:spMk id="27" creationId="{0A2A4205-C655-47E8-8D47-ECF668285BB8}"/>
          </ac:spMkLst>
        </pc:spChg>
        <pc:spChg chg="add mod">
          <ac:chgData name="Guillermo AntonioAguirre" userId="42908199-65f4-4d4a-8e05-6e659ccb82ce" providerId="ADAL" clId="{59FF4CD0-5E21-431B-AEB5-F3A7CBD18F0D}" dt="2020-09-02T11:21:42.168" v="1941" actId="1036"/>
          <ac:spMkLst>
            <pc:docMk/>
            <pc:sldMk cId="4122347888" sldId="292"/>
            <ac:spMk id="28" creationId="{FCEED067-B1E4-4FDF-9727-B584530560F4}"/>
          </ac:spMkLst>
        </pc:spChg>
        <pc:spChg chg="add mod">
          <ac:chgData name="Guillermo AntonioAguirre" userId="42908199-65f4-4d4a-8e05-6e659ccb82ce" providerId="ADAL" clId="{59FF4CD0-5E21-431B-AEB5-F3A7CBD18F0D}" dt="2020-09-02T11:44:37.047" v="2349" actId="1038"/>
          <ac:spMkLst>
            <pc:docMk/>
            <pc:sldMk cId="4122347888" sldId="292"/>
            <ac:spMk id="29" creationId="{5DE0FA73-CA64-4680-AACF-5507EEB821E9}"/>
          </ac:spMkLst>
        </pc:spChg>
      </pc:sldChg>
      <pc:sldChg chg="addSp modSp add del">
        <pc:chgData name="Guillermo AntonioAguirre" userId="42908199-65f4-4d4a-8e05-6e659ccb82ce" providerId="ADAL" clId="{59FF4CD0-5E21-431B-AEB5-F3A7CBD18F0D}" dt="2020-09-02T11:23:01.492" v="1962" actId="2696"/>
        <pc:sldMkLst>
          <pc:docMk/>
          <pc:sldMk cId="4289798327" sldId="293"/>
        </pc:sldMkLst>
        <pc:spChg chg="mod">
          <ac:chgData name="Guillermo AntonioAguirre" userId="42908199-65f4-4d4a-8e05-6e659ccb82ce" providerId="ADAL" clId="{59FF4CD0-5E21-431B-AEB5-F3A7CBD18F0D}" dt="2020-09-02T11:22:31.072" v="1957" actId="20577"/>
          <ac:spMkLst>
            <pc:docMk/>
            <pc:sldMk cId="4289798327" sldId="293"/>
            <ac:spMk id="16" creationId="{0B71AE92-F72E-4755-9612-686BE43F1E29}"/>
          </ac:spMkLst>
        </pc:spChg>
        <pc:spChg chg="mod">
          <ac:chgData name="Guillermo AntonioAguirre" userId="42908199-65f4-4d4a-8e05-6e659ccb82ce" providerId="ADAL" clId="{59FF4CD0-5E21-431B-AEB5-F3A7CBD18F0D}" dt="2020-09-02T11:22:39.266" v="1961" actId="20577"/>
          <ac:spMkLst>
            <pc:docMk/>
            <pc:sldMk cId="4289798327" sldId="293"/>
            <ac:spMk id="20" creationId="{6C360A2D-8726-43D5-A42E-16EFE1DBD67D}"/>
          </ac:spMkLst>
        </pc:spChg>
        <pc:spChg chg="add">
          <ac:chgData name="Guillermo AntonioAguirre" userId="42908199-65f4-4d4a-8e05-6e659ccb82ce" providerId="ADAL" clId="{59FF4CD0-5E21-431B-AEB5-F3A7CBD18F0D}" dt="2020-09-02T11:16:06.982" v="1702"/>
          <ac:spMkLst>
            <pc:docMk/>
            <pc:sldMk cId="4289798327" sldId="293"/>
            <ac:spMk id="24" creationId="{A320B7AB-D000-4BBF-828A-AFBFC9D7EC45}"/>
          </ac:spMkLst>
        </pc:spChg>
      </pc:sldChg>
      <pc:sldChg chg="addSp modSp add del">
        <pc:chgData name="Guillermo AntonioAguirre" userId="42908199-65f4-4d4a-8e05-6e659ccb82ce" providerId="ADAL" clId="{59FF4CD0-5E21-431B-AEB5-F3A7CBD18F0D}" dt="2020-09-02T11:23:39.415" v="1963" actId="2696"/>
        <pc:sldMkLst>
          <pc:docMk/>
          <pc:sldMk cId="3704725076" sldId="294"/>
        </pc:sldMkLst>
        <pc:spChg chg="mod">
          <ac:chgData name="Guillermo AntonioAguirre" userId="42908199-65f4-4d4a-8e05-6e659ccb82ce" providerId="ADAL" clId="{59FF4CD0-5E21-431B-AEB5-F3A7CBD18F0D}" dt="2020-09-02T11:12:44.856" v="1628" actId="20577"/>
          <ac:spMkLst>
            <pc:docMk/>
            <pc:sldMk cId="3704725076" sldId="294"/>
            <ac:spMk id="16" creationId="{0B71AE92-F72E-4755-9612-686BE43F1E29}"/>
          </ac:spMkLst>
        </pc:spChg>
        <pc:spChg chg="mod">
          <ac:chgData name="Guillermo AntonioAguirre" userId="42908199-65f4-4d4a-8e05-6e659ccb82ce" providerId="ADAL" clId="{59FF4CD0-5E21-431B-AEB5-F3A7CBD18F0D}" dt="2020-09-02T11:12:35.170" v="1622" actId="20577"/>
          <ac:spMkLst>
            <pc:docMk/>
            <pc:sldMk cId="3704725076" sldId="294"/>
            <ac:spMk id="20" creationId="{6C360A2D-8726-43D5-A42E-16EFE1DBD67D}"/>
          </ac:spMkLst>
        </pc:spChg>
        <pc:spChg chg="add">
          <ac:chgData name="Guillermo AntonioAguirre" userId="42908199-65f4-4d4a-8e05-6e659ccb82ce" providerId="ADAL" clId="{59FF4CD0-5E21-431B-AEB5-F3A7CBD18F0D}" dt="2020-09-02T11:16:11.454" v="1703"/>
          <ac:spMkLst>
            <pc:docMk/>
            <pc:sldMk cId="3704725076" sldId="294"/>
            <ac:spMk id="24" creationId="{30708614-FA18-4A04-AB2D-A4EBADEB5ED0}"/>
          </ac:spMkLst>
        </pc:spChg>
      </pc:sldChg>
      <pc:sldChg chg="addSp delSp modSp add">
        <pc:chgData name="Guillermo AntonioAguirre" userId="42908199-65f4-4d4a-8e05-6e659ccb82ce" providerId="ADAL" clId="{59FF4CD0-5E21-431B-AEB5-F3A7CBD18F0D}" dt="2020-09-02T11:44:50.039" v="2391" actId="1037"/>
        <pc:sldMkLst>
          <pc:docMk/>
          <pc:sldMk cId="1127703517" sldId="295"/>
        </pc:sldMkLst>
        <pc:spChg chg="add mod">
          <ac:chgData name="Guillermo AntonioAguirre" userId="42908199-65f4-4d4a-8e05-6e659ccb82ce" providerId="ADAL" clId="{59FF4CD0-5E21-431B-AEB5-F3A7CBD18F0D}" dt="2020-09-02T11:18:57.857" v="1763" actId="1036"/>
          <ac:spMkLst>
            <pc:docMk/>
            <pc:sldMk cId="1127703517" sldId="295"/>
            <ac:spMk id="6" creationId="{8DFCA540-019F-419B-AD68-F372728FA1F9}"/>
          </ac:spMkLst>
        </pc:spChg>
        <pc:spChg chg="mod">
          <ac:chgData name="Guillermo AntonioAguirre" userId="42908199-65f4-4d4a-8e05-6e659ccb82ce" providerId="ADAL" clId="{59FF4CD0-5E21-431B-AEB5-F3A7CBD18F0D}" dt="2020-09-02T11:13:57.783" v="1632" actId="20577"/>
          <ac:spMkLst>
            <pc:docMk/>
            <pc:sldMk cId="1127703517" sldId="295"/>
            <ac:spMk id="16" creationId="{0B71AE92-F72E-4755-9612-686BE43F1E29}"/>
          </ac:spMkLst>
        </pc:spChg>
        <pc:spChg chg="mod">
          <ac:chgData name="Guillermo AntonioAguirre" userId="42908199-65f4-4d4a-8e05-6e659ccb82ce" providerId="ADAL" clId="{59FF4CD0-5E21-431B-AEB5-F3A7CBD18F0D}" dt="2020-09-02T11:14:07.793" v="1636" actId="20577"/>
          <ac:spMkLst>
            <pc:docMk/>
            <pc:sldMk cId="1127703517" sldId="295"/>
            <ac:spMk id="20" creationId="{6C360A2D-8726-43D5-A42E-16EFE1DBD67D}"/>
          </ac:spMkLst>
        </pc:spChg>
        <pc:spChg chg="del">
          <ac:chgData name="Guillermo AntonioAguirre" userId="42908199-65f4-4d4a-8e05-6e659ccb82ce" providerId="ADAL" clId="{59FF4CD0-5E21-431B-AEB5-F3A7CBD18F0D}" dt="2020-09-02T11:06:44.616" v="1590" actId="478"/>
          <ac:spMkLst>
            <pc:docMk/>
            <pc:sldMk cId="1127703517" sldId="295"/>
            <ac:spMk id="21" creationId="{7F96225C-2F16-4B45-9A88-9D4992EDB4C7}"/>
          </ac:spMkLst>
        </pc:spChg>
        <pc:spChg chg="del">
          <ac:chgData name="Guillermo AntonioAguirre" userId="42908199-65f4-4d4a-8e05-6e659ccb82ce" providerId="ADAL" clId="{59FF4CD0-5E21-431B-AEB5-F3A7CBD18F0D}" dt="2020-09-02T11:06:44.616" v="1590" actId="478"/>
          <ac:spMkLst>
            <pc:docMk/>
            <pc:sldMk cId="1127703517" sldId="295"/>
            <ac:spMk id="22" creationId="{BE9759BE-56BC-4F6F-801E-43EE83EB3BDB}"/>
          </ac:spMkLst>
        </pc:spChg>
        <pc:spChg chg="del">
          <ac:chgData name="Guillermo AntonioAguirre" userId="42908199-65f4-4d4a-8e05-6e659ccb82ce" providerId="ADAL" clId="{59FF4CD0-5E21-431B-AEB5-F3A7CBD18F0D}" dt="2020-09-02T11:06:44.616" v="1590" actId="478"/>
          <ac:spMkLst>
            <pc:docMk/>
            <pc:sldMk cId="1127703517" sldId="295"/>
            <ac:spMk id="23" creationId="{11561345-78B6-4C10-B26B-9F02B466D0EB}"/>
          </ac:spMkLst>
        </pc:spChg>
        <pc:spChg chg="add del">
          <ac:chgData name="Guillermo AntonioAguirre" userId="42908199-65f4-4d4a-8e05-6e659ccb82ce" providerId="ADAL" clId="{59FF4CD0-5E21-431B-AEB5-F3A7CBD18F0D}" dt="2020-09-02T11:07:06.432" v="1592"/>
          <ac:spMkLst>
            <pc:docMk/>
            <pc:sldMk cId="1127703517" sldId="295"/>
            <ac:spMk id="24" creationId="{F6BD97DC-4591-4290-BFD8-15B6D17CE38C}"/>
          </ac:spMkLst>
        </pc:spChg>
        <pc:spChg chg="add del">
          <ac:chgData name="Guillermo AntonioAguirre" userId="42908199-65f4-4d4a-8e05-6e659ccb82ce" providerId="ADAL" clId="{59FF4CD0-5E21-431B-AEB5-F3A7CBD18F0D}" dt="2020-09-02T11:07:06.432" v="1592"/>
          <ac:spMkLst>
            <pc:docMk/>
            <pc:sldMk cId="1127703517" sldId="295"/>
            <ac:spMk id="25" creationId="{640D2180-0A00-46CD-B464-4771F66929C8}"/>
          </ac:spMkLst>
        </pc:spChg>
        <pc:spChg chg="add">
          <ac:chgData name="Guillermo AntonioAguirre" userId="42908199-65f4-4d4a-8e05-6e659ccb82ce" providerId="ADAL" clId="{59FF4CD0-5E21-431B-AEB5-F3A7CBD18F0D}" dt="2020-09-02T11:07:22.315" v="1593"/>
          <ac:spMkLst>
            <pc:docMk/>
            <pc:sldMk cId="1127703517" sldId="295"/>
            <ac:spMk id="26" creationId="{B70201C4-C9F0-4FDC-A0A6-A18075F35241}"/>
          </ac:spMkLst>
        </pc:spChg>
        <pc:spChg chg="add">
          <ac:chgData name="Guillermo AntonioAguirre" userId="42908199-65f4-4d4a-8e05-6e659ccb82ce" providerId="ADAL" clId="{59FF4CD0-5E21-431B-AEB5-F3A7CBD18F0D}" dt="2020-09-02T11:07:22.315" v="1593"/>
          <ac:spMkLst>
            <pc:docMk/>
            <pc:sldMk cId="1127703517" sldId="295"/>
            <ac:spMk id="27" creationId="{68936927-5094-4374-87B8-73BFAA773D38}"/>
          </ac:spMkLst>
        </pc:spChg>
        <pc:spChg chg="add">
          <ac:chgData name="Guillermo AntonioAguirre" userId="42908199-65f4-4d4a-8e05-6e659ccb82ce" providerId="ADAL" clId="{59FF4CD0-5E21-431B-AEB5-F3A7CBD18F0D}" dt="2020-09-02T11:07:22.315" v="1593"/>
          <ac:spMkLst>
            <pc:docMk/>
            <pc:sldMk cId="1127703517" sldId="295"/>
            <ac:spMk id="28" creationId="{0E781D93-F99D-4863-A607-60B40114E07F}"/>
          </ac:spMkLst>
        </pc:spChg>
        <pc:spChg chg="add mod">
          <ac:chgData name="Guillermo AntonioAguirre" userId="42908199-65f4-4d4a-8e05-6e659ccb82ce" providerId="ADAL" clId="{59FF4CD0-5E21-431B-AEB5-F3A7CBD18F0D}" dt="2020-09-02T11:16:31.359" v="1715" actId="1036"/>
          <ac:spMkLst>
            <pc:docMk/>
            <pc:sldMk cId="1127703517" sldId="295"/>
            <ac:spMk id="29" creationId="{18777277-EE13-4901-B105-4D394DBBEA87}"/>
          </ac:spMkLst>
        </pc:spChg>
        <pc:spChg chg="add mod">
          <ac:chgData name="Guillermo AntonioAguirre" userId="42908199-65f4-4d4a-8e05-6e659ccb82ce" providerId="ADAL" clId="{59FF4CD0-5E21-431B-AEB5-F3A7CBD18F0D}" dt="2020-09-02T11:44:50.039" v="2391" actId="1037"/>
          <ac:spMkLst>
            <pc:docMk/>
            <pc:sldMk cId="1127703517" sldId="295"/>
            <ac:spMk id="30" creationId="{1F7B475A-6968-4BA7-B256-BDB7967BBA24}"/>
          </ac:spMkLst>
        </pc:spChg>
        <pc:cxnChg chg="add del mod">
          <ac:chgData name="Guillermo AntonioAguirre" userId="42908199-65f4-4d4a-8e05-6e659ccb82ce" providerId="ADAL" clId="{59FF4CD0-5E21-431B-AEB5-F3A7CBD18F0D}" dt="2020-09-02T11:17:37.920" v="1717" actId="478"/>
          <ac:cxnSpMkLst>
            <pc:docMk/>
            <pc:sldMk cId="1127703517" sldId="295"/>
            <ac:cxnSpMk id="5" creationId="{FD7A9C7F-A913-4B05-8432-4A4453925928}"/>
          </ac:cxnSpMkLst>
        </pc:cxnChg>
      </pc:sldChg>
      <pc:sldChg chg="addSp delSp modSp add">
        <pc:chgData name="Guillermo AntonioAguirre" userId="42908199-65f4-4d4a-8e05-6e659ccb82ce" providerId="ADAL" clId="{59FF4CD0-5E21-431B-AEB5-F3A7CBD18F0D}" dt="2020-09-02T11:45:08.024" v="2421" actId="1036"/>
        <pc:sldMkLst>
          <pc:docMk/>
          <pc:sldMk cId="2280501059" sldId="296"/>
        </pc:sldMkLst>
        <pc:spChg chg="del">
          <ac:chgData name="Guillermo AntonioAguirre" userId="42908199-65f4-4d4a-8e05-6e659ccb82ce" providerId="ADAL" clId="{59FF4CD0-5E21-431B-AEB5-F3A7CBD18F0D}" dt="2020-09-02T11:25:07.695" v="1990" actId="478"/>
          <ac:spMkLst>
            <pc:docMk/>
            <pc:sldMk cId="2280501059" sldId="296"/>
            <ac:spMk id="6" creationId="{8DFCA540-019F-419B-AD68-F372728FA1F9}"/>
          </ac:spMkLst>
        </pc:spChg>
        <pc:spChg chg="mod">
          <ac:chgData name="Guillermo AntonioAguirre" userId="42908199-65f4-4d4a-8e05-6e659ccb82ce" providerId="ADAL" clId="{59FF4CD0-5E21-431B-AEB5-F3A7CBD18F0D}" dt="2020-09-02T11:28:58.623" v="2005" actId="1076"/>
          <ac:spMkLst>
            <pc:docMk/>
            <pc:sldMk cId="2280501059" sldId="296"/>
            <ac:spMk id="12" creationId="{4BAE8212-3EAB-4B5F-86B5-30BFA78DAEA1}"/>
          </ac:spMkLst>
        </pc:spChg>
        <pc:spChg chg="mod">
          <ac:chgData name="Guillermo AntonioAguirre" userId="42908199-65f4-4d4a-8e05-6e659ccb82ce" providerId="ADAL" clId="{59FF4CD0-5E21-431B-AEB5-F3A7CBD18F0D}" dt="2020-09-02T11:27:42.552" v="1998" actId="207"/>
          <ac:spMkLst>
            <pc:docMk/>
            <pc:sldMk cId="2280501059" sldId="296"/>
            <ac:spMk id="13" creationId="{1675F07D-95C4-4EFA-BDEE-1C050667DF68}"/>
          </ac:spMkLst>
        </pc:spChg>
        <pc:spChg chg="mod">
          <ac:chgData name="Guillermo AntonioAguirre" userId="42908199-65f4-4d4a-8e05-6e659ccb82ce" providerId="ADAL" clId="{59FF4CD0-5E21-431B-AEB5-F3A7CBD18F0D}" dt="2020-09-02T11:32:22.599" v="2029" actId="20577"/>
          <ac:spMkLst>
            <pc:docMk/>
            <pc:sldMk cId="2280501059" sldId="296"/>
            <ac:spMk id="16" creationId="{0B71AE92-F72E-4755-9612-686BE43F1E29}"/>
          </ac:spMkLst>
        </pc:spChg>
        <pc:spChg chg="mod">
          <ac:chgData name="Guillermo AntonioAguirre" userId="42908199-65f4-4d4a-8e05-6e659ccb82ce" providerId="ADAL" clId="{59FF4CD0-5E21-431B-AEB5-F3A7CBD18F0D}" dt="2020-09-02T11:32:11.806" v="2026" actId="14100"/>
          <ac:spMkLst>
            <pc:docMk/>
            <pc:sldMk cId="2280501059" sldId="296"/>
            <ac:spMk id="18" creationId="{35EDC9EE-482A-49E5-A582-A9CABA00C0F5}"/>
          </ac:spMkLst>
        </pc:spChg>
        <pc:spChg chg="mod">
          <ac:chgData name="Guillermo AntonioAguirre" userId="42908199-65f4-4d4a-8e05-6e659ccb82ce" providerId="ADAL" clId="{59FF4CD0-5E21-431B-AEB5-F3A7CBD18F0D}" dt="2020-09-02T11:32:05.702" v="2025" actId="14100"/>
          <ac:spMkLst>
            <pc:docMk/>
            <pc:sldMk cId="2280501059" sldId="296"/>
            <ac:spMk id="19" creationId="{20753631-0BC3-483C-9222-B61E91EC23C7}"/>
          </ac:spMkLst>
        </pc:spChg>
        <pc:spChg chg="mod">
          <ac:chgData name="Guillermo AntonioAguirre" userId="42908199-65f4-4d4a-8e05-6e659ccb82ce" providerId="ADAL" clId="{59FF4CD0-5E21-431B-AEB5-F3A7CBD18F0D}" dt="2020-09-02T11:31:44.273" v="2016" actId="20577"/>
          <ac:spMkLst>
            <pc:docMk/>
            <pc:sldMk cId="2280501059" sldId="296"/>
            <ac:spMk id="20" creationId="{6C360A2D-8726-43D5-A42E-16EFE1DBD67D}"/>
          </ac:spMkLst>
        </pc:spChg>
        <pc:spChg chg="add mod">
          <ac:chgData name="Guillermo AntonioAguirre" userId="42908199-65f4-4d4a-8e05-6e659ccb82ce" providerId="ADAL" clId="{59FF4CD0-5E21-431B-AEB5-F3A7CBD18F0D}" dt="2020-09-02T11:25:13.735" v="1992" actId="1035"/>
          <ac:spMkLst>
            <pc:docMk/>
            <pc:sldMk cId="2280501059" sldId="296"/>
            <ac:spMk id="21" creationId="{77F3DA73-8F12-4DDF-B634-601E52B5C59D}"/>
          </ac:spMkLst>
        </pc:spChg>
        <pc:spChg chg="add">
          <ac:chgData name="Guillermo AntonioAguirre" userId="42908199-65f4-4d4a-8e05-6e659ccb82ce" providerId="ADAL" clId="{59FF4CD0-5E21-431B-AEB5-F3A7CBD18F0D}" dt="2020-09-02T11:27:19.499" v="1995"/>
          <ac:spMkLst>
            <pc:docMk/>
            <pc:sldMk cId="2280501059" sldId="296"/>
            <ac:spMk id="22" creationId="{47A30CDD-13B3-4B4B-AD69-97BCB577DE5D}"/>
          </ac:spMkLst>
        </pc:spChg>
        <pc:spChg chg="add">
          <ac:chgData name="Guillermo AntonioAguirre" userId="42908199-65f4-4d4a-8e05-6e659ccb82ce" providerId="ADAL" clId="{59FF4CD0-5E21-431B-AEB5-F3A7CBD18F0D}" dt="2020-09-02T11:27:19.499" v="1995"/>
          <ac:spMkLst>
            <pc:docMk/>
            <pc:sldMk cId="2280501059" sldId="296"/>
            <ac:spMk id="23" creationId="{2A83C3EB-0693-4E60-A6B7-3A7CAC7A5B3A}"/>
          </ac:spMkLst>
        </pc:spChg>
        <pc:spChg chg="add">
          <ac:chgData name="Guillermo AntonioAguirre" userId="42908199-65f4-4d4a-8e05-6e659ccb82ce" providerId="ADAL" clId="{59FF4CD0-5E21-431B-AEB5-F3A7CBD18F0D}" dt="2020-09-02T11:27:19.499" v="1995"/>
          <ac:spMkLst>
            <pc:docMk/>
            <pc:sldMk cId="2280501059" sldId="296"/>
            <ac:spMk id="24" creationId="{91F9F702-0401-4E0C-A36D-8C2360452611}"/>
          </ac:spMkLst>
        </pc:spChg>
        <pc:spChg chg="add mod">
          <ac:chgData name="Guillermo AntonioAguirre" userId="42908199-65f4-4d4a-8e05-6e659ccb82ce" providerId="ADAL" clId="{59FF4CD0-5E21-431B-AEB5-F3A7CBD18F0D}" dt="2020-09-02T11:45:08.024" v="2421" actId="1036"/>
          <ac:spMkLst>
            <pc:docMk/>
            <pc:sldMk cId="2280501059" sldId="296"/>
            <ac:spMk id="25" creationId="{A57E8732-490D-4D7A-AD8E-F0F17F21A2F1}"/>
          </ac:spMkLst>
        </pc:spChg>
        <pc:spChg chg="del">
          <ac:chgData name="Guillermo AntonioAguirre" userId="42908199-65f4-4d4a-8e05-6e659ccb82ce" providerId="ADAL" clId="{59FF4CD0-5E21-431B-AEB5-F3A7CBD18F0D}" dt="2020-09-02T11:26:50.312" v="1994" actId="478"/>
          <ac:spMkLst>
            <pc:docMk/>
            <pc:sldMk cId="2280501059" sldId="296"/>
            <ac:spMk id="26" creationId="{B70201C4-C9F0-4FDC-A0A6-A18075F35241}"/>
          </ac:spMkLst>
        </pc:spChg>
        <pc:spChg chg="del">
          <ac:chgData name="Guillermo AntonioAguirre" userId="42908199-65f4-4d4a-8e05-6e659ccb82ce" providerId="ADAL" clId="{59FF4CD0-5E21-431B-AEB5-F3A7CBD18F0D}" dt="2020-09-02T11:26:50.312" v="1994" actId="478"/>
          <ac:spMkLst>
            <pc:docMk/>
            <pc:sldMk cId="2280501059" sldId="296"/>
            <ac:spMk id="27" creationId="{68936927-5094-4374-87B8-73BFAA773D38}"/>
          </ac:spMkLst>
        </pc:spChg>
        <pc:spChg chg="del">
          <ac:chgData name="Guillermo AntonioAguirre" userId="42908199-65f4-4d4a-8e05-6e659ccb82ce" providerId="ADAL" clId="{59FF4CD0-5E21-431B-AEB5-F3A7CBD18F0D}" dt="2020-09-02T11:26:50.312" v="1994" actId="478"/>
          <ac:spMkLst>
            <pc:docMk/>
            <pc:sldMk cId="2280501059" sldId="296"/>
            <ac:spMk id="28" creationId="{0E781D93-F99D-4863-A607-60B40114E07F}"/>
          </ac:spMkLst>
        </pc:spChg>
      </pc:sldChg>
      <pc:sldChg chg="addSp delSp modSp add">
        <pc:chgData name="Guillermo AntonioAguirre" userId="42908199-65f4-4d4a-8e05-6e659ccb82ce" providerId="ADAL" clId="{59FF4CD0-5E21-431B-AEB5-F3A7CBD18F0D}" dt="2020-09-02T11:45:23.270" v="2450" actId="14100"/>
        <pc:sldMkLst>
          <pc:docMk/>
          <pc:sldMk cId="667089110" sldId="297"/>
        </pc:sldMkLst>
        <pc:spChg chg="mod">
          <ac:chgData name="Guillermo AntonioAguirre" userId="42908199-65f4-4d4a-8e05-6e659ccb82ce" providerId="ADAL" clId="{59FF4CD0-5E21-431B-AEB5-F3A7CBD18F0D}" dt="2020-09-02T11:38:55.872" v="2090" actId="20577"/>
          <ac:spMkLst>
            <pc:docMk/>
            <pc:sldMk cId="667089110" sldId="297"/>
            <ac:spMk id="16" creationId="{0B71AE92-F72E-4755-9612-686BE43F1E29}"/>
          </ac:spMkLst>
        </pc:spChg>
        <pc:spChg chg="mod">
          <ac:chgData name="Guillermo AntonioAguirre" userId="42908199-65f4-4d4a-8e05-6e659ccb82ce" providerId="ADAL" clId="{59FF4CD0-5E21-431B-AEB5-F3A7CBD18F0D}" dt="2020-09-02T11:36:38.632" v="2073" actId="20577"/>
          <ac:spMkLst>
            <pc:docMk/>
            <pc:sldMk cId="667089110" sldId="297"/>
            <ac:spMk id="20" creationId="{6C360A2D-8726-43D5-A42E-16EFE1DBD67D}"/>
          </ac:spMkLst>
        </pc:spChg>
        <pc:spChg chg="mod">
          <ac:chgData name="Guillermo AntonioAguirre" userId="42908199-65f4-4d4a-8e05-6e659ccb82ce" providerId="ADAL" clId="{59FF4CD0-5E21-431B-AEB5-F3A7CBD18F0D}" dt="2020-09-02T11:33:45.350" v="2048" actId="1036"/>
          <ac:spMkLst>
            <pc:docMk/>
            <pc:sldMk cId="667089110" sldId="297"/>
            <ac:spMk id="21" creationId="{77F3DA73-8F12-4DDF-B634-601E52B5C59D}"/>
          </ac:spMkLst>
        </pc:spChg>
        <pc:spChg chg="del mod">
          <ac:chgData name="Guillermo AntonioAguirre" userId="42908199-65f4-4d4a-8e05-6e659ccb82ce" providerId="ADAL" clId="{59FF4CD0-5E21-431B-AEB5-F3A7CBD18F0D}" dt="2020-09-02T11:34:42.359" v="2064" actId="478"/>
          <ac:spMkLst>
            <pc:docMk/>
            <pc:sldMk cId="667089110" sldId="297"/>
            <ac:spMk id="22" creationId="{47A30CDD-13B3-4B4B-AD69-97BCB577DE5D}"/>
          </ac:spMkLst>
        </pc:spChg>
        <pc:spChg chg="del">
          <ac:chgData name="Guillermo AntonioAguirre" userId="42908199-65f4-4d4a-8e05-6e659ccb82ce" providerId="ADAL" clId="{59FF4CD0-5E21-431B-AEB5-F3A7CBD18F0D}" dt="2020-09-02T11:34:42.359" v="2064" actId="478"/>
          <ac:spMkLst>
            <pc:docMk/>
            <pc:sldMk cId="667089110" sldId="297"/>
            <ac:spMk id="23" creationId="{2A83C3EB-0693-4E60-A6B7-3A7CAC7A5B3A}"/>
          </ac:spMkLst>
        </pc:spChg>
        <pc:spChg chg="del">
          <ac:chgData name="Guillermo AntonioAguirre" userId="42908199-65f4-4d4a-8e05-6e659ccb82ce" providerId="ADAL" clId="{59FF4CD0-5E21-431B-AEB5-F3A7CBD18F0D}" dt="2020-09-02T11:34:42.359" v="2064" actId="478"/>
          <ac:spMkLst>
            <pc:docMk/>
            <pc:sldMk cId="667089110" sldId="297"/>
            <ac:spMk id="24" creationId="{91F9F702-0401-4E0C-A36D-8C2360452611}"/>
          </ac:spMkLst>
        </pc:spChg>
        <pc:spChg chg="add del">
          <ac:chgData name="Guillermo AntonioAguirre" userId="42908199-65f4-4d4a-8e05-6e659ccb82ce" providerId="ADAL" clId="{59FF4CD0-5E21-431B-AEB5-F3A7CBD18F0D}" dt="2020-09-02T11:35:06.630" v="2066"/>
          <ac:spMkLst>
            <pc:docMk/>
            <pc:sldMk cId="667089110" sldId="297"/>
            <ac:spMk id="25" creationId="{21321FA8-C2CB-4530-8746-1E81C66789D6}"/>
          </ac:spMkLst>
        </pc:spChg>
        <pc:spChg chg="add del">
          <ac:chgData name="Guillermo AntonioAguirre" userId="42908199-65f4-4d4a-8e05-6e659ccb82ce" providerId="ADAL" clId="{59FF4CD0-5E21-431B-AEB5-F3A7CBD18F0D}" dt="2020-09-02T11:35:06.630" v="2066"/>
          <ac:spMkLst>
            <pc:docMk/>
            <pc:sldMk cId="667089110" sldId="297"/>
            <ac:spMk id="26" creationId="{DB82B026-9E62-4C66-99FE-CB81EB42B47A}"/>
          </ac:spMkLst>
        </pc:spChg>
        <pc:spChg chg="add del">
          <ac:chgData name="Guillermo AntonioAguirre" userId="42908199-65f4-4d4a-8e05-6e659ccb82ce" providerId="ADAL" clId="{59FF4CD0-5E21-431B-AEB5-F3A7CBD18F0D}" dt="2020-09-02T11:35:06.630" v="2066"/>
          <ac:spMkLst>
            <pc:docMk/>
            <pc:sldMk cId="667089110" sldId="297"/>
            <ac:spMk id="27" creationId="{776ED7A9-252D-417A-A38A-216319605404}"/>
          </ac:spMkLst>
        </pc:spChg>
        <pc:spChg chg="add">
          <ac:chgData name="Guillermo AntonioAguirre" userId="42908199-65f4-4d4a-8e05-6e659ccb82ce" providerId="ADAL" clId="{59FF4CD0-5E21-431B-AEB5-F3A7CBD18F0D}" dt="2020-09-02T11:35:19.196" v="2067"/>
          <ac:spMkLst>
            <pc:docMk/>
            <pc:sldMk cId="667089110" sldId="297"/>
            <ac:spMk id="28" creationId="{64E0EBF6-0AE2-4A25-9A74-DF874D6BAE53}"/>
          </ac:spMkLst>
        </pc:spChg>
        <pc:spChg chg="add">
          <ac:chgData name="Guillermo AntonioAguirre" userId="42908199-65f4-4d4a-8e05-6e659ccb82ce" providerId="ADAL" clId="{59FF4CD0-5E21-431B-AEB5-F3A7CBD18F0D}" dt="2020-09-02T11:35:19.196" v="2067"/>
          <ac:spMkLst>
            <pc:docMk/>
            <pc:sldMk cId="667089110" sldId="297"/>
            <ac:spMk id="30" creationId="{B1A23A34-0443-4F29-8F7B-1BBB77B75EED}"/>
          </ac:spMkLst>
        </pc:spChg>
        <pc:spChg chg="add">
          <ac:chgData name="Guillermo AntonioAguirre" userId="42908199-65f4-4d4a-8e05-6e659ccb82ce" providerId="ADAL" clId="{59FF4CD0-5E21-431B-AEB5-F3A7CBD18F0D}" dt="2020-09-02T11:35:19.196" v="2067"/>
          <ac:spMkLst>
            <pc:docMk/>
            <pc:sldMk cId="667089110" sldId="297"/>
            <ac:spMk id="31" creationId="{EF846207-4B34-4AD7-A6DA-48D6C0BC33BB}"/>
          </ac:spMkLst>
        </pc:spChg>
        <pc:spChg chg="add mod">
          <ac:chgData name="Guillermo AntonioAguirre" userId="42908199-65f4-4d4a-8e05-6e659ccb82ce" providerId="ADAL" clId="{59FF4CD0-5E21-431B-AEB5-F3A7CBD18F0D}" dt="2020-09-02T11:45:23.270" v="2450" actId="14100"/>
          <ac:spMkLst>
            <pc:docMk/>
            <pc:sldMk cId="667089110" sldId="297"/>
            <ac:spMk id="32" creationId="{AC91746A-E88B-4526-A815-52B4F6EE96DB}"/>
          </ac:spMkLst>
        </pc:spChg>
      </pc:sldChg>
      <pc:sldChg chg="addSp delSp modSp add">
        <pc:chgData name="Guillermo AntonioAguirre" userId="42908199-65f4-4d4a-8e05-6e659ccb82ce" providerId="ADAL" clId="{59FF4CD0-5E21-431B-AEB5-F3A7CBD18F0D}" dt="2020-09-02T11:45:40.727" v="2504" actId="1038"/>
        <pc:sldMkLst>
          <pc:docMk/>
          <pc:sldMk cId="1079536938" sldId="298"/>
        </pc:sldMkLst>
        <pc:spChg chg="mod">
          <ac:chgData name="Guillermo AntonioAguirre" userId="42908199-65f4-4d4a-8e05-6e659ccb82ce" providerId="ADAL" clId="{59FF4CD0-5E21-431B-AEB5-F3A7CBD18F0D}" dt="2020-09-02T11:42:13.238" v="2138" actId="20577"/>
          <ac:spMkLst>
            <pc:docMk/>
            <pc:sldMk cId="1079536938" sldId="298"/>
            <ac:spMk id="16" creationId="{0B71AE92-F72E-4755-9612-686BE43F1E29}"/>
          </ac:spMkLst>
        </pc:spChg>
        <pc:spChg chg="mod">
          <ac:chgData name="Guillermo AntonioAguirre" userId="42908199-65f4-4d4a-8e05-6e659ccb82ce" providerId="ADAL" clId="{59FF4CD0-5E21-431B-AEB5-F3A7CBD18F0D}" dt="2020-09-02T11:42:03.784" v="2129" actId="20577"/>
          <ac:spMkLst>
            <pc:docMk/>
            <pc:sldMk cId="1079536938" sldId="298"/>
            <ac:spMk id="20" creationId="{6C360A2D-8726-43D5-A42E-16EFE1DBD67D}"/>
          </ac:spMkLst>
        </pc:spChg>
        <pc:spChg chg="mod">
          <ac:chgData name="Guillermo AntonioAguirre" userId="42908199-65f4-4d4a-8e05-6e659ccb82ce" providerId="ADAL" clId="{59FF4CD0-5E21-431B-AEB5-F3A7CBD18F0D}" dt="2020-09-02T11:39:56.871" v="2112" actId="1036"/>
          <ac:spMkLst>
            <pc:docMk/>
            <pc:sldMk cId="1079536938" sldId="298"/>
            <ac:spMk id="21" creationId="{77F3DA73-8F12-4DDF-B634-601E52B5C59D}"/>
          </ac:spMkLst>
        </pc:spChg>
        <pc:spChg chg="add del">
          <ac:chgData name="Guillermo AntonioAguirre" userId="42908199-65f4-4d4a-8e05-6e659ccb82ce" providerId="ADAL" clId="{59FF4CD0-5E21-431B-AEB5-F3A7CBD18F0D}" dt="2020-09-02T11:40:39.142" v="2115"/>
          <ac:spMkLst>
            <pc:docMk/>
            <pc:sldMk cId="1079536938" sldId="298"/>
            <ac:spMk id="22" creationId="{E5EF0834-398B-418E-A8C0-8E135D22B11F}"/>
          </ac:spMkLst>
        </pc:spChg>
        <pc:spChg chg="add del">
          <ac:chgData name="Guillermo AntonioAguirre" userId="42908199-65f4-4d4a-8e05-6e659ccb82ce" providerId="ADAL" clId="{59FF4CD0-5E21-431B-AEB5-F3A7CBD18F0D}" dt="2020-09-02T11:40:39.142" v="2115"/>
          <ac:spMkLst>
            <pc:docMk/>
            <pc:sldMk cId="1079536938" sldId="298"/>
            <ac:spMk id="23" creationId="{4982064F-CE88-49EA-8CAA-C58F981DD74D}"/>
          </ac:spMkLst>
        </pc:spChg>
        <pc:spChg chg="add">
          <ac:chgData name="Guillermo AntonioAguirre" userId="42908199-65f4-4d4a-8e05-6e659ccb82ce" providerId="ADAL" clId="{59FF4CD0-5E21-431B-AEB5-F3A7CBD18F0D}" dt="2020-09-02T11:40:54.162" v="2116"/>
          <ac:spMkLst>
            <pc:docMk/>
            <pc:sldMk cId="1079536938" sldId="298"/>
            <ac:spMk id="24" creationId="{6E53788B-FDD7-476D-ABBA-C78762559081}"/>
          </ac:spMkLst>
        </pc:spChg>
        <pc:spChg chg="add">
          <ac:chgData name="Guillermo AntonioAguirre" userId="42908199-65f4-4d4a-8e05-6e659ccb82ce" providerId="ADAL" clId="{59FF4CD0-5E21-431B-AEB5-F3A7CBD18F0D}" dt="2020-09-02T11:40:54.162" v="2116"/>
          <ac:spMkLst>
            <pc:docMk/>
            <pc:sldMk cId="1079536938" sldId="298"/>
            <ac:spMk id="25" creationId="{9900962A-DB2C-4262-B549-F8E0741C51E2}"/>
          </ac:spMkLst>
        </pc:spChg>
        <pc:spChg chg="add">
          <ac:chgData name="Guillermo AntonioAguirre" userId="42908199-65f4-4d4a-8e05-6e659ccb82ce" providerId="ADAL" clId="{59FF4CD0-5E21-431B-AEB5-F3A7CBD18F0D}" dt="2020-09-02T11:40:54.162" v="2116"/>
          <ac:spMkLst>
            <pc:docMk/>
            <pc:sldMk cId="1079536938" sldId="298"/>
            <ac:spMk id="26" creationId="{CF6A93EB-B3E4-40C0-A03C-4657385CD6BC}"/>
          </ac:spMkLst>
        </pc:spChg>
        <pc:spChg chg="add mod">
          <ac:chgData name="Guillermo AntonioAguirre" userId="42908199-65f4-4d4a-8e05-6e659ccb82ce" providerId="ADAL" clId="{59FF4CD0-5E21-431B-AEB5-F3A7CBD18F0D}" dt="2020-09-02T11:45:40.727" v="2504" actId="1038"/>
          <ac:spMkLst>
            <pc:docMk/>
            <pc:sldMk cId="1079536938" sldId="298"/>
            <ac:spMk id="27" creationId="{DB017BA3-728D-4B87-A7E6-2ED6DE790720}"/>
          </ac:spMkLst>
        </pc:spChg>
        <pc:spChg chg="del">
          <ac:chgData name="Guillermo AntonioAguirre" userId="42908199-65f4-4d4a-8e05-6e659ccb82ce" providerId="ADAL" clId="{59FF4CD0-5E21-431B-AEB5-F3A7CBD18F0D}" dt="2020-09-02T11:40:14.318" v="2113" actId="478"/>
          <ac:spMkLst>
            <pc:docMk/>
            <pc:sldMk cId="1079536938" sldId="298"/>
            <ac:spMk id="28" creationId="{64E0EBF6-0AE2-4A25-9A74-DF874D6BAE53}"/>
          </ac:spMkLst>
        </pc:spChg>
        <pc:spChg chg="del">
          <ac:chgData name="Guillermo AntonioAguirre" userId="42908199-65f4-4d4a-8e05-6e659ccb82ce" providerId="ADAL" clId="{59FF4CD0-5E21-431B-AEB5-F3A7CBD18F0D}" dt="2020-09-02T11:40:14.318" v="2113" actId="478"/>
          <ac:spMkLst>
            <pc:docMk/>
            <pc:sldMk cId="1079536938" sldId="298"/>
            <ac:spMk id="30" creationId="{B1A23A34-0443-4F29-8F7B-1BBB77B75EED}"/>
          </ac:spMkLst>
        </pc:spChg>
        <pc:spChg chg="del">
          <ac:chgData name="Guillermo AntonioAguirre" userId="42908199-65f4-4d4a-8e05-6e659ccb82ce" providerId="ADAL" clId="{59FF4CD0-5E21-431B-AEB5-F3A7CBD18F0D}" dt="2020-09-02T11:40:14.318" v="2113" actId="478"/>
          <ac:spMkLst>
            <pc:docMk/>
            <pc:sldMk cId="1079536938" sldId="298"/>
            <ac:spMk id="31" creationId="{EF846207-4B34-4AD7-A6DA-48D6C0BC33BB}"/>
          </ac:spMkLst>
        </pc:spChg>
      </pc:sldChg>
      <pc:sldChg chg="addSp delSp modSp add">
        <pc:chgData name="Guillermo AntonioAguirre" userId="42908199-65f4-4d4a-8e05-6e659ccb82ce" providerId="ADAL" clId="{59FF4CD0-5E21-431B-AEB5-F3A7CBD18F0D}" dt="2020-09-03T15:04:59.479" v="2953" actId="14100"/>
        <pc:sldMkLst>
          <pc:docMk/>
          <pc:sldMk cId="3856442023" sldId="299"/>
        </pc:sldMkLst>
        <pc:spChg chg="del mod">
          <ac:chgData name="Guillermo AntonioAguirre" userId="42908199-65f4-4d4a-8e05-6e659ccb82ce" providerId="ADAL" clId="{59FF4CD0-5E21-431B-AEB5-F3A7CBD18F0D}" dt="2020-09-03T13:57:17.666" v="2509" actId="478"/>
          <ac:spMkLst>
            <pc:docMk/>
            <pc:sldMk cId="3856442023" sldId="299"/>
            <ac:spMk id="3" creationId="{E74522C3-754B-4208-B56A-32627244613B}"/>
          </ac:spMkLst>
        </pc:spChg>
        <pc:spChg chg="mod">
          <ac:chgData name="Guillermo AntonioAguirre" userId="42908199-65f4-4d4a-8e05-6e659ccb82ce" providerId="ADAL" clId="{59FF4CD0-5E21-431B-AEB5-F3A7CBD18F0D}" dt="2020-09-03T14:00:04.591" v="2605" actId="1076"/>
          <ac:spMkLst>
            <pc:docMk/>
            <pc:sldMk cId="3856442023" sldId="299"/>
            <ac:spMk id="8" creationId="{60219F7B-82F9-4FA2-BB55-8DA8CAA7D66F}"/>
          </ac:spMkLst>
        </pc:spChg>
        <pc:spChg chg="mod">
          <ac:chgData name="Guillermo AntonioAguirre" userId="42908199-65f4-4d4a-8e05-6e659ccb82ce" providerId="ADAL" clId="{59FF4CD0-5E21-431B-AEB5-F3A7CBD18F0D}" dt="2020-09-03T14:00:04.591" v="2605" actId="1076"/>
          <ac:spMkLst>
            <pc:docMk/>
            <pc:sldMk cId="3856442023" sldId="299"/>
            <ac:spMk id="9" creationId="{A742B220-5FEF-4DB7-B86F-2C79C9DB95C6}"/>
          </ac:spMkLst>
        </pc:spChg>
        <pc:spChg chg="mod">
          <ac:chgData name="Guillermo AntonioAguirre" userId="42908199-65f4-4d4a-8e05-6e659ccb82ce" providerId="ADAL" clId="{59FF4CD0-5E21-431B-AEB5-F3A7CBD18F0D}" dt="2020-09-03T14:00:04.591" v="2605" actId="1076"/>
          <ac:spMkLst>
            <pc:docMk/>
            <pc:sldMk cId="3856442023" sldId="299"/>
            <ac:spMk id="10" creationId="{6807A4E5-C83D-42EE-B9DC-EFA426491C10}"/>
          </ac:spMkLst>
        </pc:spChg>
        <pc:spChg chg="del">
          <ac:chgData name="Guillermo AntonioAguirre" userId="42908199-65f4-4d4a-8e05-6e659ccb82ce" providerId="ADAL" clId="{59FF4CD0-5E21-431B-AEB5-F3A7CBD18F0D}" dt="2020-09-03T14:00:45.640" v="2609" actId="478"/>
          <ac:spMkLst>
            <pc:docMk/>
            <pc:sldMk cId="3856442023" sldId="299"/>
            <ac:spMk id="12" creationId="{4BAE8212-3EAB-4B5F-86B5-30BFA78DAEA1}"/>
          </ac:spMkLst>
        </pc:spChg>
        <pc:spChg chg="del">
          <ac:chgData name="Guillermo AntonioAguirre" userId="42908199-65f4-4d4a-8e05-6e659ccb82ce" providerId="ADAL" clId="{59FF4CD0-5E21-431B-AEB5-F3A7CBD18F0D}" dt="2020-09-03T13:57:17.666" v="2509" actId="478"/>
          <ac:spMkLst>
            <pc:docMk/>
            <pc:sldMk cId="3856442023" sldId="299"/>
            <ac:spMk id="13" creationId="{1675F07D-95C4-4EFA-BDEE-1C050667DF68}"/>
          </ac:spMkLst>
        </pc:spChg>
        <pc:spChg chg="del">
          <ac:chgData name="Guillermo AntonioAguirre" userId="42908199-65f4-4d4a-8e05-6e659ccb82ce" providerId="ADAL" clId="{59FF4CD0-5E21-431B-AEB5-F3A7CBD18F0D}" dt="2020-09-03T13:57:17.666" v="2509" actId="478"/>
          <ac:spMkLst>
            <pc:docMk/>
            <pc:sldMk cId="3856442023" sldId="299"/>
            <ac:spMk id="14" creationId="{977C3035-91F2-4108-954B-7137EE5E0EEE}"/>
          </ac:spMkLst>
        </pc:spChg>
        <pc:spChg chg="del">
          <ac:chgData name="Guillermo AntonioAguirre" userId="42908199-65f4-4d4a-8e05-6e659ccb82ce" providerId="ADAL" clId="{59FF4CD0-5E21-431B-AEB5-F3A7CBD18F0D}" dt="2020-09-03T13:57:17.666" v="2509" actId="478"/>
          <ac:spMkLst>
            <pc:docMk/>
            <pc:sldMk cId="3856442023" sldId="299"/>
            <ac:spMk id="15" creationId="{DF5D3E5D-1A1E-4D27-91B6-EF5BBD2AAA67}"/>
          </ac:spMkLst>
        </pc:spChg>
        <pc:spChg chg="del">
          <ac:chgData name="Guillermo AntonioAguirre" userId="42908199-65f4-4d4a-8e05-6e659ccb82ce" providerId="ADAL" clId="{59FF4CD0-5E21-431B-AEB5-F3A7CBD18F0D}" dt="2020-09-03T14:00:27.968" v="2606" actId="478"/>
          <ac:spMkLst>
            <pc:docMk/>
            <pc:sldMk cId="3856442023" sldId="299"/>
            <ac:spMk id="16" creationId="{0B71AE92-F72E-4755-9612-686BE43F1E29}"/>
          </ac:spMkLst>
        </pc:spChg>
        <pc:spChg chg="mod">
          <ac:chgData name="Guillermo AntonioAguirre" userId="42908199-65f4-4d4a-8e05-6e659ccb82ce" providerId="ADAL" clId="{59FF4CD0-5E21-431B-AEB5-F3A7CBD18F0D}" dt="2020-09-03T13:58:56.607" v="2604" actId="1076"/>
          <ac:spMkLst>
            <pc:docMk/>
            <pc:sldMk cId="3856442023" sldId="299"/>
            <ac:spMk id="17" creationId="{CF14949B-C524-442D-B30C-B15B09E54B7B}"/>
          </ac:spMkLst>
        </pc:spChg>
        <pc:spChg chg="del">
          <ac:chgData name="Guillermo AntonioAguirre" userId="42908199-65f4-4d4a-8e05-6e659ccb82ce" providerId="ADAL" clId="{59FF4CD0-5E21-431B-AEB5-F3A7CBD18F0D}" dt="2020-09-03T14:00:27.968" v="2606" actId="478"/>
          <ac:spMkLst>
            <pc:docMk/>
            <pc:sldMk cId="3856442023" sldId="299"/>
            <ac:spMk id="18" creationId="{35EDC9EE-482A-49E5-A582-A9CABA00C0F5}"/>
          </ac:spMkLst>
        </pc:spChg>
        <pc:spChg chg="del">
          <ac:chgData name="Guillermo AntonioAguirre" userId="42908199-65f4-4d4a-8e05-6e659ccb82ce" providerId="ADAL" clId="{59FF4CD0-5E21-431B-AEB5-F3A7CBD18F0D}" dt="2020-09-03T14:00:27.968" v="2606" actId="478"/>
          <ac:spMkLst>
            <pc:docMk/>
            <pc:sldMk cId="3856442023" sldId="299"/>
            <ac:spMk id="19" creationId="{20753631-0BC3-483C-9222-B61E91EC23C7}"/>
          </ac:spMkLst>
        </pc:spChg>
        <pc:spChg chg="mod">
          <ac:chgData name="Guillermo AntonioAguirre" userId="42908199-65f4-4d4a-8e05-6e659ccb82ce" providerId="ADAL" clId="{59FF4CD0-5E21-431B-AEB5-F3A7CBD18F0D}" dt="2020-09-03T15:04:53.577" v="2952" actId="1037"/>
          <ac:spMkLst>
            <pc:docMk/>
            <pc:sldMk cId="3856442023" sldId="299"/>
            <ac:spMk id="20" creationId="{6C360A2D-8726-43D5-A42E-16EFE1DBD67D}"/>
          </ac:spMkLst>
        </pc:spChg>
        <pc:spChg chg="del mod">
          <ac:chgData name="Guillermo AntonioAguirre" userId="42908199-65f4-4d4a-8e05-6e659ccb82ce" providerId="ADAL" clId="{59FF4CD0-5E21-431B-AEB5-F3A7CBD18F0D}" dt="2020-09-03T14:00:37.503" v="2608" actId="478"/>
          <ac:spMkLst>
            <pc:docMk/>
            <pc:sldMk cId="3856442023" sldId="299"/>
            <ac:spMk id="21" creationId="{0584DDAC-6BCB-4259-A573-E343015E804D}"/>
          </ac:spMkLst>
        </pc:spChg>
        <pc:spChg chg="mod">
          <ac:chgData name="Guillermo AntonioAguirre" userId="42908199-65f4-4d4a-8e05-6e659ccb82ce" providerId="ADAL" clId="{59FF4CD0-5E21-431B-AEB5-F3A7CBD18F0D}" dt="2020-09-03T15:04:59.479" v="2953" actId="14100"/>
          <ac:spMkLst>
            <pc:docMk/>
            <pc:sldMk cId="3856442023" sldId="299"/>
            <ac:spMk id="22" creationId="{DFD1B1A4-A117-4743-B851-5A877F644E49}"/>
          </ac:spMkLst>
        </pc:spChg>
        <pc:spChg chg="del">
          <ac:chgData name="Guillermo AntonioAguirre" userId="42908199-65f4-4d4a-8e05-6e659ccb82ce" providerId="ADAL" clId="{59FF4CD0-5E21-431B-AEB5-F3A7CBD18F0D}" dt="2020-09-03T14:00:27.968" v="2606" actId="478"/>
          <ac:spMkLst>
            <pc:docMk/>
            <pc:sldMk cId="3856442023" sldId="299"/>
            <ac:spMk id="23" creationId="{09E42EC4-6B75-4D85-9C22-8656E24EF64B}"/>
          </ac:spMkLst>
        </pc:spChg>
        <pc:spChg chg="add mod">
          <ac:chgData name="Guillermo AntonioAguirre" userId="42908199-65f4-4d4a-8e05-6e659ccb82ce" providerId="ADAL" clId="{59FF4CD0-5E21-431B-AEB5-F3A7CBD18F0D}" dt="2020-09-03T14:06:25.050" v="2681" actId="20577"/>
          <ac:spMkLst>
            <pc:docMk/>
            <pc:sldMk cId="3856442023" sldId="299"/>
            <ac:spMk id="24" creationId="{27068FBE-DCE5-48FB-B6EE-0DB08510A5CE}"/>
          </ac:spMkLst>
        </pc:spChg>
        <pc:spChg chg="add mod">
          <ac:chgData name="Guillermo AntonioAguirre" userId="42908199-65f4-4d4a-8e05-6e659ccb82ce" providerId="ADAL" clId="{59FF4CD0-5E21-431B-AEB5-F3A7CBD18F0D}" dt="2020-09-03T14:09:54.522" v="2768" actId="207"/>
          <ac:spMkLst>
            <pc:docMk/>
            <pc:sldMk cId="3856442023" sldId="299"/>
            <ac:spMk id="25" creationId="{5A684DEA-6813-4E2E-B18C-61ADA167FA32}"/>
          </ac:spMkLst>
        </pc:spChg>
        <pc:spChg chg="add mod">
          <ac:chgData name="Guillermo AntonioAguirre" userId="42908199-65f4-4d4a-8e05-6e659ccb82ce" providerId="ADAL" clId="{59FF4CD0-5E21-431B-AEB5-F3A7CBD18F0D}" dt="2020-09-03T13:57:38.541" v="2588" actId="1036"/>
          <ac:spMkLst>
            <pc:docMk/>
            <pc:sldMk cId="3856442023" sldId="299"/>
            <ac:spMk id="26" creationId="{00603FFD-E417-4BBF-A5C1-84A1AD7E1F97}"/>
          </ac:spMkLst>
        </pc:spChg>
        <pc:spChg chg="add mod">
          <ac:chgData name="Guillermo AntonioAguirre" userId="42908199-65f4-4d4a-8e05-6e659ccb82ce" providerId="ADAL" clId="{59FF4CD0-5E21-431B-AEB5-F3A7CBD18F0D}" dt="2020-09-03T13:57:38.541" v="2588" actId="1036"/>
          <ac:spMkLst>
            <pc:docMk/>
            <pc:sldMk cId="3856442023" sldId="299"/>
            <ac:spMk id="27" creationId="{EEB0A40C-D8B7-4DB0-A86E-9DF371D747AB}"/>
          </ac:spMkLst>
        </pc:spChg>
        <pc:spChg chg="add mod">
          <ac:chgData name="Guillermo AntonioAguirre" userId="42908199-65f4-4d4a-8e05-6e659ccb82ce" providerId="ADAL" clId="{59FF4CD0-5E21-431B-AEB5-F3A7CBD18F0D}" dt="2020-09-03T13:57:38.541" v="2588" actId="1036"/>
          <ac:spMkLst>
            <pc:docMk/>
            <pc:sldMk cId="3856442023" sldId="299"/>
            <ac:spMk id="28" creationId="{16FDCCA7-9866-4ECC-B875-B07254B09D4B}"/>
          </ac:spMkLst>
        </pc:spChg>
        <pc:spChg chg="add del mod">
          <ac:chgData name="Guillermo AntonioAguirre" userId="42908199-65f4-4d4a-8e05-6e659ccb82ce" providerId="ADAL" clId="{59FF4CD0-5E21-431B-AEB5-F3A7CBD18F0D}" dt="2020-09-03T14:07:45.847" v="2736" actId="478"/>
          <ac:spMkLst>
            <pc:docMk/>
            <pc:sldMk cId="3856442023" sldId="299"/>
            <ac:spMk id="29" creationId="{A6DDF94B-E5E4-4820-A6C5-6244F8E5DA5B}"/>
          </ac:spMkLst>
        </pc:spChg>
        <pc:spChg chg="add del mod">
          <ac:chgData name="Guillermo AntonioAguirre" userId="42908199-65f4-4d4a-8e05-6e659ccb82ce" providerId="ADAL" clId="{59FF4CD0-5E21-431B-AEB5-F3A7CBD18F0D}" dt="2020-09-03T14:06:32" v="2682" actId="478"/>
          <ac:spMkLst>
            <pc:docMk/>
            <pc:sldMk cId="3856442023" sldId="299"/>
            <ac:spMk id="30" creationId="{AC29BD07-7C60-4B87-AB5A-7FDBBA0C02B9}"/>
          </ac:spMkLst>
        </pc:spChg>
        <pc:spChg chg="add mod">
          <ac:chgData name="Guillermo AntonioAguirre" userId="42908199-65f4-4d4a-8e05-6e659ccb82ce" providerId="ADAL" clId="{59FF4CD0-5E21-431B-AEB5-F3A7CBD18F0D}" dt="2020-09-03T14:02:46.791" v="2679" actId="1076"/>
          <ac:spMkLst>
            <pc:docMk/>
            <pc:sldMk cId="3856442023" sldId="299"/>
            <ac:spMk id="31" creationId="{EA180982-D28D-4651-AA3D-4B1C930A95F5}"/>
          </ac:spMkLst>
        </pc:spChg>
        <pc:spChg chg="add mod">
          <ac:chgData name="Guillermo AntonioAguirre" userId="42908199-65f4-4d4a-8e05-6e659ccb82ce" providerId="ADAL" clId="{59FF4CD0-5E21-431B-AEB5-F3A7CBD18F0D}" dt="2020-09-03T14:45:09.967" v="2849" actId="1036"/>
          <ac:spMkLst>
            <pc:docMk/>
            <pc:sldMk cId="3856442023" sldId="299"/>
            <ac:spMk id="32" creationId="{2563FABE-F80E-4BF4-B8A1-CF0BD4507363}"/>
          </ac:spMkLst>
        </pc:spChg>
        <pc:spChg chg="add mod">
          <ac:chgData name="Guillermo AntonioAguirre" userId="42908199-65f4-4d4a-8e05-6e659ccb82ce" providerId="ADAL" clId="{59FF4CD0-5E21-431B-AEB5-F3A7CBD18F0D}" dt="2020-09-03T14:08:08.272" v="2746" actId="1036"/>
          <ac:spMkLst>
            <pc:docMk/>
            <pc:sldMk cId="3856442023" sldId="299"/>
            <ac:spMk id="33" creationId="{07EE2C34-2562-4D2E-9A8E-9390684664A8}"/>
          </ac:spMkLst>
        </pc:spChg>
        <pc:spChg chg="add mod">
          <ac:chgData name="Guillermo AntonioAguirre" userId="42908199-65f4-4d4a-8e05-6e659ccb82ce" providerId="ADAL" clId="{59FF4CD0-5E21-431B-AEB5-F3A7CBD18F0D}" dt="2020-09-03T14:08:08.272" v="2746" actId="1036"/>
          <ac:spMkLst>
            <pc:docMk/>
            <pc:sldMk cId="3856442023" sldId="299"/>
            <ac:spMk id="34" creationId="{976278D6-82D6-4D68-B5EB-E8BDB57C74A8}"/>
          </ac:spMkLst>
        </pc:spChg>
        <pc:spChg chg="add mod">
          <ac:chgData name="Guillermo AntonioAguirre" userId="42908199-65f4-4d4a-8e05-6e659ccb82ce" providerId="ADAL" clId="{59FF4CD0-5E21-431B-AEB5-F3A7CBD18F0D}" dt="2020-09-03T15:03:25.469" v="2927" actId="20577"/>
          <ac:spMkLst>
            <pc:docMk/>
            <pc:sldMk cId="3856442023" sldId="299"/>
            <ac:spMk id="35" creationId="{61298261-F5DA-4D7D-8445-C68B297B4794}"/>
          </ac:spMkLst>
        </pc:spChg>
        <pc:spChg chg="add mod">
          <ac:chgData name="Guillermo AntonioAguirre" userId="42908199-65f4-4d4a-8e05-6e659ccb82ce" providerId="ADAL" clId="{59FF4CD0-5E21-431B-AEB5-F3A7CBD18F0D}" dt="2020-09-03T14:45:22.175" v="2851" actId="1076"/>
          <ac:spMkLst>
            <pc:docMk/>
            <pc:sldMk cId="3856442023" sldId="299"/>
            <ac:spMk id="36" creationId="{65B48E71-E493-4E35-8E40-74D361ACBBBA}"/>
          </ac:spMkLst>
        </pc:spChg>
        <pc:spChg chg="add mod">
          <ac:chgData name="Guillermo AntonioAguirre" userId="42908199-65f4-4d4a-8e05-6e659ccb82ce" providerId="ADAL" clId="{59FF4CD0-5E21-431B-AEB5-F3A7CBD18F0D}" dt="2020-09-03T14:08:08.272" v="2746" actId="1036"/>
          <ac:spMkLst>
            <pc:docMk/>
            <pc:sldMk cId="3856442023" sldId="299"/>
            <ac:spMk id="37" creationId="{78524DFA-CF84-44CC-9304-29F292573032}"/>
          </ac:spMkLst>
        </pc:spChg>
      </pc:sldChg>
      <pc:sldChg chg="add del">
        <pc:chgData name="Guillermo AntonioAguirre" userId="42908199-65f4-4d4a-8e05-6e659ccb82ce" providerId="ADAL" clId="{59FF4CD0-5E21-431B-AEB5-F3A7CBD18F0D}" dt="2020-09-03T14:09:09.799" v="2755" actId="2696"/>
        <pc:sldMkLst>
          <pc:docMk/>
          <pc:sldMk cId="2260715657" sldId="300"/>
        </pc:sldMkLst>
      </pc:sldChg>
      <pc:sldChg chg="modSp add">
        <pc:chgData name="Guillermo AntonioAguirre" userId="42908199-65f4-4d4a-8e05-6e659ccb82ce" providerId="ADAL" clId="{59FF4CD0-5E21-431B-AEB5-F3A7CBD18F0D}" dt="2020-09-03T15:05:33" v="2964" actId="1035"/>
        <pc:sldMkLst>
          <pc:docMk/>
          <pc:sldMk cId="4284428834" sldId="300"/>
        </pc:sldMkLst>
        <pc:spChg chg="mod">
          <ac:chgData name="Guillermo AntonioAguirre" userId="42908199-65f4-4d4a-8e05-6e659ccb82ce" providerId="ADAL" clId="{59FF4CD0-5E21-431B-AEB5-F3A7CBD18F0D}" dt="2020-09-03T14:46:27.569" v="2857" actId="207"/>
          <ac:spMkLst>
            <pc:docMk/>
            <pc:sldMk cId="4284428834" sldId="300"/>
            <ac:spMk id="8" creationId="{60219F7B-82F9-4FA2-BB55-8DA8CAA7D66F}"/>
          </ac:spMkLst>
        </pc:spChg>
        <pc:spChg chg="mod">
          <ac:chgData name="Guillermo AntonioAguirre" userId="42908199-65f4-4d4a-8e05-6e659ccb82ce" providerId="ADAL" clId="{59FF4CD0-5E21-431B-AEB5-F3A7CBD18F0D}" dt="2020-09-03T15:05:23.224" v="2962" actId="1037"/>
          <ac:spMkLst>
            <pc:docMk/>
            <pc:sldMk cId="4284428834" sldId="300"/>
            <ac:spMk id="20" creationId="{6C360A2D-8726-43D5-A42E-16EFE1DBD67D}"/>
          </ac:spMkLst>
        </pc:spChg>
        <pc:spChg chg="mod">
          <ac:chgData name="Guillermo AntonioAguirre" userId="42908199-65f4-4d4a-8e05-6e659ccb82ce" providerId="ADAL" clId="{59FF4CD0-5E21-431B-AEB5-F3A7CBD18F0D}" dt="2020-09-03T15:05:33" v="2964" actId="1035"/>
          <ac:spMkLst>
            <pc:docMk/>
            <pc:sldMk cId="4284428834" sldId="300"/>
            <ac:spMk id="22" creationId="{DFD1B1A4-A117-4743-B851-5A877F644E49}"/>
          </ac:spMkLst>
        </pc:spChg>
        <pc:spChg chg="mod">
          <ac:chgData name="Guillermo AntonioAguirre" userId="42908199-65f4-4d4a-8e05-6e659ccb82ce" providerId="ADAL" clId="{59FF4CD0-5E21-431B-AEB5-F3A7CBD18F0D}" dt="2020-09-03T14:57:53.928" v="2896" actId="20577"/>
          <ac:spMkLst>
            <pc:docMk/>
            <pc:sldMk cId="4284428834" sldId="300"/>
            <ac:spMk id="32" creationId="{2563FABE-F80E-4BF4-B8A1-CF0BD4507363}"/>
          </ac:spMkLst>
        </pc:spChg>
        <pc:spChg chg="mod">
          <ac:chgData name="Guillermo AntonioAguirre" userId="42908199-65f4-4d4a-8e05-6e659ccb82ce" providerId="ADAL" clId="{59FF4CD0-5E21-431B-AEB5-F3A7CBD18F0D}" dt="2020-09-03T15:03:30.903" v="2929" actId="20577"/>
          <ac:spMkLst>
            <pc:docMk/>
            <pc:sldMk cId="4284428834" sldId="300"/>
            <ac:spMk id="35" creationId="{61298261-F5DA-4D7D-8445-C68B297B4794}"/>
          </ac:spMkLst>
        </pc:spChg>
        <pc:spChg chg="mod">
          <ac:chgData name="Guillermo AntonioAguirre" userId="42908199-65f4-4d4a-8e05-6e659ccb82ce" providerId="ADAL" clId="{59FF4CD0-5E21-431B-AEB5-F3A7CBD18F0D}" dt="2020-09-03T14:58:00.904" v="2924" actId="1037"/>
          <ac:spMkLst>
            <pc:docMk/>
            <pc:sldMk cId="4284428834" sldId="300"/>
            <ac:spMk id="36" creationId="{65B48E71-E493-4E35-8E40-74D361ACBBBA}"/>
          </ac:spMkLst>
        </pc:spChg>
      </pc:sldChg>
      <pc:sldChg chg="add del">
        <pc:chgData name="Guillermo AntonioAguirre" userId="42908199-65f4-4d4a-8e05-6e659ccb82ce" providerId="ADAL" clId="{59FF4CD0-5E21-431B-AEB5-F3A7CBD18F0D}" dt="2020-09-03T14:09:09.901" v="2756" actId="2696"/>
        <pc:sldMkLst>
          <pc:docMk/>
          <pc:sldMk cId="2548468414" sldId="301"/>
        </pc:sldMkLst>
      </pc:sldChg>
      <pc:sldChg chg="modSp add">
        <pc:chgData name="Guillermo AntonioAguirre" userId="42908199-65f4-4d4a-8e05-6e659ccb82ce" providerId="ADAL" clId="{59FF4CD0-5E21-431B-AEB5-F3A7CBD18F0D}" dt="2020-09-03T16:04:00.383" v="3027" actId="1038"/>
        <pc:sldMkLst>
          <pc:docMk/>
          <pc:sldMk cId="3580752820" sldId="301"/>
        </pc:sldMkLst>
        <pc:spChg chg="mod">
          <ac:chgData name="Guillermo AntonioAguirre" userId="42908199-65f4-4d4a-8e05-6e659ccb82ce" providerId="ADAL" clId="{59FF4CD0-5E21-431B-AEB5-F3A7CBD18F0D}" dt="2020-09-03T16:00:41.362" v="2974" actId="207"/>
          <ac:spMkLst>
            <pc:docMk/>
            <pc:sldMk cId="3580752820" sldId="301"/>
            <ac:spMk id="8" creationId="{60219F7B-82F9-4FA2-BB55-8DA8CAA7D66F}"/>
          </ac:spMkLst>
        </pc:spChg>
        <pc:spChg chg="mod">
          <ac:chgData name="Guillermo AntonioAguirre" userId="42908199-65f4-4d4a-8e05-6e659ccb82ce" providerId="ADAL" clId="{59FF4CD0-5E21-431B-AEB5-F3A7CBD18F0D}" dt="2020-09-03T16:03:01.488" v="2987" actId="20577"/>
          <ac:spMkLst>
            <pc:docMk/>
            <pc:sldMk cId="3580752820" sldId="301"/>
            <ac:spMk id="20" creationId="{6C360A2D-8726-43D5-A42E-16EFE1DBD67D}"/>
          </ac:spMkLst>
        </pc:spChg>
        <pc:spChg chg="mod">
          <ac:chgData name="Guillermo AntonioAguirre" userId="42908199-65f4-4d4a-8e05-6e659ccb82ce" providerId="ADAL" clId="{59FF4CD0-5E21-431B-AEB5-F3A7CBD18F0D}" dt="2020-09-03T16:03:10.877" v="2989" actId="14100"/>
          <ac:spMkLst>
            <pc:docMk/>
            <pc:sldMk cId="3580752820" sldId="301"/>
            <ac:spMk id="22" creationId="{DFD1B1A4-A117-4743-B851-5A877F644E49}"/>
          </ac:spMkLst>
        </pc:spChg>
        <pc:spChg chg="mod">
          <ac:chgData name="Guillermo AntonioAguirre" userId="42908199-65f4-4d4a-8e05-6e659ccb82ce" providerId="ADAL" clId="{59FF4CD0-5E21-431B-AEB5-F3A7CBD18F0D}" dt="2020-09-03T16:03:38.974" v="2997" actId="20577"/>
          <ac:spMkLst>
            <pc:docMk/>
            <pc:sldMk cId="3580752820" sldId="301"/>
            <ac:spMk id="32" creationId="{2563FABE-F80E-4BF4-B8A1-CF0BD4507363}"/>
          </ac:spMkLst>
        </pc:spChg>
        <pc:spChg chg="mod">
          <ac:chgData name="Guillermo AntonioAguirre" userId="42908199-65f4-4d4a-8e05-6e659ccb82ce" providerId="ADAL" clId="{59FF4CD0-5E21-431B-AEB5-F3A7CBD18F0D}" dt="2020-09-03T15:03:39.831" v="2931" actId="20577"/>
          <ac:spMkLst>
            <pc:docMk/>
            <pc:sldMk cId="3580752820" sldId="301"/>
            <ac:spMk id="35" creationId="{61298261-F5DA-4D7D-8445-C68B297B4794}"/>
          </ac:spMkLst>
        </pc:spChg>
        <pc:spChg chg="mod">
          <ac:chgData name="Guillermo AntonioAguirre" userId="42908199-65f4-4d4a-8e05-6e659ccb82ce" providerId="ADAL" clId="{59FF4CD0-5E21-431B-AEB5-F3A7CBD18F0D}" dt="2020-09-03T16:04:00.383" v="3027" actId="1038"/>
          <ac:spMkLst>
            <pc:docMk/>
            <pc:sldMk cId="3580752820" sldId="301"/>
            <ac:spMk id="36" creationId="{65B48E71-E493-4E35-8E40-74D361ACBBBA}"/>
          </ac:spMkLst>
        </pc:spChg>
      </pc:sldChg>
      <pc:sldChg chg="add del">
        <pc:chgData name="Guillermo AntonioAguirre" userId="42908199-65f4-4d4a-8e05-6e659ccb82ce" providerId="ADAL" clId="{59FF4CD0-5E21-431B-AEB5-F3A7CBD18F0D}" dt="2020-09-03T14:09:10.021" v="2757" actId="2696"/>
        <pc:sldMkLst>
          <pc:docMk/>
          <pc:sldMk cId="2985817838" sldId="302"/>
        </pc:sldMkLst>
      </pc:sldChg>
      <pc:sldChg chg="addSp delSp modSp add">
        <pc:chgData name="Guillermo AntonioAguirre" userId="42908199-65f4-4d4a-8e05-6e659ccb82ce" providerId="ADAL" clId="{59FF4CD0-5E21-431B-AEB5-F3A7CBD18F0D}" dt="2020-09-03T16:12:03.526" v="3075" actId="1076"/>
        <pc:sldMkLst>
          <pc:docMk/>
          <pc:sldMk cId="3611386041" sldId="302"/>
        </pc:sldMkLst>
        <pc:spChg chg="del mod">
          <ac:chgData name="Guillermo AntonioAguirre" userId="42908199-65f4-4d4a-8e05-6e659ccb82ce" providerId="ADAL" clId="{59FF4CD0-5E21-431B-AEB5-F3A7CBD18F0D}" dt="2020-09-03T16:08:26.679" v="3050" actId="478"/>
          <ac:spMkLst>
            <pc:docMk/>
            <pc:sldMk cId="3611386041" sldId="302"/>
            <ac:spMk id="8" creationId="{60219F7B-82F9-4FA2-BB55-8DA8CAA7D66F}"/>
          </ac:spMkLst>
        </pc:spChg>
        <pc:spChg chg="del">
          <ac:chgData name="Guillermo AntonioAguirre" userId="42908199-65f4-4d4a-8e05-6e659ccb82ce" providerId="ADAL" clId="{59FF4CD0-5E21-431B-AEB5-F3A7CBD18F0D}" dt="2020-09-03T16:08:26.679" v="3050" actId="478"/>
          <ac:spMkLst>
            <pc:docMk/>
            <pc:sldMk cId="3611386041" sldId="302"/>
            <ac:spMk id="9" creationId="{A742B220-5FEF-4DB7-B86F-2C79C9DB95C6}"/>
          </ac:spMkLst>
        </pc:spChg>
        <pc:spChg chg="del">
          <ac:chgData name="Guillermo AntonioAguirre" userId="42908199-65f4-4d4a-8e05-6e659ccb82ce" providerId="ADAL" clId="{59FF4CD0-5E21-431B-AEB5-F3A7CBD18F0D}" dt="2020-09-03T16:08:26.679" v="3050" actId="478"/>
          <ac:spMkLst>
            <pc:docMk/>
            <pc:sldMk cId="3611386041" sldId="302"/>
            <ac:spMk id="10" creationId="{6807A4E5-C83D-42EE-B9DC-EFA426491C10}"/>
          </ac:spMkLst>
        </pc:spChg>
        <pc:spChg chg="mod">
          <ac:chgData name="Guillermo AntonioAguirre" userId="42908199-65f4-4d4a-8e05-6e659ccb82ce" providerId="ADAL" clId="{59FF4CD0-5E21-431B-AEB5-F3A7CBD18F0D}" dt="2020-09-03T16:10:27.576" v="3069" actId="20577"/>
          <ac:spMkLst>
            <pc:docMk/>
            <pc:sldMk cId="3611386041" sldId="302"/>
            <ac:spMk id="20" creationId="{6C360A2D-8726-43D5-A42E-16EFE1DBD67D}"/>
          </ac:spMkLst>
        </pc:spChg>
        <pc:spChg chg="add">
          <ac:chgData name="Guillermo AntonioAguirre" userId="42908199-65f4-4d4a-8e05-6e659ccb82ce" providerId="ADAL" clId="{59FF4CD0-5E21-431B-AEB5-F3A7CBD18F0D}" dt="2020-09-03T16:09:01.842" v="3051"/>
          <ac:spMkLst>
            <pc:docMk/>
            <pc:sldMk cId="3611386041" sldId="302"/>
            <ac:spMk id="21" creationId="{A6BAEE1A-3233-4C2B-8526-52BFAC7FA5AA}"/>
          </ac:spMkLst>
        </pc:spChg>
        <pc:spChg chg="mod">
          <ac:chgData name="Guillermo AntonioAguirre" userId="42908199-65f4-4d4a-8e05-6e659ccb82ce" providerId="ADAL" clId="{59FF4CD0-5E21-431B-AEB5-F3A7CBD18F0D}" dt="2020-09-03T16:09:46.310" v="3065" actId="1076"/>
          <ac:spMkLst>
            <pc:docMk/>
            <pc:sldMk cId="3611386041" sldId="302"/>
            <ac:spMk id="22" creationId="{DFD1B1A4-A117-4743-B851-5A877F644E49}"/>
          </ac:spMkLst>
        </pc:spChg>
        <pc:spChg chg="add">
          <ac:chgData name="Guillermo AntonioAguirre" userId="42908199-65f4-4d4a-8e05-6e659ccb82ce" providerId="ADAL" clId="{59FF4CD0-5E21-431B-AEB5-F3A7CBD18F0D}" dt="2020-09-03T16:09:01.842" v="3051"/>
          <ac:spMkLst>
            <pc:docMk/>
            <pc:sldMk cId="3611386041" sldId="302"/>
            <ac:spMk id="23" creationId="{D42DCA26-D909-4C05-BF24-3070A9BCA31E}"/>
          </ac:spMkLst>
        </pc:spChg>
        <pc:spChg chg="mod">
          <ac:chgData name="Guillermo AntonioAguirre" userId="42908199-65f4-4d4a-8e05-6e659ccb82ce" providerId="ADAL" clId="{59FF4CD0-5E21-431B-AEB5-F3A7CBD18F0D}" dt="2020-09-03T16:08:01.994" v="3046" actId="207"/>
          <ac:spMkLst>
            <pc:docMk/>
            <pc:sldMk cId="3611386041" sldId="302"/>
            <ac:spMk id="25" creationId="{5A684DEA-6813-4E2E-B18C-61ADA167FA32}"/>
          </ac:spMkLst>
        </pc:spChg>
        <pc:spChg chg="add">
          <ac:chgData name="Guillermo AntonioAguirre" userId="42908199-65f4-4d4a-8e05-6e659ccb82ce" providerId="ADAL" clId="{59FF4CD0-5E21-431B-AEB5-F3A7CBD18F0D}" dt="2020-09-03T16:09:01.842" v="3051"/>
          <ac:spMkLst>
            <pc:docMk/>
            <pc:sldMk cId="3611386041" sldId="302"/>
            <ac:spMk id="29" creationId="{A39125F9-8AAC-4DAA-8323-D969189A0104}"/>
          </ac:spMkLst>
        </pc:spChg>
        <pc:spChg chg="mod">
          <ac:chgData name="Guillermo AntonioAguirre" userId="42908199-65f4-4d4a-8e05-6e659ccb82ce" providerId="ADAL" clId="{59FF4CD0-5E21-431B-AEB5-F3A7CBD18F0D}" dt="2020-09-03T16:11:54.742" v="3074" actId="20577"/>
          <ac:spMkLst>
            <pc:docMk/>
            <pc:sldMk cId="3611386041" sldId="302"/>
            <ac:spMk id="32" creationId="{2563FABE-F80E-4BF4-B8A1-CF0BD4507363}"/>
          </ac:spMkLst>
        </pc:spChg>
        <pc:spChg chg="mod">
          <ac:chgData name="Guillermo AntonioAguirre" userId="42908199-65f4-4d4a-8e05-6e659ccb82ce" providerId="ADAL" clId="{59FF4CD0-5E21-431B-AEB5-F3A7CBD18F0D}" dt="2020-09-03T16:12:03.526" v="3075" actId="1076"/>
          <ac:spMkLst>
            <pc:docMk/>
            <pc:sldMk cId="3611386041" sldId="302"/>
            <ac:spMk id="36" creationId="{65B48E71-E493-4E35-8E40-74D361ACBBBA}"/>
          </ac:spMkLst>
        </pc:spChg>
      </pc:sldChg>
      <pc:sldChg chg="addSp delSp modSp add">
        <pc:chgData name="Guillermo AntonioAguirre" userId="42908199-65f4-4d4a-8e05-6e659ccb82ce" providerId="ADAL" clId="{59FF4CD0-5E21-431B-AEB5-F3A7CBD18F0D}" dt="2020-09-03T16:18:22.136" v="3159" actId="1036"/>
        <pc:sldMkLst>
          <pc:docMk/>
          <pc:sldMk cId="467371777" sldId="303"/>
        </pc:sldMkLst>
        <pc:spChg chg="mod">
          <ac:chgData name="Guillermo AntonioAguirre" userId="42908199-65f4-4d4a-8e05-6e659ccb82ce" providerId="ADAL" clId="{59FF4CD0-5E21-431B-AEB5-F3A7CBD18F0D}" dt="2020-09-03T16:15:14.648" v="3091" actId="20577"/>
          <ac:spMkLst>
            <pc:docMk/>
            <pc:sldMk cId="467371777" sldId="303"/>
            <ac:spMk id="20" creationId="{6C360A2D-8726-43D5-A42E-16EFE1DBD67D}"/>
          </ac:spMkLst>
        </pc:spChg>
        <pc:spChg chg="del">
          <ac:chgData name="Guillermo AntonioAguirre" userId="42908199-65f4-4d4a-8e05-6e659ccb82ce" providerId="ADAL" clId="{59FF4CD0-5E21-431B-AEB5-F3A7CBD18F0D}" dt="2020-09-03T16:12:38.374" v="3077" actId="478"/>
          <ac:spMkLst>
            <pc:docMk/>
            <pc:sldMk cId="467371777" sldId="303"/>
            <ac:spMk id="21" creationId="{A6BAEE1A-3233-4C2B-8526-52BFAC7FA5AA}"/>
          </ac:spMkLst>
        </pc:spChg>
        <pc:spChg chg="mod">
          <ac:chgData name="Guillermo AntonioAguirre" userId="42908199-65f4-4d4a-8e05-6e659ccb82ce" providerId="ADAL" clId="{59FF4CD0-5E21-431B-AEB5-F3A7CBD18F0D}" dt="2020-09-03T16:18:22.136" v="3159" actId="1036"/>
          <ac:spMkLst>
            <pc:docMk/>
            <pc:sldMk cId="467371777" sldId="303"/>
            <ac:spMk id="22" creationId="{DFD1B1A4-A117-4743-B851-5A877F644E49}"/>
          </ac:spMkLst>
        </pc:spChg>
        <pc:spChg chg="add">
          <ac:chgData name="Guillermo AntonioAguirre" userId="42908199-65f4-4d4a-8e05-6e659ccb82ce" providerId="ADAL" clId="{59FF4CD0-5E21-431B-AEB5-F3A7CBD18F0D}" dt="2020-09-03T16:12:52.266" v="3078"/>
          <ac:spMkLst>
            <pc:docMk/>
            <pc:sldMk cId="467371777" sldId="303"/>
            <ac:spMk id="30" creationId="{6E1BEC92-6CA1-4792-BDBB-0088C930DDE9}"/>
          </ac:spMkLst>
        </pc:spChg>
        <pc:spChg chg="mod">
          <ac:chgData name="Guillermo AntonioAguirre" userId="42908199-65f4-4d4a-8e05-6e659ccb82ce" providerId="ADAL" clId="{59FF4CD0-5E21-431B-AEB5-F3A7CBD18F0D}" dt="2020-09-03T16:15:44.046" v="3102" actId="20577"/>
          <ac:spMkLst>
            <pc:docMk/>
            <pc:sldMk cId="467371777" sldId="303"/>
            <ac:spMk id="32" creationId="{2563FABE-F80E-4BF4-B8A1-CF0BD4507363}"/>
          </ac:spMkLst>
        </pc:spChg>
        <pc:spChg chg="mod">
          <ac:chgData name="Guillermo AntonioAguirre" userId="42908199-65f4-4d4a-8e05-6e659ccb82ce" providerId="ADAL" clId="{59FF4CD0-5E21-431B-AEB5-F3A7CBD18F0D}" dt="2020-09-03T16:15:54.878" v="3131" actId="1038"/>
          <ac:spMkLst>
            <pc:docMk/>
            <pc:sldMk cId="467371777" sldId="303"/>
            <ac:spMk id="36" creationId="{65B48E71-E493-4E35-8E40-74D361ACBBBA}"/>
          </ac:spMkLst>
        </pc:spChg>
      </pc:sldChg>
      <pc:sldChg chg="add del">
        <pc:chgData name="Guillermo AntonioAguirre" userId="42908199-65f4-4d4a-8e05-6e659ccb82ce" providerId="ADAL" clId="{59FF4CD0-5E21-431B-AEB5-F3A7CBD18F0D}" dt="2020-09-03T14:09:10.163" v="2758" actId="2696"/>
        <pc:sldMkLst>
          <pc:docMk/>
          <pc:sldMk cId="1907752018" sldId="303"/>
        </pc:sldMkLst>
      </pc:sldChg>
      <pc:sldChg chg="addSp delSp modSp add">
        <pc:chgData name="Guillermo AntonioAguirre" userId="42908199-65f4-4d4a-8e05-6e659ccb82ce" providerId="ADAL" clId="{59FF4CD0-5E21-431B-AEB5-F3A7CBD18F0D}" dt="2020-09-03T16:19:53.086" v="3205" actId="1038"/>
        <pc:sldMkLst>
          <pc:docMk/>
          <pc:sldMk cId="220576558" sldId="304"/>
        </pc:sldMkLst>
        <pc:spChg chg="mod">
          <ac:chgData name="Guillermo AntonioAguirre" userId="42908199-65f4-4d4a-8e05-6e659ccb82ce" providerId="ADAL" clId="{59FF4CD0-5E21-431B-AEB5-F3A7CBD18F0D}" dt="2020-09-03T16:19:30.839" v="3165" actId="20577"/>
          <ac:spMkLst>
            <pc:docMk/>
            <pc:sldMk cId="220576558" sldId="304"/>
            <ac:spMk id="20" creationId="{6C360A2D-8726-43D5-A42E-16EFE1DBD67D}"/>
          </ac:spMkLst>
        </pc:spChg>
        <pc:spChg chg="add">
          <ac:chgData name="Guillermo AntonioAguirre" userId="42908199-65f4-4d4a-8e05-6e659ccb82ce" providerId="ADAL" clId="{59FF4CD0-5E21-431B-AEB5-F3A7CBD18F0D}" dt="2020-09-03T16:17:15.386" v="3138"/>
          <ac:spMkLst>
            <pc:docMk/>
            <pc:sldMk cId="220576558" sldId="304"/>
            <ac:spMk id="21" creationId="{253AA8D7-3763-4C13-BEDA-9FA52F075FCF}"/>
          </ac:spMkLst>
        </pc:spChg>
        <pc:spChg chg="mod">
          <ac:chgData name="Guillermo AntonioAguirre" userId="42908199-65f4-4d4a-8e05-6e659ccb82ce" providerId="ADAL" clId="{59FF4CD0-5E21-431B-AEB5-F3A7CBD18F0D}" dt="2020-09-03T16:18:08.495" v="3158" actId="1036"/>
          <ac:spMkLst>
            <pc:docMk/>
            <pc:sldMk cId="220576558" sldId="304"/>
            <ac:spMk id="22" creationId="{DFD1B1A4-A117-4743-B851-5A877F644E49}"/>
          </ac:spMkLst>
        </pc:spChg>
        <pc:spChg chg="del">
          <ac:chgData name="Guillermo AntonioAguirre" userId="42908199-65f4-4d4a-8e05-6e659ccb82ce" providerId="ADAL" clId="{59FF4CD0-5E21-431B-AEB5-F3A7CBD18F0D}" dt="2020-09-03T16:17:04.853" v="3137" actId="478"/>
          <ac:spMkLst>
            <pc:docMk/>
            <pc:sldMk cId="220576558" sldId="304"/>
            <ac:spMk id="30" creationId="{6E1BEC92-6CA1-4792-BDBB-0088C930DDE9}"/>
          </ac:spMkLst>
        </pc:spChg>
        <pc:spChg chg="mod">
          <ac:chgData name="Guillermo AntonioAguirre" userId="42908199-65f4-4d4a-8e05-6e659ccb82ce" providerId="ADAL" clId="{59FF4CD0-5E21-431B-AEB5-F3A7CBD18F0D}" dt="2020-09-03T16:19:45.264" v="3173" actId="20577"/>
          <ac:spMkLst>
            <pc:docMk/>
            <pc:sldMk cId="220576558" sldId="304"/>
            <ac:spMk id="32" creationId="{2563FABE-F80E-4BF4-B8A1-CF0BD4507363}"/>
          </ac:spMkLst>
        </pc:spChg>
        <pc:spChg chg="mod">
          <ac:chgData name="Guillermo AntonioAguirre" userId="42908199-65f4-4d4a-8e05-6e659ccb82ce" providerId="ADAL" clId="{59FF4CD0-5E21-431B-AEB5-F3A7CBD18F0D}" dt="2020-09-03T16:19:53.086" v="3205" actId="1038"/>
          <ac:spMkLst>
            <pc:docMk/>
            <pc:sldMk cId="220576558" sldId="304"/>
            <ac:spMk id="36" creationId="{65B48E71-E493-4E35-8E40-74D361ACBBBA}"/>
          </ac:spMkLst>
        </pc:spChg>
      </pc:sldChg>
      <pc:sldChg chg="add del">
        <pc:chgData name="Guillermo AntonioAguirre" userId="42908199-65f4-4d4a-8e05-6e659ccb82ce" providerId="ADAL" clId="{59FF4CD0-5E21-431B-AEB5-F3A7CBD18F0D}" dt="2020-09-03T14:09:10.338" v="2759" actId="2696"/>
        <pc:sldMkLst>
          <pc:docMk/>
          <pc:sldMk cId="514408162" sldId="304"/>
        </pc:sldMkLst>
      </pc:sldChg>
      <pc:sldChg chg="add del">
        <pc:chgData name="Guillermo AntonioAguirre" userId="42908199-65f4-4d4a-8e05-6e659ccb82ce" providerId="ADAL" clId="{59FF4CD0-5E21-431B-AEB5-F3A7CBD18F0D}" dt="2020-09-03T14:09:10.536" v="2760" actId="2696"/>
        <pc:sldMkLst>
          <pc:docMk/>
          <pc:sldMk cId="477701072" sldId="305"/>
        </pc:sldMkLst>
      </pc:sldChg>
      <pc:sldChg chg="addSp delSp modSp add">
        <pc:chgData name="Guillermo AntonioAguirre" userId="42908199-65f4-4d4a-8e05-6e659ccb82ce" providerId="ADAL" clId="{59FF4CD0-5E21-431B-AEB5-F3A7CBD18F0D}" dt="2020-09-03T16:57:08.405" v="3289" actId="1037"/>
        <pc:sldMkLst>
          <pc:docMk/>
          <pc:sldMk cId="3008076034" sldId="305"/>
        </pc:sldMkLst>
        <pc:spChg chg="mod">
          <ac:chgData name="Guillermo AntonioAguirre" userId="42908199-65f4-4d4a-8e05-6e659ccb82ce" providerId="ADAL" clId="{59FF4CD0-5E21-431B-AEB5-F3A7CBD18F0D}" dt="2020-09-03T16:53:03.922" v="3231"/>
          <ac:spMkLst>
            <pc:docMk/>
            <pc:sldMk cId="3008076034" sldId="305"/>
            <ac:spMk id="20" creationId="{6C360A2D-8726-43D5-A42E-16EFE1DBD67D}"/>
          </ac:spMkLst>
        </pc:spChg>
        <pc:spChg chg="del">
          <ac:chgData name="Guillermo AntonioAguirre" userId="42908199-65f4-4d4a-8e05-6e659ccb82ce" providerId="ADAL" clId="{59FF4CD0-5E21-431B-AEB5-F3A7CBD18F0D}" dt="2020-09-03T16:50:29.051" v="3211" actId="478"/>
          <ac:spMkLst>
            <pc:docMk/>
            <pc:sldMk cId="3008076034" sldId="305"/>
            <ac:spMk id="21" creationId="{253AA8D7-3763-4C13-BEDA-9FA52F075FCF}"/>
          </ac:spMkLst>
        </pc:spChg>
        <pc:spChg chg="mod">
          <ac:chgData name="Guillermo AntonioAguirre" userId="42908199-65f4-4d4a-8e05-6e659ccb82ce" providerId="ADAL" clId="{59FF4CD0-5E21-431B-AEB5-F3A7CBD18F0D}" dt="2020-09-03T16:54:34.891" v="3248" actId="1076"/>
          <ac:spMkLst>
            <pc:docMk/>
            <pc:sldMk cId="3008076034" sldId="305"/>
            <ac:spMk id="22" creationId="{DFD1B1A4-A117-4743-B851-5A877F644E49}"/>
          </ac:spMkLst>
        </pc:spChg>
        <pc:spChg chg="mod">
          <ac:chgData name="Guillermo AntonioAguirre" userId="42908199-65f4-4d4a-8e05-6e659ccb82ce" providerId="ADAL" clId="{59FF4CD0-5E21-431B-AEB5-F3A7CBD18F0D}" dt="2020-09-03T16:46:23.389" v="3210" actId="207"/>
          <ac:spMkLst>
            <pc:docMk/>
            <pc:sldMk cId="3008076034" sldId="305"/>
            <ac:spMk id="25" creationId="{5A684DEA-6813-4E2E-B18C-61ADA167FA32}"/>
          </ac:spMkLst>
        </pc:spChg>
        <pc:spChg chg="add">
          <ac:chgData name="Guillermo AntonioAguirre" userId="42908199-65f4-4d4a-8e05-6e659ccb82ce" providerId="ADAL" clId="{59FF4CD0-5E21-431B-AEB5-F3A7CBD18F0D}" dt="2020-09-03T16:50:59.040" v="3212"/>
          <ac:spMkLst>
            <pc:docMk/>
            <pc:sldMk cId="3008076034" sldId="305"/>
            <ac:spMk id="30" creationId="{2ED128FA-1991-45D5-8DE0-F382D80356EE}"/>
          </ac:spMkLst>
        </pc:spChg>
        <pc:spChg chg="mod">
          <ac:chgData name="Guillermo AntonioAguirre" userId="42908199-65f4-4d4a-8e05-6e659ccb82ce" providerId="ADAL" clId="{59FF4CD0-5E21-431B-AEB5-F3A7CBD18F0D}" dt="2020-09-03T16:53:31.644" v="3245" actId="1035"/>
          <ac:spMkLst>
            <pc:docMk/>
            <pc:sldMk cId="3008076034" sldId="305"/>
            <ac:spMk id="32" creationId="{2563FABE-F80E-4BF4-B8A1-CF0BD4507363}"/>
          </ac:spMkLst>
        </pc:spChg>
        <pc:spChg chg="mod">
          <ac:chgData name="Guillermo AntonioAguirre" userId="42908199-65f4-4d4a-8e05-6e659ccb82ce" providerId="ADAL" clId="{59FF4CD0-5E21-431B-AEB5-F3A7CBD18F0D}" dt="2020-09-03T16:53:41.458" v="3247" actId="14100"/>
          <ac:spMkLst>
            <pc:docMk/>
            <pc:sldMk cId="3008076034" sldId="305"/>
            <ac:spMk id="33" creationId="{07EE2C34-2562-4D2E-9A8E-9390684664A8}"/>
          </ac:spMkLst>
        </pc:spChg>
        <pc:spChg chg="mod">
          <ac:chgData name="Guillermo AntonioAguirre" userId="42908199-65f4-4d4a-8e05-6e659ccb82ce" providerId="ADAL" clId="{59FF4CD0-5E21-431B-AEB5-F3A7CBD18F0D}" dt="2020-09-03T16:53:38.179" v="3246" actId="14100"/>
          <ac:spMkLst>
            <pc:docMk/>
            <pc:sldMk cId="3008076034" sldId="305"/>
            <ac:spMk id="34" creationId="{976278D6-82D6-4D68-B5EB-E8BDB57C74A8}"/>
          </ac:spMkLst>
        </pc:spChg>
        <pc:spChg chg="mod">
          <ac:chgData name="Guillermo AntonioAguirre" userId="42908199-65f4-4d4a-8e05-6e659ccb82ce" providerId="ADAL" clId="{59FF4CD0-5E21-431B-AEB5-F3A7CBD18F0D}" dt="2020-09-03T16:57:08.405" v="3289" actId="1037"/>
          <ac:spMkLst>
            <pc:docMk/>
            <pc:sldMk cId="3008076034" sldId="305"/>
            <ac:spMk id="36" creationId="{65B48E71-E493-4E35-8E40-74D361ACBBBA}"/>
          </ac:spMkLst>
        </pc:spChg>
      </pc:sldChg>
      <pc:sldChg chg="add del">
        <pc:chgData name="Guillermo AntonioAguirre" userId="42908199-65f4-4d4a-8e05-6e659ccb82ce" providerId="ADAL" clId="{59FF4CD0-5E21-431B-AEB5-F3A7CBD18F0D}" dt="2020-09-03T14:09:10.741" v="2761" actId="2696"/>
        <pc:sldMkLst>
          <pc:docMk/>
          <pc:sldMk cId="1327211101" sldId="306"/>
        </pc:sldMkLst>
      </pc:sldChg>
      <pc:sldChg chg="addSp delSp modSp add">
        <pc:chgData name="Guillermo AntonioAguirre" userId="42908199-65f4-4d4a-8e05-6e659ccb82ce" providerId="ADAL" clId="{59FF4CD0-5E21-431B-AEB5-F3A7CBD18F0D}" dt="2020-09-03T16:57:17.355" v="3290" actId="1076"/>
        <pc:sldMkLst>
          <pc:docMk/>
          <pc:sldMk cId="1713335761" sldId="306"/>
        </pc:sldMkLst>
        <pc:spChg chg="mod">
          <ac:chgData name="Guillermo AntonioAguirre" userId="42908199-65f4-4d4a-8e05-6e659ccb82ce" providerId="ADAL" clId="{59FF4CD0-5E21-431B-AEB5-F3A7CBD18F0D}" dt="2020-09-03T16:56:49.046" v="3279" actId="20577"/>
          <ac:spMkLst>
            <pc:docMk/>
            <pc:sldMk cId="1713335761" sldId="306"/>
            <ac:spMk id="20" creationId="{6C360A2D-8726-43D5-A42E-16EFE1DBD67D}"/>
          </ac:spMkLst>
        </pc:spChg>
        <pc:spChg chg="add">
          <ac:chgData name="Guillermo AntonioAguirre" userId="42908199-65f4-4d4a-8e05-6e659ccb82ce" providerId="ADAL" clId="{59FF4CD0-5E21-431B-AEB5-F3A7CBD18F0D}" dt="2020-09-03T16:54:57.864" v="3251"/>
          <ac:spMkLst>
            <pc:docMk/>
            <pc:sldMk cId="1713335761" sldId="306"/>
            <ac:spMk id="21" creationId="{8914B57C-BC1C-4777-BDD5-71D4719A49B3}"/>
          </ac:spMkLst>
        </pc:spChg>
        <pc:spChg chg="mod">
          <ac:chgData name="Guillermo AntonioAguirre" userId="42908199-65f4-4d4a-8e05-6e659ccb82ce" providerId="ADAL" clId="{59FF4CD0-5E21-431B-AEB5-F3A7CBD18F0D}" dt="2020-09-03T16:56:05.092" v="3273" actId="1038"/>
          <ac:spMkLst>
            <pc:docMk/>
            <pc:sldMk cId="1713335761" sldId="306"/>
            <ac:spMk id="22" creationId="{DFD1B1A4-A117-4743-B851-5A877F644E49}"/>
          </ac:spMkLst>
        </pc:spChg>
        <pc:spChg chg="del">
          <ac:chgData name="Guillermo AntonioAguirre" userId="42908199-65f4-4d4a-8e05-6e659ccb82ce" providerId="ADAL" clId="{59FF4CD0-5E21-431B-AEB5-F3A7CBD18F0D}" dt="2020-09-03T16:54:50.627" v="3250" actId="478"/>
          <ac:spMkLst>
            <pc:docMk/>
            <pc:sldMk cId="1713335761" sldId="306"/>
            <ac:spMk id="30" creationId="{2ED128FA-1991-45D5-8DE0-F382D80356EE}"/>
          </ac:spMkLst>
        </pc:spChg>
        <pc:spChg chg="mod">
          <ac:chgData name="Guillermo AntonioAguirre" userId="42908199-65f4-4d4a-8e05-6e659ccb82ce" providerId="ADAL" clId="{59FF4CD0-5E21-431B-AEB5-F3A7CBD18F0D}" dt="2020-09-03T16:56:55.657" v="3286" actId="20577"/>
          <ac:spMkLst>
            <pc:docMk/>
            <pc:sldMk cId="1713335761" sldId="306"/>
            <ac:spMk id="32" creationId="{2563FABE-F80E-4BF4-B8A1-CF0BD4507363}"/>
          </ac:spMkLst>
        </pc:spChg>
        <pc:spChg chg="mod">
          <ac:chgData name="Guillermo AntonioAguirre" userId="42908199-65f4-4d4a-8e05-6e659ccb82ce" providerId="ADAL" clId="{59FF4CD0-5E21-431B-AEB5-F3A7CBD18F0D}" dt="2020-09-03T16:57:17.355" v="3290" actId="1076"/>
          <ac:spMkLst>
            <pc:docMk/>
            <pc:sldMk cId="1713335761" sldId="306"/>
            <ac:spMk id="36" creationId="{65B48E71-E493-4E35-8E40-74D361ACBBBA}"/>
          </ac:spMkLst>
        </pc:spChg>
      </pc:sldChg>
      <pc:sldChg chg="add del">
        <pc:chgData name="Guillermo AntonioAguirre" userId="42908199-65f4-4d4a-8e05-6e659ccb82ce" providerId="ADAL" clId="{59FF4CD0-5E21-431B-AEB5-F3A7CBD18F0D}" dt="2020-09-03T14:09:10.929" v="2762" actId="2696"/>
        <pc:sldMkLst>
          <pc:docMk/>
          <pc:sldMk cId="1625198440" sldId="307"/>
        </pc:sldMkLst>
      </pc:sldChg>
      <pc:sldChg chg="addSp delSp modSp add">
        <pc:chgData name="Guillermo AntonioAguirre" userId="42908199-65f4-4d4a-8e05-6e659ccb82ce" providerId="ADAL" clId="{59FF4CD0-5E21-431B-AEB5-F3A7CBD18F0D}" dt="2020-09-03T17:02:12.149" v="3347" actId="1037"/>
        <pc:sldMkLst>
          <pc:docMk/>
          <pc:sldMk cId="3853375437" sldId="307"/>
        </pc:sldMkLst>
        <pc:spChg chg="mod">
          <ac:chgData name="Guillermo AntonioAguirre" userId="42908199-65f4-4d4a-8e05-6e659ccb82ce" providerId="ADAL" clId="{59FF4CD0-5E21-431B-AEB5-F3A7CBD18F0D}" dt="2020-09-03T17:01:57.277" v="3307"/>
          <ac:spMkLst>
            <pc:docMk/>
            <pc:sldMk cId="3853375437" sldId="307"/>
            <ac:spMk id="20" creationId="{6C360A2D-8726-43D5-A42E-16EFE1DBD67D}"/>
          </ac:spMkLst>
        </pc:spChg>
        <pc:spChg chg="del">
          <ac:chgData name="Guillermo AntonioAguirre" userId="42908199-65f4-4d4a-8e05-6e659ccb82ce" providerId="ADAL" clId="{59FF4CD0-5E21-431B-AEB5-F3A7CBD18F0D}" dt="2020-09-03T16:58:50.237" v="3301" actId="478"/>
          <ac:spMkLst>
            <pc:docMk/>
            <pc:sldMk cId="3853375437" sldId="307"/>
            <ac:spMk id="21" creationId="{8914B57C-BC1C-4777-BDD5-71D4719A49B3}"/>
          </ac:spMkLst>
        </pc:spChg>
        <pc:spChg chg="mod">
          <ac:chgData name="Guillermo AntonioAguirre" userId="42908199-65f4-4d4a-8e05-6e659ccb82ce" providerId="ADAL" clId="{59FF4CD0-5E21-431B-AEB5-F3A7CBD18F0D}" dt="2020-09-03T16:58:38.308" v="3298" actId="1035"/>
          <ac:spMkLst>
            <pc:docMk/>
            <pc:sldMk cId="3853375437" sldId="307"/>
            <ac:spMk id="22" creationId="{DFD1B1A4-A117-4743-B851-5A877F644E49}"/>
          </ac:spMkLst>
        </pc:spChg>
        <pc:spChg chg="add">
          <ac:chgData name="Guillermo AntonioAguirre" userId="42908199-65f4-4d4a-8e05-6e659ccb82ce" providerId="ADAL" clId="{59FF4CD0-5E21-431B-AEB5-F3A7CBD18F0D}" dt="2020-09-03T16:59:11.768" v="3302"/>
          <ac:spMkLst>
            <pc:docMk/>
            <pc:sldMk cId="3853375437" sldId="307"/>
            <ac:spMk id="30" creationId="{287A316A-1D47-45CF-9169-E20947A2F9E2}"/>
          </ac:spMkLst>
        </pc:spChg>
        <pc:spChg chg="mod">
          <ac:chgData name="Guillermo AntonioAguirre" userId="42908199-65f4-4d4a-8e05-6e659ccb82ce" providerId="ADAL" clId="{59FF4CD0-5E21-431B-AEB5-F3A7CBD18F0D}" dt="2020-09-03T17:02:05.310" v="3313"/>
          <ac:spMkLst>
            <pc:docMk/>
            <pc:sldMk cId="3853375437" sldId="307"/>
            <ac:spMk id="32" creationId="{2563FABE-F80E-4BF4-B8A1-CF0BD4507363}"/>
          </ac:spMkLst>
        </pc:spChg>
        <pc:spChg chg="mod">
          <ac:chgData name="Guillermo AntonioAguirre" userId="42908199-65f4-4d4a-8e05-6e659ccb82ce" providerId="ADAL" clId="{59FF4CD0-5E21-431B-AEB5-F3A7CBD18F0D}" dt="2020-09-03T17:02:12.149" v="3347" actId="1037"/>
          <ac:spMkLst>
            <pc:docMk/>
            <pc:sldMk cId="3853375437" sldId="307"/>
            <ac:spMk id="36" creationId="{65B48E71-E493-4E35-8E40-74D361ACBBBA}"/>
          </ac:spMkLst>
        </pc:spChg>
      </pc:sldChg>
      <pc:sldChg chg="addSp delSp modSp add">
        <pc:chgData name="Guillermo AntonioAguirre" userId="42908199-65f4-4d4a-8e05-6e659ccb82ce" providerId="ADAL" clId="{59FF4CD0-5E21-431B-AEB5-F3A7CBD18F0D}" dt="2020-09-03T17:20:00.687" v="3598" actId="14100"/>
        <pc:sldMkLst>
          <pc:docMk/>
          <pc:sldMk cId="429404691" sldId="308"/>
        </pc:sldMkLst>
        <pc:spChg chg="del">
          <ac:chgData name="Guillermo AntonioAguirre" userId="42908199-65f4-4d4a-8e05-6e659ccb82ce" providerId="ADAL" clId="{59FF4CD0-5E21-431B-AEB5-F3A7CBD18F0D}" dt="2020-09-03T17:12:23.510" v="3354" actId="478"/>
          <ac:spMkLst>
            <pc:docMk/>
            <pc:sldMk cId="429404691" sldId="308"/>
            <ac:spMk id="17" creationId="{CF14949B-C524-442D-B30C-B15B09E54B7B}"/>
          </ac:spMkLst>
        </pc:spChg>
        <pc:spChg chg="del mod">
          <ac:chgData name="Guillermo AntonioAguirre" userId="42908199-65f4-4d4a-8e05-6e659ccb82ce" providerId="ADAL" clId="{59FF4CD0-5E21-431B-AEB5-F3A7CBD18F0D}" dt="2020-09-03T17:12:19.190" v="3353" actId="478"/>
          <ac:spMkLst>
            <pc:docMk/>
            <pc:sldMk cId="429404691" sldId="308"/>
            <ac:spMk id="20" creationId="{6C360A2D-8726-43D5-A42E-16EFE1DBD67D}"/>
          </ac:spMkLst>
        </pc:spChg>
        <pc:spChg chg="add mod">
          <ac:chgData name="Guillermo AntonioAguirre" userId="42908199-65f4-4d4a-8e05-6e659ccb82ce" providerId="ADAL" clId="{59FF4CD0-5E21-431B-AEB5-F3A7CBD18F0D}" dt="2020-09-03T17:14:10.750" v="3393" actId="1076"/>
          <ac:spMkLst>
            <pc:docMk/>
            <pc:sldMk cId="429404691" sldId="308"/>
            <ac:spMk id="21" creationId="{11ECE46A-D858-4739-8599-89671B5DDB19}"/>
          </ac:spMkLst>
        </pc:spChg>
        <pc:spChg chg="del mod">
          <ac:chgData name="Guillermo AntonioAguirre" userId="42908199-65f4-4d4a-8e05-6e659ccb82ce" providerId="ADAL" clId="{59FF4CD0-5E21-431B-AEB5-F3A7CBD18F0D}" dt="2020-09-03T17:17:19.903" v="3498" actId="478"/>
          <ac:spMkLst>
            <pc:docMk/>
            <pc:sldMk cId="429404691" sldId="308"/>
            <ac:spMk id="22" creationId="{DFD1B1A4-A117-4743-B851-5A877F644E49}"/>
          </ac:spMkLst>
        </pc:spChg>
        <pc:spChg chg="del">
          <ac:chgData name="Guillermo AntonioAguirre" userId="42908199-65f4-4d4a-8e05-6e659ccb82ce" providerId="ADAL" clId="{59FF4CD0-5E21-431B-AEB5-F3A7CBD18F0D}" dt="2020-09-03T17:12:23.510" v="3354" actId="478"/>
          <ac:spMkLst>
            <pc:docMk/>
            <pc:sldMk cId="429404691" sldId="308"/>
            <ac:spMk id="23" creationId="{D42DCA26-D909-4C05-BF24-3070A9BCA31E}"/>
          </ac:spMkLst>
        </pc:spChg>
        <pc:spChg chg="del">
          <ac:chgData name="Guillermo AntonioAguirre" userId="42908199-65f4-4d4a-8e05-6e659ccb82ce" providerId="ADAL" clId="{59FF4CD0-5E21-431B-AEB5-F3A7CBD18F0D}" dt="2020-09-03T17:12:25.670" v="3355" actId="478"/>
          <ac:spMkLst>
            <pc:docMk/>
            <pc:sldMk cId="429404691" sldId="308"/>
            <ac:spMk id="24" creationId="{27068FBE-DCE5-48FB-B6EE-0DB08510A5CE}"/>
          </ac:spMkLst>
        </pc:spChg>
        <pc:spChg chg="del">
          <ac:chgData name="Guillermo AntonioAguirre" userId="42908199-65f4-4d4a-8e05-6e659ccb82ce" providerId="ADAL" clId="{59FF4CD0-5E21-431B-AEB5-F3A7CBD18F0D}" dt="2020-09-03T17:12:23.510" v="3354" actId="478"/>
          <ac:spMkLst>
            <pc:docMk/>
            <pc:sldMk cId="429404691" sldId="308"/>
            <ac:spMk id="25" creationId="{5A684DEA-6813-4E2E-B18C-61ADA167FA32}"/>
          </ac:spMkLst>
        </pc:spChg>
        <pc:spChg chg="del">
          <ac:chgData name="Guillermo AntonioAguirre" userId="42908199-65f4-4d4a-8e05-6e659ccb82ce" providerId="ADAL" clId="{59FF4CD0-5E21-431B-AEB5-F3A7CBD18F0D}" dt="2020-09-03T17:12:23.510" v="3354" actId="478"/>
          <ac:spMkLst>
            <pc:docMk/>
            <pc:sldMk cId="429404691" sldId="308"/>
            <ac:spMk id="26" creationId="{00603FFD-E417-4BBF-A5C1-84A1AD7E1F97}"/>
          </ac:spMkLst>
        </pc:spChg>
        <pc:spChg chg="del">
          <ac:chgData name="Guillermo AntonioAguirre" userId="42908199-65f4-4d4a-8e05-6e659ccb82ce" providerId="ADAL" clId="{59FF4CD0-5E21-431B-AEB5-F3A7CBD18F0D}" dt="2020-09-03T17:12:23.510" v="3354" actId="478"/>
          <ac:spMkLst>
            <pc:docMk/>
            <pc:sldMk cId="429404691" sldId="308"/>
            <ac:spMk id="27" creationId="{EEB0A40C-D8B7-4DB0-A86E-9DF371D747AB}"/>
          </ac:spMkLst>
        </pc:spChg>
        <pc:spChg chg="del">
          <ac:chgData name="Guillermo AntonioAguirre" userId="42908199-65f4-4d4a-8e05-6e659ccb82ce" providerId="ADAL" clId="{59FF4CD0-5E21-431B-AEB5-F3A7CBD18F0D}" dt="2020-09-03T17:12:30.430" v="3356" actId="478"/>
          <ac:spMkLst>
            <pc:docMk/>
            <pc:sldMk cId="429404691" sldId="308"/>
            <ac:spMk id="28" creationId="{16FDCCA7-9866-4ECC-B875-B07254B09D4B}"/>
          </ac:spMkLst>
        </pc:spChg>
        <pc:spChg chg="del">
          <ac:chgData name="Guillermo AntonioAguirre" userId="42908199-65f4-4d4a-8e05-6e659ccb82ce" providerId="ADAL" clId="{59FF4CD0-5E21-431B-AEB5-F3A7CBD18F0D}" dt="2020-09-03T17:12:23.510" v="3354" actId="478"/>
          <ac:spMkLst>
            <pc:docMk/>
            <pc:sldMk cId="429404691" sldId="308"/>
            <ac:spMk id="29" creationId="{A39125F9-8AAC-4DAA-8323-D969189A0104}"/>
          </ac:spMkLst>
        </pc:spChg>
        <pc:spChg chg="del">
          <ac:chgData name="Guillermo AntonioAguirre" userId="42908199-65f4-4d4a-8e05-6e659ccb82ce" providerId="ADAL" clId="{59FF4CD0-5E21-431B-AEB5-F3A7CBD18F0D}" dt="2020-09-03T17:12:23.510" v="3354" actId="478"/>
          <ac:spMkLst>
            <pc:docMk/>
            <pc:sldMk cId="429404691" sldId="308"/>
            <ac:spMk id="30" creationId="{287A316A-1D47-45CF-9169-E20947A2F9E2}"/>
          </ac:spMkLst>
        </pc:spChg>
        <pc:spChg chg="mod">
          <ac:chgData name="Guillermo AntonioAguirre" userId="42908199-65f4-4d4a-8e05-6e659ccb82ce" providerId="ADAL" clId="{59FF4CD0-5E21-431B-AEB5-F3A7CBD18F0D}" dt="2020-09-03T17:14:07.430" v="3392" actId="1076"/>
          <ac:spMkLst>
            <pc:docMk/>
            <pc:sldMk cId="429404691" sldId="308"/>
            <ac:spMk id="31" creationId="{EA180982-D28D-4651-AA3D-4B1C930A95F5}"/>
          </ac:spMkLst>
        </pc:spChg>
        <pc:spChg chg="mod">
          <ac:chgData name="Guillermo AntonioAguirre" userId="42908199-65f4-4d4a-8e05-6e659ccb82ce" providerId="ADAL" clId="{59FF4CD0-5E21-431B-AEB5-F3A7CBD18F0D}" dt="2020-09-03T17:18:19.655" v="3502" actId="1076"/>
          <ac:spMkLst>
            <pc:docMk/>
            <pc:sldMk cId="429404691" sldId="308"/>
            <ac:spMk id="32" creationId="{2563FABE-F80E-4BF4-B8A1-CF0BD4507363}"/>
          </ac:spMkLst>
        </pc:spChg>
        <pc:spChg chg="mod">
          <ac:chgData name="Guillermo AntonioAguirre" userId="42908199-65f4-4d4a-8e05-6e659ccb82ce" providerId="ADAL" clId="{59FF4CD0-5E21-431B-AEB5-F3A7CBD18F0D}" dt="2020-09-03T17:20:00.687" v="3598" actId="14100"/>
          <ac:spMkLst>
            <pc:docMk/>
            <pc:sldMk cId="429404691" sldId="308"/>
            <ac:spMk id="33" creationId="{07EE2C34-2562-4D2E-9A8E-9390684664A8}"/>
          </ac:spMkLst>
        </pc:spChg>
        <pc:spChg chg="mod">
          <ac:chgData name="Guillermo AntonioAguirre" userId="42908199-65f4-4d4a-8e05-6e659ccb82ce" providerId="ADAL" clId="{59FF4CD0-5E21-431B-AEB5-F3A7CBD18F0D}" dt="2020-09-03T17:18:19.655" v="3502" actId="1076"/>
          <ac:spMkLst>
            <pc:docMk/>
            <pc:sldMk cId="429404691" sldId="308"/>
            <ac:spMk id="34" creationId="{976278D6-82D6-4D68-B5EB-E8BDB57C74A8}"/>
          </ac:spMkLst>
        </pc:spChg>
        <pc:spChg chg="mod">
          <ac:chgData name="Guillermo AntonioAguirre" userId="42908199-65f4-4d4a-8e05-6e659ccb82ce" providerId="ADAL" clId="{59FF4CD0-5E21-431B-AEB5-F3A7CBD18F0D}" dt="2020-09-03T17:18:19.655" v="3502" actId="1076"/>
          <ac:spMkLst>
            <pc:docMk/>
            <pc:sldMk cId="429404691" sldId="308"/>
            <ac:spMk id="35" creationId="{61298261-F5DA-4D7D-8445-C68B297B4794}"/>
          </ac:spMkLst>
        </pc:spChg>
        <pc:spChg chg="del mod">
          <ac:chgData name="Guillermo AntonioAguirre" userId="42908199-65f4-4d4a-8e05-6e659ccb82ce" providerId="ADAL" clId="{59FF4CD0-5E21-431B-AEB5-F3A7CBD18F0D}" dt="2020-09-03T17:17:09.639" v="3495" actId="478"/>
          <ac:spMkLst>
            <pc:docMk/>
            <pc:sldMk cId="429404691" sldId="308"/>
            <ac:spMk id="36" creationId="{65B48E71-E493-4E35-8E40-74D361ACBBBA}"/>
          </ac:spMkLst>
        </pc:spChg>
        <pc:spChg chg="del mod">
          <ac:chgData name="Guillermo AntonioAguirre" userId="42908199-65f4-4d4a-8e05-6e659ccb82ce" providerId="ADAL" clId="{59FF4CD0-5E21-431B-AEB5-F3A7CBD18F0D}" dt="2020-09-03T17:15:47.631" v="3481" actId="478"/>
          <ac:spMkLst>
            <pc:docMk/>
            <pc:sldMk cId="429404691" sldId="308"/>
            <ac:spMk id="37" creationId="{78524DFA-CF84-44CC-9304-29F292573032}"/>
          </ac:spMkLst>
        </pc:spChg>
        <pc:spChg chg="add mod">
          <ac:chgData name="Guillermo AntonioAguirre" userId="42908199-65f4-4d4a-8e05-6e659ccb82ce" providerId="ADAL" clId="{59FF4CD0-5E21-431B-AEB5-F3A7CBD18F0D}" dt="2020-09-03T17:18:19.655" v="3502" actId="1076"/>
          <ac:spMkLst>
            <pc:docMk/>
            <pc:sldMk cId="429404691" sldId="308"/>
            <ac:spMk id="38" creationId="{79D4E395-AAD2-434A-8584-71DA9A10E149}"/>
          </ac:spMkLst>
        </pc:spChg>
        <pc:spChg chg="add mod">
          <ac:chgData name="Guillermo AntonioAguirre" userId="42908199-65f4-4d4a-8e05-6e659ccb82ce" providerId="ADAL" clId="{59FF4CD0-5E21-431B-AEB5-F3A7CBD18F0D}" dt="2020-09-03T17:16:54.895" v="3494" actId="1036"/>
          <ac:spMkLst>
            <pc:docMk/>
            <pc:sldMk cId="429404691" sldId="308"/>
            <ac:spMk id="39" creationId="{1DE5AC6D-6E12-4394-81AB-C44F93107D55}"/>
          </ac:spMkLst>
        </pc:spChg>
        <pc:spChg chg="add mod">
          <ac:chgData name="Guillermo AntonioAguirre" userId="42908199-65f4-4d4a-8e05-6e659ccb82ce" providerId="ADAL" clId="{59FF4CD0-5E21-431B-AEB5-F3A7CBD18F0D}" dt="2020-09-03T17:14:47.708" v="3421" actId="20577"/>
          <ac:spMkLst>
            <pc:docMk/>
            <pc:sldMk cId="429404691" sldId="308"/>
            <ac:spMk id="40" creationId="{CF7C4334-3B36-447C-82E8-322BC931C327}"/>
          </ac:spMkLst>
        </pc:spChg>
        <pc:spChg chg="add mod">
          <ac:chgData name="Guillermo AntonioAguirre" userId="42908199-65f4-4d4a-8e05-6e659ccb82ce" providerId="ADAL" clId="{59FF4CD0-5E21-431B-AEB5-F3A7CBD18F0D}" dt="2020-09-03T17:15:42.134" v="3480" actId="1076"/>
          <ac:spMkLst>
            <pc:docMk/>
            <pc:sldMk cId="429404691" sldId="308"/>
            <ac:spMk id="41" creationId="{459C66EA-6186-42DC-A639-19542CD1D5B9}"/>
          </ac:spMkLst>
        </pc:spChg>
        <pc:spChg chg="add mod">
          <ac:chgData name="Guillermo AntonioAguirre" userId="42908199-65f4-4d4a-8e05-6e659ccb82ce" providerId="ADAL" clId="{59FF4CD0-5E21-431B-AEB5-F3A7CBD18F0D}" dt="2020-09-03T17:19:42.811" v="3597" actId="313"/>
          <ac:spMkLst>
            <pc:docMk/>
            <pc:sldMk cId="429404691" sldId="308"/>
            <ac:spMk id="42" creationId="{429F6EB6-5A45-4CFA-AF26-1D308729A553}"/>
          </ac:spMkLst>
        </pc:spChg>
        <pc:cxnChg chg="del">
          <ac:chgData name="Guillermo AntonioAguirre" userId="42908199-65f4-4d4a-8e05-6e659ccb82ce" providerId="ADAL" clId="{59FF4CD0-5E21-431B-AEB5-F3A7CBD18F0D}" dt="2020-09-03T17:12:15.710" v="3351" actId="478"/>
          <ac:cxnSpMkLst>
            <pc:docMk/>
            <pc:sldMk cId="429404691" sldId="308"/>
            <ac:cxnSpMk id="4" creationId="{9F162002-694F-4229-B66D-E49E5678CECC}"/>
          </ac:cxnSpMkLst>
        </pc:cxnChg>
      </pc:sldChg>
      <pc:sldChg chg="add del">
        <pc:chgData name="Guillermo AntonioAguirre" userId="42908199-65f4-4d4a-8e05-6e659ccb82ce" providerId="ADAL" clId="{59FF4CD0-5E21-431B-AEB5-F3A7CBD18F0D}" dt="2020-09-03T17:11:58.147" v="3349"/>
        <pc:sldMkLst>
          <pc:docMk/>
          <pc:sldMk cId="2792042069" sldId="308"/>
        </pc:sldMkLst>
      </pc:sldChg>
      <pc:sldChg chg="addSp delSp modSp add">
        <pc:chgData name="Guillermo AntonioAguirre" userId="42908199-65f4-4d4a-8e05-6e659ccb82ce" providerId="ADAL" clId="{59FF4CD0-5E21-431B-AEB5-F3A7CBD18F0D}" dt="2020-09-03T17:28:22.240" v="3755" actId="1036"/>
        <pc:sldMkLst>
          <pc:docMk/>
          <pc:sldMk cId="47651791" sldId="309"/>
        </pc:sldMkLst>
        <pc:spChg chg="add mod">
          <ac:chgData name="Guillermo AntonioAguirre" userId="42908199-65f4-4d4a-8e05-6e659ccb82ce" providerId="ADAL" clId="{59FF4CD0-5E21-431B-AEB5-F3A7CBD18F0D}" dt="2020-09-03T17:27:50.352" v="3728" actId="1036"/>
          <ac:spMkLst>
            <pc:docMk/>
            <pc:sldMk cId="47651791" sldId="309"/>
            <ac:spMk id="12" creationId="{9D21A4CD-CF9E-4182-9F99-2708D8B77E77}"/>
          </ac:spMkLst>
        </pc:spChg>
        <pc:spChg chg="add mod">
          <ac:chgData name="Guillermo AntonioAguirre" userId="42908199-65f4-4d4a-8e05-6e659ccb82ce" providerId="ADAL" clId="{59FF4CD0-5E21-431B-AEB5-F3A7CBD18F0D}" dt="2020-09-03T17:27:07.968" v="3705" actId="1076"/>
          <ac:spMkLst>
            <pc:docMk/>
            <pc:sldMk cId="47651791" sldId="309"/>
            <ac:spMk id="13" creationId="{E927EF56-64DD-4971-BD92-DD306B7657DF}"/>
          </ac:spMkLst>
        </pc:spChg>
        <pc:spChg chg="del">
          <ac:chgData name="Guillermo AntonioAguirre" userId="42908199-65f4-4d4a-8e05-6e659ccb82ce" providerId="ADAL" clId="{59FF4CD0-5E21-431B-AEB5-F3A7CBD18F0D}" dt="2020-09-03T17:20:11.176" v="3600" actId="478"/>
          <ac:spMkLst>
            <pc:docMk/>
            <pc:sldMk cId="47651791" sldId="309"/>
            <ac:spMk id="21" creationId="{11ECE46A-D858-4739-8599-89671B5DDB19}"/>
          </ac:spMkLst>
        </pc:spChg>
        <pc:spChg chg="del">
          <ac:chgData name="Guillermo AntonioAguirre" userId="42908199-65f4-4d4a-8e05-6e659ccb82ce" providerId="ADAL" clId="{59FF4CD0-5E21-431B-AEB5-F3A7CBD18F0D}" dt="2020-09-03T17:20:16.639" v="3602" actId="478"/>
          <ac:spMkLst>
            <pc:docMk/>
            <pc:sldMk cId="47651791" sldId="309"/>
            <ac:spMk id="31" creationId="{EA180982-D28D-4651-AA3D-4B1C930A95F5}"/>
          </ac:spMkLst>
        </pc:spChg>
        <pc:spChg chg="mod">
          <ac:chgData name="Guillermo AntonioAguirre" userId="42908199-65f4-4d4a-8e05-6e659ccb82ce" providerId="ADAL" clId="{59FF4CD0-5E21-431B-AEB5-F3A7CBD18F0D}" dt="2020-09-03T17:27:41.401" v="3720" actId="1037"/>
          <ac:spMkLst>
            <pc:docMk/>
            <pc:sldMk cId="47651791" sldId="309"/>
            <ac:spMk id="32" creationId="{2563FABE-F80E-4BF4-B8A1-CF0BD4507363}"/>
          </ac:spMkLst>
        </pc:spChg>
        <pc:spChg chg="mod">
          <ac:chgData name="Guillermo AntonioAguirre" userId="42908199-65f4-4d4a-8e05-6e659ccb82ce" providerId="ADAL" clId="{59FF4CD0-5E21-431B-AEB5-F3A7CBD18F0D}" dt="2020-09-03T17:27:41.401" v="3720" actId="1037"/>
          <ac:spMkLst>
            <pc:docMk/>
            <pc:sldMk cId="47651791" sldId="309"/>
            <ac:spMk id="33" creationId="{07EE2C34-2562-4D2E-9A8E-9390684664A8}"/>
          </ac:spMkLst>
        </pc:spChg>
        <pc:spChg chg="mod">
          <ac:chgData name="Guillermo AntonioAguirre" userId="42908199-65f4-4d4a-8e05-6e659ccb82ce" providerId="ADAL" clId="{59FF4CD0-5E21-431B-AEB5-F3A7CBD18F0D}" dt="2020-09-03T17:27:41.401" v="3720" actId="1037"/>
          <ac:spMkLst>
            <pc:docMk/>
            <pc:sldMk cId="47651791" sldId="309"/>
            <ac:spMk id="34" creationId="{976278D6-82D6-4D68-B5EB-E8BDB57C74A8}"/>
          </ac:spMkLst>
        </pc:spChg>
        <pc:spChg chg="mod">
          <ac:chgData name="Guillermo AntonioAguirre" userId="42908199-65f4-4d4a-8e05-6e659ccb82ce" providerId="ADAL" clId="{59FF4CD0-5E21-431B-AEB5-F3A7CBD18F0D}" dt="2020-09-03T17:28:22.240" v="3755" actId="1036"/>
          <ac:spMkLst>
            <pc:docMk/>
            <pc:sldMk cId="47651791" sldId="309"/>
            <ac:spMk id="35" creationId="{61298261-F5DA-4D7D-8445-C68B297B4794}"/>
          </ac:spMkLst>
        </pc:spChg>
        <pc:spChg chg="mod">
          <ac:chgData name="Guillermo AntonioAguirre" userId="42908199-65f4-4d4a-8e05-6e659ccb82ce" providerId="ADAL" clId="{59FF4CD0-5E21-431B-AEB5-F3A7CBD18F0D}" dt="2020-09-03T17:28:06.049" v="3733" actId="1036"/>
          <ac:spMkLst>
            <pc:docMk/>
            <pc:sldMk cId="47651791" sldId="309"/>
            <ac:spMk id="38" creationId="{79D4E395-AAD2-434A-8584-71DA9A10E149}"/>
          </ac:spMkLst>
        </pc:spChg>
        <pc:spChg chg="del">
          <ac:chgData name="Guillermo AntonioAguirre" userId="42908199-65f4-4d4a-8e05-6e659ccb82ce" providerId="ADAL" clId="{59FF4CD0-5E21-431B-AEB5-F3A7CBD18F0D}" dt="2020-09-03T17:20:14.895" v="3601" actId="478"/>
          <ac:spMkLst>
            <pc:docMk/>
            <pc:sldMk cId="47651791" sldId="309"/>
            <ac:spMk id="39" creationId="{1DE5AC6D-6E12-4394-81AB-C44F93107D55}"/>
          </ac:spMkLst>
        </pc:spChg>
        <pc:spChg chg="del">
          <ac:chgData name="Guillermo AntonioAguirre" userId="42908199-65f4-4d4a-8e05-6e659ccb82ce" providerId="ADAL" clId="{59FF4CD0-5E21-431B-AEB5-F3A7CBD18F0D}" dt="2020-09-03T17:20:14.895" v="3601" actId="478"/>
          <ac:spMkLst>
            <pc:docMk/>
            <pc:sldMk cId="47651791" sldId="309"/>
            <ac:spMk id="40" creationId="{CF7C4334-3B36-447C-82E8-322BC931C327}"/>
          </ac:spMkLst>
        </pc:spChg>
        <pc:spChg chg="del">
          <ac:chgData name="Guillermo AntonioAguirre" userId="42908199-65f4-4d4a-8e05-6e659ccb82ce" providerId="ADAL" clId="{59FF4CD0-5E21-431B-AEB5-F3A7CBD18F0D}" dt="2020-09-03T17:20:08.751" v="3599" actId="478"/>
          <ac:spMkLst>
            <pc:docMk/>
            <pc:sldMk cId="47651791" sldId="309"/>
            <ac:spMk id="41" creationId="{459C66EA-6186-42DC-A639-19542CD1D5B9}"/>
          </ac:spMkLst>
        </pc:spChg>
      </pc:sldChg>
      <pc:sldChg chg="modSp add">
        <pc:chgData name="Guillermo AntonioAguirre" userId="42908199-65f4-4d4a-8e05-6e659ccb82ce" providerId="ADAL" clId="{59FF4CD0-5E21-431B-AEB5-F3A7CBD18F0D}" dt="2020-09-03T17:32:39.626" v="3788" actId="13926"/>
        <pc:sldMkLst>
          <pc:docMk/>
          <pc:sldMk cId="3615841890" sldId="310"/>
        </pc:sldMkLst>
        <pc:spChg chg="mod">
          <ac:chgData name="Guillermo AntonioAguirre" userId="42908199-65f4-4d4a-8e05-6e659ccb82ce" providerId="ADAL" clId="{59FF4CD0-5E21-431B-AEB5-F3A7CBD18F0D}" dt="2020-09-03T17:32:39.626" v="3788" actId="13926"/>
          <ac:spMkLst>
            <pc:docMk/>
            <pc:sldMk cId="3615841890" sldId="310"/>
            <ac:spMk id="12" creationId="{9D21A4CD-CF9E-4182-9F99-2708D8B77E77}"/>
          </ac:spMkLst>
        </pc:spChg>
        <pc:spChg chg="mod">
          <ac:chgData name="Guillermo AntonioAguirre" userId="42908199-65f4-4d4a-8e05-6e659ccb82ce" providerId="ADAL" clId="{59FF4CD0-5E21-431B-AEB5-F3A7CBD18F0D}" dt="2020-09-03T17:31:33.176" v="3772" actId="13926"/>
          <ac:spMkLst>
            <pc:docMk/>
            <pc:sldMk cId="3615841890" sldId="310"/>
            <ac:spMk id="13" creationId="{E927EF56-64DD-4971-BD92-DD306B7657DF}"/>
          </ac:spMkLst>
        </pc:spChg>
        <pc:spChg chg="mod">
          <ac:chgData name="Guillermo AntonioAguirre" userId="42908199-65f4-4d4a-8e05-6e659ccb82ce" providerId="ADAL" clId="{59FF4CD0-5E21-431B-AEB5-F3A7CBD18F0D}" dt="2020-09-03T17:29:24.668" v="3763" actId="207"/>
          <ac:spMkLst>
            <pc:docMk/>
            <pc:sldMk cId="3615841890" sldId="310"/>
            <ac:spMk id="32" creationId="{2563FABE-F80E-4BF4-B8A1-CF0BD4507363}"/>
          </ac:spMkLst>
        </pc:spChg>
      </pc:sldChg>
      <pc:sldChg chg="modSp add">
        <pc:chgData name="Guillermo AntonioAguirre" userId="42908199-65f4-4d4a-8e05-6e659ccb82ce" providerId="ADAL" clId="{59FF4CD0-5E21-431B-AEB5-F3A7CBD18F0D}" dt="2020-09-03T17:35:13.756" v="3809"/>
        <pc:sldMkLst>
          <pc:docMk/>
          <pc:sldMk cId="1665842436" sldId="311"/>
        </pc:sldMkLst>
        <pc:spChg chg="mod">
          <ac:chgData name="Guillermo AntonioAguirre" userId="42908199-65f4-4d4a-8e05-6e659ccb82ce" providerId="ADAL" clId="{59FF4CD0-5E21-431B-AEB5-F3A7CBD18F0D}" dt="2020-09-03T17:35:13.756" v="3809"/>
          <ac:spMkLst>
            <pc:docMk/>
            <pc:sldMk cId="1665842436" sldId="311"/>
            <ac:spMk id="12" creationId="{9D21A4CD-CF9E-4182-9F99-2708D8B77E77}"/>
          </ac:spMkLst>
        </pc:spChg>
        <pc:spChg chg="mod">
          <ac:chgData name="Guillermo AntonioAguirre" userId="42908199-65f4-4d4a-8e05-6e659ccb82ce" providerId="ADAL" clId="{59FF4CD0-5E21-431B-AEB5-F3A7CBD18F0D}" dt="2020-09-03T17:35:05.965" v="3808" actId="13926"/>
          <ac:spMkLst>
            <pc:docMk/>
            <pc:sldMk cId="1665842436" sldId="311"/>
            <ac:spMk id="13" creationId="{E927EF56-64DD-4971-BD92-DD306B7657DF}"/>
          </ac:spMkLst>
        </pc:spChg>
        <pc:spChg chg="mod">
          <ac:chgData name="Guillermo AntonioAguirre" userId="42908199-65f4-4d4a-8e05-6e659ccb82ce" providerId="ADAL" clId="{59FF4CD0-5E21-431B-AEB5-F3A7CBD18F0D}" dt="2020-09-03T17:33:43.037" v="3797" actId="207"/>
          <ac:spMkLst>
            <pc:docMk/>
            <pc:sldMk cId="1665842436" sldId="311"/>
            <ac:spMk id="32" creationId="{2563FABE-F80E-4BF4-B8A1-CF0BD4507363}"/>
          </ac:spMkLst>
        </pc:spChg>
      </pc:sldChg>
      <pc:sldChg chg="delSp modSp add">
        <pc:chgData name="Guillermo AntonioAguirre" userId="42908199-65f4-4d4a-8e05-6e659ccb82ce" providerId="ADAL" clId="{59FF4CD0-5E21-431B-AEB5-F3A7CBD18F0D}" dt="2020-09-03T17:38:51.044" v="3906" actId="20577"/>
        <pc:sldMkLst>
          <pc:docMk/>
          <pc:sldMk cId="4008066158" sldId="312"/>
        </pc:sldMkLst>
        <pc:spChg chg="mod">
          <ac:chgData name="Guillermo AntonioAguirre" userId="42908199-65f4-4d4a-8e05-6e659ccb82ce" providerId="ADAL" clId="{59FF4CD0-5E21-431B-AEB5-F3A7CBD18F0D}" dt="2020-09-03T17:38:51.044" v="3906" actId="20577"/>
          <ac:spMkLst>
            <pc:docMk/>
            <pc:sldMk cId="4008066158" sldId="312"/>
            <ac:spMk id="12" creationId="{9D21A4CD-CF9E-4182-9F99-2708D8B77E77}"/>
          </ac:spMkLst>
        </pc:spChg>
        <pc:spChg chg="del">
          <ac:chgData name="Guillermo AntonioAguirre" userId="42908199-65f4-4d4a-8e05-6e659ccb82ce" providerId="ADAL" clId="{59FF4CD0-5E21-431B-AEB5-F3A7CBD18F0D}" dt="2020-09-03T17:36:03.786" v="3811" actId="478"/>
          <ac:spMkLst>
            <pc:docMk/>
            <pc:sldMk cId="4008066158" sldId="312"/>
            <ac:spMk id="13" creationId="{E927EF56-64DD-4971-BD92-DD306B7657DF}"/>
          </ac:spMkLst>
        </pc:spChg>
        <pc:spChg chg="del">
          <ac:chgData name="Guillermo AntonioAguirre" userId="42908199-65f4-4d4a-8e05-6e659ccb82ce" providerId="ADAL" clId="{59FF4CD0-5E21-431B-AEB5-F3A7CBD18F0D}" dt="2020-09-03T17:36:14.690" v="3812" actId="478"/>
          <ac:spMkLst>
            <pc:docMk/>
            <pc:sldMk cId="4008066158" sldId="312"/>
            <ac:spMk id="32" creationId="{2563FABE-F80E-4BF4-B8A1-CF0BD4507363}"/>
          </ac:spMkLst>
        </pc:spChg>
        <pc:spChg chg="del">
          <ac:chgData name="Guillermo AntonioAguirre" userId="42908199-65f4-4d4a-8e05-6e659ccb82ce" providerId="ADAL" clId="{59FF4CD0-5E21-431B-AEB5-F3A7CBD18F0D}" dt="2020-09-03T17:36:14.690" v="3812" actId="478"/>
          <ac:spMkLst>
            <pc:docMk/>
            <pc:sldMk cId="4008066158" sldId="312"/>
            <ac:spMk id="33" creationId="{07EE2C34-2562-4D2E-9A8E-9390684664A8}"/>
          </ac:spMkLst>
        </pc:spChg>
        <pc:spChg chg="del">
          <ac:chgData name="Guillermo AntonioAguirre" userId="42908199-65f4-4d4a-8e05-6e659ccb82ce" providerId="ADAL" clId="{59FF4CD0-5E21-431B-AEB5-F3A7CBD18F0D}" dt="2020-09-03T17:36:14.690" v="3812" actId="478"/>
          <ac:spMkLst>
            <pc:docMk/>
            <pc:sldMk cId="4008066158" sldId="312"/>
            <ac:spMk id="34" creationId="{976278D6-82D6-4D68-B5EB-E8BDB57C74A8}"/>
          </ac:spMkLst>
        </pc:spChg>
        <pc:spChg chg="del">
          <ac:chgData name="Guillermo AntonioAguirre" userId="42908199-65f4-4d4a-8e05-6e659ccb82ce" providerId="ADAL" clId="{59FF4CD0-5E21-431B-AEB5-F3A7CBD18F0D}" dt="2020-09-03T17:36:18.577" v="3813" actId="478"/>
          <ac:spMkLst>
            <pc:docMk/>
            <pc:sldMk cId="4008066158" sldId="312"/>
            <ac:spMk id="35" creationId="{61298261-F5DA-4D7D-8445-C68B297B4794}"/>
          </ac:spMkLst>
        </pc:spChg>
        <pc:spChg chg="del">
          <ac:chgData name="Guillermo AntonioAguirre" userId="42908199-65f4-4d4a-8e05-6e659ccb82ce" providerId="ADAL" clId="{59FF4CD0-5E21-431B-AEB5-F3A7CBD18F0D}" dt="2020-09-03T17:36:34.218" v="3815" actId="478"/>
          <ac:spMkLst>
            <pc:docMk/>
            <pc:sldMk cId="4008066158" sldId="312"/>
            <ac:spMk id="38" creationId="{79D4E395-AAD2-434A-8584-71DA9A10E149}"/>
          </ac:spMkLst>
        </pc:sp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0-08-05T20:55:05.275" idx="1">
    <p:pos x="1267" y="405"/>
    <p:text/>
    <p:extLst>
      <p:ext uri="{C676402C-5697-4E1C-873F-D02D1690AC5C}">
        <p15:threadingInfo xmlns:p15="http://schemas.microsoft.com/office/powerpoint/2012/main" timeZoneBias="360"/>
      </p:ext>
    </p:extLst>
  </p:cm>
</p:cmLst>
</file>

<file path=ppt/ink/inkAction1.xml><?xml version="1.0" encoding="utf-8"?>
<iact:actions xmlns:iact="http://schemas.microsoft.com/office/powerpoint/2014/inkAction" lengthUnit="cm" timeUnit="ms">
  <inkml:definitions xmlns:inkml="http://www.w3.org/2003/InkML">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08-06T05:26:17.364"/>
    </inkml:context>
    <inkml:brush xml:id="br0">
      <inkml:brushProperty name="width" value="0.05292" units="cm"/>
      <inkml:brushProperty name="height" value="0.05292" units="cm"/>
      <inkml:brushProperty name="color" value="#C00000"/>
    </inkml:brush>
  </inkml:definitions>
  <iact:action type="add" startTime="32356">
    <iact:property name="dataType"/>
    <iact:actionData xml:id="d0">
      <inkml:trace xmlns:inkml="http://www.w3.org/2003/InkML" xml:id="stk0" contextRef="#ctx0" brushRef="#br0">12552 2608 0,'-35'0'25,"0"0"71,1 0-82,-1 0-5,0 0-1,-34-35 0,34 35 16,0 0-16,0 0-1,1 0 2,-36 0-1,35 0-1,-34 0 2,-36-35-1,36 35 0,-1 0-1,-34 0 2,34-35-1,1 1-1,34 34 2,-69-35-1,-1 35 0,71 0 0,-36 0 0,-34-35 0,69 35 0,-69 0 0,-35-35 0,0 0-1,34 35 2,1 0-2,34 0 2,1 0-1,-70 0-1,0 0 2,34 0-2,1 0 2,0 0-1,-1 0 0,1 0 0,35 0-1,-36 0 2,36 0-1,-1 0 0,1 0 0,-36 0 0,1 0 0,0 0 0,-1 0-1,36 0 2,-35 0-1,-35 0 0,69 35 0,-34-35 0,34 35 0,35 0 0,-34 0 0,34-1 8,-69 1-7,-1-35 7,71 35-9,-36 0 0,35-1 10,-69-34-9,69 35 8,-34 0-8,-1 0 0,35-35 0,1 0 0,-71 34-1,71 1 2,-1-35-1,-35 35 0,1 0 0,34-35 0,0 0 0,-34 34 0,34 1 0,-35 0 1,-34 0-3,34 0 4,1-35-3,34 34 2,-34 1-2,-1-35 2,1 35-2,-1 0 1,0-1-1,1 1 18,34-35-17,35 35 7,-69 0 2,34-35-9,0 34 0,0-34 0,35 35-1,-35 0 2,1 34-1,34-34 0,-35 0 1,0 0-2,35-1 1,-69 36 0,69-35 1,-70 0-2,35 34 1,35 1 7,0-36-6,-34 36-1,34-35 0,0-1 7,0 1-6,0 0-1,-35 34 0,35-34 8,0 35-8,0-36 0,0 1 0,0 0 0,0 35 8,0-36-1,0 1-5,0 0-4,0 0 3,0-1-1,0 1-1,0 0 2,0 34-2,0-34 2,0 0-1,0 34 0,0 1 8,0-35 0,0 34-8,0 1 0,35-35 0,-35-1 0,34 36 0,-34-35 0,35 34 0,0 1 0,-35-36 0,35 1 1,-1 69-2,-34-69 2,35 0-3,0 35 3,0-36 7,-1 1-8,1 35 0,0-70 0,-35 34-1,35 1 2,0 0-1,-1-35-1,1 35 2,0-1-1,0 1 1,-1 0-2,36 0 0,-35-1 2,34 1-1,1 35 1,-35-70-3,-1 34 4,71 1-4,-36-35 3,-34 35-2,35 0 2,34-35-1,-69 35 1,-1-1-2,71 1 0,-36 0 2,1 0-2,-1-1 2,36 1 0,-1 35 0,0-70-4,-34 69 4,34-34-1,0 0 1,1-1-1,-1 1-1,0 0 0,1-35 2,-1 70-1,-34-36 0,69-34 0,-35 35 1,70 0-2,-35 0 2,69-1-1,-68 1 0,68 35-1,-34-36 2,35 1-2,-70-35 1,35 35 0,-70-35-1,35 0 2,35 35-1,0-1-1,-35 1 2,0 0-2,-70-35 2,70 0-1,35 35 0,-35-1 0,-69-34 0,69 0 0,-35 0 0,1 0-1,-1 0 2,0 0-1,1 0 0,-36 0 0,1 0-1,34 0 3,-69 0-4,0 0 3,34 0-1,1 0 1,-1 0-2,35 0 1,-34-34 0,0-1 0,-1 35-1,70 0 2,-35-35-1,1 0 0,-36 1 0,1 34 0,-1-70 1,1 35-2,34 35 1,1-34 0,-1-1-1,-35 0 2,1 0-1,34-34 0,-34 69 0,-1-70-1,1 36 2,-1-1-1,1-35 1,0 1-2,-1 34 2,1-35-1,-1 1 0,1-1-1,-36-34 2,36 0-3,-35 34 4,34 35-2,-69-69-1,0 35 1,35-36-1,-35 71 2,0-36-1,35 1 0,0-36 0,-35 71-1,0-36 2,0 0-1,0 36 0,0-36 1,0 35-2,0 1 2,0-1-3,0-35 11,0 1-1,0-1 0,-35 1-8,0 34 0,0 0 1,1-34-2,-1 34 1,0-35 1,0 36-1,0-1-2,35 0 2,-34 0 2,34 1-3,-35-1 9,0-35-8,35 36 16,-35-1-15,1 0-3,34 0 4,-35 1-2,0-1 0,0 0 0,35 0-1,-34 35 1,34-35 0,-35 35-1,0-34 2,35-1-1,-35 0-1,0 0 2,1 1-1,-1-1 1,0 0-2,0 0 1,1 1 0,-1-1 1,-35-35-2,36 70 1,-36-69 1,35-1 5,-34 70-4,34-34-3,-35-1 2,36 0-1,-36 0 0,1-34-1,34 34 2,0 35-2,-69-35 2,34-34-2,1 34 2,34 0-1,-35 35-1,35-35 2,-34 1-1,34-1 0,0-35-2,-34 70 3,34-34 0,0-1-3,-34 35 3,34-35 0,0 0-2,0 1 9,1 34 16,-1 0-23,0 0 6,35-35 17,-69 0-7,34 35 5,0 0 11,0-35-33,1 35 32,-1 0 0,0-35-33,0 1 10,0-1 48,1 35-50,-1 0 33,35-35-32,-35 35 24,0-35 8,1 1 24,-1 34 48,35-35-112,-70 35 32,36-35 240,-1 35-184,0-35-48,0 35 193,35-34-233,-35 34 14,1-35 91</inkml:trace>
    </iact:actionData>
  </iact:action>
  <iact:action type="add" startTime="38963">
    <iact:property name="dataType"/>
    <iact:actionData xml:id="d1">
      <inkml:trace xmlns:inkml="http://www.w3.org/2003/InkML" xml:id="stk1" contextRef="#ctx0" brushRef="#br0">25348 2747 0,'0'-35'177,"-35"0"-169,0 0-1,-69 35 2,34-34-2,-34 34 1,0 0 1,-105-35 0,70 35-2,0 0 2,-35 0-2,-35 0 1,35 0-1,35 0 2,0 0-1,-69 0 0,69 0 0,0 0 1,-1 0-3,36 0 2,0 0 0,34 0 0,36 0 0,-36 0 1,0 0-1,-34 0 0,69 0 0,-69 35-1,0-35 2,-1 34-1,1-34 0,-70 35 0,70 0 1,0 0-2,-1-35 1,1 34 0,0 1 0,34-35 0,-34 35-1,34-35 2,36 35-1,-36-1 0,0-34-1,36 35 2,-1 0-1,-69 0 0,69-35 0,-35 35 0,1-1 0,34 1 0,0 0 0,0 0 0,-34-1-1,-1 71 3,-34-36-3,34 1 1,1 34 0,-35-35 0,34 1 0,1 34 1,-1 1-2,-34-1 2,34 35-2,-34-35 0,34 35 1,-34-69 0,34 69 1,1-70-2,34 1 3,35-35-3,0 34 1,-35-69 0,35 35 8,0 0-8,0-1 0,0 1 0,0 70-1,0-1 2,35-35-2,0 36 2,-35-71-1,0 36 0,0 34 0,35 0 0,-1-34 0,-34-35 0,35 69-1,-35-34 2,35 34-1,0-35 0,-35-34 0,35 0-1,-1 34 2,-34-34-2,35 0 2,0 0-1,-35-1-1,69 1 2,-34 35 7,0-70-8,0 35-1,-1-1 2,1-34-1,0 70 1,0-70-2,0 69 2,69-69-2,-69 70 2,34-35-2,1 34 2,34-34-3,-34 0 4,34 34-3,0-69 1,0 70 0,1-1-1,-1-34 2,0 0-2,36 34 2,-1-34-1,-35 0 0,35 34 0,-69-34 0,34 0 0,0 0 0,0-1-1,-34-34 2,34 35-2,-34-35 2,69 35-1,-104-35 1,69 35-2,-34-1 1,-1-34 0,70 0-1,-104 0 1,69 35 1,1 0-1,-1 0 0,-35-35 0,36 0 1,34 35-2,-35-35 1,0 0 0,1 0 0,34 0 0,-35 0 0,35 0 0,0 0-1,0 0 2,0 0-2,-34 0 2,34 0-1,35 0 0,34 0 0,1-35 0,-70 35 0,-35-35 1,1 0-2,-1 0 0,70 1 3,-35-1-3,-35 35 1,1-35 0,-1 0 0,-35 1-1,71-1 2,-36 0-1,35 0 0,0 1 0,35 34-1,-35-35 3,0 0-3,35 0 1,-35 1 0,0-1 1,70-35-3,-1-34 3,1 0 0,69-1-2,-35 1 1,-103 35 0,-71-1 1,1 35-2,-70-34 0,34 34 2,1 0-1,-35 0 0,0 1 0,0-1 0,0-35 8,0 36 0,0-36-8,0 35 0,0 1 0,0-1 0,0 0 0,0 0 0,0 1 0,-35-1-1,35-35 2,-34 36 0,-1-36-2,35 35 1,-70-34 0,36-1 1,-36 1-2,35-36 0,-34 36 1,34-1 0,-35 1 0,36-1 2,-36 1-3,35 34 0,1-35 2,-1 36-2,0-36 3,0 35-3,0 1 2,-34-71-2,34 71 1,0-1 0,-34-35 0,34 36 1,0-36-1,1 70-1,-1-35 2,0 0-2,-35 1 1,36-1 0,-36-35 1,1 36-2,-1-1 0,0 0 1,1 0 2,-1 1-4,-34-36 4,69 35-2,-34 1 0,-1-36-1,35 35 2,-34 1-1,-1-1-2,36 35 2,-36-35 1,35 0-1,1 35-1,-36-35 9,35 1-7,0 34 7,1 0-8,-1-35 17,0 0-18,-34 35 9,34-35 0,-35 1-8,1 34 9,34 0-2,-35-35-7,70 0 0,-34 35-1,-1-35 10,0 35 15,0-34-16,1-1 0,-36 35-8,70-35-1,-35 35 2,35-35-1,-35 1 1,1 34-2,-1-35 1,-35 0 0,36 35 0,-1-35-1,0 35 2,0 0 7,35-34-9,-34-1 1,-36 0 16,35 0-8,0 0 57,1 1 39,-1 34-97,0-35 11,0 35-19,35-35 129,-34 35-112,-1 0 0,35-35-8,-35 35 9,0 0 126,1-34-144,34-1 10,-35 35 39,35-35-40,-35 35 16,0-35 31</inkml:trace>
    </iact:actionData>
  </iact:action>
  <iact:action type="add" startTime="43867">
    <iact:property name="dataType"/>
    <iact:actionData xml:id="d2">
      <inkml:trace xmlns:inkml="http://www.w3.org/2003/InkML" xml:id="stk2" contextRef="#ctx0" brushRef="#br0">25278 11298 0,'0'-34'194,"-35"34"-187,-34 0 1,-1 0 0,-34 0 0,34 0 0,-34 0 0,35 0-1,-1 0 2,-34 0-1,-1 0 0,1 0 0,0 0-1,-70 0 2,70 0-1,-36 34 0,-33 1 0,68-35 0,-34 35 0,70 0 0,-1-35 0,1 0 0,34 0-1,-69 34 2,-1 1-1,36 0 1,-36-35-2,1 35 2,-35 34-2,0-34 2,35 0-3,-70 34 3,35 1-1,0-1-1,34-69 2,1 70-2,34-35 1,1-1 1,-35 1-1,-1 35-1,1-70 2,34 69-1,1-34 0,34 0 0,0-1 1,-34-34-2,69 35 1,-35 0-1,0-35 2,0 35-1,1 34 8,-1-34 0,0 35-7,35-36-2,-35 1 1,1 69 0,-1-34 0,-35-1 0,35 1 0,35 34 0,-69-34-1,34 34 2,35-34-1,-69-1 0,34 35 0,0 1-1,0-36 1,35 35 1,-34 1-1,-36 69 0,35-70-1,0 0 3,1-34-4,-1-1 2,35 1 1,-35 34-2,35-34 2,0-36-2,0 36 2,0-1-1,0 36 0,0-1 0,0 0 0,0 35 0,0 0 0,35-69-1,-35-1 2,35 36-1,-35-36 0,69 1 0,-34 34 0,-35-35-1,35 1 2,0 0-1,-1-1 1,1 35-3,35-34 4,-70-1-3,69 1 1,-34-1 0,34-34 1,-34 0-2,0 0 0,0 0 2,0-1-1,69 1-1,-69 0 2,-1 0-1,36-1 0,-35 1 0,34-35-1,-34 70 2,0-70-1,34 34 0,-34-34 8,35 35-8,-1-35 0,-34 0 16,0 0-15,0 0-3,34 35 2,-34-35 1,69 35 0,35-1-2,-34-34 0,-1 35 2,0 0-1,-34 0-1,-36-35 2,36 0-1,69 0 0,-69 34 0,-36-34-1,36 0 2,34 35-1,-34-35 0,69 35 1,35 0-2,-70-35 1,35 0 1,0 0-2,-34 0 2,34 0-2,-35 0 2,0 0-3,-34 0 3,34 0-1,0 0 1,1 0-2,-1 0 1,0 0 0,1 0 0,-1 0 0,35 0 0,-35-35-1,-34 0 2,-1 35-1,36 0 0,-36-35 0,-34 35-1,104-34 2,-69 34-1,34-35 1,35 0-2,-35 35 1,1-35 0,34 1 0,-35-1 1,-34 35-2,34-35 1,0 35 0,35-35 0,-69 35 0,34-34 0,1-1 0,-1 35 0,-35 0 0,70-35-1,-34 0 2,-1 1 0,0 34-2,35-35 2,-104 35-2,70-35 1,-36 0 0,1 1 0,34-1 0,-34 0 1,-36 35-2,1-70 2,69 36-2,-34-1 2,-35 0-1,34 0 0,-34-34-2,35 34 2,-36 0 2,1-34-4,-35 34 3,35-34 0,0-36-2,-1 36 2,-34 34-2,0-104 1,35 35 0,-35-1 0,0 1 0,0 0 0,0 34 0,0 1 0,0-36 0,0 1 0,0 0 0,0 34 0,0 36 0,0-36 0,0 1 0,0-1-1,0-34 1,0 34 1,0 1-1,-35-1 0,35 35 0,0-69 0,-34 0-1,-1 34 2,0 1-1,0-1-1,1-34 2,-1 34 0,35 1-2,-35-70 1,35 69-1,-35-34 3,35 34-3,-35-34 1,35 69 0,0-34-1,-34-35 2,-1 34-1,35 35 0,0-34 1,0-1 6,-35 1-7,0-1 0,35 35 0,-34-34 1,-1-1-2,35 36 1,0-1 8,-35-35-9,0 70 2,35-69 7,0 34-1,-34-34-6,-1 34 7,35 0 1,-35 0-9,35 0-1,-35 1 1,0-1 0,35 0-1,-34 0 3,-1 1-3,0-1 2,0 0 5,1 35-5,-1-35 0,-35 1 6,1 34-7,-1-70 1,35 70-2,-34-35 1,-35 1 0,-1-1-1,36 0 2,-36 0-1,36 1 0,-1 34 0,-69-35-1,0 35 2,0-35 0,0 0-2,35 0 2,-70 1-2,104 34 2,-34 0-2,34-35 1,36 35-1,-36 0 2,1-35-2,34 35 2,0 0-1,-35 0-1,36 0 2,-36 0-2,1 0 2,34 0-1,-35 0 0,36 0-1,-1 0 2,0 0 7,0 0-8,0 0 8,1 0-8,-1 0 8,0 0 1,0 0 6,1 0 1,-1 0 0,-35 0-16,70 35 0,-69 0 8,34-35 8,0 34-17,0-34 10,1 0-1,34 35-8,-35 0 0,0-35 16,0 0-8,1 35-9,-1-35 26,0 35-26,0-35 18,0 0-10,1 34 11,-1-34-12,35 35-5</inkml:trace>
    </iact:actionData>
  </iact:action>
  <iact:action type="add" startTime="82979">
    <iact:property name="dataType"/>
    <iact:actionData xml:id="d3">
      <inkml:trace xmlns:inkml="http://www.w3.org/2003/InkML" xml:id="stk3" contextRef="#ctx0" brushRef="#br0">10153 11055 0,'35'0'169,"-35"-35"-162,0-69 2,0 34-1,0 1-1,0-35 2,0 34-2,0 1 2,0-71-1,0 1 0,-35-34 0,0 68 0,35 71 0,0-71 0,-35 1-1,35 34 2,0 1-2,0-1 1,-34-34 1,34 69-1,0 1 0,0-36-1,0 35 1,0 1 1,0-36-1,0 35 7,0 0-7,0 1 1,0-1-2,0 0 1,0-34 9,0 34-1,0 0-8,-35 0 0,35 1-1,0-1 2,0 0-1,0 0 0,0-34 0,0 34 0,0 0-1,0-34 10,0 34-2,0 0-6,0 0 7,0 1-8,0-1 8,0 0 8,0 0 48,0 1-57,-35-1 25,35-35-7,-35 70-25,0-69 7,35-1 2,-34 70-9,34-34 8,0-1 0,0 0 8,0 0 72,0 0-49,0 1 58,0-1-89,0 0 0,0 0 0,0 1-8,0-1 0,0 0 0,0 0 8,0 1 128</inkml:trace>
    </iact:actionData>
  </iact:action>
  <iact:action type="add" startTime="85051">
    <iact:property name="dataType"/>
    <iact:actionData xml:id="d4">
      <inkml:trace xmlns:inkml="http://www.w3.org/2003/InkML" xml:id="stk4" contextRef="#ctx0" brushRef="#br0">13873 11611 0,'35'0'49,"0"0"-24,34 0-18,-34 0 0,0-35 2,69 1-2,1-105 2,68 69-1,-34-34-1,35-1 2,35-34-1,0 35 0,-1-35 0,1 0 0,-1 0 0,1 35 1,0-1-2,-70 1 2,35 0-2,-35 34 2,-70 1-1,1 34 0,-1-35-1,1 1 1,-1-1 1,1-34-1,34 35-2,-69-1 3,69 1-1,-69-36-1,0 71 2,-35-1-1,35 0 0,-1 35-1,-34-35 1,35 0 0,-35 1 0,70-1 0,-35-35 1,-1 36-1,1-36 1,35 1-2,-36-1 2,36 1-2,-35-1 1,69-34-1,-69 34 2,0 35-1,34-34 0,1-1 0,-1 1 1,1 34-2,-36-34 0,36 69 2,-70-70-1,35 70-1,0-35 2,34 35 7,-69-34 0,35-1-8,0 35 8,-35-35-8,69 0 0,-34 0 0,34 1 1,-34-1-2,0 0 2,0 0-2,0 35 1,-1-34-1,1-1 2,35 35-1,-36-35 0,-34 0 0,70 35 8,-35-34 0,-35-1 0,35 35-8,-35-35 0,34 0 8,-34 1 8,0-1 64,35 35-80,0-70 8,0 36 8,-1-1-16,1 0 0,0 0 8,-35 0 8,35 1-16,-1-1 63,1-35 65,0 36-111,0 34-17,0-35 1,-1 35-1,1-35-1,0 0 9,0 35-8,-35-34-1</inkml:trace>
    </iact:actionData>
  </iact:action>
  <iact:action type="add" startTime="87131">
    <iact:property name="dataType"/>
    <iact:actionData xml:id="d5">
      <inkml:trace xmlns:inkml="http://www.w3.org/2003/InkML" xml:id="stk5" contextRef="#ctx0" brushRef="#br0">14743 14670 0,'0'-34'41,"69"34"-25,-34 0-9,69-35 2,0 35-1,-34-35 0,0 35 0,69-35-1,35 0 1,-1 1 1,1-1-1,-35 35 0,-34-35 1,34 0-2,0 1 1,-35-36 1,0 70-3,-34-69 3,34 34-1,-34 0 0,34 0 0,-34 1 0,-1 34 0,-34-35 0,69 0 0,-69 0 0,35 0 0,-1 1-1,1 34 1,-36-35 1,36 0-1,34 35-1,-34-35 1,-1 1 0,1-1 1,-35 35-2,69 0 2,-69 0 7,0 0 16,-1-35-25,36 0 2,-35 35-2,34 0 10,35 0-10,1-34 2,-36-1-2,-34 35 2,0 0-2,34 0 2,-34 0 7,35 0-8,-1 0 0,1 0 0,-1 0 0,1 0-1,-1 0 2,1 0-1,34 0 0,-34 0 0,-35 0 0,-1 0 0,1 0 7,0 0 42,34 0-42,-34 0-7,35 0 1,-1-35-1,-34 35 0,35 0-1,-1 0 2,-34-35-1,0 35 0,34 0 8,-34-34 0,0 34 39,0 0 73,-1 0-103,1 0 335</inkml:trace>
    </iact:actionData>
  </iact:action>
</iact:actions>
</file>

<file path=ppt/ink/inkAction2.xml><?xml version="1.0" encoding="utf-8"?>
<iact:actions xmlns:iact="http://schemas.microsoft.com/office/powerpoint/2014/inkAction" lengthUnit="cm" timeUnit="ms">
  <inkml:definitions xmlns:inkml="http://www.w3.org/2003/InkML">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08-06T05:26:17.364"/>
    </inkml:context>
    <inkml:brush xml:id="br0">
      <inkml:brushProperty name="width" value="0.08819" units="cm"/>
      <inkml:brushProperty name="height" value="0.35278" units="cm"/>
      <inkml:brushProperty name="color" value="#FFC000"/>
      <inkml:brushProperty name="tip" value="rectangle"/>
      <inkml:brushProperty name="rasterOp" value="maskPen"/>
    </inkml:brush>
    <inkml:brush xml:id="br1">
      <inkml:brushProperty name="width" value="0.05292" units="cm"/>
      <inkml:brushProperty name="height" value="0.05292" units="cm"/>
      <inkml:brushProperty name="color" value="#C00000"/>
    </inkml:brush>
  </inkml:definitions>
  <iact:action type="add" startTime="10078">
    <iact:property name="dataType"/>
    <iact:actionData xml:id="d0">
      <inkml:trace xmlns:inkml="http://www.w3.org/2003/InkML" xml:id="stk0" contextRef="#ctx0" brushRef="#br0">8727 9456 0,'0'35'58,"35"-35"-51,0 0 2,34 0-3,-34 0 3,35 0-2,-36 0 2,36 0 0,-1 0-2,1 0 2,-35 0-3,34 0 4,1 0-3,-1 0 2,36 0-3,34 0 2,35 0 1,-35 0 0,35 0-2,-35 0 1,69 0-1,-69 0 2,0 0-1,-34 0 0,-36 0 0,1 0-1,-1 0 2,1 0-2,34 0 2,-34 0-1,34 0 1,-34 0-2,34 0 2,0 0-2,35 0 2,0 0-3,-34 0 4,-1 0-3,0 0 2,1 0-2,-1 0 2,35 0-2,-35 0 0,1 0 1,-1 0 2,0 0-4,35 0 3,0 0-1,35 0 0,35 0 0,-35 0-1,-35 0 2,0 0-2,35 0 2,-35 0-2,0 0 3,-35 0-3,35 0 2,-34 0-2,69 0 2,-1 0-3,36 0 4,-70 0-3,35 0 2,-35 0-2,-35 0 0,1 0 2,-1 0 0,-34 0-2,34 0 2,-35 0-3,70 0 3,1 0-1,33 0 0,-68 0-1,34 0 2,-35 0-1,0 0-1,-34 0 2,34 0-1,-34 0 0,-1 0 0,1 0 1,-35 0-2,34 0 1,-34 0-1,35 0 3,-1 0-3,70 0 2,70 34-2,-70 1 2,0-35-2,35 35 3,-35 0-5,0-1 6,35 1-6,-70 0 6,0-35-4,-69 0 0,104 35 1,-34-1 1,-36-34-2,1 0 2,-1 0-1,1 0 0,-1 0 0,36 0-2,-1 0 4,0 0-3,35 0 1,105 0 0,-70 0 0,-35 0 0,69 0 1,-69 0-3,0 0 4,1 0-3,-36 0 2,35 0-2,-35 0 2,35 0-3,-34 0 3,34 0-1,0 0 0,0 0 0,35 0 0,-70 0 0,0 0-1,-34 0 2,-35 0-2,-1 0 2,1 0 7,0 0 9,0 0-17,34 0-1,1 0 2,-1 0-2,1 0 2,-35 0-2,-1 0 1,36 0 0,-35 0 9,0 0 6,-1 0 17,1 0-32,0 0 1,0 0-2,-1 0 1,1 0 0,69 0 0,-69 0-1,0 0 3,35 0-3,34 0 2,-69 0 7</inkml:trace>
    </iact:actionData>
  </iact:action>
  <iact:action type="add" startTime="18566">
    <iact:property name="dataType"/>
    <iact:actionData xml:id="d1">
      <inkml:trace xmlns:inkml="http://www.w3.org/2003/InkML" xml:id="stk1" contextRef="#ctx0" brushRef="#br1">7823 10742 0,'0'-35'48,"35"1"-39,34-1-2,1-35 2,0 36-1,-36-36 1,1 0-2,-35-34 1,35 35 0,0-70 0,-1 0-1,-34 34 2,0-69-1,0-34 0,0 34-1,0-35 2,35-69-1,0 0-1,0 0 2,34 0-1,1 35 0,-35-70 0,-1 104 0,1-34 0,0 34-1,34 1 1,-34-36 2,35 1-4,-35 69 3,-1 0-2,-34 70 2,35-70-1,-35 70 0,35 35 0,-35 34-1,35-69 1,-1-1 1,-34 36-1,0 34 0,35-35-1,0 1 1</inkml:trace>
    </iact:actionData>
  </iact:action>
  <iact:action type="add" startTime="22383">
    <iact:property name="dataType"/>
    <iact:actionData xml:id="d2">
      <inkml:trace xmlns:inkml="http://www.w3.org/2003/InkML" xml:id="stk2" contextRef="#ctx0" brushRef="#br1">15334 12411 0,'34'-35'24,"36"0"-17,69-69 1,0 34 1,70-69-1,-1 0 0,36 35 0,34-105 0,-69 36 0,34-36 0,35-69 0,35 0 0,35-35 0,34-35 0,105 1 0,35-140-1,-1 35 2,1 35-1,-105 35 0,70 34 0,-70 0 0,-104 70-1,-70 104 2,-69 35-1,-35 70 0,-104-1 0,0 70-1</inkml:trace>
    </iact:actionData>
  </iact:action>
  <iact:action type="add" startTime="23670">
    <iact:property name="dataType"/>
    <iact:actionData xml:id="d3">
      <inkml:trace xmlns:inkml="http://www.w3.org/2003/InkML" xml:id="stk3" contextRef="#ctx0" brushRef="#br1">15612 15087 0,'35'-69'65,"34"69"-58,105-35 1,104-34 1,70 34-1,34-69-1,-34 69 2,69-35-1,1 36 0,-36 34 0,0 0 0,-69 0 0,-69 0 0,-36 0 0,-34 0 0,0 0 0,-35 0 0,70 0 0,-35 0 4,-35 0-8,0 0 4,0 0 0,35 0 0,-35 0 0,35 0 0,0 0 1,-1 0-2,-33 0 1,-71 0-1,1 0 2,-36 0-1,36 0-1,-1 0 2,1 0-1,0 0 0,34 0-1,-35 0 2,-34 0-1</inkml:trace>
    </iact:actionData>
  </iact:action>
</iact:actions>
</file>

<file path=ppt/ink/inkAction3.xml><?xml version="1.0" encoding="utf-8"?>
<iact:actions xmlns:iact="http://schemas.microsoft.com/office/powerpoint/2014/inkAction" lengthUnit="cm" timeUnit="ms">
  <inkml:definitions xmlns:inkml="http://www.w3.org/2003/InkML">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08-06T05:26:17.364"/>
    </inkml:context>
    <inkml:brush xml:id="br0">
      <inkml:brushProperty name="width" value="0.08819" units="cm"/>
      <inkml:brushProperty name="height" value="0.35278" units="cm"/>
      <inkml:brushProperty name="color" value="#FFC000"/>
      <inkml:brushProperty name="tip" value="rectangle"/>
      <inkml:brushProperty name="rasterOp" value="maskPen"/>
    </inkml:brush>
    <inkml:brush xml:id="br1">
      <inkml:brushProperty name="width" value="0.055" units="cm"/>
      <inkml:brushProperty name="height" value="0.055" units="cm"/>
    </inkml:brush>
    <inkml:brush xml:id="br2">
      <inkml:brushProperty name="width" value="0.08819" units="cm"/>
      <inkml:brushProperty name="height" value="0.35278" units="cm"/>
      <inkml:brushProperty name="color" value="#002060"/>
      <inkml:brushProperty name="tip" value="rectangle"/>
      <inkml:brushProperty name="rasterOp" value="maskPen"/>
    </inkml:brush>
    <inkml:brush xml:id="br3">
      <inkml:brushProperty name="width" value="0.08819" units="cm"/>
      <inkml:brushProperty name="height" value="0.35278" units="cm"/>
      <inkml:brushProperty name="color" value="#00B050"/>
      <inkml:brushProperty name="tip" value="rectangle"/>
      <inkml:brushProperty name="rasterOp" value="maskPen"/>
    </inkml:brush>
    <inkml:brush xml:id="br4">
      <inkml:brushProperty name="width" value="0.08819" units="cm"/>
      <inkml:brushProperty name="height" value="0.35278" units="cm"/>
      <inkml:brushProperty name="color" value="#FF0000"/>
      <inkml:brushProperty name="tip" value="rectangle"/>
      <inkml:brushProperty name="rasterOp" value="maskPen"/>
    </inkml:brush>
  </inkml:definitions>
  <iact:action type="add" startTime="6058">
    <iact:property name="dataType"/>
    <iact:actionData xml:id="d0">
      <inkml:trace xmlns:inkml="http://www.w3.org/2003/InkML" xml:id="stk0" contextRef="#ctx0" brushRef="#br0">10049 7892 0,'34'-35'312,"1"35"-287,0 0-19,34 0 4,-34 0-2,35 0 0,-36 0 0,1 0-1,35 0 2,-35 0 7,34 0-8,-34 0 7,0 0-7,-1 0 0,1 0 9,0 0-1,0 0 9,-1 0-18,1 0 16,0 0-16,0 0 3,0 0-2,34 0 7,-34 0 2,0 0 7,-1 0-17,1 0 1,35 0 1,-36 0-2,36 0 8,-35 0 2,0 0 8,-1 0-9,1 0-8,0 0 6,34 0 4,-34 0-10,0 0 0,0 0-2,0 0 4,-1 0-2,1 0 0,0 0 7,0 0 2,-1 0-9,1 0 15,0 0 1,0 0 88,-1 0-103,1 0-1,35 0 8,-35 0-9,-1 0 2,1 0-1,0 0 0</inkml:trace>
    </iact:actionData>
  </iact:action>
  <iact:action type="remove" startTime="15346">
    <iact:property name="style" value="instant"/>
    <iact:actionData xml:id="d1" ref="#d0"/>
  </iact:action>
  <iact:action type="add" startTime="15347">
    <iact:property name="dataType" value="strokeEraser"/>
    <iact:actionData xml:id="d2">
      <inkml:trace xmlns:inkml="http://www.w3.org/2003/InkML" xml:id="stk1" contextRef="#ctx0" brushRef="#br1">17281 12202 0</inkml:trace>
    </iact:actionData>
  </iact:action>
  <iact:action type="add" startTime="20002">
    <iact:property name="dataType"/>
    <iact:actionData xml:id="d3">
      <inkml:trace xmlns:inkml="http://www.w3.org/2003/InkML" xml:id="stk2" contextRef="#ctx0" brushRef="#br2">9875 7822 0,'34'0'103,"1"0"-77,70 0-18,-36 0 0,1 0 0,-1 0 0,35 0-2,1 0 4,-70 0-3,34 0 1,1 0-1,-36 0 3,1 0-3,0 0 2,0 0-2,-1 0 2,36 0-2,-35 0 2,34 0-2,1 0 0,-1 0 2,1 0-1,-1 0 0,-34 0 1,0 0-1,0 0-2,0 0 3,-1 0-1,1 0 1,0 0-3,0 0 3,34 0-1,-34 0 8,0 0-7,0 0-3,-1 0 34,1 0 74,35 0-99,-36 0 2,1 0-9,0 0 0,0 0 0,34 0-1,-34 0 2,0 0-3</inkml:trace>
    </iact:actionData>
  </iact:action>
  <iact:action type="add" startTime="26649">
    <iact:property name="dataType"/>
    <iact:actionData xml:id="d4">
      <inkml:trace xmlns:inkml="http://www.w3.org/2003/InkML" xml:id="stk3" contextRef="#ctx0" brushRef="#br3">17489 7196 0,'70'0'122,"0"0"-114,34 0-1,-35 0 2,1 0-3,34 0 4,-34 0-3,-1 0 2,1 0-2,34 0 2,-34 0-2,-36 0 2,1 0-2,35 0 2,-1 0-1,-34 0 0,0 0 0,34 0 0,-34 0-1,0 0 2,0 0-2,-1 0 1,36 0 8,-35 0 0,0 0 0,-1 0-9,1 0 2,0 0 1,0 0-3,-1 0 1,1 0-1,0 0 1,0 0 152,0 0-143,-1 0-10,1 0 1,0 0 1,0 0-3,-1 0 4,1 0 46</inkml:trace>
    </iact:actionData>
  </iact:action>
  <iact:action type="add" startTime="30113">
    <iact:property name="dataType"/>
    <iact:actionData xml:id="d5">
      <inkml:trace xmlns:inkml="http://www.w3.org/2003/InkML" xml:id="stk4" contextRef="#ctx0" brushRef="#br4">18950 14079 0,'35'-34'88,"34"-1"-70,1 35-10,-1-35 1,1 0-3,-1 35 2,36-35 2,-1 1-4,70-1 4,-35 0-5,69 0 6,-68 1-3,-1 34-1,-35 0 0,0-35 0,-34 0 2,-1 35 7,1-35-9,-35 35 18,-1 0-1,1 0-16,0 0 0,0 0 1,34 0-3,1 0 3,-1 0-2,-34 0 3,35 0 6,-36 0-1</inkml:trace>
    </iact:actionData>
  </iact:action>
</iact:actions>
</file>

<file path=ppt/ink/inkAction4.xml><?xml version="1.0" encoding="utf-8"?>
<iact:actions xmlns:iact="http://schemas.microsoft.com/office/powerpoint/2014/inkAction" lengthUnit="cm" timeUnit="ms">
  <inkml:definitions xmlns:inkml="http://www.w3.org/2003/InkML">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08-06T05:26:17.364"/>
    </inkml:context>
    <inkml:brush xml:id="br0">
      <inkml:brushProperty name="width" value="0.05292" units="cm"/>
      <inkml:brushProperty name="height" value="0.05292" units="cm"/>
      <inkml:brushProperty name="color" value="#C00000"/>
    </inkml:brush>
  </inkml:definitions>
  <iact:action type="add" startTime="6314">
    <iact:property name="dataType"/>
    <iact:actionData xml:id="d0">
      <inkml:trace xmlns:inkml="http://www.w3.org/2003/InkML" xml:id="stk0" contextRef="#ctx0" brushRef="#br0">9909 5145 0,'0'-34'9,"-34"34"55,-1 0-57,0 0 1,0 0 9,1 0-10,-1 0 1,-70 0 1,36-35-2,34 35 1,0 0 0,-69 0 0,35 0-1,-1 0 2,0 0-1,1 0 0,-1 0 0,1 0 1,-1 0-2,-34 0 2,0 0-2,-1 0 1,1 0 0,0 0 0,-35 0-1,34 0 3,1 0-3,0 0 1,-1 0 0,1 0 0,0 0 0,34 0 0,-34 0 1,0 0-3,34 0 3,35 0-1,1 0 0,-36 0 1,35 0-2,-34 0 2,34 0-1,-35 0-1,1 0 1,-1 0 0,1 0 1,-1 0-2,1 0 2,-1 0-2,-34 0 2,34 0-2,-34 35 1,69-35 0,0 0 0,1 0 0,-1 0 0,0 0 0,0 34 8,1-34-8,-1 0 8,0 0 1,0 35-6,0-35 1,-104 35-3,35-35-1,0 35 8,34-35 0,35 34-2,1-34-5,-1 0-1,0 0 0,-34 35 8,-1-35-8,35 0 0,-34 35 0,34-35 0,0 0 17,0 0 38,1 0-47,-1 35-7,-35-35 6,1 34-6,34-34-1,0 35-1,-69 0 1,69-35 0,0 35-1,1-1 10,-1 1-1,0-35-7,0 35-2,1-35 1,34 69 8,-35-34-9,35 0 3,-35 35 5,0-1-7,35 1 1,0-36 7,-35 105-9,1-104 1,34 35 9,0-1-10,0 1 2,0-36-2,0 1 0,0 35 2,0-35-1,0-1 1,0 36-2,0-35 0,0-1 2,34 36-1,-34-35 8,35 34-7,0 1 6,0-70-6,-35 34-2,35 36 2,-1-35-1,1 0 0,0-1 0,0 1-2,-1 35 2,36-36 2,-70 36-3,70-35 2,-70-1-1,69 36 0,1-1 7,-70-34-7,69 0 1,-34 34-2,34-34 0,1 0 3,-35 0-3,34 34 2,-34-34-3,35 0 4,-70 0-3,34-35 2,1 34-2,0 1 2,0 0-1,34-35 16,-34 35-18,35-1 11,-1 36-1,-34-70-8,34 35 1,-34-1-2,0 1 2,69 0-1,-34 0 0,-1-1 0,1 1 0,34 0 0,-34 35 0,-1-70-1,1 69 2,-1-34-2,36-35 1,-1 35 0,0-1 1,35 1-1,0 0-1,35 0 2,-35-35-2,-34 34 0,-1 1 1,0 0 1,1-35 0,34 35-1,-35-35-1,0 34 2,-34-34-2,34 35 2,-34 0-2,-1-35 1,1 0 0,34 0 1,0 0-2,70 0 1,-35 0-1,35 0 2,35 0-1,-35 0 0,-35 0 0,69 0 1,-68 0-2,-36 0 2,0 0-2,-34 0 2,-1 0-3,-34 0 3,104 0-1,-104 0 8,69 0-7,-34-35-3,-1 0 3,-34 35-1,35-34 1,-36-1 6,1 0-6,0 35-2,-35-35 1,35 35 0,-1-69 0,1 34 0,0 0 0,0-34 1,-1 34-1,1-34 0,0 34-1,-35-35 10,35 35-11,0 1 3,-1-1-1,1-69 1,-35 34 7,35 1-8,0-1-1,-35-34 2,34 69-1,-34 0-1,35-69 2,-35 34-1,0 1-1,0-1 1,35-34 0,-35 35 0,0 34 0,0-69 1,0 34-2,0 1 2,0-1-2,0 0 2,0 1-2,0-1 2,0-34-3,0 35 4,0-1-4,0 1 2,0-1 1,0 0-1,0-34 0,0 0 0,-35 0 1,35 34-2,-35-34 0,35 34 1,-69 1 2,34-1-3,35-34 1,-35 69-1,1 0 2,-1-34 0,0 34 0,35 0-3,0-34 3,-35-1 7,0 70 8,35-34 31,-34 34-47,-1-35 0,0 35 1,-69-35-1,34 35-1,1 0 9,-36-35-9,36 35 2,34 0-1,-34-34 8,-1 34-7,35 0 7,1 0-9,-1 0 2,-35 0-3,35 0 4,-34 0 6,34 0-2,0 0-5,1 0-1,-1 0 0,0 0 0,0 0 0,1 0 0,-1 0 8,0 0-8,0 0 8,0 0-8,1 0 17,-1 0-18,0 0 19,0 0-12,1 0 2,-1 0-8,0 0 55,0 0 250,0 0-273,1 0-16,-1 0 25,0 0 14,0 0-22,1 0 15</inkml:trace>
    </iact:actionData>
  </iact:action>
  <iact:action type="add" startTime="50521">
    <iact:property name="dataType"/>
    <iact:actionData xml:id="d1">
      <inkml:trace xmlns:inkml="http://www.w3.org/2003/InkML" xml:id="stk1" contextRef="#ctx0" brushRef="#br0">12726 9282 0,'-35'0'153,"0"0"-121,1 0-25,-1 0 18,0 0-17,0 0 0,0 0 0,1-35 0,-1 35 1,0 0-2,0 0 2,-34-34-2,34 34 0,0 0 2,-34 0-2,34 0 10,-35 0-9,36 0-1,-1 0 10,0 0-9,0 0 0,1 0 8,-1 0 0,0 0 0,0 0 16,1 0-23,-1 0-2,0 0 17,0 0-8,0 0-9,1 0 2,-1 0-1,-35 0 24,70 34-24,-34-34 0,34 35 0,-35-35-1,35 35 1,-35 0 9,0 34-9,35-34 16,-35 0-15,1-1-2,34 36 9,0-1 0,0-34 0,0 0 0,-35 0-8,0-1 0,35 1 24,0 0-24,0 0-1,0 34 10,0-34-1,0 0-8,0 0 0,0-1 0,0 36 1,0 34-2,35-69 1,-35 0 9,0 34-10,0-34 9,35 0-8,-1 0 0,-34-1 17,35 1-10,-35 0-8,35-35 18,-35 35-9,35-1-8,-35 1-1,35-35 10,-35 35-1,34 0 0,1-1 9,0 1-17,0 0 15,-1 0 2,36-1-2,0 1 2,-36-35 6,36 35-23,-1 0 8,-34-35-7,-35 34-2,35-34 1,0 0-1,34 0 2,-34 35-1,0 0 0,0-35 17,-1 0-1,1 0-9,0 0-7,0 0 8,-1 0 0,36 0-1,-35 0 2,-1 0 8,36 0-10,-35 0-7,34 0 8,-34 0-8,0 0 0,34 0 7,-34 0 2,0-35-1,34 35-8,-34 0 8,0-35-8,0 35 0,0-34 1,-1 34-2,1-35 9,0 35 9,0 0-18,-35-35 0,34 0 3,1 35 5,0-69 0,0-1-6,-35 36-1,34-1 1,1-35-2,-35 36 1,0-1 0,0-35 8,0 36 0,0-1-8,0-35-1,0 1 10,0-1-9,-35 35 0,35 1 0,0-36 0,0 35 8,0-34-9,-34-1 11,34 36 6,0-1-1,-35 0-7,35 0 16,-35 35-17,35-35-7,-35 35 18,35-34-18,-34 34-1,34-35 2,-35 0 7,0 35-9,35-35 25,-35 35-16,1 0 15,-1-34-22,0 34 15,35-35-17,-35 0 10,0 35 8,1 0-18,34-35 2,-70 35 6,35 0 113,35-34-120,-34-1 0,-36 0 17,35 0-2,-34 1 9,34-1 8,35 0-33,-35 0 11,35 1-3,-35 34-8</inkml:trace>
    </iact:actionData>
  </iact:action>
  <iact:action type="add" startTime="55730">
    <iact:property name="dataType"/>
    <iact:actionData xml:id="d2">
      <inkml:trace xmlns:inkml="http://www.w3.org/2003/InkML" xml:id="stk2" contextRef="#ctx0" brushRef="#br0">12865 9491 0,'35'-35'128,"-1"35"-113,-34-35-6,35 35-1,0-35 0,0 1 0,-35-1-1,35 0 2,-1-34-1,-34 34 0,35 35 0,-35-70 0,35 35 0,0 1 0,-1-36 1,1 35-2,0-34 2,-35 34-2,35 0 2,-35 1-3,34-1 4,36-35-3,-70 36 1,35-36 1,0 0-2,-1 36 1,36-1 1,-35-69-1,-1 69 0,36-35-1,-35-34 1,34 69-1,-34 1 2,35-36-1,-36 1-1,1 34 2,0-35-2,0 35 2,34-34-1,-34-1-1,0 36 2,34-36-1,-34 35 0,35-34 1,-1 34-2,-34 0 2,34-34-3,1 34 4,-35 0-4,34 1 4,-69-1-3,70 0 1,-35 35 8,34-35-8,-34 0 0,34 1 0,-34-1 0,35 0 0,-1 0 0,1 1 0,-35 34-1,34-35 2,36-35-1,-71 70-1,36-69 2,-1 69-1,-34-70 0,0 36 1,69-1-3,-34 0 4,-35 0-4,34 0 4,-34 1 5,0-1-7,-1 35 0,1 0 0,35-35 0,-36 0 0,1 35 0,70-34 8,-36-1-8,35 0-1,-34 0 2,-35 1-2,-1 34 2,36 0-1,0-35 0,-36 0 0,36 35 0,-1-35 0,-34 1 0,0 34 9,35 0-10,-70-35 2,69 0 5,-34 35 10,0 0-15,-1-35-1,1 35 7,35 0 2,-36-34-10,1-1 2,0 35-1,35 0 0,-36 0 0,1 0 0,35 0 0,-1-35 0,-34 0 1,0 35 5,-1 0 3,1 0-9,0-35-1,0 35 20,0 0-21,-1 0 2,1 0 8,35 0 9,-70-34-19,34 34 10,36 0 1,-35 0-1,34-35-7,-34 0-2,0 35 9,0 0 0,-1 0 16,1 0-16</inkml:trace>
    </iact:actionData>
  </iact:action>
  <iact:action type="add" startTime="61202">
    <iact:property name="dataType"/>
    <iact:actionData xml:id="d3">
      <inkml:trace xmlns:inkml="http://www.w3.org/2003/InkML" xml:id="stk3" contextRef="#ctx0" brushRef="#br0">18915 5667 0,'-70'-35'8,"36"35"216,-1-35-215,0 35-2,0 0 2,-34-35-2,34 35 0,0 0 2,1 0-1,-1 0 0,0 0-1,0-34 1,0 34 1,-34 0 7,34 0 0,-34-35 0,-1 35-8,35 0 7,1 0-6,-1 0-1,0 0-1,0 0 9,0 0-6,1 0 6,-1 0-9,0 0 33,0 0-33,1 0 26,-1 0-17,0 0 8,0 0-16,1 0 16,-1 0-16,-35 0 8,35 0 8,1 0-8,-36 35-8,35-35 8,1 0 0,34 34-8,-70-34 16,35 35 0,1 0-16,-1-35 0,35 35 8,-35-35-8,35 34 0,-35-34 0,35 35 1,-35 0-2,1 0 9,-1 0 0,35 34 16,-35-69-24,35 35 24,0 0-16,0-1 0,-35 1-8,35 0 24,0 0-25,0-1 10,0 1-1,0 0 0,0 0 0,0-1-1,0 1 2,0 0 15,0 0-24,35-1 0,0 1 16,-35 0 7,35-35-22,-1 35 15,1 0 0,0-1-15,0 1 6,0 0 9,-1-35-16,1 0 0,0 35 8,34-35 8,-34 34-8,0-34 0,0 0-9,-1 0 3,36 35-3,0-35 9,-1 35-7,1-35 5,-1 0-5,-34 0-1,0 0 0,34 0 0,1 0 0,-35 0 0,34 0 0,-34 0-1,34 0 2,1 0-1,-35 0-1,-1 0 2,36 0-1,0 0 0,-36 0 0,1 0-1,0 0 2,0 0 6,-1 0 2,1 0-10,0 0 19,0 0-20,-1 0 11,1 0-9,0 0 8,0 0 9,0 0-2,-1 0-16,1 0 10,0 0-1,0-35 24,34 0-24,-34 35-8,0-34 0,0-1 8,-1 0 0,1 0 0,0 35-9,-35-34 2,35-36 15,-1 0-16,1 36 1,0-1-2,-35 0 0,0 0 2,35-34-2,-35 34 19,0 0-19,0 1 1,0-1 0,0 0 7,0-34 1,0 34 1,-35 0 94,0 0-79,0 35-15,-34-34-2,34 34 2,0-35-9,1 35 8,-1 0-9,-35 0 2,1-35-1,34 0 0,0 35 0,0 0-1,1 0 2,-1 0-1,-35 0-1,35 0 9,1 0-6,-1 0 12,0-35 3,0 35 7</inkml:trace>
    </iact:actionData>
  </iact:action>
  <iact:action type="add" startTime="69673">
    <iact:property name="dataType"/>
    <iact:actionData xml:id="d4">
      <inkml:trace xmlns:inkml="http://www.w3.org/2003/InkML" xml:id="stk4" contextRef="#ctx0" brushRef="#br0">13421 9943 0,'35'0'217,"0"0"-210,104-35 2,-70 0-1,36 0 1,-36 35-2,36 0 0,-36-35 2,1 1-2,-36 34 2,36 0-1,0-35-1,-36 35 2,36-35 0,-1 0 6,-34 35-7,35-34 0,-36-1 0,36 35 0,-35-35 8,34 35 0,1-35-8,-35 35 8,34-34-9,1-1 1,-1 35 1,36-35-2,-71 35 10,36 0-10,-35 0 2,-1 0-1,1 0 0,35-35 0,-1 1 8,-34 34 8,35-35-17,-1 35 2,-34-35-2,34 0 2,1 35-1,-35-34 1,0-1-2,34 35 1,-34-35 1,0 35-2,-1 0 0,1 0 2,35 0-2,-36 0 2,1 0-1,0 0-1,35 0 2,-36 0 7,1 0 0,0 0 0,34-35-8,1 35 0,-1-35-1,1 35 2,0 0-1,-1 0 0,1 0 0,-36 0 0,36 0 0,0 0 0,-36 0 0,1 0 0,35 0-1,-1 0 2,1 0-2,-1 0 2,1 0-1,34 0 0,-34 0-1,34 0 2,-35 0-1,36 0 0,-36 0 0,1 0 0,-35 0 0,-1 0 0,1 0 17,0 0 6,0 0-23,-1 0 0,1 0 8,0 0 0,0 0-8,0 0 8,-1 0-9,1 0 2,0 0 7,0 35-8,-1-35 17,1 0-19,0 0 19,0 0-9,-1 0-8,1 0-1,35 0 2,-35 0 6,34 0-6,-34 0 8,0 0-10,-1 0 1,1 0 0,0 35-1,35 0 2,34-35 7,-35 0-1,-34 0-6,35 35-1,-1-1 0,-34-34 128,0 0-120,0 0 16,-1 0 120,1 0-144,-35 35 63,35-35 82</inkml:trace>
    </iact:actionData>
  </iact:action>
  <iact:action type="add" startTime="72850">
    <iact:property name="dataType"/>
    <iact:actionData xml:id="d5">
      <inkml:trace xmlns:inkml="http://www.w3.org/2003/InkML" xml:id="stk5" contextRef="#ctx0" brushRef="#br0">18672 10394 0,'0'-69'120,"-70"69"-95,-34-35-19,-1 0 11,71 35-9,-1 0 0,-69 0 0,104-34 0,-35 34-1,0 0 10,0-35-1,1 35 0,-1 0 0,0 0-8,0 0-1,0 0 10,1 0-9,-1 0 0,0 0 0,0 0 0,1 0-1,-1 0 10,0 0-10,0 0 9,1 0-7,-1 0 7,0 0-1,0 0-6,0 0-1,1 0 8,-1 0 0,0 0-8,-34 35 8,34-35-8,0 34 16,-34 1-9,34 0 2,0 0 7,-35-1 0,70 1-16,-34-35-1,34 35 18,-35 0-10,0 0 2,35-1-1,0 1-9,-35 0 1,35 34 9,0-34-1,0 0 0,0 0-8,0-1 0,0 1-1,0 0 2,0 0 7,0-1 0,0 36 8,35-70 1,0 69-10,34 1 1,-34-35 0,0-35-8,0 69 0,0-69-1,-1 35 2,1 0-1,-35 0 0,35-35 0,-35 34-1,35-34 2,-1 0-1,1 0 7,0 35-6,0 0-1,-1-35 17,1 0-18,0 0 1,35 0 0,34 0 0,-35 0-1,70 35 2,-34-1-2,-36 1 3,1-35-4,34 0 3,-34 0-2,-1 0 2,-34 0-1,0 0 8,0 0-8,-1 0 8,-34 35-8,35-35 0,0 0 0,0 0 0,-1 0 0,1 0 0,35-70 0,-36 36-1,36-1 3,0 0-3,-36 35 1,36-35 0,-35 1 0,-1 34 0,1-35 16,0 0-8,-35 0 80,35-34-87,-35 34 7,0-35-1,35 36-7,-35-1 0,0 0 16,0 0 8,0 1 31,0-1-46,0 0-10,0 0 9,-35 1-7,0-1 7,35-35 0,0 36-1,-35-1-6,35 0 55,-35 35-40,1 0 23,-1-35-39,-35 35 1,70-34 0,-34-1-2,-36 0 0,35 0 2,-34 35-1,69-35 0,-35 35 112,-35 0-105,1-34 2,34 34-1,0 0-8,1 0 0,-1-35 8,0 35 104,-35 0-105,36 0-6,-1 0-1,0 0 8,0 0-8</inkml:trace>
    </iact:actionData>
  </iact:action>
  <iact:action type="add" startTime="77105">
    <iact:property name="dataType"/>
    <iact:actionData xml:id="d6">
      <inkml:trace xmlns:inkml="http://www.w3.org/2003/InkML" xml:id="stk6" contextRef="#ctx0" brushRef="#br0">13143 11090 0,'35'-35'137,"0"70"-113,-1-1-16,1 1 0,0 35 0,0-35 8,-1-1 0,1-34 55,0 35-61,35 0-3,34-35 9,-35 35-9,36-1 2,-1 36-1,70-70-1,-70 69 2,70 1-2,-70-1 2,-34-69-1,-1 35-1,1 0 2,34 0-2,-69-1 3,69 1-3,-69-35 1,69 0 0,-34 35-1,-35-35 2,69 0-2,-34 0 2,-1 0-2,1 0 2,-1 0-1,1 0 0,-1 0-1,36 35 2,-71-35-2,71 35 3,-1-35-3,0 34 1,1 1-1,-36 0 2,36 0-1,-1 34 0,35-34 1,-70-35-3,1 69 3,34-34 0,1 0-2,-36 0 2,1-1-2,-35-34 9,-1 0-8,1 0-1,35 0 9,-36 0 1,1 0-9,35 35 0,-1-35-1,36 35 2,-1-35-1,35 35 0,-35 0 0,1-35 0,-36 69 0,1-34 0,-1-35 0,35 35 0,-34 34-1,34-69 3,1 70-3,-36-36 1,1-34 0,-36 0 8,1 0-8,0 0 56,0 0-48,34 35-8,-34 0 0,0-35-1,34 0 2,-34 35 7,35-1-8,-35 1-1,-1 0 3,1 0 14,0-35-18,0 34 19,-1 1-10,1-35-6,-35 35 6,70 0 2,-36-35-9,1 35 0,0-35 0,0 34 0,0 1-1,-1-35 2,1 35-1,0 0 0,-35-1 0,69-34-1,-69 35 2,35 0-1,0 0 8,0-35 64,-1 0-73,36 34 2,-35 1 15,34-35-17,-69 70 2,70-36-1,-35 1 0,-35 35 0,34-70-1,-34 69 3,35 1 5,-35-35 2,0-1-10,35 1 1,-35-70 279</inkml:trace>
    </iact:actionData>
  </iact:action>
  <iact:action type="add" startTime="79393">
    <iact:property name="dataType"/>
    <iact:actionData xml:id="d7">
      <inkml:trace xmlns:inkml="http://www.w3.org/2003/InkML" xml:id="stk7" contextRef="#ctx0" brushRef="#br0">18428 13175 0,'-35'0'240,"1"0"-231,-36 0-2,1 0 2,34 0-1,0 0 0,0 0 0,-34 0 0,34 0 0,-35 0 0,36 0-1,-36 0 1,35 0 1,1 0 7,-1 0-7,0 0-2,0 35 1,1-35 24,-1 0-16,0 35-8,-35 0-1,36-35 10,-36 0-1,1 0-9,34 0 2,-69 35-1,69-1-1,0-34 2,0 0-2,-34 0 2,34 35 7,0 0-8,0 0 8,1-35-8,-1 69 0,0-34 8,35 34-8,-35 1 8,0-1-8,35-34-1,-34 0 2,-1 0-2,35-1 2,0 1 6,0 0 25,0 0-15,0 0-17,-35-1-1,35 36 18,0-35-9,0-1-8,0 1 0,0 0-1,0 0 2,0-1-2,0 1 42,0 0-33,0 0-1,0-1 2,0 1-9,35 35 9,0-70-10,-35 35 1,0-1-1,34 36 2,1-35-1,-35 34-1,35 1 10,-35-36-9,35-34-1,-35 35 26,35 0-26,-1-35 26,1 35-9,0-1-8,0-34-8,-1 35 0,36 35 0,0-70 0,-1 69 0,35-69 0,-34 70 0,-35-35 0,69-1 0,-104 1 0,35-35-1,0 35 2,-1-35-1,1 0 24,0 0-16,34 0-1,-34 0 2,35 0-9,-36 0 0,1 0 0,35 0 0,-1 0 0,36 0-1,-36 0 2,1 0-2,-1 0 2,1 0-1,-35 0 0,69 35 0,-69-35-1,-1 0 2,1 0-2,0 0 2,0 0-1,-1 0 0,1 0 8,0 0 0,35 0 0,-36 0 0,36 0-8,-70-35 0,35 35 16,34 0-8,-34 0 8,35 0-9,-36 0 10,-34-35-10,35 0 18,-35 1-17,35 34-8,-35-35 0,0-35 8,0 35-8,0-34 7,0 34 1,0 0-7,0 1-1,0-1 8,0 0 0,0 0-1,0 1-6,0-1 7,0 0 0,0 0-8,0 1-1,0-1 2,-35 0-2,0-34 2,35 34-2,0-35 2,0-34-1,-34 69 0,-1-34-1,35-1 26,-35 70-25,35-35 24,-35 1-24,35-1 8,-35 0-8,35-34 8,0 34 7,-34-35-14,-1 70-1,35-69 0,-35 34 0,0 0 0,35-34 0,-34 34 8,-1 0 55,0 35-62,0-35-2,0 1 10,1-1 15,-1 35-16,0-35-8,-34 0 17,34 1-19,0 34 3,0 0-2,1-35 2,-1 35-1,35-35 0,-35 35 16,0 0 39,-34-35-46,34 35 14,0 0-6,35-34-9,-35 34 136,1 0-145,-36 0 2,1-35-1,34 35-1,0-35 3,-35 0-4,36 0 11,-1 35 6</inkml:trace>
    </iact:actionData>
  </iact:action>
  <iact:action type="add" startTime="110057">
    <iact:property name="dataType"/>
    <iact:actionData xml:id="d8">
      <inkml:trace xmlns:inkml="http://www.w3.org/2003/InkML" xml:id="stk8" contextRef="#ctx0" brushRef="#br0">6398 8135 0,'34'-35'9,"1"0"-2,-35 1 9,35-36 1,-35 35-9,35 35 0,-35-34 17,34-1 30,-34 0-48,0 0 10,0 0-10,0-34 1,0 34 1,0 0-1,0-34 0,35-35-1,-35 69 2,0 0-2,0 0 2,0-34-1,0 34 0,0 0 0,0 1 0,0-1 24,0 0 31,0 0-54,0 0-1,0-34 0,-35-1 7,1 36 2,34-1-1,0 0-9,0-34 10,-35 69-1,35-35 48,0 0-40,0 0-17,0 1 18,35 34-1,-1-35 0,1 35-17,35 0 1,34 0 1,0 0-2,1 0 2,34 0-2,104 0 2,-69 35-2,35-1 2,34 36-1,0-35-1,-69-1 2,70 1-1,-36 0-1,1 34 2,-35-34-1,-70-35 0,35 0 0,-35 0-1,1 0 2,-36 0-1,1 0 0,34 0 3,-34 0-7,-35 0 5,-1 0-1,36 0-1,34 0 2,-34-35-1,-36 35 0,71-34-1,-70 34 2,34 0-1,35 0-1,-34-35 2,-35 35-1,-1 0 0,71 0-1,-70 0 1,-1 0 1,1 0-2,0 0 1,0 0 1,34 0-1,-34 0 0,34-35 15,-69 105 186,0-36-193,0 1-9,0 0 2,0 0-2,0-1 9,0 36 1,0 34-1,-34-34 0,34-1-1,-35 36-6,35-36-1,0 1 8,0-36-8,-35 36 0,35-35 8,-35 34-8,35-34 0,-34 35 7,-1-1 2,0-34-1,0 0 0,35-1-8,-34 1 8,34 0 23,-35-35-30,0 35-2,35-1 1,-35-34 1,35 35-1,-35-35-1,-34 35 10,34 0-9,0-35 0,1 0 0,-71 0 0,36 0 0,-36 0 0,1 0 0,-35 0-1,35-35 2,34 35-2,-69-35 2,35 35-1,34 0-1,1 0 2,-36-35-2,36 35 2,34 0-2,-104-34 1,104 34 9,0 0-9,1 0 0,-1-35 0,-35 35 0,36 0 8,-1 0-9,0 0 2,0 0-1,-34 0 0,-70-35 0,34 0 0,1 1 0,0 34 0,69 0-1,-35 0 2,-34-35-2,35 0 2,-36 0-1,70 35 0,-34 0 0,34 0-1,-34 0 2,34-34-1,0 34 7,0 0 10,1 0-9,-1 0-9,0 0 2,-35 0-1,36 0 0,-1 0 0,-35 0 0,-34 0-1,35 0 2,-1 0-2,0 0 2,36 0-1,-1 0 0,0 0-1,0 0 1,1 0 8,-1 0 16,0 0 0,0 0-7,1 0-9,-1 0-8,0 0 0,-35 0-1,36 0 18</inkml:trace>
    </iact:actionData>
  </iact:action>
</iact:actions>
</file>

<file path=ppt/ink/inkAction5.xml><?xml version="1.0" encoding="utf-8"?>
<iact:actions xmlns:iact="http://schemas.microsoft.com/office/powerpoint/2014/inkAction" lengthUnit="cm" timeUnit="ms">
  <inkml:definitions xmlns:inkml="http://www.w3.org/2003/InkML">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08-06T05:26:17.364"/>
    </inkml:context>
    <inkml:brush xml:id="br0">
      <inkml:brushProperty name="width" value="0.05292" units="cm"/>
      <inkml:brushProperty name="height" value="0.05292" units="cm"/>
      <inkml:brushProperty name="color" value="#C00000"/>
    </inkml:brush>
  </inkml:definitions>
  <iact:action type="add" startTime="17751">
    <iact:property name="dataType"/>
    <iact:actionData xml:id="d0">
      <inkml:trace xmlns:inkml="http://www.w3.org/2003/InkML" xml:id="stk0" contextRef="#ctx0" brushRef="#br0">12482 8934 0,'-34'0'288,"-71"-34"-281,36-1 3,34 35-3,-69-35 1,34 35 9,35 0-11,1 0 4,-36-35-3,35 35 17,-34 0-7,34 0-10,0 35 1,1 0-1,-1-35 2,35 35-1,-70-35 0,70 34 0,-35 1 0,1-35 0,-1 35 0,0-35 0,-34 35 9,34-1-10,0-34 1,0 35 1,0 0 6,1 0-6,-1 0 7,0-35-9,0 34 2,35 1-2,-34 0 2,-1 34-2,0-34 2,35 0-2,-35 69 1,35-34 8,-34-36-7,34 36 6,0-35-7,0 69 0,0-69 0,-35 34 0,0 1 0,35-35 0,0-1 0,0 1 1,-35 35-3,35-36 11,0 1-8,0 0-2,0 0 18,0-1-10,0 1-7,0 35 0,0-35 0,35 34 0,-35 1 0,35-36 1,0 1-1,-35 35-1,34-36 2,-34 1 6,35 0-6,0 0 6,-35-1 1,35 1-7,-1-35 7,36 35-9,-35-35 2,-1 35-1,36-1 0,-35 36 0,0-70-1,69 70 2,-35-70-2,-34 69 1,70-34 0,-36 34 1,1-34-3,-1-35 3,1 35-1,-36 0 1,1-35 6,0 0-7,0 0 9,0 0-9,-1 0-1,1 0 2,35 0-2,-1 0 2,1 0-2,-36 0 2,36 0-2,0 0 2,-36 0-2,71 0 1,-36 0 0,35-35 0,-34 0 0,0 35 0,-36 0 0,36 0 0,-1-35 0,-34 1 1,0 34-1,0 0-1,-1-35 9,1 0-8,0 0 9,0-34-1,0-36 0,-35 36-9,34 34 2,-34 0-2,0 1 2,0-36-2,35 1 2,-35 34 6,0-35 1,0 36-1,0-36-6,0 35-1,0 1 0,0-36 0,0 0 0,0 1-1,0-1 2,0 36-2,0-36 3,0-34-3,-35 69 2,35 0-2,0-34 2,-34-1-2,34 35 2,-35 1-1,35-1 0,-35-35 0,35 36-1,-35-36 2,0 70-2,35-69 1,-34 69 0,34-35 0,-35 0 0,35 0 0,-35 1 8,35-1 0,0 0 0,-35 0 1,1 35-10,-1-34 2,0 34-1,35-35 0,-69 0-1,-1 35 2,35-35-1,-34 0 0,-36 1 0,71 34-1,-1-35 2,0 35-1,-34-35-1,34 35 1,0 0 0,0 0 0,0 0 1,-34-35-2,34 35 10,0 0-10,1 0 1,-1 0 1,-35 0 7,36 0 0,-1 0-9,0 0 2,0 0-2</inkml:trace>
    </iact:actionData>
  </iact:action>
  <iact:action type="add" startTime="20583">
    <iact:property name="dataType"/>
    <iact:actionData xml:id="d1">
      <inkml:trace xmlns:inkml="http://www.w3.org/2003/InkML" xml:id="stk1" contextRef="#ctx0" brushRef="#br0">12761 8934 0,'34'0'89,"1"0"-74,0 0 41,34-34-33,-69-1-15,0 0 1,35 0-1,0-34 0,-35-1 8,35 1-7,0-1-2,-35 35 2,34-34-3,1 34 4,-35 0-3,0 1 2,35-36-2,0 35 2,-1-34-1,-34 34 7,35-34-6,-35 34-2,35 0 2,34-34-2,-69 34 2,35-35-2,35 35 10,-35-69-9,34 69-2,-34-34 4,34-1-2,-34 36 0,0-36 0,0 35-1,0 1 2,-1-1-2,1 0 2,0 0-1,34 1-1,-34-1 2,0 0-1,34 0 0,1 35 0,-35-35-1,34 1 2,1-1-2,-1 0 3,1 0-3,69 1 1,-69-1 0,34 0 0,-35 35 0,1-35 0,-35 35-1,104-34 2,-104 34-2,-1 0 1,1 0 0,69-35 0,-69 35 0,70-35 8,-71 35-7,36 0-1,34-35-1,-34 35 2,-1-34 7,36-1-9,-71 0 2,1 35-2,0 0 2,34-35-2,-34 0 2,35 35 15,-36-34 7,1 34-23,0-35 1,0 35-1,34-35 0,-34 35-1,35-35 1,-36 35 9,1-34-10,0 34 33,0 0-32,-1-35 0,36 0 31,0 0-13,-36 35-11,1-34 17,0 34-8,0 0-16,34-35 1,-34 35 14,35 0-7,-36 0-1,1 0-5,0 0-3,0 0 2,34 0-2,-34 0 2,34 0-2,1 0 1,0 0 1,34 0-2,0 0 2,-34 0-2,-1 0 2,36 0-2,-36 0 2,1 0-2,-36 0 1,36 0 1,-35 0 6,-1 0-6,1 0-2,0 0 2,0 0-2,0 0 2,34 0-2,35 0 2,-34 0-2,-1 0 2,1 0-2,34 0 2,-69 0-2,35 0 0,-1 0 1,-34 0 2,0 0-3,0 0 9,-1 0 0,1 0-7,0 0-1,0 0-1,-1 0 9,1 0-7,0 0 14,0 0 2,-1 0 15,1 0-9,0 0-6,0 0 14</inkml:trace>
    </iact:actionData>
  </iact:action>
  <iact:action type="add" startTime="24431">
    <iact:property name="dataType"/>
    <iact:actionData xml:id="d2">
      <inkml:trace xmlns:inkml="http://www.w3.org/2003/InkML" xml:id="stk2" contextRef="#ctx0" brushRef="#br0">13595 10707 0,'35'0'120,"0"0"-112,34 0 0,36 0 0,-36 0 0,35 35 0,-34 0-1,-1 0 3,1-1-2,0 1-1,34-35 0,35 35 3,-70 0-3,1-1 1,0-34 0,-36 0 1,71 0-2,68 35 1,-68 0 0,-1 0 1,-34-35-1,69 34 0,-70-34-1,1 35 2,-1-35 7,-34 0-9,0 0 8,34 35 10,-34-35-17,0 0 1,104 35-2,-69-35 1,69 35 2,-70-1-4,1-34 2,34 0 0,0 0-1,35 0 2,1 0 0,-1 0-2,69 0 1,-103 0 0,-1 0 1,0 0-2,-34 0 2,-1 0-2,-34 0 2,0 0-2,34 0 73,-34 0-72,35 0 0,-1-34 0,-34 34 0,35 0 0,-36 0 1,1 0-3,35 0 3,-1-35-1,-34 0 1,0 35 15,-1 0 7,1 0 1,35 0-16,34-35 0,-104 0-8,35 35-1,0 0 2,34-34-1,-34 34 0,0 0 0,69 0 0,-69-35 0,0 35 1,-1 0-1,1 0-1,69-35 2,-69 35 6,0 0-7,35 0 1,-70-35-2,34 35 1,1 0 8,0 0-1,0-34-6,-1 34 15,1 0-16,0-35 0,69 0 8,-34 35 8,-1-35-16,-34 1 1</inkml:trace>
    </iact:actionData>
  </iact:action>
  <iact:action type="add" startTime="28119">
    <iact:property name="dataType"/>
    <iact:actionData xml:id="d3">
      <inkml:trace xmlns:inkml="http://www.w3.org/2003/InkML" xml:id="stk3" contextRef="#ctx0" brushRef="#br0">17142 11333 0,'-35'0'80,"35"-69"-64,35-1 0,-35 35-9,35-34 3,-35 34 5,0-35-7,0 1-1,0 34 1,0-34 1,0 34-1,0-69 0,0 69 0,0 0 0,0 0 0,0 1 0,0-1 1,0 0 302,0 0-286,0 0 6,0 1-14,0-1 30,34 0 9,-34 0-49,35 1 98,35 34-88,-1 0-11,1-35 4,-1 0-3,1 35 2,-1 0-2,1 0 1,-35 0 0,-1 0 0,36 0 0,-35 0 0,-1 0 0,36 0 0,-35 0 8,0 0-8,-1 0 25,1 0-17,0 0 0,0 0-9,-1 0 2,1 0-2,0 0 2,0 0-2,34 0 2,36 0-2,-71 0 9,71 35-8,-71-35 0,36 35 7,-35-35-6,-1 0-2,36 0 3,-35 0-3,0 0 129,-35 34-120,34-34-8,1 0 96,0 35-80,0-35-9,-35 35-6,0 0-1,0-1-1,34 71 2,-34-70-1,0-1 0,0 1 0,35 35 0,-35-1 8,0-34-8,0 0 0,0-1 32,0 1 8,0 0-33,0 0-5,0-1 21,35-34 8,-35 35-22</inkml:trace>
    </iact:actionData>
  </iact:action>
  <iact:action type="add" startTime="30791">
    <iact:property name="dataType"/>
    <iact:actionData xml:id="d4">
      <inkml:trace xmlns:inkml="http://www.w3.org/2003/InkML" xml:id="stk4" contextRef="#ctx0" brushRef="#br0">12830 11507 0,'35'0'88,"0"35"-79,-35 34-2,34 1 2,1-1-2,0 1 2,35 34-1,-36 0 0,36-34-1,-35-1 1,34 1 1,-34-1-1,34-34-2,-34-35 4,0 35-3,35 0 1,-36-1 8,1-34 1,0 0-10,0 35 1,34-35 8,-34 0-8,35 35 0,-36-35 0,36 0 0,-1 35 0,1-35 0,34 35 1,1-1-2,-1 36 2,70-35-2,34 34 2,-69 1-1,35-1 0,-35-34 0,70 0 0,34 34-2,36 35 4,-36-34-3,0-35 2,-34 0-2,-35 34 2,-70-34-2,0-35 1,-69 0 0,0 0 8,0 0 16,34 0-24,-34 0 0,35 0 0,-1 0 0,35 0 0,1 0 0,34 0 0,-35 0 1,0 0-3,-34 0 4,0 0-2,-1 0 0,-34 0-1,34 0 9,-34 0 0,0 0-1,0 0 2,-1 0-9,1 0 0,35 0 8,-35 0 0,34 0-8,1 0 0,34 35 0,-35-1 0,1-34 0,0 0 1,-1 35-3,1-35 11,-1 35-8,-34-35 15,0 35-16,0-35 14,-1 34-13,1-34-1,0 35 8,0-35-7,34 0-3,-34 35 4,0-35 5,-1 35 1,1-35-8,0 34 1,0 1-1,0-35-2,-35 35 4,69-35-2,-34 35 7,0-1 1,-1 1 1,-34 0-2,35 0 10,0 0 5,0-1 11,-1-34-24,-34 35-1,35-35 0</inkml:trace>
    </iact:actionData>
  </iact:action>
  <iact:action type="add" startTime="35847">
    <iact:property name="dataType"/>
    <iact:actionData xml:id="d5">
      <inkml:trace xmlns:inkml="http://www.w3.org/2003/InkML" xml:id="stk5" contextRef="#ctx0" brushRef="#br0">17072 13627 0,'0'105'120,"0"-36"-112,0 35 1,0 70-2,35-69 1,-35-1 0,35 0 1,-35-34-2,0-1 2,35 36-2,-1-1 2,-34-35-2,0 36 1,0-71 8,0 36-8,0-35 8,0-1-8,0 1 0</inkml:trace>
    </iact:actionData>
  </iact:action>
  <iact:action type="add" startTime="36655">
    <iact:property name="dataType"/>
    <iact:actionData xml:id="d6">
      <inkml:trace xmlns:inkml="http://www.w3.org/2003/InkML" xml:id="stk6" contextRef="#ctx0" brushRef="#br0">17246 13454 0,'0'0'1,"104"0"14,-34 34-7,69 1 0,-35-35 0,35 0 0,0 0 0,1 0 0,33 0 0,-34 0 0,1 0 0,-36 0 0,70 0 0,-105 0 0,70-35 0,-69 1 0,-1 34 1,1 0-1,0 0-1,-36 0 2,1 0-2,0 0 9,0 0-7,-1 0-2,1 0 8,0 34 2,0 1-1,-35 0-9,0 34 2,34-34-1,-34 0 0,0 34 9,0-34-10,0 0 1,0 0 0,0 34 0,0-34 0,0 0 1,0 34-2,0 1 2,0-1-2,0 1 1,0-1 0,0-34-1,0 0 2,-34 69 0,34-69-2,-35 35 2,0-1-2,35-34 0,-35 34 3,1-34-4,34 0 3,-35 0 0,0-1 6,0 1 1,35 0-8,-34-35 9,-1 0-1,-35 0-9,1 0 2,34 35-2,0-35 2,-69 34-1,69-34 7,0 0-8,0 0 10,1 0-9,-1 35-1,-35-35 26,36 0-25,-36 0 0,1 0 0,-1 0 0,-69 0 0,-35-35 0,35 1 1,-35-36-3,35 35 4,0 1-4,35-1 4,69 35-3,0 0 1,0 0 0</inkml:trace>
    </iact:actionData>
  </iact:action>
</iact:actions>
</file>

<file path=ppt/ink/inkAction6.xml><?xml version="1.0" encoding="utf-8"?>
<iact:actions xmlns:iact="http://schemas.microsoft.com/office/powerpoint/2014/inkAction" lengthUnit="cm" timeUnit="ms">
  <inkml:definitions xmlns:inkml="http://www.w3.org/2003/InkML">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08-06T05:26:17.364"/>
    </inkml:context>
    <inkml:brush xml:id="br0">
      <inkml:brushProperty name="width" value="0.05292" units="cm"/>
      <inkml:brushProperty name="height" value="0.05292" units="cm"/>
      <inkml:brushProperty name="color" value="#C00000"/>
    </inkml:brush>
  </inkml:definitions>
  <iact:action type="add" startTime="5861">
    <iact:property name="dataType"/>
    <iact:actionData xml:id="d0">
      <inkml:trace xmlns:inkml="http://www.w3.org/2003/InkML" xml:id="stk0" contextRef="#ctx0" brushRef="#br0">12552 8969 0,'-35'-35'72,"0"35"-40,1 0-15,-1 0-9,0 0 7,-34 0-6,-1 0-1,1 0 0,-1 0-1,0 0 2,1 0-1,-35 0-1,-1 0 2,1 0-1,34 0-1,-34 0 2,35 0-1,-1 0 0,0 0 0,1 0 0,-1 0 0,36 35 0,-36 0 0,35-35 0,-34 35 0,34-1 0,0 36 0,0-35 0,1 34-1,-1-34 2,-35 35-1,36-1 0,-1 1 0,-35-36 0,70 1 0,-34 0 0,34 0 8,0-1 0,0 1 8,0 0-16,0 0-1,0 34 1,34 1 0,-34-1 0,35 36 1,0-36-1,0 1-1,-1-1 2,1 1-1,0 34-1,34-34 2,-34-1-1,35 1 0,-35 34 0,-1-69 0,1-1 0,0 1 0,0 0 0,-1-35 0,-34 35 0,70-35 7,-70 34-6,35 1-1,69-35-1,-34 35 2,-1 0-1,1-1 0,34 1 0,35 35 0,-35-70-1,1 69 2,-1 1-1,35-35 0,-35-1-1,1-34 1,34 35 1,-70 0-1,-34-35 0,35 0-1,34 0 2,-69 0-1,-1 0 0,36 0 0,34 0 0,-69-35 0,0 0 0,69-34 0,-69 34 1,0 0-3,-1-69 2,36 69 0,-70-34 1,70-36-1,-70 71-1,34-1 2,-34 0-2,35-34 2,-35 34-1,0 0 8,35-34-9,-35 34 9,0-69-7,0 69-1,0 0 0,0-69 0,0 34 0,0 1 1,0-36-2,0 1 0,0 0 2,-35 34-1,-34-34 0,34 0 1,-35-1-2,35 36 1,-34-1 0,34 1-1,-34-1 2,34 1-1,35 34 0,0 0 0,-35 0-1,35 1 26,-35 34-1,1-35-17,-36 0-6,0 35-1,1-69 0,-1 34 0,-34 35 0,35-35 1,-36 0-3,70 35 2,1 0 1,-36 0-2,1 0 2,34 0 7,-35 0-8,36 0 8,-1 0-8</inkml:trace>
    </iact:actionData>
  </iact:action>
  <iact:action type="add" startTime="9581">
    <iact:property name="dataType"/>
    <iact:actionData xml:id="d1">
      <inkml:trace xmlns:inkml="http://www.w3.org/2003/InkML" xml:id="stk1" contextRef="#ctx0" brushRef="#br0">12622 8726 0,'0'35'17,"69"-35"-10,35-35 2,35-35-1,1 1 0,68-1 1,-34-34-2,0 0 0,-35-1 2,35 36-1,0-35 0,-105-1 0,1 36-1,34-36 2,-69-34-1,69 35 0,-34 35 0,-36-70 0,36 34 0,0 1 0,34-35 1,0 35-3,0-35 3,36 34-1,-36 36 0,0-1 0,1 1 0,-1-1 0,0 35 0,0 1 0,70-1-1,-35 0 1,35 0 0,-35 1 1,0-1-1,-69 35 0,-1 0 0,-34 0 0,0 0 0,0 0 40,34 0-40,-34 0 7,69 0-6,1 0-1,-70 0 0,34 35 0,-34-1 0,34-34 0,-34 35 0,35 0 0,-36-35-1,1 35 2,0-1-1,0-34 16,0 35 248,-1-35-265,36 0 1,69 0 0,35 0 1,-35 0-1,35 35 0,-105-35-1,36 0 2,-1 0-1,-35 0 0,1 0-1,-35 0 1,-1 0 1,1 0-1,0 0-1,0 0 9,0 0-7,-1 0 7,1-35-8,-35 0 16,35 1-16,0-1 0,-35 0 8,0-34-8,34 34 0,-34 0 0,0 0-1,0 1 2,0-36-1,0 35 8,0-34-9,0 34 2,-34 0-1,-1-34 8,0 69 0,-34-35-8,-1 0-1,35 0 2,-34 1-1,-1 34 0,1 0 8,-1 0-9,1 0 2,34 0-1,0 0 0,-35 0-1,1 0 2,34 0-2,0 0 2,1 0-1,-1 0-1,0 0 2,-34 0-1,34 0 7,-35 0-6,35 0 7,1 0-8,-1 0 0,0 0 0,0 0-1,1 0 1,-1 0 1,-35 0 6,36 0-6,-36 0-2,35 0 2,0 0-1,-34 0 0,-1 34 0,70 1 0,-34 0 0,-1-35 0,0 35-1,35-1 33,0 1-31</inkml:trace>
    </iact:actionData>
  </iact:action>
  <iact:action type="add" startTime="12037">
    <iact:property name="dataType"/>
    <iact:actionData xml:id="d2">
      <inkml:trace xmlns:inkml="http://www.w3.org/2003/InkML" xml:id="stk2" contextRef="#ctx0" brushRef="#br0">13352 9943 0,'34'0'8,"-34"34"8,35-34-8,-35 35 1,70 0 7,-35 0 0,-35-1-8,69 1 1,-34 0-3,34 34 4,1 1-3,34-35 1,35 69 0,-69-34 1,-1 34-2,36-104 1,34 69 0,-104 1 0,69-35-1,0-1 2,-34 1-1,-1 0-1,-34 34 2,69-69-1,1 35 0,-36 0 0,1-35 0,-1 69 0,36-34-1,-1-35 2,-34 35 0,34 0-2,0 0 2,-34-35-2,34 0 0,0 0 2,1 0-1,-1 0 0,35 34 0,35-34 0,0 70 0,34-35 0,-69-1 0,-34-34-1,-1 35 3,-34 0-3,-1-35 1,1 0 0,-36 0 0,1 0 0,0 0 0,0 0 0,0 0 8,34 0 0,1 0-8,-1 0 0,35 0-1,1 0 3,-1 0-3,0 0 0,-34 0 2,34 0-2,-69 0 2,0 0-1,69 0 0,-34-35 0,-36 35 8,1 0-8,0 0 0,0 0 0,34-35-1,-34 1 1,35-1 1,-36 35-1,36-35 0,-35 0-1,34 35 10,-34-34-10,-35-1 2,35 0-1,0 0 16,-1 35-16,-34-35 8,0 1-8,0-1 24,0 0-17,0 0-6,0 1-1,0-1 0,0 0 0,0-34 0,0-36 0,0 71 0,-34-1 0,-1 0 0,0 35 0,35-69 8,-35 69 16,35-35-16,-35 35 0,1 0 16,-1-35-24,-35 0 16,36 35-16,-1-35 0,0 35 0,-35 0 0,36-34 0,-36-1 8,35 35-1,1 0-6,-1-35-1,0 35 0,-34-35 0,34 35 8,0 0-8,0 0 0,0 0 0,1 0 0,-36 0 8,35 0 0,-34 0-8,34 0 0,0 0 0,-34 0 0,34 0 7,-35 0-6,36 35-1,-36-35 16,35 0-8,1 0-8,-1 35 0,0-35 8,0 0-8,1 0-1,-1 0 1,35 35 1,-35-35 7,0 34-9,0-34 18,1 35-17,-1-35-1,0 35 1,-34 0 9,34 0-8,0-35-3,35 34 3,-35-34-1,35 35 8,-34 0 0,34 0 24,0-1-32,0 1 0,0 0 0,0 0 0,0-1 0,0 1 0,0 35 8,0-36 0,0 1-8,0 0 0,0 0 0,0-1 0,0 1 0,0 0 16,0 0-8,0 0 0,0-1 0,34 1-9,-34 0 26,35 0-25,-35-1-1,35 1 18,-35 0 7,35-35-16,-35 35 0,34-35-8</inkml:trace>
    </iact:actionData>
  </iact:action>
  <iact:action type="add" startTime="14901">
    <iact:property name="dataType"/>
    <iact:actionData xml:id="d3">
      <inkml:trace xmlns:inkml="http://www.w3.org/2003/InkML" xml:id="stk3" contextRef="#ctx0" brushRef="#br0">12691 11750 0,'35'-35'200,"34"35"-191,1 70-1,-1-35-1,36 69 2,34-34 0,-35 34-2,35 0 1,-34-34 0,-1 34 0,-35-35 0,1-34 0,0 35 0,34-35 0,-69-1-1,-1 1 2,71 35-1,-1-1 0,-34-34 0,-1 34 0,35-69 0,-34 35 0,-1 0-1,1-35 2,0 35-1,-1-1 0,35 1-1,1 0 2,-1 0 0,0-35-3,70 34 3,-35 1-1,35 0 0,-70-35 0,36 0-1,33 0 2,-34 0-1,1 0 0,33 0-1,-68 0 2,-36 0-1,36 0-1,-36 0 2,1 0-1,-1 0 0,1 0 0,-1 0 0,1 0-1,-35 0 2,-1 0-1,1 0 0,35 35 0,-36-35 0,1 0 0,35 0-1,-1 0 2,-34 0-1,69 0 0,-34-35-1,34 35 2,-69 0 7,69-35-8,-34 0-1,-35 35 2,-1 0-1,36 0 0,-35 0 8,-1 0-8,1 0 0,0 0 8,0 0 8,0 0-16,-1 0 8,1 35 8,0-35 0,0 35-16,34 0 16,-34 0-8,-35-1-8,69-34 0,-69 35 0,35-35 0,-35 35 0,35 0 0,0-1 16,0 1-17,-35 35 10,34-36-8,-34 1-2,35 0 17,0 34 0,0-34 0,-1 0-8,1 34-8,-35 1 7,35-70-6,-35 35-1,0 0-1,0-1 1,0 1 1,0 0 7,0 0-8,0-1 0,0 1 17,0 0 13,0 0-29,0-1-2,-35 1 19,0 0-11,35 0-7,-34-35 7,34 34-6,-35 1-2,0 0 18,0-35-9,1 35-9,34 0 2,-35-35-1,0 0 8,0 34-9,0-34 10,-34 35-10,34-35 2,0 35-1,1-35 0,-1 35 0,-69-1 0,69-34 0,0 35 0,0-35-1,0 0 2,-34 35-2,34-35 2,0 0 7,1 0 0,-1 0 8,0 0-8,0 0-8,1 0-1,-1 0 2,-35 0-1,1 0 0,-1 0-1,35 0 2,-34-35-2,34 35 2,-34 0-1,-1-35-1,35 35 2,0 0-2,1 0 2,-1 0-1,0 0 32,0-34-32,1 34 8,-71-35-8,71 0 8,-36 35-9,35-35 3,0 1-3,1 34 0,-1-35 2,0 0-1,0 35 0,1-35 0,-1 0 8,0 1 0,0-1 0,0 35-8,35-35 0,-34 35 0,34-35 0,0 1 8,-35-1-8,0 35 8,35-35 0,0-34 9,0 34-18,0 0 1,0 0 0,0 1-1,0-36 2,0 35-1,0-34-1,0 34 10,0 0-9,0 0 0,0 1 7,0-1-7,0 0 1,0 0 15,35 35-17,-35-69 10,35 69 14,-35-35-22,34 35 16,1 0 78,0-35-78,0 1-18,0 34 8,-1 0-7,36 0 1,-1-35 6,-34 0-7,35 35 9,-70-35 46,0 1-38,0-1-2,35 35-14,-35-35 142,34 35-127,1-35 9,0 35 79</inkml:trace>
    </iact:actionData>
  </iact:action>
  <iact:action type="add" startTime="146148">
    <iact:property name="dataType"/>
    <iact:actionData xml:id="d4">
      <inkml:trace xmlns:inkml="http://www.w3.org/2003/InkML" xml:id="stk4" contextRef="#ctx0" brushRef="#br0">23470 7509 0,'0'35'144,"0"139"-136,-35-35 0,0 35 1,35-1-1,0 1 0,0-35 0,0 0 0,0-34 0,0-36 0,0 35 0,0-34 0,0-1 0,0-34 0,0 0 0,-34 69-1,34-34 2,0-1 7,-35-34-8,35 0 8,0 0-8</inkml:trace>
    </iact:actionData>
  </iact:action>
  <iact:action type="add" startTime="147140">
    <iact:property name="dataType"/>
    <iact:actionData xml:id="d5">
      <inkml:trace xmlns:inkml="http://www.w3.org/2003/InkML" xml:id="stk5" contextRef="#ctx0" brushRef="#br0">24304 7718 0,'-69'34'129,"34"71"-121,0-1 0,-34 0 0,69 1-1,-35-1 3,35-35-3,0 1 1,0-1 0,0 36 0,0-1 0,0-34-1,0 34 2,0-35-1,0 1 0,0-1 0,0 1-1,0 0 2,0-1-2,0-34 1,0 34 1,35-34-1,-35 0 0,0 0 0,35 34 0,-1 35 8,-34-69-8,70 0 0,-70 34-1,69-69 1,-34 70 0,35-35 1,34 34-1,-69-34 0,34 0 0,1-35 0,0 0-1,-1 0 2,1 0-1,-36 0 0,1 0 0,104-35-1,-104 0 2,35 1-1,-36-71 0,1 36 0,0-70-1,-35 34 1,0-68 0,0-1 1,0-35-1,0-34-1,0 104 2,0-35-1,-35 0 0,0 35-1,1 70 2,-1-1-1,35 1 0,-35 34 0,0 0-1,35-35 10,-35 1 23,-34 34-25,34 0-6,-34 35-1,-1-34 0,-34-1 0,34 35 0,-34-35 0,0-34-1,34 34 2,35 35 7,0 0 0,1 0-1,-1 0-6,0 35-1,0 69-1,1-69 2,-1-1-1,35 1 7</inkml:trace>
    </iact:actionData>
  </iact:action>
  <iact:action type="add" startTime="148572">
    <iact:property name="dataType"/>
    <iact:actionData xml:id="d6">
      <inkml:trace xmlns:inkml="http://www.w3.org/2003/InkML" xml:id="stk6" contextRef="#ctx0" brushRef="#br0">26530 7822 0,'0'35'112,"-70"0"-104,70 34 1,-69-34-1,69 34-1,-35 1 2,35-35-1,0 34-1,0-34 2,-35 34-2,35 1 2,0 34-1,0-34 0,0 69 0,0-35 0,0 35-1,35 0 2,0 35-1,-35-35 0,69 0-1,-34 35 1,35-70 1,-36 1-1,1-36 0,0 35 0,-35-69-1,0 0 2,35 0 15,-1-35-8,36 34 24,-35 1-32,0-35 0,34 0 0,35 0-1,35-35 2,-34-34-1,-36 34-1,1-34 3,-1-36-3,-34 1 1,35-35-1,-36-70 2,1 1-1,-35 69-1,0-35 2,0-35-1,0 70 0,0-104 0,-35 104 0,-34-70 0,69 70 0,-35 0 0,35 35 0,-35-35-1,1 35 2,-1 34-1,0 35 0,0-34 0,1 34 0,34 0 0,-35 1 8,-35-1 16,70 0-24,-35 35 8,1 0-8,-1 0-1,-35 0 2,-34 0-1,0 35 0,-1 0 0,36 34-1,34-34 2,-69 34-1,104 1-1,-70-35 2,70-1-2,-34 1 58</inkml:trace>
    </iact:actionData>
  </iact:action>
  <iact:action type="add" startTime="149948">
    <iact:property name="dataType"/>
    <iact:actionData xml:id="d7">
      <inkml:trace xmlns:inkml="http://www.w3.org/2003/InkML" xml:id="stk7" contextRef="#ctx0" brushRef="#br0">29242 6710 0</inkml:trace>
    </iact:actionData>
  </iact:action>
  <iact:action type="add" startTime="150116">
    <iact:property name="dataType"/>
    <iact:actionData xml:id="d8">
      <inkml:trace xmlns:inkml="http://www.w3.org/2003/InkML" xml:id="stk8" contextRef="#ctx0" brushRef="#br0">29242 6710 0,'0'34'113,"0"71"-105,0-1-1,0 35 1,0 35 1,0 34-1,0-69 0,0 35-1,0-69 2,0 34-2,0 0 2,0 0-1,0-35 0,0 0 0,0 1 0,0-1 0,0 35 0,0 69-1,0 36 2,0-36-1,0 70-1,0 1 1,0-36 0,0-69 1,0 0-1,0-70 0,0 0 0,0-34 0,0-36 0,0 1 0</inkml:trace>
    </iact:actionData>
  </iact:action>
  <iact:action type="add" startTime="151140">
    <iact:property name="dataType"/>
    <iact:actionData xml:id="d9">
      <inkml:trace xmlns:inkml="http://www.w3.org/2003/InkML" xml:id="stk9" contextRef="#ctx0" brushRef="#br0">28512 7370 0,'0'35'257,"0"34"-250,0 36 2,0-1-1,0-35 0,0 1 0,0-35 0,0 0 0,0-1 0,0 1 0,69-35 159,-34-35-151,0 1-7,0-1-1,-1 0 1,1 0-3,-35 0 11,0 1-9,0-1 0,0-35 0,0 36 0,0-1 8,0 0-8,0 0 8,0 1 7,-35-1 82,1 35-42,34 35-54,-35-35 94</inkml:trace>
    </iact:actionData>
  </iact:action>
  <iact:action type="add" startTime="152732">
    <iact:property name="dataType"/>
    <iact:actionData xml:id="d10">
      <inkml:trace xmlns:inkml="http://www.w3.org/2003/InkML" xml:id="stk10" contextRef="#ctx0" brushRef="#br0">30285 9282 0,'-35'0'96,"1"35"-87,34 0-2,-35-1 2,0 36-1,35-1-1,0 36 2,0-36 6,0 1-7,0-1 1,0-34-1,0 0 0,0 0 0,0 34 0,0-34 0,0 0 0,0 34-1,0-34 2,0 0-1,0-1 8,35-34 111,34-34-118,-34-1-1,0 0 0,-35 0-1,35 1 1,-1-36 1,-34 35-1,0 1 0,35-36 0,0 35 0,-35 0 0,0 1-1,0-1 2,0 0-1,0-34-1,0 34 1,0-35 1,0 36-1,0-71-1,0 71 1,0-1 1,0 0-1,0 0 0,0 1-1,0-1 10,0 0-9,-35 35 72,0 0-64,1 0-8,-1 35 24</inkml:trace>
    </iact:actionData>
  </iact:action>
</iact:actions>
</file>

<file path=ppt/ink/inkAction7.xml><?xml version="1.0" encoding="utf-8"?>
<iact:actions xmlns:iact="http://schemas.microsoft.com/office/powerpoint/2014/inkAction" lengthUnit="cm" timeUnit="ms">
  <inkml:definitions xmlns:inkml="http://www.w3.org/2003/InkML">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08-06T05:26:17.364"/>
    </inkml:context>
    <inkml:brush xml:id="br0">
      <inkml:brushProperty name="width" value="0.05292" units="cm"/>
      <inkml:brushProperty name="height" value="0.05292" units="cm"/>
      <inkml:brushProperty name="color" value="#C00000"/>
    </inkml:brush>
  </inkml:definitions>
  <iact:action type="add" startTime="8969">
    <iact:property name="dataType"/>
    <iact:actionData xml:id="d0">
      <inkml:trace xmlns:inkml="http://www.w3.org/2003/InkML" xml:id="stk0" contextRef="#ctx0" brushRef="#br0">12969 2538 0,'-35'0'193,"35"35"-178,0 0-7,0 34 1,0 1-1,0-36 0,0 36-1,0-35 2,0 34-1,-34 1 0,34-1-1,0 1 1,-35-1 1,0 36-1,35-71 0,0 71-1,0-71 1,0 36 1,-35 34-1,1-69 0,34 0 0,0 0-1,0-1 2,0 36-1,0-35 0,0-1 0,0 1-1,0 0 2,0 0-1,0 34 0,0-34 0,0 0-1,0-1 2,0 71-1,0-36 0,0 1 0,0-1 0,0 1 0,0-1 0,0 1 0,0-1 0,0 1 0,0-1 0,-35 1 0,35-35 0,0 0 7,0-1-6,0 1-1,0 0 8,0 0-9,0-1 1,0 36 1,0 34-1,0-34 0,0-1 8,35 35-8,-1-34 0,-34 34 0,0-69 0,0 0 0,35 69 0,0-34 0,-35-36 7,0 1-7,35 0 1,-35 0 7,0-1-9,0 36 2,34-1-1,1-69 0,-35 35-1,0 35 1,35-35 1,0 34-1,-35 1 8,35-36-9,-1 36 2,-34-1 7,35-34-8,-35 0 24,35 34 80,0-69-104,-35 35 0,34 0 8,1 0 0,0 0-8,0-1 48,-35 1 32,34-35-72,1 35-9,35-35 10,-35 35-9,-1-35 0,1 0-1,0 0 2,0 0-1,34 34 0,1 1 0,-35-35 8,-1 0-8,1 0 0,69 35 0,1-35-1,-1 35 2,-34-35-1,69 0 0,0 0 0,35 0-1,-35 0 2,34 0-1,1 0 0,70 0 0,-70 0-1,-35 0 2,0 0-1,35 0 0,-35 0-1,-35 0 1,-34 0 1,-1 0-1,1 0 0,-1 0 0,35 0 0,-34 0 0,0 0-1,34 0 1,0 0 0,1 0 0,-36 0 0,1 0 0,-1 0 0,1 0 1,-1 0-2,1 0 2,34 0-1,35 0 0,35 0 0,-35 0-1,0 0 2,0 0-1,0 0-1,0 0 2,0 0-2,-34 0 2,34 0-1,-35 0 0,1 0 0,-36 0 0,35 0 0,-34 0 0,-35 0 0,-1 0 0,1 0-1,0 0 2,35 0-1,-36 0 0,71 0 0,-36 0-1,1 0 2,-1 0-1,1 0 0,34 0 0,0 0-1,-34 0 2,-1 0-1,1 0 0,0 0-1,-1 0 2,-34 0-1,69 0 1,-34 0-2,-35 0 17,-1-35-8,1 0 96,0 0-96,34 35 0,-69-34-9,35-1 2,0 0-1,0 0-1,-1 1 2,-34-1-1,35 0 0,0-69 0,-35 69-1,0-69 2,35 34-1,-35 35 0,35-104 0,-35 105 0,0-36-1,0-34 1,0-1 1,0-34-1,0 0-1,-35 35 2,0 0-1,35-35 1,-35 69-3,0-34 2,1 34 1,-1 1 0,0-35-2,0-1 2,35 1-3,-34-35 2,34 69 1,-35-34-2,0 0 2,35 34-2,0 36 2,-35-106-1,1 1 0,34 105 0,-35-71-1,35 36 2,0-1-1,-35-34 0,35 35-1,0-1 1,0 0 1,0 1-1,0-1 0,0 1-1,0-1 3,0 1-3,0 34 1,0 0 0,0 1 0,0-36-1,0 1 10,0 34-1,0 0-1,0 0 2,0 0-9,0 1 8,0-1 0,0 0-1,0 0 11,0 1 13,-35 34 81,-34 0-88,-1 0-24,-34 0 0,-35 0 1,-70 0-2,-34 0 1,34 0 0,0 0 0,1 0 0,34 0 0,70 0 0,-35 0 0,34 0 0,1 0-1,34 0 2,-69 0-2,0 0 2,35 0-1,-70 0 0,-35 0 0,36 0 0,-71 0 0,70 0 0,-34 0-1,34 0 2,-35 0-1,70 0 0,0 0 0,35 0-1,-35 0 1,34 0 1,-34 0-1,35 0 0,-35 0 0,0 0 0,-35 0-1,0 0 2,70 0-2,-1 0 1,1 0 1,35 0-1,-1 0-1,1 0 2,-36 0-2,36 0 2,-1 0-1,1 0 0,-1 0 0,-34 0 0,69 0 0,0 0 0,0 0 0,1 0 32,-36 0-25,35 0 2,-34 0-9,34 0-1,0 0 1,1 0 1,-1 0-1,0 0 0,-35 0-1,36 0 2,-36 0-1,35 0 0,-34 0 0,-1 0 0,35 0 112,1 0-8,-1-35-96</inkml:trace>
    </iact:actionData>
  </iact:action>
  <iact:action type="add" startTime="13601">
    <iact:property name="dataType"/>
    <iact:actionData xml:id="d1">
      <inkml:trace xmlns:inkml="http://www.w3.org/2003/InkML" xml:id="stk1" contextRef="#ctx0" brushRef="#br0">13074 8587 0,'0'104'104,"0"-34"-95,34 34-2,1 0 2,0 70-2,0-35 2,-35 35-1,34-35 0,1-35-1,-35-34 2,35 34-1,-35-69 0,0 69 0,0 0 0,35 105-1,-1-70 2,-34 0-1,0-69 0,0 34 0,0 0 0,0-34 0,0-1 0,0 1 0,0-1 0,0 36-1,0-36 2,0-34-1,0 69 0,0-34-1,0-36 1,35 71 1,0-36-2,0 1 1,-35 34 1,35-34-2,-35-36 2,34 71-1,-34-71 0,0 36 7,35-70-6,0 35 15,0-35-8,-1 34-8,36 1 0,0-35 0,69 35-1,0 0 2,35-1-1,-1 1 0,36 35-1,34-35 2,-69-35-1,104 0 0,-34 0-1,34 0 2,-35 0-2,36 0 2,-36 0-1,35 0 0,-69 0 0,34 0-1,1 0 2,-36 0-1,36 0 0,-36 0 0,-34 0 0,0 0 0,0 0 0,-70 0 0,0 0 0,1 0-1,-36 0 2,1 0-1,-1 0-1,36 0 2,68 0-1,-68-35 0,69 35 0,-70-35 0,0 0 0,1 0-1,-36 35 2,35-34-2,-34 34 2,-1 0-2,71-35 2,-71 35-1,70-35 0,-69 0 0,34 35-1,-34 0 3,34-34-3,0-1 2,-34 0-1,-35 35 0,34 0-2,1-35 3,-70 1-2,34 34 10,1 0-10,0 0 2,0-70 30,-35 35 1,0 1-32,0-1 1,34-70-2,-34 36 2,35-105-1,0 70 0,-35 0 0,0-70 0,0 35 0,0 0 0,0 34-1,0-34 2,0 35-2,0-70 2,-35 35-2,0-35 1,1 35 1,34 35-1,-35-70-1,35 70 1,0-70 1,0 0-1,0 35 0,0 0 0,0 35 0,0 0-1,0-1 2,0 1-1,0 34 0,0-34 0,0 69 1,0-34-3,0-1 3,0 36-1,0-36 0,0 1 0,0 34-1,0 0 2,0 0 0,0 1 6,-35-1-7,0 0 0,1 35 56,-1 0-8,0 0-40,0 0-8,-34 0 0,-36 0-1,1 0 1,-35 0 1,0 0-1,0 0-1,35 0 2,-36 0-1,36 0 0,0 0 0,0 0 0,-1 0 0,1 0-1,0 0 2,-35 0-1,-35 0 0,35 0 0,0 0-1,-35 0 2,35 0-1,-1 0 0,36 0 0,0 0 0,0 0 0,34 0 0,0 0 0,1 0 0,-1 0 0,36 0-1,-36 0 1,1 0 0,-1 0 0,35 0 1,-34 0-1,-1 0 0,-34 0 0,34 0-1,1 0 1,-1 0 1,1 0-1,-1 0 0,1 0 0,-36 0 0,36 0 0,-1 0 0,35 0 0,1 0 1,-36 0-2,1 0 1,34 0 8,0 0-9,0 0 1,0 0 16,1 0-15,-1 0-1,-35 0 0,1 0-1,-35-35 2,34 0-1,35 35-1,-69 0 2,34 0-1,-69 0 0,-35 0 0,35 0-1,0 0 2,-35 0 0,-34 0-2,34 0 1,35 0-1,0 0 2,0 0-1,34 0 0,1 0 0,0 0-1,34 0 2,-69 0-1,35 35 0,69-35 0,-69 0-1,34 0 2,-34 0-1,0 0 0,34 0 0,-34 0-1,-1 0 2,-34 0-2,0 0 2,0 0-1,-35 0-1,-34 0 2,34 0-1,0 0 0,-35 0 0,36 0-1,-36 0 2,70 0-2,34 0 2,71 0-1,-1 0 1,35 35 206,69 0-207,-34-35 0,0 0 0,35 35 0,-36-1 0,36-34 0,-1 35 1,1 0-3,34 0 2,-34-1 0,-1 1 2,1-35-4,-35 35 4,-1 0-3,36-35 2,34 34-2,-69-34 1,0 35-1,0-35 33,-1 35-15,1 0-18,0-35 10,-35 34-9,69 1 0,-69 0 0,70 34-1,-70-34 2,35 0-1,0-35 8,-35 35-9,34-35 2,-34 69 6,35-69-5,0 35-3,0 35 9,-35-36-8,34 1 0,1-35 1,-35 35-2,35-35 9,-35 35-8,35-35-1,-35 34 18,34 1-17,1-35-1,-35 35 18,35-35-10,0 0 10</inkml:trace>
    </iact:actionData>
  </iact:action>
  <iact:action type="add" startTime="17865">
    <iact:property name="dataType"/>
    <iact:actionData xml:id="d2">
      <inkml:trace xmlns:inkml="http://www.w3.org/2003/InkML" xml:id="stk2" contextRef="#ctx0" brushRef="#br0">13595 12480 0,'0'70'96,"0"69"-88,0 69 0,0-34 1,0 70-2,0-105 1,0 0 1,0 69-2,35-69 2,0-34-1,-35-36 0,0 70-1,0 0 2,34 35-2,-34 0 2,0-35-2,0 69 2,0 36-1,0-36-1,0 36 2,0-1-2,0-69 2,0 34-1,0-69-1,0-34 2,0-36-1,0-34 0,35 35-1,-35-36 26,35 1 23,-35 0-48,70 0 0,-70-1 0,34 1-1,-34 0 2,35 0-1,-35-1 0,35-34 7,0 0-6,-1 35-1,1-35 0,35 0 0,69 0-1,35 0 1,104 0 1,69 0-1,1 0 0,35 0-1,69 0 2,0 0-1,35 0 0,-35 0 0,-35 0-1,-70 0 2,-68 0-1,-36 0 0,-69 0 1,0 0-3,-70 0 3,-34 0-1,34 0-1,0 0 2,-34 0-1,34 0-1,0 0 2,1 0-1,34 0-1,-35 0 1,35 0 1,-35 0-1,36 0 0,-36 0 0,0 0-1,-34 0 2,-35 0-1,-1 0 0,1 0-1,0 0 2,0 0-2,-1 0 2,36 0-1,-35 0 0,69 0-1,-34 0 2,-1 0-1,-34 0 0,34-35 8,1 1 0,-70-36 8,35 35-16,-1 1 0,-34-1 0,0 0 0,35-69-1,-35 34 2,0 1-1,35-1 0,-35 1 7,0 34-6,0 0-1,35-34 0,0-36 0,-35 1 8,0 69-8,0-69 0,0 0 0,0-1 0,0-34 0,0 35 0,0-35 0,0 0-1,0-70 2,0 36-1,0-71 0,-35 70 0,0 1 0,35 34 0,-35-70 0,0 35 0,-34-34 0,34-1 0,0 70-1,35 35 2,0-35-1,0 34 0,0 1 0,0 35-1,0-1 2,0 1-1,0-36 0,0 36 0,0 34 0,0 0 0,0 0 16,-34 35 32</inkml:trace>
    </iact:actionData>
  </iact:action>
</iact:actions>
</file>

<file path=ppt/ink/inkAction8.xml><?xml version="1.0" encoding="utf-8"?>
<iact:actions xmlns:iact="http://schemas.microsoft.com/office/powerpoint/2014/inkAction" lengthUnit="cm" timeUnit="ms">
  <inkml:definitions xmlns:inkml="http://www.w3.org/2003/InkML">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08-06T05:26:17.364"/>
    </inkml:context>
    <inkml:brush xml:id="br0">
      <inkml:brushProperty name="width" value="0.05292" units="cm"/>
      <inkml:brushProperty name="height" value="0.05292" units="cm"/>
      <inkml:brushProperty name="color" value="#C00000"/>
    </inkml:brush>
    <inkml:brush xml:id="br1">
      <inkml:brushProperty name="width" value="0.055" units="cm"/>
      <inkml:brushProperty name="height" value="0.055" units="cm"/>
    </inkml:brush>
  </inkml:definitions>
  <iact:action type="add" startTime="19566">
    <iact:property name="dataType"/>
    <iact:actionData xml:id="d0">
      <inkml:trace xmlns:inkml="http://www.w3.org/2003/InkML" xml:id="stk0" contextRef="#ctx0" brushRef="#br0">14117 3894 0,'-35'-35'232,"0"35"-200,0 0-24,1 0 0,-1 35 17,0-35-18,35 35 0,-35-35 2,1 34-1,-1 1 0,0 0-1,0 0 2,35-1-1,-35 36 23,1-70-14,34 35-1,-35-35-7,35 69-2,-35-34 1,0 0 0,35 34 1,-34-69-3,34 35 3,-35 0-1,35 34 0,0-34 8,-35 0-8,35 0 0,0-1 0,-35 71-1,35-71 1,0 1 1,0 0 0,0 34-2,0 1 1,0-35 1,0 34-1,0 1-1,0-1 2,0 1-2,0 34 2,0-69-2,0 34 2,0-34-2,0 35 2,0-36 7,0 1-10,0 0 3,0 0-1,0 34 1,0-34-2,0 35 1,0 34 0,0 0 0,0-34 0,0 34 0,0 0 0,0 1 0,0-36 0,0 1 0,0 34 0,0-35 1,0 1-1,0 34-1,0 1 2,0-1-2,0-35 3,0 36-4,0-1 3,-35 0-2,35-69 1,0 34 0,-34 1 0,-1 0 0,35-36 0,0 36 0,0-35-1,0 34 2,0 1-1,0-36-1,0 36 2,0 34-1,0-34 0,0-36 0,0 36 0,0 0 0,0-1-1,0 35 3,0 1-3,0-36 1,0 1-1,0-1 3,0 1-3,0-1 2,0 36-2,0-1 2,0-69-1,0 69-1,0-35 1,0-34 0,0 0 1,0 34-2,0 1 9,0-35 0,0 69-8,35-34 0,-35-36-1,0 71 2,0-71-1,34 71 0,1-1 0,0-34 1,-35-36-1,0 71-2,35-1 4,0 0-3,-35-69 2,0 34-3,0-34 3,0 0-2,0 34 3,34-34-2,-34 0-1,0 0 17,0 0-8,35 34-8,-35 1 16,0-36-16,0 1 0,0 35 0,35-1 1,-35-34-3,0 0 4,35 34-3,-35-34 9,0 34-8,0-34-1,0 35 2,0-35-2,0 34 3,34 1 5,-34-1-7,0-34 0,0 34 0,0-34 0,0 35 1,0-36-2,0 36 1,0-35 0,0 0-1,0 69 1,0-69 1,0-1-1,0 1 0,0 35-1,0-1 3,0-34-3,0 0 2,0 34-2,0 1 2,0-36-3,0 1 3,0 0-2,35 35 2,-35-36 7,0 36-9,0-1 2,0 1-2,0-35 2,0-1-1,0 36 0,0-35 0,0-1-1,0 1 2,0 0-1,0 0 0,0-1 0,0 36 8,0-35 0,0 34-7,0-34-3,0 0 4,0 0-3,0-1 2,0 1 7,0 0-9,0 0 9,0-1-8,0 1 0,0 0 24,35 0-24,0 34 32,-35-34-24,35 0-8,-1-35 16,-34 35-8,35-1 0,-35 1 9,35-35 22,0 0-24,-1 0-14,1 0-1,0 35 1,0-35-2,69 35 9,-69-1 0,0-34-7,-1 0 30,36 0-23,-35 0 0,-1 0-9,1 0 2,0 0-1,0 0 0,34 0 8,-34 0-9,35 0 10,-36 0-9,1-34 8,35 34 1,-36-35-9,1 0 0,0 0-2,34 1 4,-69-36-3,35 35 0,0-34 2,0 34 1,0 0-3,-35-34 0,34 69 1,1-35-1,-35-35 2,35 36-1,0-36-1,-35 1 2,34 34 0,-34 0-2,0-69 1,0 34 0,0 1 0,0-1 0,0 35 1,0-34-2,0-35 2,0 34-2,0 1 2,0-1-2,0 0 1,0-34 0,0 35-1,0 34 2,0-35-2,0 36 2,0-1-1,0-35 0,0 36 0,0-36 0,0 35 0,0-34 1,0 34-2,0-35 1,0 1 0,0-1 0,0 1 0,0-35 0,0 34 0,0 1 1,0-36-2,-34-34 2,34 104-2,-35-69 2,0 0-3,35 34 2,0 36 1,0-36-1,0 35 0,0-69-1,0 34 2,0 1-1,0-1 0,0 1 0,0-35 0,0 69 0,0-35 0,0-34 0,0 35-1,0-1 2,0 0-1,0 36 0,0-36 0,0 1 0,0-1 0,0 1 0,0 34 1,0-35-2,0 1 2,0-1-2,0 1 2,0-1-2,0-34 0,0 0 2,0-1 0,0 36-2,0-1 1,0 1 0,0-36-1,0 36 3,0-1-3,0 1 1,0-1 0,0 1 0,0-1-1,0-34 2,0 34-1,-35-34 0,1 35 0,34 34 1,0-35-2,0-34 2,0 35-2,0-1 2,0 35-3,0 1 3,0-1-1,0 0-1,0 0 3,0 0 1,0-34 1,-35-35-4,35 69 0,0 0-1,0-69 2,-35 34-1,0 1 8,35 34 0,0-34-8,-35 34 0,1 0-1,34-35 2,-35 36-1,0-36 0,35 35 0,0-34 1,-35-1-2,1 36 1,-1-36 1,35 35-2,-35 1 2,35-1-3,-35-35 4,35 35-3,-34-34 2,-1-1 6,35 1-7,-35 34 1,0 0-2,35-69 1,-35 35-1,1-1 2,-1 1 0,35-1-2,-35 0 9,0 36-8,35-36 1,0 35 22,0 1-14,0-1-10,-34 0 2,-1 0-2,35 1 9,0-1 0,0 0 16,0 0-25,0 1 19,0-1-11,0 0-7,0 0 8,0 1-7,0-1-3,0 0 4,0 0-3,0-34 9,0 34 0,0-35-9,0 36 2,0-1-2,0 0 1,0 0 2,0 1-3,0-1 9,0-35 0,0 36 0,0-1-8,35-35 0,-35 35 9,34 1-1,1-36-9,-35 35 9,0 1-9,0-1 10,35 0-9,-35 0 8,0 1 56,0-1 249,-35 0-314,-34 35 1,34-35 0,-35 1-1,1-1 2,-1 0 0,35 0-1,1 35-1,-1 0 1,0 0 0,0 0 8,1-34 40</inkml:trace>
    </iact:actionData>
  </iact:action>
  <iact:action type="add" startTime="28518">
    <iact:property name="dataType"/>
    <iact:actionData xml:id="d1">
      <inkml:trace xmlns:inkml="http://www.w3.org/2003/InkML" xml:id="stk1" contextRef="#ctx0" brushRef="#br0">21523 8691 0,'0'70'136,"0"-1"-128,0-34 1,0 0-2,0 34 2,0-34-2,0 0 1,0-1 0,0 1 0,0 0 0,0 69 0,35-69 0,-35 0 8,0 0-8,0-1 8,0 1-8,0 0 0,0 0 0,0-1 0,0 1 0,0 0 0,0 0 0,0-1-1,0 36 2,0-35 8,34 34-10,1-34 1,-35 0 8,0 0-8,0-1 7,35-34 282,0 0-289,34 0 0,1 0-1,34 0 2,-34 0-1,-1 0 0,1 0 0,-36 0 0,1 0 0,35 0-1,-35 0 2,-1 0-1,36 0-1,-35 0 2,-1 0-1,1 0 0,0 0-1,35 0 10,-36 0-9,1 0-1,0 0 9,0 0-7,-1 0-1,1 0 0,0 0 1,0 0-2,-1 0 2,1 0-3,0 0 3,35 0-2,-1 0 2,-34 0-1,34 0-1,1 0 2,-1 0-1,1 0-1,0 0 2,-1 0-1,1 0 0,34 0 0,0 0 0,35 0 0,-34 0 0,34 0 0,-35 0 0,0 0-1,-34 0 2,-1 0-2,1 0 2,34 0-1,-69 0 0,0 0 0,0 0 0,-1 0 1,36 0-2,-35 0 0,34 0 2,1-34-2,-35 34 1,104-35 2,-70 35-3,70-35 2,0 35-2,-34 0 1,-1 0 0,0 0 1,-34 0-2,34 0 1,-34 0 0,-1 0-1,1 0 1,34-35 1,-69 35-1,69 0 0,-34 0 0,34 0-1,0 0 2,1 0-1,-1 0 0,0 0 0,-34 0 0,-1 0 0,-34 0 0,0 0 0,0 0-1,-1 0 2,1 0-1,0 0 8,0 0-8,-1 0 0,36 0 0,-35 0 8,69 0-8,-34 0-1,-1 0 2,36 0-1,-1 0 0,0 0 0,35 0-1,0 0 2,0 0-1,-34 0 1,34 0-3,-70 0 3,1 0-1,-1 0-1,-34 0 10,35-35 30,-36 35-14,1 0-17,-35-34 160,0-1-160,0 0-8,0 0 0,0-34 0,-35-1 0,35 36 8,0-36-8,0 35 8,0 1 0,0-1-8,0 0 0,0 0 0,0 1 0,0-1 8,0-35 0,-34 35 0,34 1-8,0-1 7,0 0-5,-35 0 5,35 1 9,-35-1-8,0 0 10,35 0-12,0 1-6,0-1 0,-34 35-1,34-35 2,0 0-1,-35 35 0,35-34 223,-35 34-222,0-35-2,1 0 10,-1 35-1,0 0-8,0 0 0,-34 0 0,-1 0 0,70-35 1,-35 35-3,-34 0 4,-1-35-3,36 35 1,-71 0 0,36 0 1,-1 0-3,1 0 4,-1 0-3,35 0 0,-34 0 2,-1 0-1,35 0 0,-34 0-1,34 0 2,-34 0-1,34 0 0,-35 0 0,1 0 0,-1 0 0,-34 0 0,34 0 0,1 0 0,34 0 0,0 0 0,-34 0 0,34 0 0,0 0 0,-34 0 0,34 0 0,0 0 0,-34 0 0,-1 0 0,0 0 0,1 0 0,34 0-1,0 0 2,-34 0-1,-1 0-1,1 0 2,-1 0-1,1 0 0,-1 0 0,-34 0 0,-1 0 0,36 0 0,-35 0 0,-1 0 0,1 0 0,0 0 1,-1 0-2,36 0 2,-1 0-2,36 0 1,-1 0 0,0 0 0,0 0-1,-34 0 1,-1 0 1,1 0-1,-1 0-1,35 0 2,1 0-1,-36 0 0,35 0 0,0 0-1,-34 0 2,-1 0-1,-34 0 0,69 0 0,-34 0 1,-1 0-1,35 0 0,-34 0-1,34 0 2,0 0-2,-34 0 2,-1 0-3,1 0 4,34 0-4,-35 0 4,1 0-3,-1 0 0,36 0 1,-36 0 1,35 0-1,-34 0-1,34 0 1,0 0 1,0 0-1,-34 0 0,34 0 0,0 0 0,-34 0 0,34 0 8,-69 0-9,-1 0 3,36 0-3,-35 0 2,34 0-2,0 0 1,1 0 0,34 0 0,-34 0 0,-1 0 8,35 0-8,0 0 0,1 0 0,-36 35 0,35-35 0,1 0 17,-1 0-18,0 35 0,-34-35 18,34 0-10,0 0-6,0 0-1,0 0 1,1 0-2,-1 35 2,-35-35-2,36 0 9,-1 0-8,0 35-1,0-35 146,1 34-89,34 1 112,0 0-129</inkml:trace>
    </iact:actionData>
  </iact:action>
  <iact:action type="add" startTime="55253">
    <iact:property name="dataType"/>
    <iact:actionData xml:id="d2">
      <inkml:trace xmlns:inkml="http://www.w3.org/2003/InkML" xml:id="stk2" contextRef="#ctx0" brushRef="#br0">23887 8587 0,'0'35'345,"35"-1"-337,-35 1 17,0 0-18,0 0 9,35-1-8,-35 1 0,0 0 8,35 0-8,-35-1 16,0 1-8,0 0 8,0 0-8,0-1 0,0 1-1,0 0 1,0 0 1,0 0-1,0-1 24,0 1-24,0 0 8,0 0-16,0-1 8,0 1 8,0 0-8,0 0-8,0-1 0,0 1 8,0 0 8,0 0-16,0-1 16,34 1-16,-34 0 16,0 0 8,35-1 8</inkml:trace>
    </iact:actionData>
  </iact:action>
  <iact:action type="add" startTime="57581">
    <iact:property name="dataType"/>
    <iact:actionData xml:id="d3">
      <inkml:trace xmlns:inkml="http://www.w3.org/2003/InkML" xml:id="stk3" contextRef="#ctx0" brushRef="#br0">24374 8517 0,'70'0'185,"-70"35"-154,34-35-22,-34 35 31,0 0-25,0-1 2,0 1-1,0 0 8,0 0 0,0-1-16,0 1 8,0 0 0,0 0 8,0-1-16,0 1 16,0 0-8,0 0 0,0-1-8,0 1 8,0 0 8,0 0-8,0 0-8,0-1 8,0 1 16,0 0-7,0 0-18,-34-1 9,34 1 0,0 0 8,0 0-8,0-1 9,-35 1-2,35 0 1,0 0 0,0-1 8,0 1-24,-35 0 9,35 0 30,0-1-32,0 1 2,0 0 8,0 0 6</inkml:trace>
    </iact:actionData>
  </iact:action>
  <iact:action type="add" startTime="59669">
    <iact:property name="dataType"/>
    <iact:actionData xml:id="d4">
      <inkml:trace xmlns:inkml="http://www.w3.org/2003/InkML" xml:id="stk4" contextRef="#ctx0" brushRef="#br0">28268 8656 0,'35'0'113,"-35"35"-90,0 0-15,35 0 1,-35-1 6,0 1-6,35 0-1,-35 0 16,0-1-16,0 1 8,0 0 16,0 34-16,0-34-1,0 0 2,0 0 15,0 0-24,0-1 7,0 1 10,0 0 15,0 0-25,0-1 1,0 1 9,0 0-9,0 0 0,0-1 0,0 1 8,0 0 16,0 0-32,0-1 24,0 1 23</inkml:trace>
    </iact:actionData>
  </iact:action>
  <iact:action type="add" startTime="61117">
    <iact:property name="dataType"/>
    <iact:actionData xml:id="d5">
      <inkml:trace xmlns:inkml="http://www.w3.org/2003/InkML" xml:id="stk5" contextRef="#ctx0" brushRef="#br0">28616 8656 0,'0'-34'89,"35"68"-58,-35 1-22,0 0-2,0 0 2,35 34-1,-35 1 8,0-36-8,0 1 0,0 0 8,0 0-9,0-1 2,0 1-1,0 0-1,0 35 10,0-36-1,0 1-1,0 0-6,0 0-1,0-1 0,0 1 8,0 0 0,0 0 0,0-1-1,0 1 2,0 0 63,0 0-49,0-1-6,0 1 7,0 0 199</inkml:trace>
    </iact:actionData>
  </iact:action>
  <iact:action type="add" startTime="63070">
    <iact:property name="dataType"/>
    <iact:actionData xml:id="d6">
      <inkml:trace xmlns:inkml="http://www.w3.org/2003/InkML" xml:id="stk6" contextRef="#ctx0" brushRef="#br0">27295 10812 0,'0'-35'80,"35"0"-73,34 0 1,1 35 1,69 0-2,0-34 2,35-1-1,-70 35 0,0 0 0,1 0 0,-1 0 0,-35 0-1,1 0 1,-35 0 1,0 0-1,-1 0 7,1 0 18,0 0-17,0 0 23,-1 0-23,1 0-7,0 0-1,0 35 0,-35 34 0,34 35 0,-34-69 0,35 69-1,-35-34 2,35 34-1,-35-69 0,35 69 0,0-34 0,-35-1-1,0 70 2,0-69-1,34 69 0,1-70 0,-35-34-1,35 35 2,-35-35-1,0-1 0,0 36 0,35-1-1,-35-34 10,0 35-2,0-36 146,0 1-137,0 0-8,0 0-9,0-1 19,34 36-11,-34 0 1,0-36 0,0 1-9,0 0 2,0 0-1,0 34-1,0-34 2,0 0 7,0-1-9,0 1 33,0 0 1,0 0-9,0-1-24,-34 1 95,-1-35-94,-104 0-1,34 0 0,-34 0 0,-69 0-1,34 0 2,-35 0-1,35 0 0,1 0-1,-36 0 2,70 0-1,35 0 0,-1 0 0,1 0 0,34 0-1,1 0 1,34 0 1,-34 0-1,-1 0 8,35 0 199,0 0-207</inkml:trace>
    </iact:actionData>
  </iact:action>
  <iact:action type="add" startTime="65237">
    <iact:property name="dataType"/>
    <iact:actionData xml:id="d7">
      <inkml:trace xmlns:inkml="http://www.w3.org/2003/InkML" xml:id="stk7" contextRef="#ctx0" brushRef="#br0">23887 10916 0,'-35'0'73,"-69"0"-66,35 0 2,-70 0-1,69 0 0,-34 35 0,34-35-1,-69 34 2,70 1-1,-71-35 0,106 0 0,-71 35 0,36 0 0,34-35 0,0 0 0,1 0 95,-1 0 74,35 69-169,0-34 0,35 104 0,-35-69 0,34 69 0,1 34 0,0-34-1,34 70 2,1-70-1,-35 35 0,-1-70 0,1 1 0,-35-1 0,0-35 0,0-34 0,0 35 0,0-1-1,0-34 2,0 0-1,0-1 8,0 1-8,0 0 0,0 0 0,0-1 8,0 1-8,70 0 136,-1 0-136,105-35 1,-35 35-3,70-1 3,-35 1-2,34 0 3,-69 0-2,0-35-2,70 34 3,-139 1-1,-36-35 0,1 0 8</inkml:trace>
    </iact:actionData>
  </iact:action>
  <iact:action type="remove" startTime="73958">
    <iact:property name="style" value="instant"/>
    <iact:actionData xml:id="d8" ref="#d3"/>
  </iact:action>
  <iact:action type="add" startTime="73962">
    <iact:property name="dataType" value="strokeEraser"/>
    <iact:actionData xml:id="d9">
      <inkml:trace xmlns:inkml="http://www.w3.org/2003/InkML" xml:id="stk8" contextRef="#ctx0" brushRef="#br1">31328 13697 0</inkml:trace>
    </iact:actionData>
  </iact:action>
  <iact:action type="remove" startTime="74414">
    <iact:property name="style" value="instant"/>
    <iact:actionData xml:id="d10" ref="#d2"/>
  </iact:action>
  <iact:action type="add" startTime="74418">
    <iact:property name="dataType" value="strokeEraser"/>
    <iact:actionData xml:id="d11">
      <inkml:trace xmlns:inkml="http://www.w3.org/2003/InkML" xml:id="stk9" contextRef="#ctx0" brushRef="#br1">30876 13662 0</inkml:trace>
    </iact:actionData>
  </iact:action>
  <iact:action type="remove" startTime="75254">
    <iact:property name="style" value="instant"/>
    <iact:actionData xml:id="d12" ref="#d5"/>
  </iact:action>
  <iact:action type="add" startTime="75259">
    <iact:property name="dataType" value="strokeEraser"/>
    <iact:actionData xml:id="d13">
      <inkml:trace xmlns:inkml="http://www.w3.org/2003/InkML" xml:id="stk10" contextRef="#ctx0" brushRef="#br1">35570 13627 0</inkml:trace>
    </iact:actionData>
  </iact:action>
  <iact:action type="add" startTime="75654">
    <iact:property name="dataType" value="strokeEraser"/>
    <iact:actionData xml:id="d14">
      <inkml:trace xmlns:inkml="http://www.w3.org/2003/InkML" xml:id="stk11" contextRef="#ctx0" brushRef="#br1">35049 13523 0</inkml:trace>
    </iact:actionData>
  </iact:action>
  <iact:action type="remove" startTime="76974">
    <iact:property name="style" value="instant"/>
    <iact:actionData xml:id="d15" ref="#d4"/>
  </iact:action>
  <iact:action type="add" startTime="76978">
    <iact:property name="dataType" value="strokeEraser"/>
    <iact:actionData xml:id="d16">
      <inkml:trace xmlns:inkml="http://www.w3.org/2003/InkML" xml:id="stk12" contextRef="#ctx0" brushRef="#br1">35188 13697 0</inkml:trace>
    </iact:actionData>
  </iact:action>
  <iact:action type="add" startTime="112654">
    <iact:property name="dataType"/>
    <iact:actionData xml:id="d17">
      <inkml:trace xmlns:inkml="http://www.w3.org/2003/InkML" xml:id="stk13" contextRef="#ctx0" brushRef="#br0">24722 10290 0,'-35'0'208,"35"35"-192,0 0-1,0-1 10,0 1-18,0 0 18,0 0-10,0 0 18,0-1-26,0 1 9,0 0 1,0 0-10,0-1 18,0 1-18,35-35 1,-35 70 17,35-70 14,-35 34-31,34-34 16,-34 35 16,70 0-24,-1 0 16,-34-35 0,-35 34-24,35-34 17,0 35 14,-1-35-6,1 0-10,0 0-15,0 0 16,0 0 1,-1 0-9,1 0 0,0-35-8,0 1 24,-35-1-17,0 0 1,0 0 0,0 1-7,0-1 5,0 0-5,0 0 0,0-34 6,0 34 11,-35-34-11,0 34 8,35 0-7,-35 0 49,1 35-58,34-35 9,-35 35 9,35-34-10,-35 34 9,-35-35 8,70 0-23,-34 35 15,-1-35 23,0 35-38,0-34 15,1 34 79,34-35-70,-35 35 62,0 0-87,0 0 0</inkml:trace>
    </iact:actionData>
  </iact:action>
</iact:actions>
</file>

<file path=ppt/ink/inkAction9.xml><?xml version="1.0" encoding="utf-8"?>
<iact:actions xmlns:iact="http://schemas.microsoft.com/office/powerpoint/2014/inkAction" lengthUnit="cm" timeUnit="ms">
  <inkml:definitions xmlns:inkml="http://www.w3.org/2003/InkML">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08-06T05:26:17.364"/>
    </inkml:context>
    <inkml:brush xml:id="br0">
      <inkml:brushProperty name="width" value="0.05292" units="cm"/>
      <inkml:brushProperty name="height" value="0.05292" units="cm"/>
      <inkml:brushProperty name="color" value="#C00000"/>
    </inkml:brush>
    <inkml:brush xml:id="br1">
      <inkml:brushProperty name="width" value="0.08819" units="cm"/>
      <inkml:brushProperty name="height" value="0.35278" units="cm"/>
      <inkml:brushProperty name="color" value="#FFC000"/>
      <inkml:brushProperty name="tip" value="rectangle"/>
      <inkml:brushProperty name="rasterOp" value="maskPen"/>
    </inkml:brush>
  </inkml:definitions>
  <iact:action type="add" startTime="26479">
    <iact:property name="dataType"/>
    <iact:actionData xml:id="d0">
      <inkml:trace xmlns:inkml="http://www.w3.org/2003/InkML" xml:id="stk0" contextRef="#ctx0" brushRef="#br0">20410 2920 0,'-35'0'192,"1"0"-159,34-34-25,-35 34 7,0 0 49,0 0-55,1 0 23,-1 0-16,0 0 16,0 0-19,0 0-2,1 0 29,-1 0-24,0 0 0,0 0-8,1 0 8,-1 0-7,0 0-2,0 0 9,-34 0 0,34 0 16,0 34-16,0 1 0,1-35 0,-1 0 0,0 70 9,0-70-10,1 69 1,-1-34 24,35 0-16,0 0-16,0-1 0,0 1 0,-35 0 0,35 0 0,0 34 16,0-34-8,0 0 8,0-1-16,0 36 0,0-35 1,0-1 6,0 1-7,35 35 1,-35-35 7,35-1-10,-35 36 3,34-70-1,-34 35 8,0 34 0,35-69 0,0 35-8,-35 0 8,35-1-8,-1 1 16,1-35-8,0 35-7,0 0 7,34-1 7,-34-34 8,0 35-14,0-35-1,-1 0 0,1 0-8,35 0 8,-36 0 0,36 0-8,-35 0-1,0 0 2,34 0-1,-34 0 8,34 0-7,-34-35 22,0 35-15,0-34-8,-1 34-1,1-35 10,35 0-1,-35 35-8,-1-35 0,36 1 8,-1-1-7,-34 0 6,-35 0-7,35 35 0,0-34 0,0-1 8,-1-35 16,-34 36 1,0-1-9,0 0-9,0 0 1,0 0 8,0 1-8,0-1-8,0-35 8,-34 70-7,-1-34 7,35-1-9,-35 0 2,35 0-2,-35 1 2,0-1-2,35 0 1,-34 0 8,34 1-8,-35 34 0,35-35 0,0 0 0,-35 0 8,0 1 40,1 34 40,34-35-88,-35 35 24,0-35-24,35 0 32,-35 35 56,0 0 0,1 0-64,-1 0 40,0 0-56,0 0 16,1-35 16,-1 35 31,0-34-62,35-1-9,-69 35 7</inkml:trace>
    </iact:actionData>
  </iact:action>
  <iact:action type="add" startTime="44055">
    <iact:property name="dataType"/>
    <iact:actionData xml:id="d1">
      <inkml:trace xmlns:inkml="http://www.w3.org/2003/InkML" xml:id="stk1" contextRef="#ctx0" brushRef="#br1">24583 3546 0,'-139'0'256,"104"0"-246,-104-35-4,34 35 4,71 0-4,-71-34 2,36 34 1,-36 0 0,36 0-2,-1 0 2,36 0-3,-1 0 2,0 0 10,0 0-10,1 0-2,-1 0 4,-35 0 6,35 0-9,1 0 2,-1 0-1,-35 0 0,1 0 0,34 0 0,0 0-2,-34 0 4,34 0-3,0 0 0,-34 0 2,34 0 7,0 0-8,-34 0 7,34 0-5,0 0-2,-34 0 0,34 0-1,0 0 2,0 0-1,0 0 7,1 0-6,-1 0-2,0 0 9,0 0 0,1 0 8,-1 0-15,0 0 6,0 0 1,-34 0 0,34 0 1,0 0-9,0 0 0,1 0 16,-1 0-16,0 0 15,0 0 2,1 0-9,-1 0 0,0 0-2,0 0-5,0 0 0,-34 0 7,34 0-1,0 0-7,1 0 1,-1 0-1,0 0-1,0 0 18,1 0-1,-1 0-1,0 0 1,0 0 17,0 0-33,1 0 16,-1 0-10,0 0 11,0 0-10,1 0 75,-1 0 245,0 0 184</inkml:trace>
    </iact:actionData>
  </iact:action>
</iact:actions>
</file>

<file path=ppt/ink/inkAction10.xml><?xml version="1.0" encoding="utf-8"?>
<iact:actions xmlns:iact="http://schemas.microsoft.com/office/powerpoint/2014/inkAction" lengthUnit="cm" timeUnit="ms">
  <inkml:definitions xmlns:inkml="http://www.w3.org/2003/InkML">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08-06T05:26:17.364"/>
    </inkml:context>
    <inkml:brush xml:id="br0">
      <inkml:brushProperty name="width" value="0.08819" units="cm"/>
      <inkml:brushProperty name="height" value="0.35278" units="cm"/>
      <inkml:brushProperty name="color" value="#FFC000"/>
      <inkml:brushProperty name="tip" value="rectangle"/>
      <inkml:brushProperty name="rasterOp" value="maskPen"/>
    </inkml:brush>
    <inkml:brush xml:id="br1">
      <inkml:brushProperty name="width" value="0.05292" units="cm"/>
      <inkml:brushProperty name="height" value="0.05292" units="cm"/>
      <inkml:brushProperty name="color" value="#C00000"/>
    </inkml:brush>
  </inkml:definitions>
  <iact:action type="add" startTime="13905">
    <iact:property name="dataType"/>
    <iact:actionData xml:id="d0">
      <inkml:trace xmlns:inkml="http://www.w3.org/2003/InkML" xml:id="stk0" contextRef="#ctx0" brushRef="#br0">21001 5076 0,'70'0'184,"-1"0"-175,36 0 0,-1 0-3,0 0 2,-34 0 1,-1 0-1,1 0 1,-35 0-2,34 0 2,-34 0-2,0 0 1,0 0 0,-1 0 8,1 0-8,0 0 0,0 0 7,-1 0 2,1 0-1,0 0 0,0 0-8,-1 0 0,1 0 0,70 0 0,-36 0 0,-34 0 0,0 0 0,34 0 1,1 0-3,-1 0 4,-34 0-4,0 0 4,34 0-4,1 0 2,-35 0 11,-1 0-13,1 0 1,0 0 18,0 0-9,0 0 0,-1 0 0,1 0-1,0 0-6,0 0-1,-1 0 0,1 0 0,0 0 0,34 0 1,-34 0 7,0 0-9,0 0 2,0 0-2,34 0 2,-34 0 5,0 0-6,-1 0 1,36 0-1,-1 35 0,1-35 0,-35 0 8,0 0-8,-1 0 8,1 34-9,0 1 2,0-35 7,-1 0-8,1 0 0,35 0 1,-1 35 7,1 0-9,-35-35 9,-1 0-9,1 0 2,0 0 8,0 0 23,-1 0-33,1 0 1,0 0 0,0 0 0,0 0-1,-1 0 10,1 0 0</inkml:trace>
    </iact:actionData>
  </iact:action>
  <iact:action type="add" startTime="44857">
    <iact:property name="dataType"/>
    <iact:actionData xml:id="d1">
      <inkml:trace xmlns:inkml="http://www.w3.org/2003/InkML" xml:id="stk1" contextRef="#ctx0" brushRef="#br1">14256 4068 0,'0'-35'80,"-35"35"-56,0 0-15,0 0-2,1 0 2,-1 0-1,0 0 7,0 0-7,1 0 0,-1 0 8,-35 0-8,1 0 0,34 35 1,0-35-1,-34 34 7,34 1-7,35 0 1,-70-35-2,70 35 2,-34-1-2,-1-34 2,35 35-2,-35 35 18,35-36-1,0 1-16,0 0 7,0 0-6,0 0 14,0-1-7,0 1 9,0 0-9,35 0-8,-35-1 0,35-34-1,-35 35 9,34 0 0,1 0 8,0-1-15,0 1 14,34 0-7,-69 0-8,70-35 0,-1 34 9,-34 1-9,0-35-1,0 35 2,-1 0-1,36 0 0,-35-1 0,34-34 0,-34 35 8,0 0-9,0-35 18,34 0-18,-34 35 25,0-35-24,-1 0 16,1 0 1,0 0-1,0 0 0,-1 0-9,1 0-6,0 0-2,0-35 18,0 0-18,-1 0 18,-34 1-18,35-36 18,-35 0-1,0 36-9,0-36 1,0 35 1,0-34-9,-35 69 0,35-35-1,0-34 9,-34 34-7,34 0-2,0 0 9,0 1 1,-35-1-9,35 0 8,0 0 0,-35 0-9,0 1 1,35-1 8,-35 0 0,1 35 9,34-35-9,-35 1-9,35-1 2,-35 35 7,35-35 8,-35 35-17,-34-35 17,34 1-16,0 34 0,1-35 1,-1 35-2,-35 0 1,35-35 0,1 35 8,-1 0-8,0 0 8,0 0 0,1 0 16,-1 0-7,0 0-9,0 0-2,1 0-5</inkml:trace>
    </iact:actionData>
  </iact:action>
  <iact:action type="add" startTime="47305">
    <iact:property name="dataType"/>
    <iact:actionData xml:id="d2">
      <inkml:trace xmlns:inkml="http://www.w3.org/2003/InkML" xml:id="stk2" contextRef="#ctx0" brushRef="#br1">18706 5841 0,'0'-35'48,"-34"35"-23,-1 0-17,0 0-2,0 0 4,1 0-3,-1 0 2,0 0-2,-35 0 9,36 0-8,-1 0 0,0 0 0,0 0 0,1 0 0,-1 0 0,0 0 0,0 0 1,1 0-2,-1 0 9,0 0 0,0 0-7,0 0 14,1 0-7,-36 0 0,35 35 8,35-1-16,-69-34 8,69 70 0,0-35 9,-35-1-18,0 1 1,35 0 17,0 0-18,0-1 9,0 1 0,0 0-1,0 0 2,0-1-1,0 1-8,0 0 8,0 0-8,35-35 0,-35 69 8,35-69 0,-35 35-7,69 0-3,-34 0 20,0 34-18,0-34 7,-1-35-6,1 35-1,-35-1 0,70-34 6,-35 35-4,-1-35 5,1 0-7,0 35 0,0-35 0,-1 0 1,1 0-2,35 0 2,-1 0 7,-34 35-9,0-35 9,0 0-8,-1 0 0,1 0 1,0 0-2,0 0 2,34 0-2,-34 0 2,34 0-2,1-35 2,-35 35 7,0 0-8,-1 0 15,1 0-14,0 0 6,0-35 2,34 0 14,-69 1-15,35 34-7,-35-35 6,35 35-6,0-35-2,-35 0 19,0 1-19,0-1 24,0 0-15,0 0 0,0 0-8,0 1 1,-35 34-2,35-70 9,0 35 16,-35 1-8,0-36 1,0 1 6,1 69-7,34-35 8,-35 0-16,35 0-8,-35 35 0,35-34 17,-35 34-18,1-35 9,-1 0 24,0 35-25,0-35 11,0 35-2,1 0-1,-36 0 2,70-34-1,-35 34 111,1-35 74</inkml:trace>
    </iact:actionData>
  </iact:action>
  <iact:action type="add" startTime="52161">
    <iact:property name="dataType"/>
    <iact:actionData xml:id="d3">
      <inkml:trace xmlns:inkml="http://www.w3.org/2003/InkML" xml:id="stk3" contextRef="#ctx0" brushRef="#br1">21419 6779 0,'0'-35'104,"34"35"-95,-34-34-1,0-1 0,35-35-1,-35 36 10,0-1-2,0 0 1,0 0-7,0 0 15,0 1 16,0-1-25,0 0 10,0 0-1,0 1 15,0-1 33,0 0-63,0 0 6,0 1 0,0-1 11,0 0 214,0 0-233</inkml:trace>
    </iact:actionData>
  </iact:action>
  <iact:action type="add" startTime="53249">
    <iact:property name="dataType"/>
    <iact:actionData xml:id="d4">
      <inkml:trace xmlns:inkml="http://www.w3.org/2003/InkML" xml:id="stk4" contextRef="#ctx0" brushRef="#br1">21001 6119 0,'0'-35'96,"35"0"-87,-35 0-2,35 1 2,-35-36 7,0 35-8,35-34 0,-1 34-2,-34 0 4,35-34 6,0 34-8,-35 0 15,35 35 88,-1 0-94,1 0-7,0 0-4,35 0 10,-36 35-7,1-35-2,35 35 3,-36-1-4,1 1 3,0 0-1,0 0 0,34 0 0,-34-35-1,-35 34 1,35 1-1,0-35 2</inkml:trace>
    </iact:actionData>
  </iact:action>
  <iact:action type="add" startTime="57809">
    <iact:property name="dataType"/>
    <iact:actionData xml:id="d5">
      <inkml:trace xmlns:inkml="http://www.w3.org/2003/InkML" xml:id="stk5" contextRef="#ctx0" brushRef="#br1">22879 14357 0,'0'-34'121,"35"34"-113,173 34-1,1 36 1,34 69 0,1-35 1,34-34-2,0 69 2,-69 0-1,-35-35 0,-1 0 0,1 1 0,-35-1 0,0-34 0,-69-1-1,69 35 2,-35 1-1,35-1 0,-34 35 0,69-35 0,-1-34 0,36 104-1,0-105 2,-1 35-3,1 36 4,0-1-2,34 34 0,-34-68-1,-1-36 1,-69 35 1,0 1-1,-69-70 0,-1 34 0,-34-69-1,0 35 18,0-35 6,0 35 9,-70-35 81,0-35-114</inkml:trace>
    </iact:actionData>
  </iact:action>
  <iact:action type="add" startTime="59281">
    <iact:property name="dataType"/>
    <iact:actionData xml:id="d6">
      <inkml:trace xmlns:inkml="http://www.w3.org/2003/InkML" xml:id="stk6" contextRef="#ctx0" brushRef="#br1">23053 17417 0,'0'34'25,"35"-34"-10,138-34-7,-68-1 1,-1 0-1,35-35 0,35 1 0,0-35 0,-35 34 0,35-34 1,0 0-2,34-1 1,36-34-2,-1 0 4,-34-35-2,-1 1 0,1-1-2,34-35 4,-104 105-4,0-35 4,-34 0-4,-36 34 5,36-68-4,-1 68 1,-35-34 0,36 70-1,-36-1 2,1-34-1,-1 34 0,1 1 0,-35-1 0,34 1-2,-34 34 4,0 0-2,0 1 0,-35-1-1,34 0 34</inkml:trace>
    </iact:actionData>
  </iact:action>
  <iact:action type="add" startTime="60361">
    <iact:property name="dataType"/>
    <iact:actionData xml:id="d7">
      <inkml:trace xmlns:inkml="http://www.w3.org/2003/InkML" xml:id="stk7" contextRef="#ctx0" brushRef="#br1">24583 13488 0,'34'-34'40,"1"68"-16,35 71-15,-1-36-1,1 35-1,-1 70 2,1 0-3,-35 0 4,34-35-2,1 70 0,-1-1 0,1 1 0,-35-105-2,-1 35 4,-34 35-3,35-35 2,0 0-2,0-35 2,-1 70-1,1-70 0,-35 1-1,0 34 1,35-35 0,0 0 1,-35-69-2,0 35 2,35 103-2,-35-103 2,34-1-1,1 36 0,0-36 0,-35-34-2,0 104 4,0-104 5,35 34-7,-1-34 0</inkml:trace>
    </iact:actionData>
  </iact:action>
  <iact:action type="add" startTime="61265">
    <iact:property name="dataType"/>
    <iact:actionData xml:id="d8">
      <inkml:trace xmlns:inkml="http://www.w3.org/2003/InkML" xml:id="stk8" contextRef="#ctx0" brushRef="#br1">22914 16130 0,'34'-34'56,"36"34"-48,104-35 1,69 0-2,70 0 1,70 35 0,103 0 0,106 0 0,68 0 1,105 0-2,70 0 2,-70 0-2,0 0 2,-105 0-2,-69 0 1,-104-69 0,-104 34 1,-140 35-2,0-35 2,-138 35-2,-71 0 0,1 0 9,-70 0 146,1-35-155</inkml:trace>
    </iact:actionData>
  </iact:action>
</iact:actions>
</file>

<file path=ppt/ink/inkAction11.xml><?xml version="1.0" encoding="utf-8"?>
<iact:actions xmlns:iact="http://schemas.microsoft.com/office/powerpoint/2014/inkAction" lengthUnit="cm" timeUnit="ms">
  <inkml:definitions xmlns:inkml="http://www.w3.org/2003/InkML">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08-06T05:26:17.364"/>
    </inkml:context>
    <inkml:brush xml:id="br0">
      <inkml:brushProperty name="width" value="0.05292" units="cm"/>
      <inkml:brushProperty name="height" value="0.05292" units="cm"/>
      <inkml:brushProperty name="color" value="#C00000"/>
    </inkml:brush>
    <inkml:brush xml:id="br1">
      <inkml:brushProperty name="width" value="0.08819" units="cm"/>
      <inkml:brushProperty name="height" value="0.35278" units="cm"/>
      <inkml:brushProperty name="color" value="#FFC000"/>
      <inkml:brushProperty name="tip" value="rectangle"/>
      <inkml:brushProperty name="rasterOp" value="maskPen"/>
    </inkml:brush>
  </inkml:definitions>
  <iact:action type="add" startTime="6886">
    <iact:property name="dataType"/>
    <iact:actionData xml:id="d0">
      <inkml:trace xmlns:inkml="http://www.w3.org/2003/InkML" xml:id="stk0" contextRef="#ctx0" brushRef="#br0">20827 6188 0,'0'-35'160,"35"35"-152,0 70 16,-35-35 1,0-1-18,35 1 1,-35 0 16,0 0-16,0-1 0,0 1 0,0 0 8,0 35 0,0-36 0,0 1-8,0 0 0,0 34 0,0-34 8,0 0-7,0 0 7,0-1-9,0 1 17,0 0 8,0 0-16,0-1-8,0 1 0,0 0 8,35 0-8,-35 0 8,0-1 0</inkml:trace>
    </iact:actionData>
  </iact:action>
  <iact:action type="add" startTime="8150">
    <iact:property name="dataType"/>
    <iact:actionData xml:id="d1">
      <inkml:trace xmlns:inkml="http://www.w3.org/2003/InkML" xml:id="stk1" contextRef="#ctx0" brushRef="#br0">21001 6084 0,'0'-35'80,"70"35"-64,-35 0-8,138-35 0,-68 1 0,-36 34 1,70 0-2,-34 0 1,34 0 0,-35 0 1,35 0-2,35 0 1,-35 0 1,70 0-2,-70 0 1,0 0 0,-35 0 0,35 0 0,35 0 0,0 0 0,0 0 0,0 0 0,34 0 0,-69 0 0,0 0 1,-34 0-2,-1 0 2,-34 0-2,-1 0 2,1 0-1,34 0 0,-34 0-1,-36 0 1,1 0 0,0 0 1,0 0-2,-1 0 1,1 0 0,0 0 8,0 0-8,0 0 16,-35 34 120,0 36-137,0-35 2,0 34-1,0 1 0,0-1 0,0-34 0,0 0 0,0 34-1,0 1 2,0-35-1,0-1 0,0 1 0,0 35 0,-35-36 0,35 1 1,-35 35-2,0-36 1,0 36 1,35-35 14,-34-1-14,34 1 22,-35 0 9,-35-35-16,36 0-16,-36 0 0,-69 35-1,35 0 2,-1-35-1,-69 0 0,-34 0 0,-36 0 0,36 0-1,-36 0 3,71 0-3,-36 0 2,70 0-1,35 0-2,-35 0 3,69 0 0,0 0-2,1 0 1,-1 0 0,36 0 0,-1 0 0,0 0 0,-35 0 0,36 0 0,-1 0 0,-35 0 0,36 0 0,-36 0 8,35 0-8,-34 0 1,-1 0-2,35 0 2,-34 0-2,-1 0 2,1 0-2,-1 0 2,1 0-3,-1 0 2,-34 0 1,69 0-1,0 0 1,1 0-2,-1 0 1,0 0 0,0 0 8,1 0 25</inkml:trace>
    </iact:actionData>
  </iact:action>
  <iact:action type="add" startTime="14238">
    <iact:property name="dataType"/>
    <iact:actionData xml:id="d2">
      <inkml:trace xmlns:inkml="http://www.w3.org/2003/InkML" xml:id="stk2" contextRef="#ctx0" brushRef="#br1">22566 6710 0,'0'-35'41,"35"35"151,0 0-178,-1 0-4,1 0-2,35 0 0,-1 0 0,1 0 0,-1 0 0,-34 0 0,35 0 0,-36 0 0,1 0 0,0 0 0,34 0-1,-34 0 2,0 0-1,0 0 0,-1 0 0,1 0-2,0 0 4,0 0-2,0 0 0,34 0 0,1 0 7,-36 0-6,1 0 7,0 0-10,0 0 27,34 0-24,-34 0-1,0 0 0,0 0 0,34 0-2,-34 0 4,0 0-2,34 0 0,-34 0 0,0 0-1,-1 0 2,1 0-1,0 0 0,0 0 0,0 0 0,-1 0 0,1 0 40,0 0-25,0 0 171</inkml:trace>
    </iact:actionData>
  </iact:action>
  <iact:action type="add" startTime="16878">
    <iact:property name="dataType"/>
    <iact:actionData xml:id="d3">
      <inkml:trace xmlns:inkml="http://www.w3.org/2003/InkML" xml:id="stk3" contextRef="#ctx0" brushRef="#br1">21071 6779 0,'35'-35'113,"34"35"-98,1-34-5,-1 34-4,1 0 3,-1 0-1,36 0 0,-36 0 0,1 0-2,-36 0 4,36 0-2,0 0 0,-1 0 0,-34 0-1,0 0 1,-1 0 0,1 0 1,0 0-1,0 0-2,-1 0 12,1 0-2,0 0-1,0 0 2,0 0-1,-1 0 0,1 0-8,0 0 24,0 0-8</inkml:trace>
    </iact:actionData>
  </iact:action>
</iact:actions>
</file>

<file path=ppt/ink/inkAction12.xml><?xml version="1.0" encoding="utf-8"?>
<iact:actions xmlns:iact="http://schemas.microsoft.com/office/powerpoint/2014/inkAction" lengthUnit="cm" timeUnit="ms">
  <inkml:definitions xmlns:inkml="http://www.w3.org/2003/InkML">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08-06T05:26:17.364"/>
    </inkml:context>
    <inkml:brush xml:id="br0">
      <inkml:brushProperty name="width" value="0.08819" units="cm"/>
      <inkml:brushProperty name="height" value="0.35278" units="cm"/>
      <inkml:brushProperty name="color" value="#FFC000"/>
      <inkml:brushProperty name="tip" value="rectangle"/>
      <inkml:brushProperty name="rasterOp" value="maskPen"/>
    </inkml:brush>
  </inkml:definitions>
  <iact:action type="add" startTime="5088">
    <iact:property name="dataType"/>
    <iact:actionData xml:id="d0">
      <inkml:trace xmlns:inkml="http://www.w3.org/2003/InkML" xml:id="stk0" contextRef="#ctx0" brushRef="#br0">22218 15991 0,'-35'0'185,"-34"0"-176,34 0-3,0 0 4,1 0-3,-1 0 1,0 0 1,0 0 7,1 0-9,-36 0 9,0 0 0,36 35-8,-1 0 0,-35-35 9,1 35-8,34-35 6,0 0-8,1 0 2,-1 0 13,0 0 171,0 34-185,0-34 1,1 0 7,-1 0 7,0 0 72,0 0-85,1 35-2</inkml:trace>
    </iact:actionData>
  </iact:action>
  <iact:action type="add" startTime="10240">
    <iact:property name="dataType"/>
    <iact:actionData xml:id="d1">
      <inkml:trace xmlns:inkml="http://www.w3.org/2003/InkML" xml:id="stk1" contextRef="#ctx0" brushRef="#br0">13943 14114 0,'35'0'176,"34"0"-158,1 0-11,-36-35 2,1 35 6,0 0 25,0 0-15,0 0-10,-1 0-7,1 0 0,0 0 8,0 0 0,-1 0-8,1 0 8,0 0 55</inkml:trace>
    </iact:actionData>
  </iact:action>
  <iact:action type="add" startTime="11736">
    <iact:property name="dataType"/>
    <iact:actionData xml:id="d2">
      <inkml:trace xmlns:inkml="http://www.w3.org/2003/InkML" xml:id="stk2" contextRef="#ctx0" brushRef="#br0">17837 15713 0,'35'0'73,"0"0"-58,69 0-5,-69 0-3,34 0 2,1 0-2,-1 0 2,1 0-2,34 0 2,1 0-3,-36-35 4,-34 35-3,34 0 0,1 0 2,-1 0 0,36 0-2,-70 0 1,-1 0 0,1 0 0,35 0-1,-36 0 1,1 0 1</inkml:trace>
    </iact:actionData>
  </iact:action>
</iact:actions>
</file>

<file path=ppt/ink/inkAction13.xml><?xml version="1.0" encoding="utf-8"?>
<iact:actions xmlns:iact="http://schemas.microsoft.com/office/powerpoint/2014/inkAction" lengthUnit="cm" timeUnit="ms">
  <inkml:definitions xmlns:inkml="http://www.w3.org/2003/InkML">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08-06T05:26:17.364"/>
    </inkml:context>
    <inkml:brush xml:id="br0">
      <inkml:brushProperty name="width" value="0.08819" units="cm"/>
      <inkml:brushProperty name="height" value="0.35278" units="cm"/>
      <inkml:brushProperty name="color" value="#FFC000"/>
      <inkml:brushProperty name="tip" value="rectangle"/>
      <inkml:brushProperty name="rasterOp" value="maskPen"/>
    </inkml:brush>
    <inkml:brush xml:id="br1">
      <inkml:brushProperty name="width" value="0.05292" units="cm"/>
      <inkml:brushProperty name="height" value="0.05292" units="cm"/>
      <inkml:brushProperty name="color" value="#C00000"/>
    </inkml:brush>
  </inkml:definitions>
  <iact:action type="add" startTime="21482">
    <iact:property name="dataType"/>
    <iact:actionData xml:id="d0">
      <inkml:trace xmlns:inkml="http://www.w3.org/2003/InkML" xml:id="stk0" contextRef="#ctx0" brushRef="#br0">13491 4798 0,'0'-35'161,"69"35"-146,-34 0 3,0 0-12,0 0 3,-1 0-3,1 0 4,35 0 5,-35 0 10,-1 0-9,1 0-8,0 0-1,0 0 10,34 0 0,-34 0-11,0 0 4,34 0-3,-34 0 8,0 0-6,0 0-1,-1 0 1,1 0 6,0 0-7,0 0 0,34 0 0,-34 0 8,0 0 87,-1 0 49,1 0-143</inkml:trace>
    </iact:actionData>
  </iact:action>
  <iact:action type="add" startTime="23082">
    <iact:property name="dataType"/>
    <iact:actionData xml:id="d1">
      <inkml:trace xmlns:inkml="http://www.w3.org/2003/InkML" xml:id="stk1" contextRef="#ctx0" brushRef="#br0">13630 9352 0,'104'0'97,"-34"34"-89,-1-34 0,36 35 1,-71-35-2,1 0 0,35 0 3,-1 35-4,-34-35 11,0 0-9,0 0 6,-1 0 4,1 0-3,0 0-6,0 0 63,-1 0-47,1 0-2,0 0-14,0 0 30,-1 0-7,1 0 0,0 0-24</inkml:trace>
    </iact:actionData>
  </iact:action>
  <iact:action type="add" startTime="24546">
    <iact:property name="dataType"/>
    <iact:actionData xml:id="d2">
      <inkml:trace xmlns:inkml="http://www.w3.org/2003/InkML" xml:id="stk2" contextRef="#ctx0" brushRef="#br0">13560 14010 0,'35'0'65,"0"0"-58,0 0 1,34 0 1,-34 0 0,0 0-2,34 0 2,1 0-2,-35 0 1,-1 0 0,36 0 0,-1 0-1,1 35 3,-35-35 5,0 0-7,-1 0-1,1 0 10,0 0-9,0 0 7,-1 0-7,1 0 1,0 0-1,0 0 8,-1 0 0,1 0-8,0 0 15,0 0 2</inkml:trace>
    </iact:actionData>
  </iact:action>
  <iact:action type="add" startTime="45002">
    <iact:property name="dataType"/>
    <iact:actionData xml:id="d3">
      <inkml:trace xmlns:inkml="http://www.w3.org/2003/InkML" xml:id="stk3" contextRef="#ctx0" brushRef="#br0">22183 3511 0,'-34'0'113,"-1"0"-105,0 0 0,-34 0-1,-36 0 2,36 0-1,34 0 0,-69 0 0,34 0 0,35 0-1,-34 0 2,-1 0-1,36 0 0,-36 0 0,0 0 0,36 0 0,-36 0 0,1 0-1,-1 0 2,35 0-1,1 0 0,-1 0 0</inkml:trace>
    </iact:actionData>
  </iact:action>
  <iact:action type="add" startTime="47922">
    <iact:property name="dataType"/>
    <iact:actionData xml:id="d4">
      <inkml:trace xmlns:inkml="http://www.w3.org/2003/InkML" xml:id="stk4" contextRef="#ctx0" brushRef="#br0">21940 8170 0,'-35'0'65,"-34"0"-59,-36 0 5,36 0-4,-35 0 1,-1 0 0,1 0 0,0 0 0,34 0 0,1 0-2,-1 0 2,1 0 2,34 0-2,-35 0 0,35 0-1,1 0 2,-36 0-1,35 0 8,1 0-2,-1 0 4,0 0-9</inkml:trace>
    </iact:actionData>
  </iact:action>
  <iact:action type="add" startTime="50946">
    <iact:property name="dataType"/>
    <iact:actionData xml:id="d5">
      <inkml:trace xmlns:inkml="http://www.w3.org/2003/InkML" xml:id="stk5" contextRef="#ctx0" brushRef="#br0">21975 12932 0,'-35'0'97,"-34"0"-89,34 0-1,0 0 2,0 0-1,-34 0 0,34 0 0,0 0 0,0 0 0,1 0 0,-1 0 0,0 0-2,0 0 3,1 0 0,-1 0 7,0 0 9,0 0-10,0 0-7,1 0 6,-1 0 188,0 0-186,0 0-8,1 0 8,-1 0-8,0 0 0,0 0 0</inkml:trace>
    </iact:actionData>
  </iact:action>
  <iact:action type="add" startTime="62250">
    <iact:property name="dataType"/>
    <iact:actionData xml:id="d6">
      <inkml:trace xmlns:inkml="http://www.w3.org/2003/InkML" xml:id="stk6" contextRef="#ctx0" brushRef="#br1">22288 3546 0,'69'0'56,"1"0"-32,-35 35-16,-1-35 1,1 35-1,35-1-1,-35-34 1,34 35-1,1 0 2,-1 0-1,1 0 0,-1 34 1,36-34-1,-36 34 0,1-34 0,-1 35-1,35-1 2,-69-34-3,35 34 4,-35-69-3,-1 70 2,36-35-2,-70 34 1,69 1-1,-34-35 2,-35-1-1,35 36 7,0 34-6,-35-69-1,34 34 8,1 1-8,-35-35 8,0-1-8,0 36 0,0-35 0,0 0 0,0-1 0,0 36 0,0-35 1,0-1-3,0 36 4,0-35-3,0 34 9,0-34-7,0 0-2,0-1 1,0 36 0,0-35 0,0-1-1,0 1 2,0 0 7,0 0-8,0 0 0,0 34 8,0-34 0,0 0-8,0-1 0,0 1 0,0 0 9,0 0-1,0-1 0,0 1-9,0 0 8,0 0-6,0-1-1,35 1 0,-35 0 17,0 0-1,0-1-18,35-34 3,-35 35 7,0 0 0,0 35 0,0-36 0,0 1-8,0 0 0,0 0 1,0-1-2,0 1 2,0 0 6,35 0-7,-35-1 0,34 1 8,-34 0 16,0 0-8,0-1-16,0 1 1,35 0-3,-35 0 4,0 34 20,35-34-21,-35 0 23,0 0-24,0-1 8,0 1-8,35 0 0,-35 0 8,0-1-8,0 1-1,0 0 10,0 0-9,34-1 0,-34 1 8,0 0-7,0 0-3,0-1 20</inkml:trace>
    </iact:actionData>
  </iact:action>
  <iact:action type="add" startTime="64794">
    <iact:property name="dataType"/>
    <iact:actionData xml:id="d7">
      <inkml:trace xmlns:inkml="http://www.w3.org/2003/InkML" xml:id="stk7" contextRef="#ctx0" brushRef="#br1">22462 8378 0,'0'-35'208,"0"1"-200,34-1 0,-34 0 1,70 0-1,-35-34-1,-35 34 2,35 0-2,-1-34 2,-34 34-2,35 0 2,0 1-2,-35-36 9,0 35-8,0 0 0,35 1-1,-35-1 1,34 0 2,1 0 13,-35 1-15,35-1 1,-35 0-2,35 35 1,-1-69 0,1 69-1,0-35 3,0 35-3,0-35 1,-1 0 0,36 35 1,34-34-1,-34-36-1,-1 70 2,-34-35-2,69 1 1,-69-1 1,35 35-3,-1-35 4,35 0-3,36 0 1,-71 35-1,1-34 1,-1-1 1,-34 35-1,69 0 1,-34 0-2,34-35 1,-34 35 0,-1-35 0,-34 35 1,69 0-1,-34 0-1,-1 0 1,1 0 0,-1 0-1,1 0 2,-35 0-1,34 0 8,-34 0 0,0 0-8,0 0 24,-1 0-24,1 0 17,0 0-1,0 0 0,-1 0-9,1 0 10,0 35-18,0-35 9,-35 35-7,0 0 7,0-1-10,35 36 4,-35-35 5,0 0-6,0-1-2,0 1 8,0 0 2,0 0-9,0-1 0,0 1 7,0 0-5,0 0-3,0 34 8,0-34 2,0 0-9,34-1 0,-34 1 8,0 0-8,35 0 8,-35-1 56,0 1-24,0 0-31,35 0-10,-35 0 25,0-1-1,0 1 9,0 0-7,0 0-8,0-1 6</inkml:trace>
    </iact:actionData>
  </iact:action>
  <iact:action type="add" startTime="67946">
    <iact:property name="dataType"/>
    <iact:actionData xml:id="d8">
      <inkml:trace xmlns:inkml="http://www.w3.org/2003/InkML" xml:id="stk8" contextRef="#ctx0" brushRef="#br1">22357 13175 0,'0'-34'71,"70"34"-62,-1-35-1,1 35 8,34-35-9,1 35 3,-36-35-3,-34 35 2,34 0-2,36-34 2,-36-1-1,-34 35-1,0 0 1,34 0 0,-34 0 16,0-35 167,-35 0-174,0-34-9,0 34 0,0-69 0,0 69 0,0 0 0,0-34 0,0 34-1,0 0 2,-35-34-2,35-1 2,0 1 0,0-1-2,0 35 1,0-34 0,0-1 1,0-34-2,-35 0 2,35 34-2,-34-34 2,-1 34-2,35 36 1,0-71 0,0 36-1,0-1 2,-35 1-1,0-1 0,1 35-1,34-34 2,0-1-1,0-34 0,-35 35 0,35 34-1,0-35 2,-35 36 7,35-1-8,0 0-1,0-34 3,0 34 5,0 0-7,0-35 1,0 36-2,0-36 9,0 35 0,-35-34-9,35-1 10,0 1-9,0-1 0,0 1 1,-35-1-2,35 35 1,0 1 0,0-1 0,0 0 0,0 0 0,0 1 8,0-1-9,0 0 18,0 0-8,0 1-3,0-1-5,0 0 0,0 0 22,0 1-7,0-1 1,-34 35 71,34-35 104,34 35-193,36 0 1,-35 0-1,34 0 2,1 0 0,-1 0-2,1 0 1,-35 35 0,-1-35-1,1 0 2,0 0-1,0 0 0,34 0 9,1 0-3,-35 0 3,-1 0-9,36 35 0,-35-35 8,-1 0-8,1 0 1,35 0 6,-35 34-7,-1-34 8,1 0-8,0 0 0,0 0 0,34 0 0,1 0-1,-1 0 2,36 0-1,-36 0 0,1 0 0,-1 0 0,1 0 0,-35 0 0,69 0-1,-69 0 2,-1 0-1,1 0 1,0 0-2,34 0 9,-34 0 1,0 0-2,0 0-7,0 0 0,-1 0 1,36 0 6,-1 0 0,1 0 2,-35-34-9,-1 34 8,1 0-8,0 0 8,35 0-1,-36 0 2,1 0-1,0 0 0,34-35-7,1 0-2,34 35 0,1 0 1,-1 0 1,0 0-1,1 0 0,-1 0 0,35 0-1,-35 0 2,-34 0-1,-35 0 8,-1 0 72,36 0-80,-35 0 8,-1 0-8,1 0 40,0 0-40,-35-35 17,35 1-19,34 34 20,-34 0-12,0 0-4,34-35-3,-34 35 1,0 0 16,-35-35 215,0 0-222,0 0-1,0 1 0,0-1 0,0 0-9,0 0 82</inkml:trace>
    </iact:actionData>
  </iact:action>
  <iact:action type="add" startTime="75970">
    <iact:property name="dataType"/>
    <iact:actionData xml:id="d9">
      <inkml:trace xmlns:inkml="http://www.w3.org/2003/InkML" xml:id="stk9" contextRef="#ctx0" brushRef="#br1">27955 8100 0,'0'35'176,"0"0"-169,0-1 2,0 1 7,0 0-8,35-35 0,-35 35 23,0-1-22,0 1 39,0 0 8,0 0-47,0-1-2,0 1 9,0 0-1,0 0-7,0 0 9,0-1-8,35 36 6,0-70-7,-35 69 8,0-34 0,0 0 16,0 0 8,35 34-24,-35-34-9,34 0 26,1-35 215,35 0-240,-1 0 0,1 0 0,-36 0 0,1 0 0,0 0 0,0 0 8,0 0-8,-1 0 0,1 0 0,0 0 1,0 0-2,-1 0 1,1 0 0,0 0 0,34 0 0,-34 0 8,0 0-8,0 0-1,0 0 2,-1 0 7,1 0-8,0 0 0,0 0 8,34 0-8,-34 0 8,0 0-9,34-35 2,-34 35 16,0 0 46,0-35-16,-35 0 10,0 1-57,0-1 8,0 0 0,0 0-8,0 1-1,0-36 2,0 35 7,0-34 0,-35 34 0,35 0-1,0 0-6,0 1-1,0-1 8,0 0 0,0 0-8,0 1 9,0-1-1,0 0 15,0 0-24,0 1 10,-35 34-9,35-35 7,0 0 2,0 0-9,-35 35 89,0 0-50,-69-34-40,35-1 1,34 35 1,-35 0-1,1 0-1,34 0 2,0 0-1,-34 0-1,34 0 10,0 0-1,0 0-7,1 0-3,-1 0 3,0 0-1,0 0 1,-34 0-3,34 0 4,0 0-3,0 0 33,1 0-24,-1 0 9,0 0-18,0 0 18,1 0 6,-1 0 8,0 0 74,0 0-106,1 0 10,-1 0 8,0 0-10,0 0 2,0 0-2,1 35 1,-1-35 0,0 0-9,0 0 19</inkml:trace>
    </iact:actionData>
  </iact:action>
  <iact:action type="add" startTime="86241">
    <iact:property name="dataType"/>
    <iact:actionData xml:id="d10">
      <inkml:trace xmlns:inkml="http://www.w3.org/2003/InkML" xml:id="stk10" contextRef="#ctx0" brushRef="#br1">28512 7961 0,'-35'-35'129,"0"1"-114,35-1-5,-35-35 14,35 35-18,-34 1 4,-1-1-3,35 0 1,-35 35 0,35-69 0,-35-1 8,1 35-8,-1-34-1,35 34 10,0-34-9,-35-1 0,0 1-1,35 34 2,-34-70-1,-1 36 0,0 34 0,35-34 0,0-1 8,-35 1-8,35 34 1,0 0-3,-35-34 3,35-1-1,0 35 8,0 0-9,-34-34 1,34 34 1,0 0-1,0 1 0,-35-71-1,0 71 2,35-1-1,0-35 0,0 36 0,0-1 0,-35-69 0,1 34 0,34 0 0,-35-34 0,35 69 1,0-34-2,0-1 1,-35 1 0,0-1 0,35 36-1,0-36 1,0-34 1,-35 34-1,35 1 7,0 34-6,0 0-1,0 0 0,-34-34 0,34 34 7,0 0-6,0 1-1,0-36 0,0 35-1,-35 1 2,35-36-1,-35 35 1,35 0-2,0 1 10,0-1-10,0 0 1,0 0 8,-35-34-8,35 34-1,-34 0 1,34 1 17,-35-36-17,0 1 8,35 34 0,0 0-8,0 0 0,0 1 0,-35-71-1,35 70 2,0 1 7,0-1-8,0 0 8,0 0 0,0 1-7,0-1 15,0 0 0,0 0 31,0 1-47,0-1 0,0 0 8,-34 0-8,34 1 8,0-1-8,0 0 0,-35 0 0,35 1 9,0-1-9,-35 0 0,35 0 16,0 0-9,-35 1-7,35-1 23,0 0 66,0 0-89,-35 35 104,1-34-96,-1-1 9,-35 0-9,1 0 0,34 35-9,-34 0 9,-1-34-1,70-1 289,-35 35-287,0 0-9,1 0 0,-36-35 0,-34 0 0,69 35 1,-69 0-2,69 0 1,-35 0 0,-34-34 1,0-1-2,69 35 0,-69-35 2,69 35 0,-69-35-2,34 35 1,1 0 0,-1 0 0,0 0-1,-34-35 2,35 35-1,-70-34-1,34-1 2,36 35-1,-36 0 0,1 0 0,-70 0 0,105 0 0,-105-35 1,69 0-2,36 35 1,-35 0 0,-1 0 0,1 0 1,0 0-2,-1 0 1,-34 0 0,35 0 0,-35 0 1,35 0-1,-35 0-2,34 0 3,-34 0-1,35 0 0,-35 0 0,34 0 0,-68-34 0,103 34 0,-69 0 0,0 0 1,-35 0-2,35 0 1,0 0 0,0 0 1,0 0-2,34 0 2,-34 0-1,0 0 0,0 0 0,0 0 0,35 0-1,-35 0 2,0 0-1,-35 0 0,35 0-1,34 0 1,1 0 0,34 0 0,-34 0 1,0 0-3,-35-35 4,69 35-2,35 0-1,-69 0 2,0 0-2,-1 0 1,1 0 1,0 0-1,0 0 0,-1 0-1,1 0 2,0 0-2,-1 0 2,1 0-1,0 0 0,34 0-1,-34 0 2,0 0-2,-1 0 2,36 0-1,-1 0-1,-34 0 1,34 0 0,1 0 0,-1 0 0,1 0 0,-1 0 0,35 0 0,1 0 0,-36 0 1,0 0-1,1 0 0,-1 0-1,1 0 2,-1 0-3,1 0 4,-1 0-3,-34 0 2,0 0-1,34 0 0,1 0 0,-36 0 0,1 0 0,34 0 0,1 0 0,-35 0-1,34 0 1,0 0 0,1 0 1,-35 0-2,-1 0 1,1 0 0,0 0 1,34 0-1,-34 0 0,-1 0-1,36 0 2,-1 0-2,1 0 2,-1 0-1,1 0 0,-1 0-1,1 0 2,34 0-1,-35 0 0,36 0-1,-1 0 2,0 0-2,0 0 25,-34 0 200,69 35-215,-35-1-10,35 1 1,-35 35 9,0 34-1,35-69-1,-34 34 3,34-34-4,0 0 4,0 0-4,0-1-5,0 1 39,0 0-33,0 0 1,0-1-8,0 1 9,0 0-2,0 34 1,0-34 0,0 0 1,0 0-9,0 34 0,34-34 0,1 0 7,-35 0 1,0-1-7,0 36-1,35-70-1,-35 35 9,35-1 17,-35 1-10,35-35-14,-35 35 30</inkml:trace>
    </iact:actionData>
  </iact:action>
  <iact:action type="add" startTime="90978">
    <iact:property name="dataType"/>
    <iact:actionData xml:id="d11">
      <inkml:trace xmlns:inkml="http://www.w3.org/2003/InkML" xml:id="stk11" contextRef="#ctx0" brushRef="#br1">13282 3511 0,'35'-34'216,"0"34"-200,-1 34-9,-34 1 10,35-35-10,0 0 2,0 35-1,0 0-1,-35-1 2,34-34-1,1 70 0,0-35 8,0 34 0,-1-69-8,-34 35 7,35 0-6,-35 0-1,70-35 17,-70 34 22,35-34-15,-1 35 0,1 0 200,0-35-208,0 35-8,-1-1 40,36-34 184,-35-34-224,-1 34-8,-34-35 0,35 0 0,-35 0 0,35 35 0,0-34 0,0-1 8,-35-35 0,34 1-1,1 34-6,-35 0-1,35 35 0,-35-69 0,35 69 0,-35-35 1,34 0-2,-34 0 1,35 1-1,-35-36 10,35 70-9,0-35 0,-1 1 8</inkml:trace>
    </iact:actionData>
  </iact:action>
</iact:actions>
</file>

<file path=ppt/ink/inkAction14.xml><?xml version="1.0" encoding="utf-8"?>
<iact:actions xmlns:iact="http://schemas.microsoft.com/office/powerpoint/2014/inkAction" lengthUnit="cm" timeUnit="ms">
  <inkml:definitions xmlns:inkml="http://www.w3.org/2003/InkML">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08-06T05:26:17.364"/>
    </inkml:context>
    <inkml:brush xml:id="br0">
      <inkml:brushProperty name="width" value="0.08819" units="cm"/>
      <inkml:brushProperty name="height" value="0.35278" units="cm"/>
      <inkml:brushProperty name="color" value="#FFC000"/>
      <inkml:brushProperty name="tip" value="rectangle"/>
      <inkml:brushProperty name="rasterOp" value="maskPen"/>
    </inkml:brush>
    <inkml:brush xml:id="br1">
      <inkml:brushProperty name="width" value="0.08819" units="cm"/>
      <inkml:brushProperty name="height" value="0.35278" units="cm"/>
      <inkml:brushProperty name="color" value="#002060"/>
      <inkml:brushProperty name="tip" value="rectangle"/>
      <inkml:brushProperty name="rasterOp" value="maskPen"/>
    </inkml:brush>
    <inkml:brush xml:id="br2">
      <inkml:brushProperty name="width" value="0.055" units="cm"/>
      <inkml:brushProperty name="height" value="0.055" units="cm"/>
    </inkml:brush>
    <inkml:brush xml:id="br3">
      <inkml:brushProperty name="width" value="0.08819" units="cm"/>
      <inkml:brushProperty name="height" value="0.35278" units="cm"/>
      <inkml:brushProperty name="color" value="#92D050"/>
      <inkml:brushProperty name="tip" value="rectangle"/>
      <inkml:brushProperty name="rasterOp" value="maskPen"/>
    </inkml:brush>
    <inkml:brush xml:id="br4">
      <inkml:brushProperty name="width" value="0.08819" units="cm"/>
      <inkml:brushProperty name="height" value="0.35278" units="cm"/>
      <inkml:brushProperty name="color" value="#00B0F0"/>
      <inkml:brushProperty name="tip" value="rectangle"/>
      <inkml:brushProperty name="rasterOp" value="maskPen"/>
    </inkml:brush>
    <inkml:brush xml:id="br5">
      <inkml:brushProperty name="width" value="0.05292" units="cm"/>
      <inkml:brushProperty name="height" value="0.05292" units="cm"/>
      <inkml:brushProperty name="color" value="#C00000"/>
    </inkml:brush>
    <inkml:brush xml:id="br6">
      <inkml:brushProperty name="width" value="0.05292" units="cm"/>
      <inkml:brushProperty name="height" value="0.05292" units="cm"/>
      <inkml:brushProperty name="color" value="#002060"/>
    </inkml:brush>
    <inkml:brush xml:id="br7">
      <inkml:brushProperty name="width" value="0.05292" units="cm"/>
      <inkml:brushProperty name="height" value="0.05292" units="cm"/>
      <inkml:brushProperty name="color" value="#7030A0"/>
    </inkml:brush>
    <inkml:brush xml:id="br8">
      <inkml:brushProperty name="width" value="0.05292" units="cm"/>
      <inkml:brushProperty name="height" value="0.05292" units="cm"/>
      <inkml:brushProperty name="color" value="#FF0000"/>
    </inkml:brush>
    <inkml:brush xml:id="br9">
      <inkml:brushProperty name="width" value="0.05292" units="cm"/>
      <inkml:brushProperty name="height" value="0.05292" units="cm"/>
      <inkml:brushProperty name="color" value="#00B050"/>
    </inkml:brush>
  </inkml:definitions>
  <iact:action type="add" startTime="6303">
    <iact:property name="dataType"/>
    <iact:actionData xml:id="d0">
      <inkml:trace xmlns:inkml="http://www.w3.org/2003/InkML" xml:id="stk0" contextRef="#ctx0" brushRef="#br0">20897 5041 0,'0'-35'1080,"104"35"-1062,-69 0-10,69-35 0,1 1 0,-71 34 6,36 0-4,-35 0 6,0 0 15,-1 0-22,1 0 6,0 0-7,0 0 9,-1 0-10,1 0 0,35 0 1,-36 0 1,1 0 0,35 0-1,-1 0-1,-34 0 2,0 0-1,0 0-1,-1 0 8,1 0 2,0 0 62</inkml:trace>
    </iact:actionData>
  </iact:action>
  <iact:action type="add" startTime="9423">
    <iact:property name="dataType"/>
    <iact:actionData xml:id="d1">
      <inkml:trace xmlns:inkml="http://www.w3.org/2003/InkML" xml:id="stk1" contextRef="#ctx0" brushRef="#br0">23748 9595 0,'35'0'18,"0"0"108,-1 0-84,1 0 13,0 0-40,0 0 10,0 0-8,-1 0-2,1 0 1,0 0-7,0 0 6,-1 0 2,1 0-3,0 0-5,0 0 8,-1 0-11,1 0 4,0 0-2,0 0 8,0 0-8,-1 0 0,1 0 7,0 0 8,0 0 35,-1 0-50,1 0 144,0 0-106,0 0-13,0 0-9,-1 0 16,1 0 143,0 0 75,0 0-68</inkml:trace>
    </iact:actionData>
  </iact:action>
  <iact:action type="add" startTime="16264">
    <iact:property name="dataType"/>
    <iact:actionData xml:id="d2">
      <inkml:trace xmlns:inkml="http://www.w3.org/2003/InkML" xml:id="stk2" contextRef="#ctx0" brushRef="#br0">22079 18738 0,'70'-35'18,"-1"0"-13,1 0 6,-35 0-3,-1 35 5,1 0-3,35 0-3,34 0 1,-34 0 0,34 0 2,-35 35-4,1-35 1,-35 0 2,69 0-1,-34 35 1,-70 0-3,69-35 11,1 0-9,34 35 9,-35-1-10,1 1 0</inkml:trace>
    </iact:actionData>
  </iact:action>
  <iact:action type="add" startTime="21408">
    <iact:property name="dataType"/>
    <iact:actionData xml:id="d3">
      <inkml:trace xmlns:inkml="http://www.w3.org/2003/InkML" xml:id="stk3" contextRef="#ctx0" brushRef="#br1">20827 9699 0,'0'35'81,"35"-35"-66,0 0-6,35 0-3,-36 0 4,36 0 5,-1 0-7,-34 0 1,35 0-3,-36 0 4,36 0-3,-35 0 10,34 0-11,-34 0 3,0 0-1,0 0 0,-1 0 1,1 0-2,0 0 1,34 0 8,-34 0 0,0 0-7,0 0-2,0 0 2,-1 0-3,1 0 4,0 0 13,0 0-7,-1 0 16,1 0-24,0 0 32</inkml:trace>
    </iact:actionData>
  </iact:action>
  <iact:action type="remove" startTime="24976">
    <iact:property name="style" value="instant"/>
    <iact:actionData xml:id="d4" ref="#d3"/>
  </iact:action>
  <iact:action type="add" startTime="24980">
    <iact:property name="dataType" value="strokeEraser"/>
    <iact:actionData xml:id="d5">
      <inkml:trace xmlns:inkml="http://www.w3.org/2003/InkML" xml:id="stk4" contextRef="#ctx0" brushRef="#br2">27817 13940 0</inkml:trace>
    </iact:actionData>
  </iact:action>
  <iact:action type="add" startTime="29511">
    <iact:property name="dataType"/>
    <iact:actionData xml:id="d6">
      <inkml:trace xmlns:inkml="http://www.w3.org/2003/InkML" xml:id="stk5" contextRef="#ctx0" brushRef="#br3">21036 9699 0,'35'0'112,"69"0"-104,-34 35 0,34 0 2,-69-35-3,34 0 1,-34 0 0,69 0 0,-104 34 1,35-34 14,0 0-6,0 0-10,-1 0 2,36 0-2,-35 0 2,0 0-1,-1 0 0,36 0-1,-35 0 2,-1 0-1</inkml:trace>
    </iact:actionData>
  </iact:action>
  <iact:action type="add" startTime="31343">
    <iact:property name="dataType"/>
    <iact:actionData xml:id="d7">
      <inkml:trace xmlns:inkml="http://www.w3.org/2003/InkML" xml:id="stk6" contextRef="#ctx0" brushRef="#br3">25243 9630 0,'35'0'121,"0"0"-98,0 0-6,-1 0-9,1 0 9,0 0-10,0 34 2,-1-34 22,1 0-24,0 0 3,0 0-2,0 0 0,34 0 6,-34 0 3,0 0-10,-1 0 2,1 0 31,0 0-24,0 0 1,-1 0-2,1 0 1,0 0 7,0 0-7,0 0-6,-1 0 4,1 0 26,0 0 33,0 0-25</inkml:trace>
    </iact:actionData>
  </iact:action>
  <iact:action type="add" startTime="40495">
    <iact:property name="dataType"/>
    <iact:actionData xml:id="d8">
      <inkml:trace xmlns:inkml="http://www.w3.org/2003/InkML" xml:id="stk7" contextRef="#ctx0" brushRef="#br4">21036 14601 0,'70'0'120,"-1"0"-110,1 0-3,-1 0 3,36 0-4,-36 0 3,1 0-2,-1 0 0,-34 0 1,34 0 0,-34 0 9,35 0-9,-35 0-1,-1 0 2,1 0-1,35 0 0,-36 0 0,1 0-1,35 0 1,-36 0 1,1 0 8,0 0 14,0 0-14,0 0-1,-1 0-9,1 0 2,0 0-3,0 0 11,-1 0-1</inkml:trace>
    </iact:actionData>
  </iact:action>
  <iact:action type="add" startTime="44175">
    <iact:property name="dataType"/>
    <iact:actionData xml:id="d9">
      <inkml:trace xmlns:inkml="http://www.w3.org/2003/InkML" xml:id="stk8" contextRef="#ctx0" brushRef="#br4">26669 9699 0,'35'-35'104,"34"1"-96,36-1 3,-36 35-4,35 0 0,-34 0 0,-35 0 2,34 0 0,-34 0-3,0 0 3,0 0 0,-1 0 45,1 0-27,0 0-12,0 0-8,-1 0 25,1 0 143,0 0-134,0 0 15,-1 0-16,1 0 128</inkml:trace>
    </iact:actionData>
  </iact:action>
  <iact:action type="add" startTime="63223">
    <iact:property name="dataType"/>
    <iact:actionData xml:id="d10">
      <inkml:trace xmlns:inkml="http://www.w3.org/2003/InkML" xml:id="stk9" contextRef="#ctx0" brushRef="#br5">20897 6223 0,'0'35'178,"0"-1"-172,0 1 2,0 0 0,0 34 0,0-34 0,0 0 1,0 0-2,0 0 9,0-1-8,0 1 8,0 0-7,0 0-1,0-1-1,0 1 18,0 0-10,0 0 18,0-1 7,0 1 72,104 0-104,-69-35 8,69 0-8,-69 0 7,35 0-6,-1 35-1,-34-1-1,35-34 1,-36 0 0,36 0 1,-1 0-2,-34 0 1,35 0 1,-36 0 6,1 0-6,0 0-1,0 0 7,0 0 50,-1 0-49,36 0-8,-35 0 8,34-34-8,-34 34 7,34-35-6,-34 0 7,0 0 0,0-34-1,-35 34 2,35 0-8,-35 1-2,0-36 8,0 35-6,0 1-2,0-1 2,0-35-1,0 1 0,0 34 0,0 0 0,0-34 0,0-1 0,0 1 7,0 34 1,-35-35-7,35 36 14,0-1-15,-35 0 105,0 0-97,-34 35 0,34 0-9,-69 0 1,69 0 1,0 0-1,-34 0 0,-1 0-1,35 0 9,0 0-7,1 0-1,-1 0-1,-35 0 10,36 0-9,-1 0 7,0 0-6,0 0-1,1 0 8,-1 0-1,0 0-6,0 0 7,0 0 15,1 0 1,-1 0-23,0 0-2,-34 0 18,34 0-9,0 35-9,0-35 25,35 35-8,-34-35 8,34 35-16,-35-35 9,35 34 7,0 1 96,0 0-120,0 0 15,0-1-14,0 1 6,0 0-6,0 0 95</inkml:trace>
    </iact:actionData>
  </iact:action>
  <iact:action type="add" startTime="66447">
    <iact:property name="dataType"/>
    <iact:actionData xml:id="d11">
      <inkml:trace xmlns:inkml="http://www.w3.org/2003/InkML" xml:id="stk10" contextRef="#ctx0" brushRef="#br5">23748 10360 0,'0'69'1520,"0"-34"-1511,0 35 7,0-36 0,0 1-1,0 0 17,0 0-23,0-1 15,0 1-9,0 0-7,0 0 0,0-1 9,0 1-9,0 0 0,0 0 31,0-1-23,0 1 1,0 0-9,0 0 7,0-1-6,0 1 15,0 0-8,35 0 8,0-35 104,34 0-120,36 0 0,-36 0-1,1 0 2,-36 0-1,1 0-1,0 0 2,0 0-2,-1 0 2,1 0 15,0 0-9,0 0-6,0 0 7,-1 0-8,36 0 16,-35 0 0,-1 0-9,1 0 2,35 0-2,-35 0-6,-1 0 22,36-35 1,-35 35 9,-1 0-25,-34-35-1,35 35-7,0-35 17,0 35 23,-35-34 135,0-1-166,0 0-9,0 0 4,0 1-9,-35-36 5,0 35 1,35 1 6,0-1-7,0-35 1,0 1-2,0 34 10,0 0-9,0 1 8,-35-36 0,1 35-9,34 0 9,0 1 1,0-1 14,0 0-6,-35 0-17,35 1 8,-35-1 15,0 35 58,-34 0-82,-36 0 2,71 0-2,-1 0 1,-35 0 1,36 0-1,-71 0 0,70 0 0,1 0 0,-1 0 0,0 0 16,-34 0-8,34 0 0,0 0-1,0 0-6,1 0 15,-1 0-17,0 0 9,0 0-7,0 0 6,1 0 10,-1 0-2,0 0-15</inkml:trace>
    </iact:actionData>
  </iact:action>
  <iact:action type="add" startTime="76079">
    <iact:property name="dataType"/>
    <iact:actionData xml:id="d12">
      <inkml:trace xmlns:inkml="http://www.w3.org/2003/InkML" xml:id="stk11" contextRef="#ctx0" brushRef="#br6">20758 10985 0,'0'35'296,"0"35"-279,35-1-10,-35-34 2,34 69-1,-34-69-1,0 0 2,0 0-2,0-1 2,0 36-2,0-35 9,0-1-8,0 1 0,0 0 1,0 0-2,0-1 18,0 1-1,0 0 0,35-35-9,-35 35 18,0-1-17,0 1-1,35-35 1,-35 35-8,35-35 1,0 0-1,69 35 0,-35-35-1,36 0 0,34 0 2,0 0 0,0 0-1,-35 0 0,1 0-1,-1 0 1,-35 0 0,1 0 1,-35 0-1,34 0-1,-34 0 1,0 0 1,0 0-2,34 0 9,-34 0 0,0 0 0,-35-70 152,-35 1-159,35-1-2,0-69 2,-35 35-1,0 0 0,35-1 0,-34-34 1,34 35-3,0 69 2,-35-69 0,35 69-1,0-34 2,0 34-1,0 0 0,-35 0 0,0 1 136,0 34-136,-34-35 0,34 35 8,-34 0-7,34 0-2,-35 0 1,36 0 1,-36 0-2,35 0 2,0 0-1,1 0-1,-71 0 1,71 0 1,-71 0-2,71 0 2,-1 0-2,-70 35 2,71-1-2,-1-34 2,-35 0-2,1 0 10,-1 0-9,-34 35-1,34 0 2,36-35 6,-1 0 1</inkml:trace>
    </iact:actionData>
  </iact:action>
  <iact:action type="add" startTime="79127">
    <iact:property name="dataType"/>
    <iact:actionData xml:id="d13">
      <inkml:trace xmlns:inkml="http://www.w3.org/2003/InkML" xml:id="stk12" contextRef="#ctx0" brushRef="#br6">25382 11159 0,'35'0'80,"0"0"-55,0 0-9,-35 35-9,34-35 18,1 0-18,0 0 1,0 0 8,0 0 0,-1 35-8,1-35 8,0 0-7,0 0-1,-1 0-1,1 0 2,35 0 7,-36 0 0,1 0-9,0 0 2,0 0 7,34 0-9,-34 0 2,0 0-2,0 0 9,-1 0 1,1 0 6,0 0 33,0 0-47</inkml:trace>
    </iact:actionData>
  </iact:action>
  <iact:action type="add" startTime="84175">
    <iact:property name="dataType"/>
    <iact:actionData xml:id="d14">
      <inkml:trace xmlns:inkml="http://www.w3.org/2003/InkML" xml:id="stk13" contextRef="#ctx0" brushRef="#br7">20897 15539 0,'0'35'8,"0"0"8,0 0 9,0-1-17,0 1 23,0 0-14,0 0-9,0-1 0,0 36 0,0-1-1,0 1 1,0 0 1,0-36-2,0 1 1,0 0 0,0 0 1,0-1-2,0 1 1,0 0 0,0 0 1,0-1 6,0 1 145,0 0-134,35 0-20,34-1 2,1-34 0,34 0 1,0 0-2,36 0 1,-36 0 1,0 0-2,0 0 2,1 0-2,-36 0 1,1 0-1,-1 0 3,1 0-4,-1 0 4,1 0-3,0 0 1,-1 0 0,1 0 0,-1 0 1,-34 0-2,35 0 2,-36-34 6,1 34 10,0-35 103,-35-35-121,-35 1 1,0-35 0,35 34 1,0-69-2,-34 69 1,-1 1 0,35-1 0,0 1 1,-35-35-2,35 69 2,0 0-1,-35-34 8,0 34 15,35 0-14,-34 0-1,34 1 8,-70-1 15,35 35-14,-34 0-19,-1 0 3,1 0-1,-1 0 0,1 0 0,-1 0 1,1 0-2,-36 0 2,70 0-2,-34 0 2,34 0-2,-34 0 2,-1 35-1,35-35-1,-34 34 1,34-34-1,-35 0 2,-34 35-1,69-35 0,-34 35 0,-1 0 1,36-35-2,-1 34 2,-35 1-1,35-35 8,1 35-8,-1-35-1,0 0 9,70 0 153,69 0-162</inkml:trace>
    </iact:actionData>
  </iact:action>
  <iact:action type="add" startTime="86655">
    <iact:property name="dataType"/>
    <iact:actionData xml:id="d15">
      <inkml:trace xmlns:inkml="http://www.w3.org/2003/InkML" xml:id="stk14" contextRef="#ctx0" brushRef="#br7">26599 11159 0,'35'0'16,"0"0"0,0 0-7,-1 0-2,1 0 0,35 0 3,-35 0-2,-1 0-1,36 0 2,-35 0 6,-1 0-7,1 0 0,0 0 0,34 0 0,-34 0 0,0 0 1,35 0-2,-36 0 1,36 0 1,-35 0-2,34 0 2,1 0-2,-36 0 2,1 0-2</inkml:trace>
    </iact:actionData>
  </iact:action>
  <iact:action type="add" startTime="138663">
    <iact:property name="dataType"/>
    <iact:actionData xml:id="d16">
      <inkml:trace xmlns:inkml="http://www.w3.org/2003/InkML" xml:id="stk15" contextRef="#ctx0" brushRef="#br7">16585 2086 0,'35'70'143,"-35"-36"-126,35 71-10,-35-71 2,0 36-1,0 69 0,35-69 0,-35-1 0,0 1-1,0-1 2,0 35-1,0-34 0,0 0-1,0-1 2,0 35-1,0 1 0,0-36 0,0 35 0,0 1 0,0-36 1,0 1-2,0 34 2,0 0-3,0 1 3,0-1-2,0 0 2,0 0-1,0 1 0,0-1-1,0 35 2,0-35-1,0 35 0,0-34 0,0-36-1,0 36 2,0-36-1,0 1 0,0-1 0,0 1 0,0-36 0,0 36 0,0-1-1,0 1 2,0 34-1,0 1 1,0-1-2,0 0 1,0 0 0,0 35 0,0 1 0,0-1 0,0 0 0,0-35 0,0 35-1,0-35 2,0 35-1,0-34 0,0-1 0,0 0-1,0 0 1,0 1 1,0-1-1,0 0 0,0 1-1,0-36 1,0 35 1,0 1-1,0-1 0,0 0 1,0 1-1,0 34-1,0-35 2,0 35-2,0-35 0,0 35 2,0-34-1,0 34 0,0-35 0,0 35 0,0-35 0,0 35 0,0-34 0,0 68 0,0-68 0,0-36 0,0 1 0,0 34 0,0 0 0,0 1-1,0-36 1,0 35 1,0 1-1,0-1 0,0 0 0,34 35 0,-34-34 0,0-1 0,0 0 0,0-34 1,0-1-2,0 36 0,0-1 2,0 0-1,0 0-1,0 1 2,0-1-1,0 35 0,0-35-1,0 1 2,0-36-1,0 1 0,0-1 0,0 1-1,0-1 2,0 36-1,0-36 0,0-34 0,35 34 0,-35-34-1,0 35 10,0-36-9,0 1 0,0 0 1,0 69-2,0-69 0,35 35 2,-35-36-1,0 1-1,35 35 2,0-1-1,-35-34 0,0 0-1,0-1 2,0 36-1,0-1 0,0 1 0,0 0 7,34-1-7,1-34 1,-35 0-2,0-1 2,0 1-1,0 35 1,0-36-2,0 1 1,0 35 0,0-1 1,0 1-2,0-1 0,0 36 2,0-71-1,0 1 0,0 35 0,35-36 0,0 1 0,-35 35 8,0-36 0,0 71-8,0-71 0,0 36 0,0-1 0,0-34 0,0 35-1,0-1 1,0 1 0,0-35 2,0 34-3,0-34 2,0 0 6,0-1-7,0 1 8,0 0-1,0 0 18,0-1-25,0 1 17,0 0-10,0 0-7,0 0 0,34 34 0,-34-34 17,0 34-18,35-69 2,0 0 85,0 0-85,0 0-1,34 0 0,-34 0 0,34 0 8,-34 0 0,0 0-8,0 0-1,-1 0 3,1 0-3,35 0 1,-1 0 0,36-34-1,-71 34 10,71 0-9,-1-35-1,-34 35 2,34-35-1,-69 35 0,69-35 0,0 1 0,-34 34-1,-1 0 2,1 0-1,34 0 0,-34 0 0,34-35 0,-34 0 0,-36 35 0,71-35 0,-71 35 0,1 0-1,0 0 3,0 0-3,0 0 2,-1 0 15,1 0-9,0 0 1,0 0-8,-1 0 8,1 0-8,0 0-1,0 0 2,-35-35 151,0 1-152,0-36 0,0 1 0,0-1-1,0-34 2,0 34-1,0 1 0,0-1 0,0 1-1,0-1 2,0 1-1,0-36 0,34 1 0,-34 35-1,35-70 3,0 34-3,-35 1 2,0 69-2,35-69 2,0 0-2,-1 34 2,-34 35-3,0-34 3,0-35-1,35 34-1,-35 35 2,0 0-1,35-34 0,-35-1 0,0 36-1,35-36 2,-35 1-1,0 34-1,0-35 2,0 36-2,0-1 2,0-35-1,0 1 0,0-1 1,0 35-1,0-34-1,0-1 2,0 1-2,0-1 1,0 1-1,0 34 2,0-34-1,0-36 0,0 70-1,0-34 2,0-1-1,0 1 0,0 34-1,-35-69 2,35 69-1,-35-69 0,35 34 0,0 36 0,-35-36 0,35 35-1,0 0 2,-34-104-1,-1 70 0,35 34 0,0-69 0,0 69 0,0-34 0,-35-36 0,0 36 1,0-1 6,35 35-7,0 1 0,0-1 0,0 0 0,0 0 0,-34-34 0,34 34 8,-35-69-7,35 69 6,-35 0-7,35 1 0,0-1 9,0-35-10,-35 1 8,1-1-7,34 1 1,-35-1 0,35 35-2,0 1 2,0-71-2,-35 71 1,35-1-1,0 0 2,0-34-2,-35-1 2,35 35-1,0 0 0,0-34 0,0-1 0,0 1 0,0-1 0,0-34 0,0 35 0,0-1-1,0 0 2,0 1-1,0-1 0,0 1-1,0-35 2,0 69 0,0 0-2,0 0 1,0-34-1,0 34 2,0-34 7,0 34 0,0 0-8,0 0-1,0-34 2,0 34-1,0 0-1,0-34 1,0-1 1,0 1-1,0-36 0,0 1 0,0 0 0,0-1 0,0 1-1,0 0 2,0 34-2,0 36 2,0-1-1,0-35 0,0 36 1,0-1-3,0 0 2,0 0 1,0-34 7,0 34-8,0-35 0,0 1-1,0-1 2,0 1-1,0-35 0,0 34-1,0 1 2,0 34-1,0-35 0,0 1 0,0-36 0,0 71-1,0-36 2,0-34-1,0 34 0,0-34 1,0 34-1,0-69-1,0 35 2,35-35-2,0 70 2,-35 34-2,0-35 2,0-34-2,0 34 1,0 1-1,0-35 1,0 34 1,0 35-2,0-69 2,0 69-1,0 1 0,0-36 8,0 35-8,0 1 0,0-36-1,0 35 2,0-34-1,0 34 0,0 0 0,0-69 0,0 34 0,0 1 0,0-1 0,0-34 0,35 0-1,-1-1 2,-34 71-1,0-71-1,0 36 2,0-1-1,0 1 0,0-1 0,0 36 0,0-36-1,0 35 2,0 0-1,0-34 0,0 34 0,0 0 0,0 1 0,0-71 0,0 71 0,0-36 0,0 1 0,0 34 0,0-35-1,0 1 3,0 34-3,0-35 2,0 1-2,0-1 1,0 36 0,0-36 7,0 35 2,0 1-9,0-1 0,0 0 8,0 0 0,0 1 0,0-1-9,0 0 10,-34 0 183,-36 0-192,1 35 0,-1 0 0,-34-34 0,34-1 1,35 35-2,-34 0 1,-36-35 0,36 35 0,34 0 7,0 0 9,1 0-15,-1-35-1,0 35 0,-34 0 0,-1 0 0,35 0 0,-34 0 0,34 0 0,0 0-1,0 0 2,-34 0-2,-1 0 2,1 0 0,-1 0-1,1 0-1,-36 0 2,36 0-2,-35 0 1,34 0 0,35 0 1,0 0-2,-34 0 1,34 0 8,0 0-8,1 0 0,-1 0 0,0 0-1,0 0 10,1 0-9,-1 0 7,0 0 2,0 0-9,0 0 0,-34 0-1,34 0 2,-34 0-2,34 0 2,0 0-2,-35 0 10,36 0 14,-1 0 194,0 0-201</inkml:trace>
    </iact:actionData>
  </iact:action>
  <iact:action type="add" startTime="184166">
    <iact:property name="dataType"/>
    <iact:actionData xml:id="d17">
      <inkml:trace xmlns:inkml="http://www.w3.org/2003/InkML" xml:id="stk16" contextRef="#ctx0" brushRef="#br8">13004 2816 0,'-35'0'144,"0"0"-128,-34 35 1,34-35-9,0 35 1,-34-35 6,69 34-8,0 1 2,0 0 7,0 0-8,0 0 0,-35-35 0,35 34 0,0 1 16,0 0-9,0 0-6,0-1 6,0 1 1,35 35 9,-35-1-1,35-69-16,-35 35 16,34 0 7,1-35-6,0 34-17,34 1-1,-34-35 2,0 0-2,35 0 2,-36 0-1,1 0-1,0 0 2,34 0-1,-34 0 7,0 0-7,0 0 1,-1 0 30,1-35 18,-35 1-41,0-1-8,0 0 8,0 0-1,0 1-7,0-1 9,0 0-9,0 0 0,0 1-1,0-36 9,0 35 8,0 1-16,0-36 1,-35 70-1,35-35 16,-34 0-16,34 1 8,0-1-8,-35 0 8,0 0 56,0 35-48,1 0-16,-1 0 23,0 0-14</inkml:trace>
    </iact:actionData>
  </iact:action>
  <iact:action type="add" startTime="185902">
    <iact:property name="dataType"/>
    <iact:actionData xml:id="d18">
      <inkml:trace xmlns:inkml="http://www.w3.org/2003/InkML" xml:id="stk17" contextRef="#ctx0" brushRef="#br8">13769 3581 0</inkml:trace>
    </iact:actionData>
  </iact:action>
  <iact:action type="add" startTime="187102">
    <iact:property name="dataType"/>
    <iact:actionData xml:id="d19">
      <inkml:trace xmlns:inkml="http://www.w3.org/2003/InkML" xml:id="stk18" contextRef="#ctx0" brushRef="#br8">13734 3511 0,'0'35'584,"0"0"-568,-35-35 161,35-35-169,-34 0 0,-1 1 0,-35-1 0,36 35-1,-1 0 2,0 0 7,35 35 112,0-1-120,35 1 8,0-35 0,-1 35-8,1-35 24,0 0 224,0 0-240,-1 0-9,1 0 2,0 0-1,0 0 80,-70 0-57,-35-35 201,36 35-207</inkml:trace>
    </iact:actionData>
  </iact:action>
  <iact:action type="add" startTime="189694">
    <iact:property name="dataType"/>
    <iact:actionData xml:id="d20">
      <inkml:trace xmlns:inkml="http://www.w3.org/2003/InkML" xml:id="stk19" contextRef="#ctx0" brushRef="#br8">14534 2434 0,'0'35'336,"-35"34"-319,0-34-9,35 0-1,0-1 2,0 1-1,-34 35 0,-1-1 0,35-34 7,-35 34 2,35-34 22,0 0-14,0 0-1,0 0-8,35-1 8,0 1-16,69-35 0,-35 35 0,-34-35 0,35 0 0,34 35 0,0-1 0,-69-34 8</inkml:trace>
    </iact:actionData>
  </iact:action>
  <iact:action type="add" startTime="190846">
    <iact:property name="dataType"/>
    <iact:actionData xml:id="d21">
      <inkml:trace xmlns:inkml="http://www.w3.org/2003/InkML" xml:id="stk20" contextRef="#ctx0" brushRef="#br8">14986 2608 0,'-35'34'32,"0"36"-24,1-1 1,-1 36-1,0-36-1,35-34 2,-35 35-1,1 34 0,34-35 0,-35 1-1,0-35 2,0 34-2,35-34 2,-35 34-1,1 1-1,34-35 2,-35 34-1,0 1 0,35-35 7,-35-1 1,70-68 136,0-1-144</inkml:trace>
    </iact:actionData>
  </iact:action>
  <iact:action type="add" startTime="191694">
    <iact:property name="dataType"/>
    <iact:actionData xml:id="d22">
      <inkml:trace xmlns:inkml="http://www.w3.org/2003/InkML" xml:id="stk21" contextRef="#ctx0" brushRef="#br8">15334 3025 0,'34'-35'72,"1"0"-63,0 0 7,0 1-8,0-1 7,-1 35-6,-34 104 182,-34-34-182,-1-1-1,35 1-1,-35-1 1,-35 36 1,70-71-1,-34 1 1,-1 69-3,35-69 2,-35 35 1,0-1-1,35 1 0,-34-35 1,-1-1-2,35 36 0,-35-1 9</inkml:trace>
    </iact:actionData>
  </iact:action>
  <iact:action type="add" startTime="192662">
    <iact:property name="dataType"/>
    <iact:actionData xml:id="d23">
      <inkml:trace xmlns:inkml="http://www.w3.org/2003/InkML" xml:id="stk22" contextRef="#ctx0" brushRef="#br8">14708 3859 0,'35'0'56,"34"0"-48,35 0 1,1 0-1,-1 0-1,35 0 2,-35 0-1,1 0 0,-36 0-1,36 0 1,-71 0 1,1 0-1,0 0 0</inkml:trace>
    </iact:actionData>
  </iact:action>
  <iact:action type="add" startTime="195182">
    <iact:property name="dataType"/>
    <iact:actionData xml:id="d24">
      <inkml:trace xmlns:inkml="http://www.w3.org/2003/InkML" xml:id="stk23" contextRef="#ctx0" brushRef="#br8">12170 7509 0,'-35'0'33,"0"0"-9,0 0-17,0 0 2,35 35-1,-69-35-1,34 35 10,0-1-9,35 1 0,-34-35 0,34 35-1,0 0 2,-35 34-1,0-34 0,35 35 8,0-1-2,-35-34-5,35 0 16,0-1-1,0 1-16,35-35-1,-35 35 2,35-35-2,-35 35 1,35-35 0,34 34 9,-34 1-10,34-35 10,-34 0-9,0 0-1,0 0 1,0 0 1,-1 0 6,1 0-6,0 0-2,0 0 1,-1 0 0,1 0 1,0 0 7,0 0-9,-1-35 2,1 1 7,0 34-8,-35-35 0,0 0-1,35 0 2,-35 1-1,0-1 0,0 0-1,0 0 2,35-34-1,-1 34 0,-34-35 8,0 36-8,0-1 0,0 0 0,0-34-1,0 34 2,0 0-1,0 0 0,0-34 7,-34 34-7,-1-34 18,0 69-10,-35-35-2,36 35 19,-1 0-26,-35 0 2,36 0-1,-1 0 8,-35 35-8,70-1 0,-69-34 0,-1 35 8,70 0-8,-35-35 0,35 35 32</inkml:trace>
    </iact:actionData>
  </iact:action>
  <iact:action type="add" startTime="196678">
    <iact:property name="dataType"/>
    <iact:actionData xml:id="d25">
      <inkml:trace xmlns:inkml="http://www.w3.org/2003/InkML" xml:id="stk24" contextRef="#ctx0" brushRef="#br8">12795 8274 0,'0'35'352,"0"-1"-312,0 1-15,35 0 7,0 0 16,0-35-16,-1 0-16,1 0 103,-35-35 25,0 0-120,0 0 1,0 1 14,0-1-6,-35 35 255,1 0-257,-1 0-6,35 35 7,-35-35-24</inkml:trace>
    </iact:actionData>
  </iact:action>
  <iact:action type="add" startTime="199910">
    <iact:property name="dataType"/>
    <iact:actionData xml:id="d26">
      <inkml:trace xmlns:inkml="http://www.w3.org/2003/InkML" xml:id="stk25" contextRef="#ctx0" brushRef="#br8">13386 7405 0,'35'-35'88,"35"0"-80,-1 1-1,36 34 2,69 0-1,-105 0 1,35 0-1,1 0 0,-1 0-1,-34 0 1,-36 0 9,1 0-1,0 0 0,-35 69 8,0-34-16,0 34 0,0-34 0,-70 35-1,1-36 1,-1 36 1,-34-35-2,-35 34 2,69-34-2,36-35 2,-71 35-2,70-35 2,35 35 112,35-35-114,70 34 1,-36-34-1,70 35 2,-104-35-2,34 0 2,36 35-2,-70-35 1,-1 35 72,-34-1-63,35 1-9,-35 35 7,0-36-6,0 1-2,0 35 1,0-1 9,0-34-9,-35-35-1,-69 35 10,104-1-10,-35-34 1,0 0 1,-34 0-1,-1 0 0,36 0-1,-36 0 2,35 0 6,1 0-6,-1 0 22,0 0-22,0 0 111</inkml:trace>
    </iact:actionData>
  </iact:action>
  <iact:action type="add" startTime="201302">
    <iact:property name="dataType"/>
    <iact:actionData xml:id="d27">
      <inkml:trace xmlns:inkml="http://www.w3.org/2003/InkML" xml:id="stk26" contextRef="#ctx0" brushRef="#br8">14951 7613 0,'0'-69'80,"35"34"-72,34 0 0,-34 1 0,0-36 1,0 35-1,34 1-1,-69-36 2,0 35 22,0 105 91,0-35-116,0 69 3,0 0-2,0-69 2,-34 34-1,34-34-1,-35 35 2,35-1-2,0-34 2,-35 69-1,35-69 8,0 35-8,-35-1 0,35-34 0,0 0 17,0-1-10</inkml:trace>
    </iact:actionData>
  </iact:action>
  <iact:action type="add" startTime="202270">
    <iact:property name="dataType"/>
    <iact:actionData xml:id="d28">
      <inkml:trace xmlns:inkml="http://www.w3.org/2003/InkML" xml:id="stk27" contextRef="#ctx0" brushRef="#br8">14743 8239 0,'34'0'32,"1"0"-24,69 0 0,1 0 1,-36 0-1,105-35-1,-35 1 1,35 34 0,-104 0 1,69 0-2,-35 0 2,-69 0-2,0 0 1,-1 0 1</inkml:trace>
    </iact:actionData>
  </iact:action>
  <iact:action type="add" startTime="205150">
    <iact:property name="dataType"/>
    <iact:actionData xml:id="d29">
      <inkml:trace xmlns:inkml="http://www.w3.org/2003/InkML" xml:id="stk28" contextRef="#ctx0" brushRef="#br8">12900 12585 0,'0'34'112,"-35"71"-104,35-36 9,0 1-10,0-36 2,0 1-2,0 0 2,0 0-2,0-1 2,0 1 7,0 35 15,35-70-14,-1 34-10,36 1 1,0-35 0,-36 0 0,36 35 0,-1 0 1,1-35 6,-35 0-7,34 0 9,-34 0-1,0 0-9,0 0 2,-35-35-1,34 0 0,1-34-1,0 69 2,0-70-1,-35 35 8,0 1 8,0-1-16,0 0 7,0-34-7,0 34 1,0-35-1,-35 36-1,0-36 1,35 35 8,-35 1-8,1 34 33,-1-35-33,0 0 24,0 35 7,-34 0-23,34 0 0,0 0-7,-34 0 6,34 35-7,0 0 1,0-35-2,35 34 1,-34-34 17,34 35-1,-35 0-8,35 0 0,-35-1-9,35 1 18</inkml:trace>
    </iact:actionData>
  </iact:action>
  <iact:action type="add" startTime="206606">
    <iact:property name="dataType"/>
    <iact:actionData xml:id="d30">
      <inkml:trace xmlns:inkml="http://www.w3.org/2003/InkML" xml:id="stk29" contextRef="#ctx0" brushRef="#br8">13769 13210 0,'35'0'280,"0"35"-272,-1 0 8,1-35 32,0 35-38,0-35 4,-1 0 27,1 0-26,-35-35 10,0 0-17,0 0 8,0 0 8,-35 35 167,35-34-7,0-1-168,-34 35 48,-1 0-56,0 0 24,35 35-16,0-1 8,0 36 1,0-35-10,70-35 1,-70 35-8,34-35 8</inkml:trace>
    </iact:actionData>
  </iact:action>
  <iact:action type="add" startTime="208679">
    <iact:property name="dataType"/>
    <iact:actionData xml:id="d31">
      <inkml:trace xmlns:inkml="http://www.w3.org/2003/InkML" xml:id="stk30" contextRef="#ctx0" brushRef="#br8">14186 12585 0,'35'0'87,"35"0"-70,-36 0-10,1 0 2,35 0-1,-36 0 7,1 0 25,0 69-7,0-69-9,-35 35-17,0 0 9,0-1-7,0 1-2,0 0 2,0 0-2,0-1 2,0 36-2,0-1 2,0 1-2,-35-1 2,0-34-2,35 0 2,-35 35-1,1-36-2,34 1 3,-35 0 0,0 0 6,0-1 10,70 1 86,35-35-103,-1 35 0,1 0 1,-1-35-2,1 0 1,-1 0 1,1 0-1,-35 0-1,-1 0 1,1 0 0,-35-35 169</inkml:trace>
    </iact:actionData>
  </iact:action>
  <iact:action type="add" startTime="209942">
    <iact:property name="dataType"/>
    <iact:actionData xml:id="d32">
      <inkml:trace xmlns:inkml="http://www.w3.org/2003/InkML" xml:id="stk31" contextRef="#ctx0" brushRef="#br8">15299 12550 0,'35'0'88,"-1"0"-80,1 0 1,0 0-2,35 0 1,-36 0 24,36 0 0,-70 35 0,0-1-16,0 1-7,0 35-1,-35-36-1,35 36 2,-35-35-1,1-1-1,-36 1 1,35 0 1,0 0-1,1-1 0,-1 1 0,0 0 0,0 34 8,1-69-9,-1 35 2,0-35-2,35 35 1,-35 0 9,35 0-10,-35-1 2,35 1-1,-34-35 0,34 35 9,-35 0-10,35-1 9,0 1 48,0 0-57,0 0 2,69-35-1,-69 34-1,35-34 1,0 35 1,0 0-2,0-35 9,34 0-8,-34 35 1,0-35 6,-1 0-6,1 0-1,0 0 0,0 0-1,0 0 1,34 0 1,-34-35 7,0 0 7,-35 0-15,0 1 9,0-1-2,0 0-7,0 0 0,0-34 0,0 34 1,0-34 7,0-36 0,-35 105-9,35-35 2,-35-69 7,0 104-8,35-35-1,-34 35 2,34-34-2,-35 34 1,0-70-1,0 70 2,0-35 0,1 1-2,-36 34 10,35 0-9,1 0 7,-1 0-6,0 0 7,0-35-8,0 35-1,35-35 1,-34 35 8,-1-35-7,0 35 7,35-34 64,35-1-72,-35 0-1,35 35 1,34 0 0,70 0 1,-69-35-1,-35 35 0,69 0 0,-69 0 0,0 0-2,-1 0 4,36 0-3</inkml:trace>
    </iact:actionData>
  </iact:action>
  <iact:action type="add" startTime="220774">
    <iact:property name="dataType"/>
    <iact:actionData xml:id="d33">
      <inkml:trace xmlns:inkml="http://www.w3.org/2003/InkML" xml:id="stk32" contextRef="#ctx0" brushRef="#br6">29346 7961 0,'0'35'129,"-35"34"-122,35-34 9,-34 35-7,34-1-2,-35 1 9,35-36-9,0 1 2,-35 0 0,35 34-2,-35-69 1,35 35 0,0 0 8,0-70 225,0 0-218,0 1-7,0-1 0,0 0 9,0 0-9,0 1-9,0-1 17,0 0-8,0 0-7,0-34-2,0 34 9,0 0-7,0-34 54,35 69-55,0-35 80,0 0-32,-1 35 24,1 0 8,0 0-80,0 0 0,0 0 0,-1 0 1,36 0-1,-35 0 7,-1 0-7,1 0-1,0 0 3,0 0 77,34 0-70,-69 35-1,35-35-1,-35 35-6,35 0 6,0-35 1,-35 34-7,0 1-2,0 0 9,34 34 0,-34-34 8,0 0-8,0 34 0,0-34 0,0 0-7,0 0-2,0-1 2,0 1 15</inkml:trace>
    </iact:actionData>
  </iact:action>
  <iact:action type="add" startTime="223206">
    <iact:property name="dataType"/>
    <iact:actionData xml:id="d34">
      <inkml:trace xmlns:inkml="http://www.w3.org/2003/InkML" xml:id="stk33" contextRef="#ctx0" brushRef="#br6">29346 8309 0,'35'0'248,"0"0"-232,0 0-7,-1 0 7,1 0-1,0 0-7,0 0 0,-1 0 8,1 0 49,0 0-34,0 0-15,-1 0 1,1 0-10,0 0 1,0 0 8,0 0 24,-1 0-24,1 0 0,0 0 16</inkml:trace>
    </iact:actionData>
  </iact:action>
  <iact:action type="add" startTime="226838">
    <iact:property name="dataType"/>
    <iact:actionData xml:id="d35">
      <inkml:trace xmlns:inkml="http://www.w3.org/2003/InkML" xml:id="stk34" contextRef="#ctx0" brushRef="#br9">29277 9352 0,'0'34'200,"0"1"-191,0 0-2,0 0 9,0-1-7,0 1-2,0 0 2,0 0-2,0 34 8,0-34 2,0 0-9,0-1 0,0 1 17,0 0-1,0 0-9,0 0 1,0-1 16,0 1 16,0 0-32,0 0-8,34-35 8</inkml:trace>
    </iact:actionData>
  </iact:action>
  <iact:action type="add" startTime="228110">
    <iact:property name="dataType"/>
    <iact:actionData xml:id="d36">
      <inkml:trace xmlns:inkml="http://www.w3.org/2003/InkML" xml:id="stk35" contextRef="#ctx0" brushRef="#br9">28894 9213 0,'70'-35'111,"-35"35"-93,-1 0-3,1 0-6,0 0 7,0 0-9,-1 0 25,1 0-23,0 0-2,34 0 9,-34 0 0,0 0 0,0 0-7,0 0-2,-1 0 34,1 0-18,0 0 2,0 0-18,-1 0 17,1 0-8,-35 35-8,70-35 9,-70 34-2,34 1-7,-34 0 40,0 0-31,0-1-1,0 1 8,0 0-16,0 0 22,0 34-13,0-34 7,-69 0 8,34-35-8,-34 34 1,34-34 14,0 35-23,0-35 8,1 0-8,68 35 200,36 0-208,-1-1 1,-34-34-2,0 0 1,0 0 1,34 0-2,-69 35 0,35-35 35,0 0-27,34 35-7,-34-35 9,0 0 7,0 0-9,-35 35-7,34-35 17,1 35-1,-35-1 15,0 1-31,0 0 8,0 0 0,0 34 0,-35-34 0,1 0 0,34-1-7,-35-34-1,-35 35 7,36-35 0,-1 0-6,0 0-1,0 35 0,0-35 0,1 35-1,-1-35 10,0 0-8,0 0-2,-34 0 2,34 34-2,0-34 2,1 0-2,-36 0 2,35 0-2,0 0 2,1 0-2,-1 0 1,-35 0 0,36 0 1,-1 0-2,0 0 1,0 0 0,-34 0 8,34 0 0,-35 0-8,36 0 0,-1 0 8,0 0-8,0 0 8</inkml:trace>
    </iact:actionData>
  </iact:action>
  <iact:action type="add" startTime="233110">
    <iact:property name="dataType"/>
    <iact:actionData xml:id="d37">
      <inkml:trace xmlns:inkml="http://www.w3.org/2003/InkML" xml:id="stk36" contextRef="#ctx0" brushRef="#br8">29868 10742 0,'0'-35'361,"-35"1"-353,0-1 88,0 0-72,1 35 55,34-35-71,-35 1 8,0 34 24,0 0-23,1 0-2,-1 0-7,-35-35 0,36 35 17,-36 0-10,35 0 1,0 0-8,1 0 0,-1 0 0,0 0 7,0 0 2,1 0-8,-1 0-2,-35 35 50,70-1-42,-34 1 10,34 0-11,0 0-5,-35-1-1,35 1 17,0 0-10,0 0 1,0-1-7,0 1 7,0 0-9,0 0 9,0-1-7,0 1 5,35 0-5,-1 34 15,1-34-16,-35 0 0,35-35 0,34 35 8,1 0 0,-35-35 8,34 0-8,-34 34-8,0-34 0,0 0 1,34 0-2,35 35 2,-69-35-1,35 0 0,-1 0-1,36 0 1,-71 0 0,1 0 0,0 0 0,0 0-1,-1 0 2,1 0-1,0 0 40</inkml:trace>
    </iact:actionData>
  </iact:action>
  <iact:action type="add" startTime="235334">
    <iact:property name="dataType"/>
    <iact:actionData xml:id="d38">
      <inkml:trace xmlns:inkml="http://www.w3.org/2003/InkML" xml:id="stk37" contextRef="#ctx0" brushRef="#br8">29903 10707 0,'-35'0'112,"-35"0"-95,35 35-1,-34-35 7,69 35-14,-35 0-2,0-35 18,35 34 14,-34-34-15</inkml:trace>
    </iact:actionData>
  </iact:action>
</iact:actions>
</file>

<file path=ppt/ink/inkAction15.xml><?xml version="1.0" encoding="utf-8"?>
<iact:actions xmlns:iact="http://schemas.microsoft.com/office/powerpoint/2014/inkAction" lengthUnit="cm" timeUnit="ms">
  <inkml:definitions xmlns:inkml="http://www.w3.org/2003/InkML">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08-06T05:26:17.364"/>
    </inkml:context>
    <inkml:brush xml:id="br0">
      <inkml:brushProperty name="width" value="0.05292" units="cm"/>
      <inkml:brushProperty name="height" value="0.05292" units="cm"/>
      <inkml:brushProperty name="color" value="#FF0000"/>
    </inkml:brush>
  </inkml:definitions>
  <iact:action type="add" startTime="6531">
    <iact:property name="dataType"/>
    <iact:actionData xml:id="d0">
      <inkml:trace xmlns:inkml="http://www.w3.org/2003/InkML" xml:id="stk0" contextRef="#ctx0" brushRef="#br0">21523 8830 0,'-35'35'169,"0"34"-162,35 1 2,0-1-1,0 1 0,-34 34 0,-1 1 0,0-1 0,35-69 0,-35 69-1,35-35 1,0-34 1,-35 104-1,35-104-1,0 0 2,0 0-1,0-1 0,0 1 0,0 0 72,70 0-65,0-1-7,34-34 1,-35 35-2,-34-35 2,69 0-1,-34 0 0,0 0 0,-1 0 0,1 0 0,-1 0 0,1 0 0,-36 0 0,36 0 0,34 0 0,-69 0 0,0 0 0,34 0-1,36-35 1,-70 35 1,69-34-2,-69 34 2,69-35-2,0 35 2,-69 0-1,0 0 0,0 0 0,-35-35 56,34 35-48,1-35-8,0 1 8,0 34 16,-35-35-24,34 35 0,1-70 8,-35 35 0,35-34-8,-35-1 7,0 36-6,0-1-1,0 0-1,0-34 2,0 34-2,0 0 2,0-34-2,0-1 1,-35 1 0,35 34 1,0-35-1,0 35 0,0-34 0,0 34 0,-35-34 0,1-1 0,34 35 16,0-34-8,-35 34 152,0 35-144,0 0-16,-34 0 0,-1 0 0,1 0 0,-1 0 0,-69 0 0,35 35 0,-1 0-1,-68-35 2,33 34-1,36-34 0,-35 0 0,35 0-1,-35 0 2,34 0-2,36 0 2,34 0-1,-34 0 0,34 0 8</inkml:trace>
    </iact:actionData>
  </iact:action>
  <iact:action type="add" startTime="11779">
    <iact:property name="dataType"/>
    <iact:actionData xml:id="d1">
      <inkml:trace xmlns:inkml="http://www.w3.org/2003/InkML" xml:id="stk1" contextRef="#ctx0" brushRef="#br0">24409 9699 0,'0'-35'137,"35"35"-66,-1 0-55,1 0-8,0 0 1,0 0-1,-1 0 16,1 0-16,0 0 0,0 0 7,34 0 11,-34 0-19,0 0 1,69 0-1,-34 0 2,34 0-1,-34 35 0,-1-35 7,-34 0-6,0 0 7</inkml:trace>
    </iact:actionData>
  </iact:action>
  <iact:action type="add" startTime="13971">
    <iact:property name="dataType"/>
    <iact:actionData xml:id="d2">
      <inkml:trace xmlns:inkml="http://www.w3.org/2003/InkML" xml:id="stk2" contextRef="#ctx0" brushRef="#br0">26217 9838 0,'35'0'144,"-1"-35"-135,1 1-1,0 34 8,35 0 0,-1 0-9,1 0 9,-1 0-7,1 0-1,34 0-1,-34 0 2,34 0-1,-35 0 0,36 0 0,-1 0-1,-34 0 2,-36 0-1,36 0 0,-35 0 8</inkml:trace>
    </iact:actionData>
  </iact:action>
  <iact:action type="add" startTime="15299">
    <iact:property name="dataType"/>
    <iact:actionData xml:id="d3">
      <inkml:trace xmlns:inkml="http://www.w3.org/2003/InkML" xml:id="stk3" contextRef="#ctx0" brushRef="#br0">28407 9699 0,'35'0'112,"0"-35"-103,0 35-1,69 0-1,0-34 2,-69 34-2,35 0 2,-1 0-1,1 0 0,-1 0 0,1-35 0,-35 35 8,-1 0-8,1 0 16,0-35-17,0 35 2,-1 0 15,1 0 240,0 0-257,0 0 2,0 0-1,34 0 9,-34 0-11</inkml:trace>
    </iact:actionData>
  </iact:action>
  <iact:action type="add" startTime="19563">
    <iact:property name="dataType"/>
    <iact:actionData xml:id="d4">
      <inkml:trace xmlns:inkml="http://www.w3.org/2003/InkML" xml:id="stk4" contextRef="#ctx0" brushRef="#br0">17350 2642 0,'-34'35'105,"34"0"-98,0 69 1,-35 35 0,35-34 1,-35 68-1,0-34-1,1 0 2,-1 70-2,35-70 2,-35 35-1,0 0 0,35-35 0,0 35 0,0-1 0,0 1 0,0 35 0,0 34-1,0-34 2,0-1-1,0 1 0,0 34 0,0 0 0,0 1-1,0-70 2,0 69-2,0-34 2,0 34-1,0 0-1,-35 70 2,1 35-2,34-105 2,0-34-1,0-1 0,0-34 0,0 35 0,0-70-1,0 0 2,0-35-1,0 35 0,0 0 0,0 0 0,0 0 0,0 70 0,0-35 0,0-1 0,0 36 0,0-35 0,0 34-1,0-69 2,0 0-1,0 1-1,0 33 2,0 36-1,0 34 0,0-69 0,0 0 0,0 34 0,0-68-1,0 33 2,0 1-1,0-35 0,0 0 0,0 0 0,0 0 0,0 0 0,0-34 0,0-1-1,0 0 1,0 1 1,0-36-2,0 35 2,0-34-1,0 34 0,0-34 0,0-1 0,0-34 0,0 0 0,0 0-1,0-1 2,0 1-2,0 69 2,0-69-1,0 0-1,0 0 2,0 69-1,34 0-1,1 0 2,0 1-1,0-36 0,0 36-1,-1 34 2,1-35-2,0-35 2,0 36-1,-35-36-1,34 1 2,-34-35-1,0-1-1,35 1 2,-35 0-1,35-35 96,0 0-96,34 0-1,70 0 2,0 0-1,35 0-1,0 0 2,35 0-1,-70-35-1,0 0 2,35 1-2,-70-1 2,-34 0-2,-1 0 2,1 35-1,-36-34 8,1-1 0,0 35-8,-35-35-1,35 35 2,0-35-1,-35 0-1,34 35 2,36 0 7,-35 0-1,-1 0 1,1 0 9,0 0-17,0-34 55,-35-36-46,34 1-10,1-36 2,-35 71-1,0-36 0,0-34 0,0-1 0,0 1-1,0 0 2,0 0-1,0-35 0,0 34 0,0 1 0,35-35 0,-35 35 0,35-1 0,-35 36-1,35-105 2,-1 70-1,1-1 0,-35 36 0,0-105 0,35 70 0,-35 0 0,35-105 0,-1 0 0,1-34-1,-35 104 2,0-35-1,0 0 0,0 1 0,0 34 0,0-1 0,0 36-1,0 35 2,0-1-1,0-34 0,0 34 0,0 1 0,0-1-1,0 1 2,0 34-1,0-35 0,0 1-1,0-1 2,0 1-1,0-1-1,0 1 2,0-35-1,0 34 0,0-34 0,0 34 0,0-34 1,-35 34-2,35 36 1,0-36 0,-34-34 0,-1 69 0,35 0 0,0-69 0,0 69 0,0 0 0,0-34 0,-35-1 0,0-34 0,1 35 7,34 34-6,0-35-1,0-34 0,-35 34 0,35 36-1,0-36 1,0-34 1,0 0-1,0-1 0,0 1 0,0 0 0,0-1 0,0 1 0,-35-35 0,0 35 0,35 34 0,-35 1 0,35 34 0,0-35 0,-34 1-1,-1-1 2,35 36-2,0-1 2,0-35-1,0 36-1,0-1 2,-35-35 7,0 1-8,35 34-1,0 0 2,0-34-2,0-1 2,-34-34-1,-1 34-1,35 1 2,0-1-2,0-34 2,0 0-1,0 0 0,0-36 0,0 36 0,0 35 0,0-1-1,0-34 1,0 0 1,0 34-1,0 0 0,0 1 0,0-1 0,0 1 0,0-1-1,0-34 1,0 35 1,0-36 2,0 1-7,0 0 5,0-1-1,0 1 0,0-35-1,0-35 2,0 35-2,0-69 1,0 69 1,0 0-2,0 34 2,0 1-1,0 0 0,0-1 0,0 36-1,0-1 2,0 36-1,0-36 0,0 35 0,0 1-1,0-1 2,0 0-2,0 0 2,0 0-1,0-34 8,0 34 0,0-34-8,-35-36-1,35 71 10,0-36-9,0 1 0,0-1 8,-35-34-8,35 34 8,-34 1 0,34 34 0,0 0-8,0 0-1,0 1 2,-35-1-1,35 0 8,0-34-9,0 34 10,-35 0-9,35-34 8,0 34-8,0-35 0,-35 35 0,35 1 8,-35-1-8,1 35 136,-36 0-120,35 0-8,-34 35-8,-36-1 0,36 1 1,-35 0-2,-1 0 1,1-35 0,0 35 0,34-35 0,-34 34 0,34 1 0,1 0-1,-36 0 2,-34 34 0,0-34-2,0 0 1,-35-1 0,70 1 0,69-35 0,-69 35 0,34-35 0</inkml:trace>
    </iact:actionData>
  </iact:action>
  <iact:action type="add" startTime="25299">
    <iact:property name="dataType"/>
    <iact:actionData xml:id="d5">
      <inkml:trace xmlns:inkml="http://www.w3.org/2003/InkML" xml:id="stk5" contextRef="#ctx0" brushRef="#br0">13386 3929 0,'-34'69'104,"-1"105"-95,0-35-1,0 70 0,35-36 0,0 71 0,0-36-1,0 36 2,0-1-1,0-69 0,0 69 0,0 0 0,0-34-1,0 0 2,0-36-2,0 36 2,0 0-1,0 34 0,0-35 0,-34-34-1,34 35 2,-35 34 0,0-34-2,35 34 1,0 35 0,0 0 0,0 0 0,0 1 0,0-1 0,0 0 0,0-35 0,0 0-1,0-34 2,0 69-1,0-35 0,0 36 0,0-36 0,0-69 0,0 34-1,0-69 2,0 0-1,0 0 0,0 0 0,0-34 0,0-1 0,0 0-1,0 35 3,0 0-3,0 35 1,0 0 0,0 0 0,0 34-1,0-34 2,0 70-1,0-71 0,0 71 0,0-1 0,0 0 0,0-69-1,0 0 1,0 0 1,0-70-2,0-34 1,0-36 1,0 1-1,35 0 96,69-35-96,35 0-1,35 0 2,-35 0-1,0 0 0,0 0-1,-34 0 2,34 0-1,35 0 0,-105 0 0,1-35 0,-36 0 0,36 35 0,0-34 8,-36-1 0,-34 0 1,35 35-10,-35-35 49,0-34-41,35-1-6,0 1-2,-1 34 1,-34-34 1,35-36-1,-35 36 0,35-70 0,0 0 0,-1-70 0,-34 105-1,35-35 3,0-70-3,0 70 1,0 0 0,-35-35 0,0 35-1,0-35 2,0-34-2,0 34 1,34-69 0,-34 138 1,0-34-1,0 35 0,0 0 0,0 34 0,0-34 0,0 0 0,0-1 0,0 36 0,35-35 0,-35-1 0,0 36 0,0-70 0,0 0 0,35-105-1,-35 140 2,0-35-1,0-70 0,0 70 0,0-35 0,0-34 0,0 34 0,0 35-1,0-70 2,0 140-1,0-70 0,-35 69 0,35 1 0,-35-35 0,35 69-1,0-35 2,-34-34-2,34 34 2,0 1 6,0-1-6,0-34-1,0 35 0,0-36 0,0-34 0,0 0 0,0-35 0,0-34 0,34-1 0,36 1-1,-35 34 3,-35-35-2,34 1-1,1 34 1,0 0 0,0 35 0,0 35 0,-1-35 1,-34 34-2,0 1 0,0 35 2,0-1-1,0 35-1,0 0 2,0-34-2,0-1 2,0 36-2,0-1 2,0-35-1,0 36 0,0-1 0,0-35 0,0 1 0,0-35 0,0 34 0,0 35-1,0-34 2,0 34-1,0-35 0,0 1 8,0 34 0,0-34 0,0 34 0,-34 0-8,-1 0 0,35-34 8,-35 69-8,35-35 0,-35-69 8,0 69-8,1 0 0,-1-34 1,0-1 6,0 35-7,1-34 1,34 34-2,0-34 0,-35 69 1,35-35 0,0 0 9,-35 0 7,0 1-16,35-1 24,-35 0-8,1-35-8,34 36-8,-35-36 8,0-34-8,0 34 0,1 1 1,-1 34-2,35-34 1,-35 69-1,35-35 1,-35 35 217,1 0-185,-1 0-24,0 0-8,-35 0 8,36 0 0,-1 0 0,0 0-8,0 0 8,1 0 0,-36 0-1,35 0-6,-34 0 7,-1 0-8,1 0-1,-1 35 2,35-1-2,1-34 2,-36 0-2,35 0 2,1 0-1,-1 0-1,0 35 2,0 0-1,0-35 136,1 0-136,-1 0 24,0 0 8,0 0 16,1 0-40,-1 0 8,0 0 40,0 0-56,0 0 16,1 0 16</inkml:trace>
    </iact:actionData>
  </iact:action>
  <iact:action type="add" startTime="35355">
    <iact:property name="dataType"/>
    <iact:actionData xml:id="d6">
      <inkml:trace xmlns:inkml="http://www.w3.org/2003/InkML" xml:id="stk6" contextRef="#ctx0" brushRef="#br0">24409 10221 0,'35'0'104,"69"0"-95,35 0-2,0 0 1,35 0 1,-35 0-1,35 0 0,-35 0-1,-35 0 2,70 0-2,-70-35 2,1 0-2,-1 35 2,-34 0-1,103-35 0,-68 1 0,69-1 0,-70 0 0,-35 35 0,1 0-1,0 0 2,34 0-1,35-35 0,-35 35-1,1 0 2,-1 0-1,35 0-1,35 0 1,69-34 0,-69-1 0,35 0 1,-105 35-2,105-35 2,-105 0-1,0 35-1,-69 0 10,0 0 47,0 0-49,-1 0-6,1 0-3,0 0 4,0 0-2,-1 0 0,1 0-1,0 0 2,69 0-2,-34 0 10,-35 0-10,34 0 2,1 0 7,-36 0-1,1 0-7</inkml:trace>
    </iact:actionData>
  </iact:action>
  <iact:action type="add" startTime="38595">
    <iact:property name="dataType"/>
    <iact:actionData xml:id="d7">
      <inkml:trace xmlns:inkml="http://www.w3.org/2003/InkML" xml:id="stk7" contextRef="#ctx0" brushRef="#br0">26321 10429 0,'-35'-35'136,"-34"35"-119,-35 0-9,34 0-1,0 0 2,-34 0-1,69 0 0,-34 0 0,-1 0 0,36 0 0,-1 0 0,0 0-1,0 0 2,-34 0 7,34 0-1,0 0-7,0 0 1,1 0-2,-1 0 1,-35 0 8,36 0-7,-1 0-1,-35 0-1,35 0 10,70 35 198,0 0-207,0 0 1,34-35-2,-34 35 2,0-1-2,69 1 2,-69 0-1,0 0 0,69-1 0,0 1 1,-34 0-2,34-35 1,-34 69 0,-1-34 0,1-35-1,-1 35 2,-69 0-1,35-35 72,-70 0 40,1 0-113,-106 34 2,36 1-2,35 0 2,-1-35-1,-34 0 0,34 35-1,1 34 1,-36-69 0,71 35 1,-1 0-1,-69-35 0,69 35-1,-35-35 18,105 34 175,69 1-193,1-35 1,68 35 1,36 0-1,-70-1 0,0 1 0,-34-35-1,-1 35 2,-35-35-1,-34 0-1,0 0 1</inkml:trace>
    </iact:actionData>
  </iact:action>
  <iact:action type="add" startTime="40571">
    <iact:property name="dataType"/>
    <iact:actionData xml:id="d8">
      <inkml:trace xmlns:inkml="http://www.w3.org/2003/InkML" xml:id="stk8" contextRef="#ctx0" brushRef="#br0">27017 10742 0,'0'-35'73,"0"1"-65,69-36-1,1 1 2,-1-1-1,-34-34 0,35 69 0,-70 0 0,34-34 0,1 34 0,-35-35-1,35 70 1,-35 70 161,0-1-161,0 36 0,0-36 0,0 36-1,0-1 2,0 0-1,0-69-1,0 34 1,35 36 0,-35-71 0,0 36 1,34-1-1,-34-34 8,0 0-8,0 0 0</inkml:trace>
    </iact:actionData>
  </iact:action>
  <iact:action type="add" startTime="41523">
    <iact:property name="dataType"/>
    <iact:actionData xml:id="d9">
      <inkml:trace xmlns:inkml="http://www.w3.org/2003/InkML" xml:id="stk9" contextRef="#ctx0" brushRef="#br0">27190 11368 0,'70'0'48,"69"0"-39,70 0-1,34 0 0,35 0 0,0 0-1,35 0 2,0 0-1,35 0 0,-70 0-1,0 0 2,-139 0-1,-69 0 0,-35 0-1,0 0 2</inkml:trace>
    </iact:actionData>
  </iact:action>
</iact:actions>
</file>

<file path=ppt/ink/inkAction16.xml><?xml version="1.0" encoding="utf-8"?>
<iact:actions xmlns:iact="http://schemas.microsoft.com/office/powerpoint/2014/inkAction" lengthUnit="cm" timeUnit="ms">
  <inkml:definitions xmlns:inkml="http://www.w3.org/2003/InkML">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08-06T05:26:17.364"/>
    </inkml:context>
    <inkml:brush xml:id="br0">
      <inkml:brushProperty name="width" value="0.05292" units="cm"/>
      <inkml:brushProperty name="height" value="0.05292" units="cm"/>
      <inkml:brushProperty name="color" value="#FF0000"/>
    </inkml:brush>
  </inkml:definitions>
  <iact:action type="add" startTime="72149">
    <iact:property name="dataType"/>
    <iact:actionData xml:id="d0">
      <inkml:trace xmlns:inkml="http://www.w3.org/2003/InkML" xml:id="stk0" contextRef="#ctx0" brushRef="#br0">3477 4763 0,'-35'35'72,"35"34"-63,-35 1-1,35-1 0,-34 70-1,-1 0 2,35 0-2,0 70 1,0 34 1,0-34-2,0 69 2,0 70-1,35-36 0,34 36 0,35-35-1,-34 35 2,-1-36-1,-34 36 0,35 34 0,-1-69-1,1 35 2,-1-35-1,-34 0-1,-35-105 2,0 70-2,0-34 2,0-36-1,0-34 0,0 0 0,0 69-1,0-69 1,0-70 1,0 35-2,0 0 2,-35 35-1,35-104 0,0 34-1,0 0 2,0 1-1,0 34 0,0 35-1,0-1 1,0 71 1,35-71-1,-35-68-1,0 138 1,35-104 0,0 70 1,-1-105-1,1-34-1,-35-36 2,35 1-1,0-35 56,34 35-49,1 34-6,69-69-1,70 35-1,34 35 1,35-1 1,0 1-1,70 34 0,0-69 0,-1 34 0,1 1 0,0-35 0,34-1 0,-104-34-1,35 0 2,-34 0-1,-1 0 0,-35 0-1,-34 0 2,-35 0-1,-35 0 0,-35 0 0,0 0 0,1 0 0,-1 0 0,0 0 0,35 0 0,35 0 0,35 0 0,-35 0 0,173 35 0,-68 0-1,-36 0 3,35-1-4,-34-34 2,34 0 1,-70 0-1,36 35 0,-140 0-1,0-35 2,1 0-1,-36 0 0,35 0 0,1 0 0,-1 0 0,-34 0 0,-1 0 0,-34 0 0,35 0 0,-36 0 8,1 0-1,69 0-7,1 0 0,69 0 0,34 0 1,70 0-1,-34 0-1,34 0 2,0 0-1,-35 0-1,-69 0 1,-69 0 0,-36 0 1,-34 0-1,0 0 7,-35-35 41,0 0-47,0-69-1,0 0 0,0-35-1,0 34 2,0-68-1,0-36 0,0-34 0,0-35-1,0-35 2,0 0-1,0-69 0,0-1 0,0 36 0,0-36 0,0 70 0,0-69 0,-70-35 0,35 69 0,-34 0-1,34 36 2,-34-36-1,-1 0 0,35 70-1,0 0 2,1-35-2,34 70 2,0-70-2,0 35 1,0 35 1,0 34-1,0 35 0,0 0 0,0-34-1,0 34 2,0-69-2,34 34 2,1 35-1,0 0 0,-35 35 0,35 35-1,34 0 2,-34-35-1,0 35-1,0-36 2,34 71-1,-69-35 0,0 69 0,0-35 0,0 36 0,0-36 0,0 35 0,0 1 7,0-1-6,0 0 6,0 0-6,0-34-2,0 34 18,0 0-17,0 0 0,-35-34 16,1 69-16,34-70 8,-35 36 0,0-1-8,35 0-1,-35 0 2,35 1-2,-34-1 2,-1 35-1,35-70-1,-35 70 2,0-69-1,0 69-1,35-35 2,0 0-2,-34 0 2,-1 1-2,35-1 106,-35 0-106,0 35 18,1-35-17,-1 1 0,0 34 0,-34-35 0,-71 0-1,36 35 2,-35 0-1,-35 0-1,35 0 2,0 0-1,0 0 0,0 0-1,35 0 2,-36 0-1,1 0 0,-34 35 0,33 0 0,1-1 0,-35 1 0,1 0-1,-36-35 2,-34 35-1,-1 34 0,1-34 0,69-35-1,-104 0 1,34 0 1,1 0-1,69 0 0,0 0-1,-34 0 1,34 0 1,-35 0-1,35 0 0,-34 0-1,34 35 2,70-35-1,-36 0 0,-68 35 0,69-1-1,34 1 2,1-35-1,-35 35 0,35-35 0,69 0-1,-35 0 2,36 0-2,-36 0 2,35 0-1,1 0 0,-1 0 0,-35 0 0,-34 0 0,0 0 0,-35 0 0,-35 0 0,35 0-1,0 0 1,-70 0 1,70 0-1,-35 0 0,35 0-1,-35 0 2,105 0-1,-71 0-1,36 0 2,0 0-1,0 35 0,34-35 0,-69 34-1,35 1 2,-36 0-2,71-35 2,-35 0-2,-1 0 2,1 0-2,34 35 2,36-35-1,-36 0 0,1 0-1,-36 0 2,1 0-1,0 0-1,-1 0 2,1 0-2,0 0 2,34 0-1,1 0 0,34 0 0,0 0-1,-34 0 2,34 0-2,0 0 9,0 0-8,0 0 9,-34 0-9,34 0 8,0 0-8,1 0 0,-1 0 8,0 0 80,-34 34-80,-36 1-8,70-35-1,1 70 2,-71-70-1,36 69 0,-1-34 0,36-35-1,-71 35 2,70-1-2,1 1 2,-1 0-2,0 0 1,0 0 2,-34-1 12,34 36 18,35-35-7,0 34-17,0-34 0,0 0-8,0-1 0,0 1-1,0 0 2,0 0 23,0-1 7,0 1-22,35 0-1,0 0-9,-35 0 2,34-35-2,-34 69 2,35-69-1,-35 35-1,35-35 2,0 35-1,-35 34 8,34-34-9,1 0 2,-35-1 7,35 1 8</inkml:trace>
    </iact:actionData>
  </iact:action>
  <iact:action type="add" startTime="78365">
    <iact:property name="dataType"/>
    <iact:actionData xml:id="d1">
      <inkml:trace xmlns:inkml="http://www.w3.org/2003/InkML" xml:id="stk1" contextRef="#ctx0" brushRef="#br0">16168 5041 0,'0'-70'56,"35"1"-48,34 69 1,1-70 0,34 36-3,35-71 3,-69 71-1,-1-36 0,36 35 0,-36 1-1,1-1 2,-1 0-1,1 0 0,34-34 0,1 69-1,-1-35 2,0 0-2,35 0 2,-34 1-1,-1 34 0,0 0 0,35 0 0,0 0 0,70 0-1,-35 0 2,0 34-1,-35 1 0,-35 0 0,-34-35 0,34 35 0,-34-35 0,-1 0 7,1 34-7,-36 1 17,36 0-10,-35 35-7,34-1 1,-69 1-2,70-1 2,-35-34-1,-35 34-1,34-34 2,1 0-1,-35 0 0,35 34 8,-35-34-8,35 0 0</inkml:trace>
    </iact:actionData>
  </iact:action>
  <iact:action type="add" startTime="79469">
    <iact:property name="dataType"/>
    <iact:actionData xml:id="d2">
      <inkml:trace xmlns:inkml="http://www.w3.org/2003/InkML" xml:id="stk2" contextRef="#ctx0" brushRef="#br0">19576 4867 0,'69'0'112,"1"70"-103,-1-36-1,1 1 0,34 35 1,-34-70-3,-36 69 3,36-34-2,0 0 1,-36 0 1,1-35-2,35 34 2,-36 1-2,36-35 1,-70 35 0,35-35 152,-35-35-143,0-34-10,-35-36 1,35 36 0,-35 34 1,35 0-1,0 0 7,0 1 2</inkml:trace>
    </iact:actionData>
  </iact:action>
  <iact:action type="add" startTime="90829">
    <iact:property name="dataType"/>
    <iact:actionData xml:id="d3">
      <inkml:trace xmlns:inkml="http://www.w3.org/2003/InkML" xml:id="stk3" contextRef="#ctx0" brushRef="#br0">14395 5006 0,'0'-35'137,"35"35"-122,104 35-7,-35 35 0,-34-1 0,103 1 0,-34 34 0,35 0 1,0 1-1,-35-1 0,0-35 0,-34 1 1,-36-35-2,1 0 2,-1 34-2,-34-69 0,0 35 2,0-35-1,-1 35 0,-34-1 0,35-34-1,-35 35 1,35 0 1,0 0-2,-35-1 1,69 1 1,-69 35-2,70-1 0,-35-34 2,34 34 0,-34 1-1,34 0 0,1-1-1,-35 35 2,34-34-1,-34-35-1,35 34 2,-36-69-2,1 35 3,35 0-4,-36-1 11,1 1-2,0 0 17,0 0-15,0 0-2,-1-1-6,1 36-1,0-1 0,0 1 0,34-1 0,-69 1 0,70 34 0,-36-34 0,-34-36 0,35 36 1,0-35-2,-35 0 9,0-1-1,35-34 137,-35 35-143</inkml:trace>
    </iact:actionData>
  </iact:action>
  <iact:action type="add" startTime="92229">
    <iact:property name="dataType"/>
    <iact:actionData xml:id="d4">
      <inkml:trace xmlns:inkml="http://www.w3.org/2003/InkML" xml:id="stk4" contextRef="#ctx0" brushRef="#br0">17177 7613 0,'34'0'112,"36"35"-103,-35-35-2,34 70 2,-34-36-1,0 1 0,-1 0-1,36 0 9,-35 34 0,0-34-7,-35 35-2,69-1 2,-34-34-2,34 0 3,-34 34-4,0-34 3,0 0-1,-1-1 0,1 1 0,0 0 0,0-35-1,0 35 3,-1-1 20,-34-103 163,0-1-186,-34-69 2,-1 35-2,35 0 2,-70 34-3,35 1 3,35-1 0,0 35 7,-34 1-8,-1 34 103,0-35-102,35 0-2,-35 35 1,35-35 1</inkml:trace>
    </iact:actionData>
  </iact:action>
  <iact:action type="add" startTime="108941">
    <iact:property name="dataType"/>
    <iact:actionData xml:id="d5">
      <inkml:trace xmlns:inkml="http://www.w3.org/2003/InkML" xml:id="stk5" contextRef="#ctx0" brushRef="#br0">14186 9560 0,'0'-35'1192,"0"1"-1175,0-1 55,35 0 215,-35 0-254,35 1-26,-35-1 241,35 35-240,-35-35 9,34 0-10,-34 1 1,0-36 0,35 70 0,-35-70 0,35 1 8,0 34-8,-35 0 0,0 1 0,34-1 0,1 0 0,-35-34 8,0 34-7,35-35-2,0 36 2,-35-36-2,34 0 2,1 36-2,-35-36 2,35 1-1,-35 34 0,0-69-1,0-1 1,35 1 1,0 35-2,-35-1 1,34-104 1,-34 70-2,35 34 2,-35 1-2,35-70 2,0 0-1,34-35 0,1-35 0,-36 1 0,36 69 0,-35 0 0,34 0-1,-34 69 2,0 1-1,0-1 0,-35-34-1,34 69 2,1-35-1,0 1 0,-35-1 0,35-69-1,34 70 0,-69-1 3,35 1-2,-35 34-1,0-69 1,35-1 0,0 36 0,-35-35 8,0 69-8,0-69 0,34-1 0,1 36 1,0-36-1,-35 71-1,0-71 1,35 36 1,-35-35-1,34-1 0,-34 71 0,35-71 0,-35 36 0,0 34 0,0 0-1,0-34 10,35 34-10,-35 0 1,0 0 17,0 1 6,0-1 1,0 0-23,0 0 150,35 1-134,0 34 6,-1-35-23,1 0 0,35 35 8,-36 0-7,36 0-2,-1 0 2,1 0-1,34 0 0,1 0 0,34 0 0,-35 0-1,0 0 1,1 0 0,34 0 0,35 35 1,-105-35-2,105 35 2,-104-35-2,34 0 1,0 0 0,0 0 0,-34 0 0,0 0 0,-1 0 0,35 0 1,1 0-2,-1 0 2,0 0-2,70 34 2,-35 1-2,-34-35 1,34 0 1,-35 0-1,35 0 0,0 0 0,-35 0-1,1 0 1,34 0 0,35 0 0,-35 0 0,0 0 1,-35 0-1,0 0-1,1 0 2,-1 0-2,-34 0 1,-1 0 0,1 0 1,34 0-1,-34 0 0,34 0-1,0 0 2,35 0-2,0 0 1,70 0 0,-35 0 1,34 0-2,1 0 2,35 0-2,-1 0 1,0 0 0,-34 0 1,0 0-2,-36 0 1,-34 0 1,-34 0-2,-1 0 1,-34 0 0,-1 0 0,1 0 0,-36 0 1,1 0-2,35 0 2,34 35-1,-69 0 0,0-35-1,34 0 2,1 0 7,-35 0-9,34 0 1,35 0 1,1 34-2,-36 1 1,-34-35 0,35 35 0,-36-35 8,36 0 0,-35 0-8,-1 35 1,1-35 6,0 0-6,34 34-2,-34-34 10,0 0 6,0 0 2,0 0-9,-1 0-9,1 0 9,0 0-7,0 0 175,-35 35-169,0 0-7,0 0 0,0 34 0,0-34 0,0 35 1,0-36 7,0 1-8,0 0 0,0 0-1,34-1 0,1-34 2,-35 70 7,0-35 1,0-1 8,0 1-18,0 0 1,35 0 8,-35-1-8</inkml:trace>
    </iact:actionData>
  </iact:action>
  <iact:action type="add" startTime="113725">
    <iact:property name="dataType"/>
    <iact:actionData xml:id="d6">
      <inkml:trace xmlns:inkml="http://www.w3.org/2003/InkML" xml:id="stk6" contextRef="#ctx0" brushRef="#br0">25556 4346 0,'0'-35'120,"70"35"-104,-35 35 0,-1-35-9,1 34 3,0-34 5,0 35-6,-35 0-2,69-35 9,-34 35-8,0-35 0,-35 35 0,34-1 1,1-34 6,0 0 193,0 0-192,0 0-7,-1-34 15,1-1-17,0 0 8,-35 0-6,35 0 7,-35 1 9,34-1-18,-34 0 2,0 0 6</inkml:trace>
    </iact:actionData>
  </iact:action>
  <iact:action type="add" startTime="120765">
    <iact:property name="dataType"/>
    <iact:actionData xml:id="d7">
      <inkml:trace xmlns:inkml="http://www.w3.org/2003/InkML" xml:id="stk7" contextRef="#ctx0" brushRef="#br0">14325 14601 0,'35'0'88,"104"0"-80,35 35-1,139 34 2,-35-34 0,0 34-2,70 36 2,-35-36-1,35 1 0,-70-36 0,-35 36 0,1-35 0,-71-1 0,-68-34-1,34 0 1,0 0 0,70 35 0,-70 0 1,69 0-1,1-35-1,-1 35 2,105 34-1,-69-34-2,34 0 4,0 34-3,0-34 2,-34 34-1,-36-69 0,-69 35 0,-34-35-1,-1 0 1,70 35 0,0 0 0,0 34 1,34-34-1,-34-35-1,69 0 1,36 0 1,-1 0-2,0 0 1,0 0 0,0 0 0,0 0 1,1 0-2,-36 0 2,35 0-2,0 35 2,-173-35-3,34 0 4,-35 0-3,-34 0 2,-1 0-2,-34 0 1,0 0 40,-1 0-40,1 0 17,-35-35-10,0 0 9,0 0 0,0 1-15,0-36-1,0-34 0,0 34-1,0 1 2,0-1-2,0-34 0,0 0 2,0 34 0,0 35-1,0-34-1,0-1 1,0 36 0,0-1 0,0 0 48</inkml:trace>
    </iact:actionData>
  </iact:action>
  <iact:action type="add" startTime="122045">
    <iact:property name="dataType"/>
    <iact:actionData xml:id="d8">
      <inkml:trace xmlns:inkml="http://www.w3.org/2003/InkML" xml:id="stk8" contextRef="#ctx0" brushRef="#br0">25278 14809 0,'0'-34'25,"0"-1"-19,35 0 2,0 0 1,34-34 0,-69 34-2,70-35 2,-70 1-2,34 34 2,1 0-2,-35-34 1,35 34 57,35 35-34,-36 0-23,36 35 0,-70 0 0,69-1 1,-69 1-3,35 69 12,0-34-3,-35-35 1,0 0-8,35-1 0,-35 1 8,34 0-7,-34 0-2</inkml:trace>
    </iact:actionData>
  </iact:action>
</iact:actions>
</file>

<file path=ppt/ink/inkAction17.xml><?xml version="1.0" encoding="utf-8"?>
<iact:actions xmlns:iact="http://schemas.microsoft.com/office/powerpoint/2014/inkAction" lengthUnit="cm" timeUnit="ms">
  <inkml:definitions xmlns:inkml="http://www.w3.org/2003/InkML">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08-06T05:26:17.364"/>
    </inkml:context>
    <inkml:brush xml:id="br0">
      <inkml:brushProperty name="width" value="0.05292" units="cm"/>
      <inkml:brushProperty name="height" value="0.05292" units="cm"/>
      <inkml:brushProperty name="color" value="#FF0000"/>
    </inkml:brush>
  </inkml:definitions>
  <iact:action type="add" startTime="27205">
    <iact:property name="dataType"/>
    <iact:actionData xml:id="d0">
      <inkml:trace xmlns:inkml="http://www.w3.org/2003/InkML" xml:id="stk0" contextRef="#ctx0" brushRef="#br0">14916 4380 0,'35'0'88,"-35"-34"-80,35 34-1,34 0 2,71-35-1,-36 0 0,0 35-1,35 0 2,0 0-1,0 0 0,-34 0 0,34 0-1,-35 0 1,0 0 1,1 0-2,-1 0 1,0 0 1,-34 0-1,-1 0 0,1 0 0,34 0-1,-69 0 2,0 0-1,0 0 0,69 0 0,-34 0 0,-1 0 0,35 0 0,1 0 0,69 0 0,69 0 0,-34 0 0,34 0 0,0 0 0,-69 0-1,70 0 2,-1 0-1,-104 0 0,0 0 0,-35 0 0,1 0-1,-1 0 2,-34 0-1,-1 0 0,35 0 0,1 0-1,34 0 2,-35 0-1,35 0-1,35 0 2,70 0-1,-36 0 0,-34 0 0,-35 0 0,-35 0 0,1 0-1,-36 0 2,1 0-1,-35 0 0,-1 0 8,1 0 120,0 35-128,-35 0 0,35 34 8,-1-34-8,-34 0 0,35 0 0,0 34 0,-35-34-1,35 34 9,-1 1-7,-34-35 7,35-1-8,0 36-1,0-35 9,-35-1-7,35 1-2,-1 35 10,1-1 7,-35-34-16,35 0 0,0-35 1,-35 69-2,34-69 1,-34 70 0,35-70 8,0 35-8,0-1 8,-35 1-8,35 0-1,-1 69 10,-34-69-9,70 34 0,-70-34-1,69 0 1,-34 35 1,-35-36-1,0 1 8,35 35-8,0-36 8,-1 1 0,-34 0-8,35-35 0,-35 69-1,35-69 2,0 35-2,0 35 2,-1-36-1,1 36-1,0-70 2,-35 35-2,35-1 2,-35 1-1,34 0 0,1-35 0,-35 35 8,35 0 0,-35-1-8,35-34-1,-35 35 10,34 0-10,1-35 2,-35 35 16,35-35-19,-35 34 3,35 1 7,0 0-8,-1 0 8,-34-1-8,35 1-1,0 35 2,0-1 7,-1-34-9,1 0 10,-35 0-10,0-1 2,35 1-1,0 0 0,-1 0 7,-34-1-6,35-34 16,-35 35-2,35 0-7,0-35 8,0 35-1</inkml:trace>
    </iact:actionData>
  </iact:action>
  <iact:action type="add" startTime="29748">
    <iact:property name="dataType"/>
    <iact:actionData xml:id="d1">
      <inkml:trace xmlns:inkml="http://www.w3.org/2003/InkML" xml:id="stk1" contextRef="#ctx0" brushRef="#br0">23053 7335 0,'69'0'144,"-34"0"-127,0 0-1,0 35-8,-1 0-1,1-35 9,0 35-7,0-35-2,-35 34 2,34-34-1,1 0 0,35 35 0,-1-35-1,-69 35 2,35-35 15,35 35-8,-36-35-8,1 0 0,0 34-1,34-34 10,-69 35-9,35-35 24,0 35-24,0-35 8,0 0-8,-35 35 0,34-35 152,1 0-152,0 34 0,0-34 8,-1 0-8,1 0 0,35 0 0,-70 35 0,0-70 320,0 1-320,0-71 1,0 36-2,-35 34 1,0-34 0,35-1 0,-69 1 0,34-1 0,35 35 0,0 1 0,-35-1-1,0-35 1,35 35 9,0 1 7,0-1 8,-34 0-8</inkml:trace>
    </iact:actionData>
  </iact:action>
  <iact:action type="add" startTime="40756">
    <iact:property name="dataType"/>
    <iact:actionData xml:id="d2">
      <inkml:trace xmlns:inkml="http://www.w3.org/2003/InkML" xml:id="stk2" contextRef="#ctx0" brushRef="#br0">14638 9247 0,'35'0'233,"0"0"-224,0 0-2,34 0 1,1 0 0,-1 0-1,1 0 2,-1 0-1,1 0-1,-1 0 2,1 0-2,-35 0 2,34 0-1,1 0 0,-35 0 0,34 0 0,-34 0 0,34 0 0,-34 0-1,35 0 2,-36 0-1,1 0 8,0 0 0,0 0 0,0 0 7,34 0-6,-34 0-1,0 0 88,-1 0 39,-34-34-134,35 34-1,0-35 48,0 0-32,-35-35-8,0 36-8,0-1 0,0 0 0,0 0 0,0 1-1,0-36 2,0-34-1,0 34 0,0 36 0,0-1-1,0-70 2,0 36-1,0-1 0,0-34-1,0 0 2,0 0-2,0-1 2,0-34-1,0 0-1,0 0 2,0 0-2,0-35 2,0-69-1,69-105-1,-34 35 2,-35 70-1,0 0 0,0 69-1,0 70 2,0-1-2,0 36 1,0-35 1,0 34-1,0 1 0,0-36-1,0 36 2,0-1-1,0 35 0,0-34 0,0 34-1,0-34 2,0 34-1,0-69 0,0 69 0,-35-70 0,35 1 0,-35 35 0,1-1 0,-1 1 0,35-1 0,0 1 0,-35-36-1,0 36 2,35 34-1,0 0 0,0 0 7,0 1 282,35 34-290,0 0 1,0 0 1,-1 34-1,36-34 0,0 35 8,-1 0 0,-34-35-9,34 0 10,-34 0-9,69 35 0,-34-35 0,69 35-1,-35-1 2,-34-34 7,0 0-8,34 35 0,-69-35 0,34 0 0,1 0 0,-1 0 0,-34 0 0,0 0 0,0 0 0,34 0 0,-34 0 8,34 0-9,1 0 2,-35 0-1,-1 0-1,36 0 2,-35 0-1,0 0 0,-1 0 0,1 0 0,0 0 0,34 0 0,-34 0 0,35 0 0,-36 0 0,36 0-1,0 0 2,-36 0-1,1 0 0,35 0 0,-36 0 0,36 0 8,-1 0 0,-34 0-8,35 0 0,34-35 0,-34 1 0,-36 34 0,36 0-1,34 0 2,-34 0-1,-1 0 0,36-35 0,-36 0 0,-34 0 0,0 35 0,34 0 0,1 0 0,-1-35-1,1 35 2,34-34-1,-69 34 0,0 0 0,0 0-1,34 0 2,-34 0-1,0 0 0,-1 0 0,1 0 0,35 0 0,-1 0 0,1 0 0,34 0 0,0 0 0,36 0 0,33 0 0,-68 0 0,34 0 0,0 0-1,0 0 1,35 0 1,-70 0-1,139 34 0,-103 1 0,-1 0 0,-35 0 0,0-35 0,1 35 0,-71-35 0,71 34 0,-71 1 0,1-35 0,0 0 0,0 0 0,34 0 8,-34 0-8,0 0 0,0 0 0,34 0-1,1 0 2,-36 0-1,1 0 0,35 0 0,34 0-1,0 0 2,35 0-1,1 0 0,-36 0 0,0 0 0,0 0 0,-34 0 0,0 0 0,-1 0-1,1 0 2,34 0-1,0 0 0,-69 0 0,35 0-1,-36 0 10,1 0 7,0 0-17,0 0 242,34 0-233,1 0 0,-35 0 0,-1 0-8,-34 35 8,35-35 31</inkml:trace>
    </iact:actionData>
  </iact:action>
  <iact:action type="add" startTime="44596">
    <iact:property name="dataType"/>
    <iact:actionData xml:id="d3">
      <inkml:trace xmlns:inkml="http://www.w3.org/2003/InkML" xml:id="stk3" contextRef="#ctx0" brushRef="#br0">25139 3650 0,'35'0'185,"34"0"-177,1 70 0,-1-35 0,1 0-1,-1-1 2,-34 1 0,0 0-2,35 0 1,-36-35-1,1 34 2,0-34 31,-35 35-17,0 0 26,0 0-2,0-1-30,-35 1 6,0-35-14,-69 35 7,69-35-8,-104 35 0,35-35-1,0 34 2,34-34-2,-69 35 2,104 0-1</inkml:trace>
    </iact:actionData>
  </iact:action>
  <iact:action type="add" startTime="49860">
    <iact:property name="dataType"/>
    <iact:actionData xml:id="d4">
      <inkml:trace xmlns:inkml="http://www.w3.org/2003/InkML" xml:id="stk4" contextRef="#ctx0" brushRef="#br0">14430 14948 0,'-35'35'217,"35"0"-210,0 0 1,0 34 1,0 1-2,0 34 2,35-69-2,-1 34 2,1 36-1,-35-36 8,0-34-8,35 34 0,0 1 0,-35-1 7,0-34-7,0 0 0,0 0 1,0-1-1,0 1 8,0 0-9,0 0 9,0 0-7,0-1 7,0 1-8,0 35 0,0-36 8,34 36 0,1-70 263,35 0-270,-1 0-1,36 0 0,-1 0-1,35 0 1,-35 0 1,1 0-1,-36 0 0,1 0 0,-35 0 0,-1 0 8,1 0-9,0 0 2,34 0-1,36 0 0,34 0 0,69 0-1,1 0 2,34 0-1,1 0 0,-1 0 0,-104 0 0,0 0 0,-69 0 0,-1 0-1,-34 0 2,35 0-1,-1 0-1,-34 0 2,35-35-2,-1 35 2,35-35-1,-69 35 0,70 0 0,68-34-1,71-1 2,34 0-1,-35 35-1,1 0 1,-36 0 1,36 0-1,34 0-1,0 0 1,0 0 1,0 0-2,70 0 2,-70 0-2,0 0 1,35-35 1,0 1-1,0-36-1,-35 0 2,-34 1-2,34 34 3,-35 0-3,-104 1 1,35-1 0,-69 0 0,-1 0-1,35 1 2,-69 34-1,138 0 0,-69-35-1,70 0 2,-70 35-1,35 0 0,34 0 0,1 0-1,34 0 2,1 0-1,-35 0 0,34 0-1,0 0 2,1 0-1,-36 0 0,70 0 0,70 0 0,-70 0-1,1 0 2,-71 0-1,1 0 0,-35 0 0,34 0-1,-69 0 2,35-35-1,-35 1 0,-69 34-1,34-35 2,-69 35-2,69 0 2,-34-35-1,-35 35 0,-1 0-1,36-35 2,-35 35-1,-1 0 0,1 0 0,0 0 23,-35-34 194,0-1-218,0-35 2,0 35-1,0-34 0,-35-35 0,35 34 0,0 35 0,-35-69 0,35 35 8,-34-36-9,-1 36 2,35-36-1,0 1 0,0 35 0,-35-70 0,0 34 0,35 36 0,0-36 0,0 1 0,0-35 0,0 35-1,0 0 2,0-1-1,0 1-1,0 0 2,0-1-1,0 1 0,0 0-1,0 34 2,0-34-1,0 0 0,0-35 0,0 34 0,-34 1 0,34 69 0,0-69 0,-35 0 0,35-1 0,-35 36 0,35 34 0,0 0 0,0-34-1,0 34 1,-35-34 1,35-1-1,0 35 8,0-34-9,0 34 10,0-34-9,0 34-1,0 0 2,0 0-1,0 0 0,0-34 0,0-1 0,0 36 8,0-1-8,0-35 8,0 36 0,0-1-8,0 0 0,-35 35 327,-34 0-318,-1 0-1,36 35-9,-1-35 18,0 0-18,0 0 10,0 0-1,-34 0 0,34 0 0,0 0 0,1 0-8,-1 0 0,-35 0 0,1 0 0,-1 0 0,-34 0-1,0 0 2,-1 0-1,-34 0 0,35 0 0,-35 0 0,35 0 0,-1 0 0,36 0 0,-36 0 0,36 0 0,34 0 0,-34 0 0,34 0 8,0 0 16,0 0-9,0 0 9,1 0-15,-71 0-9,36 0 0,-1 0-1,1 0 2,34 0-1,-35 0 0,36 0 144,-1 0-128,-35 0 0,36 0-9,-1 0 10,0 0 7,0 0 151,0 0-157,1 0-19</inkml:trace>
    </iact:actionData>
  </iact:action>
  <iact:action type="add" startTime="53924">
    <iact:property name="dataType"/>
    <iact:actionData xml:id="d5">
      <inkml:trace xmlns:inkml="http://www.w3.org/2003/InkML" xml:id="stk5" contextRef="#ctx0" brushRef="#br0">27295 10221 0,'-35'34'176,"35"1"-167,-35 0-1,0-35 0,1 69-1,-1-34 2,-35 0-1,36 0 0,-1 0 0,0-1-1,0 1 1,1 0 1,-1 34-1,35-34 0,-35 0 0,0 34 0,35-34 0,-35 0 0,35 0 8,0 34 8,0-34 135,35 0-150,35-35-1,34 34-1,-69-34 2,104 35 0,-35 0-3,-69-35 3,35 0-1,-1 0-1,-34 0 1,69 0 1,-69 0-1,0 0 0,34 35 0,1 0 0,-35-35 7,34 0-6</inkml:trace>
    </iact:actionData>
  </iact:action>
</iact:actions>
</file>

<file path=ppt/ink/inkAction18.xml><?xml version="1.0" encoding="utf-8"?>
<iact:actions xmlns:iact="http://schemas.microsoft.com/office/powerpoint/2014/inkAction" lengthUnit="cm" timeUnit="ms">
  <inkml:definitions xmlns:inkml="http://www.w3.org/2003/InkML">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08-06T05:26:17.364"/>
    </inkml:context>
    <inkml:brush xml:id="br0">
      <inkml:brushProperty name="width" value="0.05292" units="cm"/>
      <inkml:brushProperty name="height" value="0.05292" units="cm"/>
      <inkml:brushProperty name="color" value="#FF0000"/>
    </inkml:brush>
  </inkml:definitions>
  <iact:action type="add" startTime="13815">
    <iact:property name="dataType"/>
    <iact:actionData xml:id="d0">
      <inkml:trace xmlns:inkml="http://www.w3.org/2003/InkML" xml:id="stk0" contextRef="#ctx0" brushRef="#br0">14812 4520 0,'35'0'193,"69"0"-185,0 0 0,36 0-1,-1 0 2,35 0-1,-35 0 0,0 0-1,0 0 2,0 0-2,0 0 2,-35 0-2,35 0 2,-34 0-2,34 0 1,0 0 0,69 0 1,-34 0-1,35 0 0,-35 0-1,69 0 2,-34 0-2,-1 0 2,-34 0-2,35 0 2,-35 0-1,-35 0-1,0 0 2,70 0-2,-70 0 2,0 0-1,-35 0 0,35 0-1,0 0 1,0 0 0,0 0 1,-34 0-2,-1 0 2,0 0-2,1 0 2,34 0-1,-35 0 0,35 0 0,104 0 0,-34 34 0,-35 1 0,0 35 0,-70-70-1,0 34 2,-69-34-1,35 0 0,-36 0-1,1 0 2,0 0 119,-35 35-121,35-35 2,-35 70-1,69-70 0,-69 34-1,35-34 1,0 35 0,-35 0 0,35-35 8,-35 35-8,34-35 1,-34 34 7,0 1-8,0 0 7,35 35-7,0-70 1,-35 34 6,0 1-6,0 0 7,0 0-1,0-1 10,0 1-10,35 0-7,-35 0 9,0 34 6,0-34-8,0 0 3,0-1 5,0 1-15,0 35 1,0-36-1,0 36 8,0-35-1,35 69-6,-35-69-2,34 34 0,1-34 2,-35 0 0,0 34-2,0 1 10,35 34-10,0-69 1,-35 0 0,0-1 1,0 1-2,34 0 1,1 0 0,-35 34 25,0-34-9,35 0-16,-35 0 0,0-1 8,35 36-9,-35-35 2,0-1 7,0 1-8,34 35-2,-34-36 4,35 1 5,-35 0-7,35 0 0,-35 0 9,35-1-10,-35 1 9,35 69-7,-1-34 7,-34-35 0,0 34-9,0 1 2,0-36-2,35 1 2,-35 35 7,35-1 0,-35 1-1,0-35-6,35-1-2,-1 1 1,-34 35 8,35-36-8,0 36 8,-35-35 0,0 69-7,35-69-1,-1-1-1,-34 36 10,35-1-9,-35-34 0,35 35 0,-35-35 7,0-1-6,35 36-1,-35-1 0,0-34 7,0 0-6,35 34-1,-35 1 7,34-1-6,-34 1-2,0-35 9,35 0-7,-35-1 7,0 36-1,0-35 2,0-1 7,35 1-16,-35 0 16,0 0 8,35 34-17,-35-34 18,34 0-17,1 34 8,-35-34 0,0 34-8,0-34 0,0 0-1,0 0-6,0 0 15,0-1 8,0 1 8,0 0 8,0 0-24</inkml:trace>
    </iact:actionData>
  </iact:action>
  <iact:action type="add" startTime="16927">
    <iact:property name="dataType"/>
    <iact:actionData xml:id="d1">
      <inkml:trace xmlns:inkml="http://www.w3.org/2003/InkML" xml:id="stk1" contextRef="#ctx0" brushRef="#br0">23435 9873 0,'35'35'152,"-35"0"-143,70 34-1,-70-34-1,34 34 2,1-34-1,0 35 8,0-36 0,-35 1-9,34-35 2,-34 35 22,35 0-23,0-35 248,34 0-247,1 0-2,-35-35 2,34 0-2,-34 0 2,35 1-1,-1-1 0,-34-35 0,0 36 0,-35-1 0,34-35 0,1 36-1,-35-1 9,0-35-7,0 35 7,0 1-9,0-1 9,0 0 8</inkml:trace>
    </iact:actionData>
  </iact:action>
  <iact:action type="add" startTime="24215">
    <iact:property name="dataType"/>
    <iact:actionData xml:id="d2">
      <inkml:trace xmlns:inkml="http://www.w3.org/2003/InkML" xml:id="stk2" contextRef="#ctx0" brushRef="#br0">14638 9213 0,'35'0'257,"0"0"-250,0 0 2,-1 0-2,1 0 2,35 0-3,-1 0 11,-34 0 7,34 34 16,1-34-24,34 0 0,-34 0-8,-1 0 1,36 0-2,-1 0 1,-34 0 0,34 35 0,-35-35 0,71 35 1,-106 0-2,1-35 1,0 0 9,0 0 14,-1 0 25,1 0-47,35 0-3,-36 0 3,36 0 0,34 0-1,-34 0-1,-1 0 1,36 0 0,-71 0 0,71 34 0,-36 1 0,-69-70 360,0 1-360,0-36 0,0 1 1,0 34-2,0 0 1,0 0 0,0 0 1,0 1-1,0-36 0,0 35-1,0-34 1,0 34 1,0-69-1,-34 0-1,-1-1 2,35 1-2,-35 0 1,0-35 0,35 69 0,-35-104 1,1 35-1,34 35 0,0 0 0,-35-70-1,0 70 1,0-35 1,1 34-1,-1-69 0,35 70-1,0-70 2,0 35-2,0 35 2,0 34-2,0-34 1,0 0 0,0 0 0,0 34 1,0-34-1,0-1-1,0-68 2,0 103-2,0-69 2,0 35-1,0 0 0,0 34 0,0-34 0,0 34-1,0 1 2,0-1-2,0 35 2,0-34-2,0 34 2,0 0 6,0 1-6,0-1-2,0 0 1,0 0 1,0 0-2,-35-34 10,0-1-10,35 36 10,0-36-9,0 35 15,0 1-14,0-1-1,-34 0 0,-1 0 8,35 1 15,0-1-15,0-35 0,0 36 15,0-1 18,0-35 128,35 70-146,-1 0-23,1 0 9,0 0 350,0 0-351,-1 0 281,-34-35-282,0 1 2,0-1 7,0 0 136,0 0-129,0 1-7,0-1 1,0 0 7,0 0 7,0 1 1,0-1-32,0 0 88,0 0 161,0 1-234,0-1-14,0 0 22,0 0 9,0 1-15,35 34 334,-35-35-350,70 0-2,-1 35 10,1 0-10,-1 0 2,1 0-1,34 0 0,-34 0 0,-1 0-1,1 0 1,-1 0 0,1 0 0,-1 0 0,36 0 1,-36 0-1,36 0 0,-1 0 0,0 0-1,1 0 2,-1 0-1,-35 0-1,36 0 1,-36 0-1,1 0 2,-1 0 0,-34 0-3,35 0 3,-1 0-1,-34 0 1,34 0-2,1 0 2,34 0-2,1 0 1,-1 0 0,0 0 1,1 35-2,-71-35 0,71 0 2,-1 0-1,-34 0 0,-1 0 0,1 0 1,-1 0-2,35 0 2,-69 0-2,35 0 1,34 0 0,-69 0 1,69 0-2,-34 0 2,34 0-3,0 0 4,-34 0-2,34 0 0,1 0 0,-36 0 0,35 0-1,-34 0 2,-1 0-1,36 0 0,-1 0-1,0 0 2,-34 0-1,34 0 0,1 0 0,-1 0-1,-35 0 2,36 0-1,-1 0-1,0 0 2,-34 0-1,34 0 0,1 0-1,34 0 1,0 0 1,69 0-2,-69 0 1,0 0 0,-34 0 1,-36 0-2,1 0 1,-35 0 0,-1 0 1,1 0-2,35 0 1,-36 0 0,1 0 1,70 0-1,-36 0-1,35 0 1,1 0 0,-36 0 1,1 0-1,34 0-1,-34 0 1,-1 0 1,1 0-1,-1 0 0,1 0-1,-1 0 2,1 0-2,-1 0 1,1 0 0,0 0 0,-1 0 0,35 0 1,-34 0-2,34 0 2,1 0-2,34 0 2,-35 0-2,35 0 2,-35 0-1,35 0 0,-34 0 0,34 0-1,-35 0 1,0 0 1,-34 0-2,0 0 2,-1 0-2,-34 0 1,34 0 0,-34 0 8,0 0-8,0 0 9,-1 0-10,1 0 1,0 0 1,35 0-2,-36 0 2,36 0-1,-1 0 0,1 0-1,-1 0 2,36 0-2,-1 0 1,0 0 0,36 0 0,68 0 0,70 0-1,35 0 2,70 0 0,-70 0-2,-140 0 1,-33 0 0,-36 0 0,-69 0 0,-1 0 9,1 0 558,-35 35-543,0-1-23,0 1-1,0 35 0,0-36-2,0 1 4,0 0-2,0 34 7,0-34 0,0 0-6,0 0-1,0-1-1,0 71 2,0-36-1,0 1 0,0-1 0,0 1 0,0-35 0,0 34 1,0-34-2,0 0 2,0 34-2,35 1 1,-35-36 0,0 1 1,0 35-1,0-36 0,0 36 0,0 0 0,0-1-1,0 1 2,0 34-2,0 0 2,0 0-2,0-34 1,0 0 0,0-1 0,0 35 1,-35-69-3,35 0 3,0 0 0,0-1-2,0 36 1,0-35 0,0-1 0,0 1 1,0 0-2,0 0 2,0-1-2,0 1 1,0 35 1,0-1-1,0-34 0,0 0 0,0 34-1,0 1 2,0-1-2,0 1 2,0-1-2,0 1 1,0-35 0,0 34 0,0 36 0,0-36 0,0-34 0,0 34 0,0-34 0,0 35 0,0-1 0,0 1 0,0-1 1,0 1-2,0-1 1,0 36 0,0-1 1,0 0-2,0-34 2,0 34-2,0 0 2,0 35-2,0-104 2,0 35-2,-35 69 2,1-35-2,-1 0 2,35-69-2,0 0 1,0 69 1,-35-34-2,0-1 9,35-34-8,0 0-1,0-1 2,0 1-1,0 35 0,-34-70 0,34 34 1,-35 36-2,35-1 10,0-34-9,0 0 0,0 0 0,0 69-1,-35-69 2,0 0-2,35-1 9,0 1 0,0 0-7,0 0 6,-35-1 2,35 1 7,0 0-8,0 0 0,0-1-1,0 1-6,0 0-1,0 0 8,0-1 0,0 1 8,0 0-8,0 0 0,0 0 8,0-1-18,0 1 20,0 0-11,0 0 1,0-1-7,0 1 15,0 0-8,0 0-1,-34-1 33,34 1-7,-35-35 22,35 35-14,-35-35-34,0 0 26,1 0-34,-1 0 1,-35 0 8,1 0-7,-36 0-2,36 0 2,-70 0-1,35 0 0,-36 0-1,36 0 2,-35 0-2,0 0 2,69 0-2,1-35 2,-35 35-1,34 0 0,1 0-1,-1 0 2,-34-35-2,34 35 2,35 0-2,1 0 2,-1 0-1,-35 0-1,35 0 2,-34 0 7,34 0-1,0 0-7,1 0 0,-1 0 0,0 0 1,0 0-2,1 0 18</inkml:trace>
    </iact:actionData>
  </iact:action>
  <iact:action type="add" startTime="32663">
    <iact:property name="dataType"/>
    <iact:actionData xml:id="d3">
      <inkml:trace xmlns:inkml="http://www.w3.org/2003/InkML" xml:id="stk3" contextRef="#ctx0" brushRef="#br0">28129 9630 0,'-34'0'80,"-1"34"-56,0-34-17,0 35 3,0-35-3,1 35 1,-1 0 0,0-1 8,0-34-7,35 35-1,-34-35 0,-1 35-1,0 0 2,0-35-2,0 35 2,1-1-2,34 1 1,-35 0 24,0 0-15,0-1 7,35 1 15,-34 0-22,-1 0-10,0-1 9,35 1 9,-35 0-16,1-35 37,34 35 186,34-1-216,36-34 0,-35 35-7,-1 0-2,36 0 2,-1 0 7,-34-1-8,0-34 0,35 35 0,-36 0 0,36 0 0,-1-1-1,1 1 2,-35-35-2,0 35 2,-35 0-3,69-35 11,-34 34-9,0-34 24,-1 35-24</inkml:trace>
    </iact:actionData>
  </iact:action>
  <iact:action type="add" startTime="35399">
    <iact:property name="dataType"/>
    <iact:actionData xml:id="d4">
      <inkml:trace xmlns:inkml="http://www.w3.org/2003/InkML" xml:id="stk4" contextRef="#ctx0" brushRef="#br0">14151 15053 0,'0'34'96,"-34"1"-87,34 0-3,0 69 3,0-34 0,0-1-1,0-34-2,0 35 3,0-1-1,0 1 0,0-36 0,0 1 1,0 35-2,0-1 1,0 70 0,0-69 0,34-1 0,-34-34 1,0 69-2,0 1 2,0-36-2,0 1 2,0-1-2,0-34 2,0 0-2,0 0 9,0-1 16,35-34-24,0 0 88,35 35-80,34 0-7,-35 0-1,1-35 0,69 0-1,-35 0 0,35 0 2,0 0 0,70 0-2,-35 0 0,0 0 2,34 0-2,-34 0 2,70 0 0,-36-35-2,36 0 1,-1-34 0,-69 69 0,69-35 1,-34 0-2,-35 0 2,69 0-2,-34 35 2,-1 0-2,1 0 2,0 0-2,34 0 2,35 0-2,70 0 2,0 0-2,-1 0 1,-68 0-1,68 0 2,-69 0-1,1 0 0,-36 0 0,0 0 0,-69 0 0,-35 0-1,-34 0 3,69-34-3,-70-1 2,35 0-1,-70 35 0,36-35 0,-1 1-1,35-1 0,-35 0 3,70 35-3,-104 0 2,104-35-2,-70 1 2,0 34-2,1 0 1,34 0-1,-35 0 3,35 0-2,-35 0 0,1 0 0,-36 0 0,1 0-1,-1 0 1,1 0 0,-35-35 56,34 35-24,-69-35-31,35 35 6,0-35 2,0 35-2,-1 0-7,1 0 0,0 0 0,0 0 96,34 0-72,-34 0-17,34 0-7,36 0 1,-1 0-1,-69 0 0,34 0 0,-34 0 0,0 0 1,0 0 23,-1-34 15,1-1 81,-35 0-120,0 0 8,0-34-8</inkml:trace>
    </iact:actionData>
  </iact:action>
  <iact:action type="add" startTime="37287">
    <iact:property name="dataType"/>
    <iact:actionData xml:id="d5">
      <inkml:trace xmlns:inkml="http://www.w3.org/2003/InkML" xml:id="stk5" contextRef="#ctx0" brushRef="#br0">25800 15574 0,'104'0'48,"-35"35"-40,1 0 0,0-35 0,103 34-1,-68-34 2,-36 0-1,1 0 1,-35 0-2,-1 0 1,1 35 64,-35 0-24,0 34-40,-35 1 0,1-1 0,-1 1 1,0 0-1,0 34 0,1-35 0,-1 1 0,-35-1-1,70 1 1,-69-1 1,34-34-2,-35 0 2,36 0-2,-36 0 9,0-1 0,70 1-7,-69 0-1,69 0 0,0-70 151,35 0-150,-35 0 6</inkml:trace>
    </iact:actionData>
  </iact:action>
  <iact:action type="add" startTime="39903">
    <iact:property name="dataType"/>
    <iact:actionData xml:id="d6">
      <inkml:trace xmlns:inkml="http://www.w3.org/2003/InkML" xml:id="stk6" contextRef="#ctx0" brushRef="#br0">28651 13732 0,'0'-35'112,"-35"35"-55,0 0 62,1 0-71,-1 0-16,-35 0-16,35 0 0,1 0 1,-1 69 150,35-34-158,0 0-3,0 34 4,0 1-4,0-35 3,0 34 8,0-34-2,0 0-7,0 0 0,0-1 8,0 1-7,0 0-1,35 0 0,-35-1 7,0 1 10,0 0-2,0 0-15,0-1 1,34 36-2,1 0 1,-35-1 9,35-34-1,0 34-9,-35-34 8,35 0-5,-35 0-2,34-35 112,1 0-112,0 0-1,34 0 9,1 0-8,-35 0 0,34 0 1,1 0-2,-1 0 1,36 0-1,-36 0 2,1 0 0,-1 0-2,-34 0 1,35 0 0,-36 0 8,36 0-7,-35 0-3,-1 0 4,1 0-3,0-35 193,-35 0-184,-35-69-7,0 34-2,1 1 3,-1-1-3,0 1 1,35-36-1,-35 36 0,1 34 2,-1-34-1,35-1 1,-35 1 6,0 34-7,35-35 17,-35 1-1,35 34 0,-34 0-1,34 0 17,-35 1 281,0 34-305,-69 0-9,34 0 10,1 0-9,-1 0-1,35 0 2,-34 0-2,34 0 0,-34 0 2,34 0-2,0 0 2,0 0-1,1 0 8,-1 0 8,0 0-16,0 0 32</inkml:trace>
    </iact:actionData>
  </iact:action>
  <iact:action type="add" startTime="47359">
    <iact:property name="dataType"/>
    <iact:actionData xml:id="d7">
      <inkml:trace xmlns:inkml="http://www.w3.org/2003/InkML" xml:id="stk7" contextRef="#ctx0" brushRef="#br0">10953 13245 0,'0'35'96,"0"0"-87,0-1-2,0 71 2,0-71-2,0 1 1,34 35 0,-34-36 1,0 1-2,35 35 1,-35-36 0,0 1 8,35 35-7,-35-36 5,0 1-5,0 0 7,0 0-8,35-35 136,-1 35-137,36-35 2,69 34 0,-69-34-1,-36 0 0,71 35-1,-71-35 1,71 0 0,-70 0 0,34 0 0,-34 0 0,0 0 0,-1 0 8,1 0 1,0 0-10,0 0 9,-1 0-7,1 0-1,35 35 0,-35-35 8,-1 0-9,36 0 1,-35 0 0,34 0 0,-34 0 8,0 0 0,-1 0 175,1-35-182,-35-34-1,0 34 0,35-70 0,-35 71 1,0-36-2,0 35 1,0-34-1,0 34 2,0-34-1,0 34 0,0 0 0,0 0-1,0-34 3,0-1 5,0 1 2,0 34-1,0 0-2,-35 35 99,35-35-105,-35 35 8,1 0-8,-1 0 1,-35 0-2,36 0 2,-1 0-2,-35 0 2,1 0-2,34 0 0,0 0 2,0 0-1,-34 0 0,34 0 0,0 0 0,-34 0 0,34 0 7,0 0-6,1 0-1,-1 0 0,-70 0 0,71 0 0,-1 0 0,-69 0 0,34 35 0,35-35 9,0 0-9,1 0-1,-1 0 2,0 0 38,0 0-23,1 0-16,-1 35 0,0-35 16,0 0-16</inkml:trace>
    </iact:actionData>
  </iact:action>
</iact:actions>
</file>

<file path=ppt/ink/inkAction19.xml><?xml version="1.0" encoding="utf-8"?>
<iact:actions xmlns:iact="http://schemas.microsoft.com/office/powerpoint/2014/inkAction" lengthUnit="cm" timeUnit="ms">
  <inkml:definitions xmlns:inkml="http://www.w3.org/2003/InkML">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08-06T05:26:17.364"/>
    </inkml:context>
    <inkml:brush xml:id="br0">
      <inkml:brushProperty name="width" value="0.05292" units="cm"/>
      <inkml:brushProperty name="height" value="0.05292" units="cm"/>
      <inkml:brushProperty name="color" value="#FF0000"/>
    </inkml:brush>
    <inkml:brush xml:id="br1">
      <inkml:brushProperty name="width" value="0.08819" units="cm"/>
      <inkml:brushProperty name="height" value="0.35278" units="cm"/>
      <inkml:brushProperty name="color" value="#FFFF00"/>
      <inkml:brushProperty name="tip" value="rectangle"/>
      <inkml:brushProperty name="rasterOp" value="maskPen"/>
    </inkml:brush>
  </inkml:definitions>
  <iact:action type="add" startTime="40150">
    <iact:property name="dataType"/>
    <iact:actionData xml:id="d0">
      <inkml:trace xmlns:inkml="http://www.w3.org/2003/InkML" xml:id="stk0" contextRef="#ctx0" brushRef="#br0">19506 7057 0,'0'35'383,"0"69"-374,0-34-1,0-1 0,0 1 0,0 34-1,35-34 2,-35 34-1,0-35 0,0 1 0,0 34 0,0-34 0,0 34 0,0 0-1,0 35 2,0 0-1,0 35 0,0 35 0,0-70 0,0 0 0,0 35-1,0 0 2,0-35-1,0 0 0,0-35-1,0 0 2,0-34-1,0 34 0,0 0 0,0-34 0,0-1-1,35 36 2,-35-36-1,34 36 0,1-71 0,-35 1-1,0 35 2,0-36-1,0 36 0,0-35 0,0-1 0,0 1 0,0 0 0,0 34 0,0 36 0,0-36-1,0 1 2,0-1-1,0-34 0,0 35 0,0-36 0,0 36 0,0-35 0,0 34-1,0-34 2,0 0-1,35 34 0,0 1 0,-35-35 8,0 69-8,0-69 8,0-1-8,0 1 0,35 0 8,-1 34-8,-34-34 8,0 0-9,0 0 2,0-1 7,0 1 8,105-35 87,-1 35-102,0-35-1,1 0-1,-1 0 2,-35 0-2,1 0 2,-1 0-1,36 0 0,-70 0 0,-1 0 0,1 0 0,-35-35 184,0-34-184,0-1 0,0 1 0,0-1 0,0-34 0,0 34 0,0-34 0,0 34 0,0-34 0,0 35-1,35-36 2,-35 71-1,0-71 0,0 1 0,0 35 0,0-36-1,0 36 2,0-36-1,0 1 0,0 0 0,0 34 0,0 1 0,0-1 0,0 1 0,0 34 0,0-69 0,0 34 0,0 1 0,0 34-1,0-35 2,0-34-1,-35 0 0,35 69 8,-35-69-9,35 69 2,0 0-1,0 0 0,0-34 0,0-1 0,0 36 0,0-1 0,0-35 0,0 1 0,0-1-1,0 1 2,0-1-1,0 1 0,0-1 0,0-34-1,0 69 2,-34-34-2,34-1 2,0 1-2,-35-71 2,35 106-1,0-36 0,0 1 0,0 34 0,0-69 0,0 69 0,0-35 0,0 36 0,0-36 0,0 35 8,0-34-8,0 34 8,0-35-9,0 36 2,0-1 8,0 0-10,0-34 9,0 34-8,35 0 0,-35-34 8,0 34 0,0 0 0,0 0-9,0 1 2,0-1-1,0-35 7,0 36-7,0-1 1,0-35-1,0 35 8,0 1 0,0-1 24,0 0-32,-35 0 168,0 35-168,-69 0-1,34 0 2,-69-34-2,70 34 2,-71-35-1,106 35 0,-36 0-1,-34-35 2,0 0-1,69 35 16,0 0 48,0 0-56,0 0-8,1 0 39</inkml:trace>
    </iact:actionData>
  </iact:action>
  <iact:action type="add" startTime="43821">
    <iact:property name="dataType"/>
    <iact:actionData xml:id="d1">
      <inkml:trace xmlns:inkml="http://www.w3.org/2003/InkML" xml:id="stk1" contextRef="#ctx0" brushRef="#br0">21697 5458 0,'34'0'104,"-34"35"-95,0 34-2,35 36 1,-35-71 0,35 71 1,-35-70-1,0-1 0,0 71 0,35-36 0,-35-34 0,0 0-1,0-1 2,0 1-1,35 0 0,-35 0 8,0-1-8,34 1 8,1-35 136,35 35-144,-1 34 0,1-69 0,-1 0 0,36 35 0,-71-35 0,36 0 0,-1 35 0,1 0 0,-35-35 8,0 0-1,-1 0-6,1 0-2,0 0 10,0 0-10,-1 0 2,1 0 7,0 35-8,0-35-1,-1 0 18,36 34-10,-35-34 2,34 0-9,1 35 0,-35-35 8,-1 0-8,71 35 0,-71-35 0,1 0 0,35 0 0,34 35 0,0-1 0,1-34 0,-71 0-1,71 0 2,-36 0-1,36 0-1,-36 0 2,1 0-2,-1 0 2,1 0-1,-35 0 0,-1 0 0,71 0-1,-36 0 2,70 0-1,-34 0 0,34 0-1,69 0 1,-34 0 2,35 0-3,-35 0 1,-35 0 0,69 0 0,-69 0 0,1 0-1,-36 0 2,35 0-1,-35 0-1,1 0 2,-36 0-1,70 0-1,-104 0 2,69 0-1,1-34 0,-36-1 8,-34 35-8,0 0 8,34 0-8,-69-35 0,70 35 8,-36 0 0,36-35-8,-70 1 0,35 34 0,0 0 0,-1 0-1,1-35 1,-35 0 0,35 35 25,0-35-17,-35 0-8,0-34 8,0-1-9,0 1 1,0-1 1,0 1-1,0-1 0,-35-34 0,35 69 0,-35 1 0,0-36 0,1 35 8,-1 0-8,35 1 0,-35-36 8,0 35 16,0 35-8,1-34-16,-1 34 0,-35 0 0,-69-35-1,35 35 2,-70-35-1,105 35 0,-105-35 0,69 1 0,36 34-1,-35 0 2,-1 0-1,1 0 0,0 0 0,-1 0 1,1 0-2,34 0 1,-34 0 0,0 0 0,34 0 0,-34 0 0,34 0 0,1 0 0,34 0 0,-69 0 0,34 0 0,36 0 0,-1 0 0,0 0 0,-35 0 0,1 0 0,-1 0 0,36 0 0,-36 0 0,1 0 0,-1 0 0,0 0 0,1 0 0,-35 0 0,34 0 1,-69 0-3,35 0 3,-35 0-1,34 0 0,1 0-1,34 0 1,1 0 1,-35 0-1,34 34-1,0-34 9,36 0 1,-1 0-9,-35 0 8,36 0 0,-1 0-8,0 0-1,0 0 3,-34 0-3,34 0 1,0 0 0,0 0 1,-34 0-3,34 0 3,-34 0-1,-36 0-1,1 0 1,34 0 1,-34 0-1,69 0 0,1 0 0,-1 0-1,-35 0 2,1 0 7,34 0 0,0 0 15,0 35-14,1-35-9,-1 35 17,-35-35-10,1 35 0,-1-35-7,35 0 9,-34 0-9,34 0 8</inkml:trace>
    </iact:actionData>
  </iact:action>
  <iact:action type="add" startTime="54861">
    <iact:property name="dataType"/>
    <iact:actionData xml:id="d2">
      <inkml:trace xmlns:inkml="http://www.w3.org/2003/InkML" xml:id="stk2" contextRef="#ctx0" brushRef="#br1">4798 11194 0,'35'0'97,"0"35"-81,-1-35-7,36 35 6,-35-35-7,0 0 1,34 34-2,-34-34 2,34 0 6,1 35-8,-35-35 10,34 0-9,-34 35 7,35-35-6,-36 0 8,1 0-10,0 35 1,0-35 0,-1 0 0,1 0 0,0 34 1,0-34-3,-1 0 443,1 0-433,0 0-8,0 0 49,0 0-25</inkml:trace>
    </iact:actionData>
  </iact:action>
  <iact:action type="add" startTime="60037">
    <iact:property name="dataType"/>
    <iact:actionData xml:id="d3">
      <inkml:trace xmlns:inkml="http://www.w3.org/2003/InkML" xml:id="stk3" contextRef="#ctx0" brushRef="#br1">22044 7718 0,'70'0'144,"-1"0"-135,36 0 0,-1 0-2,-34 0 2,-1 0-2,1 0 2,-35 0-2,34 0 1,-34 0 8,0 0 79,-1 0-79,1 0-6,0 0 13,0 0 1,-1 0-7,1 0-3</inkml:trace>
    </iact:actionData>
  </iact:action>
  <iact:action type="add" startTime="64901">
    <iact:property name="dataType"/>
    <iact:actionData xml:id="d4">
      <inkml:trace xmlns:inkml="http://www.w3.org/2003/InkML" xml:id="stk4" contextRef="#ctx0" brushRef="#br1">10118 5284 0,'35'-34'113,"0"34"-96,34 0-10,35 34 2,-34-34-3,34 35 5,-34-35-5,34 0 3,35 35-2,-34 0 0,-1-35 2,-35 0-1,1 0 0,-1 0 0,-34 0 1,0 0-2,0 0 1,0 0-1,-1 0 9</inkml:trace>
    </iact:actionData>
  </iact:action>
  <iact:action type="add" startTime="66629">
    <iact:property name="dataType"/>
    <iact:actionData xml:id="d5">
      <inkml:trace xmlns:inkml="http://www.w3.org/2003/InkML" xml:id="stk5" contextRef="#ctx0" brushRef="#br1">24200 7787 0,'35'0'137,"34"0"-130,36 0 2,-36 0-1,-34 0 0,69 0 0,-34 35 1,-35-35-2,34 0 2,-34 0-2,0 0 2,34 0-1,-34 0 0,0 0-1,0 0 2,-1 0-2,1 0 0</inkml:trace>
    </iact:actionData>
  </iact:action>
  <iact:action type="add" startTime="69933">
    <iact:property name="dataType"/>
    <iact:actionData xml:id="d6">
      <inkml:trace xmlns:inkml="http://www.w3.org/2003/InkML" xml:id="stk6" contextRef="#ctx0" brushRef="#br1">9492 14114 0,'0'-35'9,"35"35"31,0 0-32,-1 0 0,36 0 0,34 0 0,-34 35 0,-35-35 0,34 0 0,-34 0 1,104 35-2,-69-35 1,34 0 0,0 0 1,-34 0-2,-1 0 1,1 0 0,-1 0 0,1 0-1,-1 0 2,-34 0-2,0 0 2,0 0-1,0 0 8</inkml:trace>
    </iact:actionData>
  </iact:action>
  <iact:action type="add" startTime="71501">
    <iact:property name="dataType"/>
    <iact:actionData xml:id="d7">
      <inkml:trace xmlns:inkml="http://www.w3.org/2003/InkML" xml:id="stk7" contextRef="#ctx0" brushRef="#br1">26460 7683 0,'35'0'121,"0"0"-96,34 0-18,1 0 2,-1 0-2,1 0 1,-35 0 0,0 0-1,-1 0 2,1 0 31,0 0-8,0 0-24,-1 0-1,1 0 66,0 0-57,0 0 1,-1 0-3,1 0 3,0 0-2,0 0 2,0 0-8</inkml:trace>
    </iact:actionData>
  </iact:action>
</iact:actions>
</file>

<file path=ppt/ink/inkAction20.xml><?xml version="1.0" encoding="utf-8"?>
<iact:actions xmlns:iact="http://schemas.microsoft.com/office/powerpoint/2014/inkAction" lengthUnit="cm" timeUnit="ms">
  <inkml:definitions xmlns:inkml="http://www.w3.org/2003/InkML">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08-06T05:26:17.364"/>
    </inkml:context>
    <inkml:brush xml:id="br0">
      <inkml:brushProperty name="width" value="0.08819" units="cm"/>
      <inkml:brushProperty name="height" value="0.35278" units="cm"/>
      <inkml:brushProperty name="color" value="#FFFF00"/>
      <inkml:brushProperty name="tip" value="rectangle"/>
      <inkml:brushProperty name="rasterOp" value="maskPen"/>
    </inkml:brush>
    <inkml:brush xml:id="br1">
      <inkml:brushProperty name="width" value="0.05292" units="cm"/>
      <inkml:brushProperty name="height" value="0.05292" units="cm"/>
      <inkml:brushProperty name="color" value="#FF0000"/>
    </inkml:brush>
  </inkml:definitions>
  <iact:action type="add" startTime="9342">
    <iact:property name="dataType"/>
    <iact:actionData xml:id="d0">
      <inkml:trace xmlns:inkml="http://www.w3.org/2003/InkML" xml:id="stk0" contextRef="#ctx0" brushRef="#br0">8519 8239 0,'0'-35'105,"69"35"-90,70 0-6,-34 35-1,34 0 1,0-35-2,35 0 1,-35 0 0,-35 0 0,0 0 0,-34 0 0,-1 0 0,-34 0-2,0 0 4</inkml:trace>
    </iact:actionData>
  </iact:action>
  <iact:action type="add" startTime="13942">
    <iact:property name="dataType"/>
    <iact:actionData xml:id="d1">
      <inkml:trace xmlns:inkml="http://www.w3.org/2003/InkML" xml:id="stk1" contextRef="#ctx0" brushRef="#br0">21801 9803 0,'0'-34'73,"70"34"-33,-1 0-25,1-35-6,-36 35-1,36 0 0,-1 0 1,-34 0-2,35 0 1,-1 0 0,-34 0 0,35 0 0,-1 0 0,-34 0 8,0 0-1,0 0 10,-1 0-1,1 0-16,0 0 79,0 0 249,-35-35-287,34 35-26</inkml:trace>
    </iact:actionData>
  </iact:action>
  <iact:action type="add" startTime="17950">
    <iact:property name="dataType"/>
    <iact:actionData xml:id="d2">
      <inkml:trace xmlns:inkml="http://www.w3.org/2003/InkML" xml:id="stk2" contextRef="#ctx0" brushRef="#br0">14986 5841 0,'69'0'215,"1"0"-205,0 0-2,-1 0 0,1 0 0,-1 0 0,36 0 0,-36 0-1,1 0 2,-36 0-1,1 0 0,0 0 0,0 0 0,-1 0 0,1 0 8,0 0-1,0 0 2</inkml:trace>
    </iact:actionData>
  </iact:action>
  <iact:action type="add" startTime="21342">
    <iact:property name="dataType"/>
    <iact:actionData xml:id="d3">
      <inkml:trace xmlns:inkml="http://www.w3.org/2003/InkML" xml:id="stk3" contextRef="#ctx0" brushRef="#br0">24200 9699 0,'0'-35'121,"35"35"-113,69 0-2,35 0 4,0 0-2,1 0 0,-1 0 0,34 0 0,-68 0-2,-1 0 4,-34 0-3,-36 0 2,1 0-1</inkml:trace>
    </iact:actionData>
  </iact:action>
  <iact:action type="add" startTime="28222">
    <iact:property name="dataType"/>
    <iact:actionData xml:id="d4">
      <inkml:trace xmlns:inkml="http://www.w3.org/2003/InkML" xml:id="stk4" contextRef="#ctx0" brushRef="#br0">12100 10360 0,'70'0'127,"-36"0"-117,36 34-1,-35-34 5,34 35-4,1-35 13,-36 0-7,1 0-2,0 0-5,0 0 0,0 0-1,-1 0 0,1 0-1,0 0 2,34 0 7,-34 0 0,0 0-8,0 0 0,-1 0 0</inkml:trace>
    </iact:actionData>
  </iact:action>
  <iact:action type="add" startTime="30502">
    <iact:property name="dataType"/>
    <iact:actionData xml:id="d5">
      <inkml:trace xmlns:inkml="http://www.w3.org/2003/InkML" xml:id="stk5" contextRef="#ctx0" brushRef="#br0">26565 9734 0,'34'0'176,"1"0"-167,0 0-2,0 0 2,34 0-1,1 0 0,-35 0 0,-1 0 0,1 0-1,0 0 2,0 0-1,-1 0 40,36 0-32,-35 0-1,69 0-6,-69 0-3,0 0 4,-1 0-4,36 0 4,-35 0 6,-1 0 8,1 0-8</inkml:trace>
    </iact:actionData>
  </iact:action>
  <iact:action type="add" startTime="41110">
    <iact:property name="dataType"/>
    <iact:actionData xml:id="d6">
      <inkml:trace xmlns:inkml="http://www.w3.org/2003/InkML" xml:id="stk6" contextRef="#ctx0" brushRef="#br0">8240 10603 0,'35'0'80,"0"0"-71,69 35-1,-34-35 0,34 0 0,35 0 0,0 0 0,-34 0 0,-1 0 0,0 0-1,1 0 1,-36 0 1,-34 0-1,0 0 0,34 0 0,-34 0 0,0 0 0,-1 0 16</inkml:trace>
    </iact:actionData>
  </iact:action>
  <iact:action type="add" startTime="42998">
    <iact:property name="dataType"/>
    <iact:actionData xml:id="d7">
      <inkml:trace xmlns:inkml="http://www.w3.org/2003/InkML" xml:id="stk7" contextRef="#ctx0" brushRef="#br0">21975 11611 0,'104'0'127,"35"0"-117,0 35-2,70 34 0,-35-34 1,34-35-2,-34 0 1,-35 0 0,35 0-1,-69 0 2,-1 0-1,-69 0 0,-1 0 8</inkml:trace>
    </iact:actionData>
  </iact:action>
  <iact:action type="add" startTime="49366">
    <iact:property name="dataType"/>
    <iact:actionData xml:id="d8">
      <inkml:trace xmlns:inkml="http://www.w3.org/2003/InkML" xml:id="stk8" contextRef="#ctx0" brushRef="#br0">14291 7926 0,'34'0'121,"36"0"-114,-1 0 1,1 0 2,-1 0-3,36-34-1,-36-1 3,1 35 0,-1 0-1,1 0 0,-1-35 0,-34 35 0,0 0 7,0 0-6,0 0 14</inkml:trace>
    </iact:actionData>
  </iact:action>
  <iact:action type="add" startTime="50782">
    <iact:property name="dataType"/>
    <iact:actionData xml:id="d9">
      <inkml:trace xmlns:inkml="http://www.w3.org/2003/InkML" xml:id="stk9" contextRef="#ctx0" brushRef="#br0">24444 11646 0,'34'0'105,"1"0"-91,0 0-4,0 35-3,-1-35 18,1 0-10,0 0-6,0 0-1,34 0 8,-34 0 39,0 0-6,0 0 71,-1 0-112,1 0 16,0 0-8,0 0 0,-1 0-10,1 0 4,35 34-3,-70 1 2</inkml:trace>
    </iact:actionData>
  </iact:action>
  <iact:action type="add" startTime="54670">
    <iact:property name="dataType"/>
    <iact:actionData xml:id="d10">
      <inkml:trace xmlns:inkml="http://www.w3.org/2003/InkML" xml:id="stk10" contextRef="#ctx0" brushRef="#br0">15125 14323 0,'35'0'65,"0"0"-49,-1 0-10,36 0 4,-1 0-2,1 0 0,34 0 0,-34 0 0,-1 0 0,-34 0-2,69 34 4,-69-34-2,0 0-1,0 0 2,0 0-1,-1 0-2,1 0 3,0 0-1,0 0 9,-1 0-9,1 0 0,0 0-1</inkml:trace>
    </iact:actionData>
  </iact:action>
  <iact:action type="add" startTime="55806">
    <iact:property name="dataType"/>
    <iact:actionData xml:id="d11">
      <inkml:trace xmlns:inkml="http://www.w3.org/2003/InkML" xml:id="stk11" contextRef="#ctx0" brushRef="#br0">26252 11681 0,'34'0'95,"1"0"-85,0 0-2,35 0 0,34 0 0,-69 0 0,69 34 0,-35-34 0,-34 0 0,35 0 0,-1 35 0,-34-35 0,0 0 0,0 0 0,-1 0 0,36 0 0,-35 0 7,-1 0-6,1 0 6,0 0-7,0 0 9,0 0-3,-1 0 3,1 0 288,0 0-266</inkml:trace>
    </iact:actionData>
  </iact:action>
  <iact:action type="add" startTime="61486">
    <iact:property name="dataType"/>
    <iact:actionData xml:id="d12">
      <inkml:trace xmlns:inkml="http://www.w3.org/2003/InkML" xml:id="stk12" contextRef="#ctx0" brushRef="#br1">25730 2538 0,'-35'0'88,"-34"0"-81,-1 0 2,-34 0-1,0 0 0,-35 0-1,34 0 2,1 0-1,34 0 0,-34 0 0,-35 0-1,35 0 2,-35 35-1,-1-35 0,-68 35 0,34-1 0,-35 1 0,1 35 0,34-36 0,-35 36 0,1-35 0,34-1 0,0 1 0,35 0 0,-70 35 0,70-70 0,-35 69-1,35-34 3,35 0-3,0-1 0,34-34 2,-34 70-2,-1-35 2,1 34-2,0 1 2,0-36-1,34 36-1,35-35 2,-34-1-2,-1 1 2,1 0-1,-1 35 0,0-70 0,-34 69 0,35-34 0,-1 34 0,1-34 0,-36 0 0,36 34 1,-36-34-2,36 35 2,-70-1-2,69 1 2,1-1-2,-36 1 0,1 69 1,-35-70 2,104 70-3,-69-69 2,69 34-2,-69 35 0,34 0 2,35 0-1,1-34 0,-36-1 1,70 0-3,-69 70 3,-1-70-1,1 35 1,-1 70-1,0 0-1,-34-1 2,69 1-1,-34-35 0,-35 34 0,69 35 0,-35-34-1,35 0 2,-34 34-1,34 35 0,-34 0 0,34-35-2,0 36 3,35-71-1,0 70 0,0-69 0,0 34 0,0 1 0,35-1 0,0 0-1,34 1 3,-34-1-2,34 0 0,-34 35 0,35-34-2,-35-1 4,-1-69-2,36 34 0,-35 1 0,34 0 0,1-36 0,-1 1-1,36-35 2,-1 70-2,0-35 2,-34-1-3,69 1 2,0-35 2,0 35-3,0 0 2,35 34-1,0-34 0,34 35-1,-34-70 1,0 35 0,0 0 0,0-35 0,-35 0 0,35-35 0,0 35 1,-1-35-2,-68 1 0,34-36 2,-35 35 0,70 1-3,-35-36 4,35 1-3,35-1 2,-36 1-1,36-1 0,34 1-2,-34-35 3,0 34-1,-1-34 0,36 0 0,69 34-1,0 1 2,34-36-1,-69-34 0,35 0 0,0 0-1,-35 0 2,1 0-1,34 0 0,-140-34 0,-33-1 0,33 0 1,-34 0-2,35-34 2,-69-1-1,34 1 0,-35-35-2,35-1 4,-35 36-3,1-1 2,34-34-2,0 34 2,0-34-3,-35 0 4,35 0-2,0-36-1,-69 36 2,69-35-1,-35 35 0,35-35-2,1 34 3,-36 1 0,35-35-2,-35-35 1,-34 70 1,69-70-2,-35 70 0,-34-70 2,34 0 0,0-34-3,-34 69 4,-1-35-3,-34 0 2,35 0-3,-70 35 3,35 0-2,-1-35 2,1 35-1,0 35 0,-35 34 0,35-69-1,-1-34 2,-34 103-1,0-34 0,0 0 0,0-1 0,0-34 0,0-35 0,0-34 0,0-1 1,0 1-2,0 34 2,0-35-3,0 35 3,0-69-2,0 0 3,-34 69-4,-36 0 4,35 35-3,1-35 2,-1 35-2,0 0 2,35 35-2,-70-70 2,1 35-2,34-35 2,-34 35-3,-1-35 2,35-34 1,-34 69 0,34 0-2,-35-70 1,36 35-1,-36 0 2,1-34 0,-1-1-1,0 1-2,1 34 4,-1-69-2,1-1-2,34 36 4,-34-1-4,-1 70 4,0-70-3,-34 36 0,0 68 3,34-34-2,-34 0 0,34 0 0,36 35 0,-71 34-1,36-34 1,-1 0 1,1 34-2,-1-34 2,1 34-1,34 1-2,-35-1 4,1-34-3,-1 35 2,36 34-1,-1-69 0,-35 69 0,35-35 0,-34 70-1,34-35 1,0 1 0,1-36 1,-36 70-2,0-69 2,1 34-2,-1 0 2,-34 0-1,-35 1 0,0-1-1,0-35 3,-35 36-3,-35-36 1,36 35-1,33 1 0,-33-1 3,68 35-4,36 0 3,-70-35-2,34 0 2,-69 0 0,70 1-3,35 34 3,-70 0-2,34-35 2,36 0 0,-1 35-2,1 0 2,-36 0-2,36 0 2,-1 0-2,1 0 1,-1 0 0,1 0 0,-36 0 0,1 0-1,0 0 1,34 35 1,35-35-1,1 0 0,-1 35 1,0-35 47,0 0-49,0 34 0</inkml:trace>
    </iact:actionData>
  </iact:action>
</iact:actions>
</file>

<file path=ppt/ink/inkAction21.xml><?xml version="1.0" encoding="utf-8"?>
<iact:actions xmlns:iact="http://schemas.microsoft.com/office/powerpoint/2014/inkAction" lengthUnit="cm" timeUnit="ms">
  <inkml:definitions xmlns:inkml="http://www.w3.org/2003/InkML">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08-06T05:26:17.364"/>
    </inkml:context>
    <inkml:brush xml:id="br0">
      <inkml:brushProperty name="width" value="0.05292" units="cm"/>
      <inkml:brushProperty name="height" value="0.05292" units="cm"/>
      <inkml:brushProperty name="color" value="#002060"/>
    </inkml:brush>
  </inkml:definitions>
  <iact:action type="add" startTime="12681">
    <iact:property name="dataType"/>
    <iact:actionData xml:id="d0">
      <inkml:trace xmlns:inkml="http://www.w3.org/2003/InkML" xml:id="stk0" contextRef="#ctx0" brushRef="#br0">11231 3929 0,'0'34'240,"0"1"-232,0 0 8,0 0 0,0-1-8,0 1 8,0 0-9,0 34 10,0-34-8,0 0-2,0 0 17,0-1-16,-35 1 0,35 0 7,0 0 11,0 0-11,0-1-7,0 1 8,0 0 8,0 0-8,0-1-8,0 1 17,0 0-10,-35-35 25</inkml:trace>
    </iact:actionData>
  </iact:action>
  <iact:action type="add" startTime="13889">
    <iact:property name="dataType"/>
    <iact:actionData xml:id="d1">
      <inkml:trace xmlns:inkml="http://www.w3.org/2003/InkML" xml:id="stk1" contextRef="#ctx0" brushRef="#br0">11231 3894 0,'34'0'160,"-34"-35"-152,70 0 8,-35 35 0,0 0-8,-1 0 0,1 0 0,0 0 0,0 0 8,-1 0 17,1 0-18,0 0 1,35 0 0,-36 0 9,-34 35-10,35 0 1,0-35 0,-35 35-8,35-35 0,-35 34 0,0 36 0,0-35 8,0-1-8,0 1 0,0 35 8,0-36 0,0 1-9,0 0 3,0 0 6,0-1-9,0 1 1,0 0 7,0 0 2,0 0-1,0-1-8,0 1 16,0 0-8,0 0 24</inkml:trace>
    </iact:actionData>
  </iact:action>
  <iact:action type="add" startTime="15185">
    <iact:property name="dataType"/>
    <iact:actionData xml:id="d2">
      <inkml:trace xmlns:inkml="http://www.w3.org/2003/InkML" xml:id="stk2" contextRef="#ctx0" brushRef="#br0">11265 4485 0,'35'0'128,"35"-35"-120,-35 35 0,34 0 0,-34 0 0,34 0 0,-34 0 8,0 0-8,0 0 0,0 0 0,-1 0 72,1 0-65,0 0 2,0 0 366,-1-35-366</inkml:trace>
    </iact:actionData>
  </iact:action>
  <iact:action type="add" startTime="17977">
    <iact:property name="dataType"/>
    <iact:actionData xml:id="d3">
      <inkml:trace xmlns:inkml="http://www.w3.org/2003/InkML" xml:id="stk3" contextRef="#ctx0" brushRef="#br0">14012 3998 0,'0'35'152,"0"0"-144,0 69 0,0-69 7,35 69-6,-35-69-1,0-1 8,0 36-8,0-35 0,35 34 0,-35-34 9,0 0-10,0 0 2,0-1-2,35 1 17</inkml:trace>
    </iact:actionData>
  </iact:action>
  <iact:action type="add" startTime="18841">
    <iact:property name="dataType"/>
    <iact:actionData xml:id="d4">
      <inkml:trace xmlns:inkml="http://www.w3.org/2003/InkML" xml:id="stk4" contextRef="#ctx0" brushRef="#br0">13595 3998 0,'0'-35'129,"35"1"-122,34 34 8,1-35 2,-35 35-9,34-35 9,-34 35-11,-35-35 4,35 35-3,0 0 1,-1-34 16,1 34-8,0 0-9,0 0 18,-1 0-1,1 0-8,0-35 16,0 35 7,0 0-22,-1 0-9,1 0 7,0 0-7,-35 35 1,35-35 7,-1 34-8,-34 1 0,35 35 8,-35-36 8,0 1 0,0 0-8,0 0-8,0-1 7,0 36 2,-35-35 7,1-1-7,-1-34-10,0 35 9,0-35 8,1 35 8,-1-35-24,0 0 24,0 0-8,105 35 176,-1-35-192,36 34 0,-36-34 1,-34 35-2,0-35 9,-1 0 32,1 0-40,0 35 0,0-35 16,0 35-16,-1-35 0,36 0 23,-70 35-22,35-1 31,-1 1-8,-34 0 8,0 34-7,-69-34-9,34-35-17,0 35 2,-34-35-2,34 0 9,-35 35 0,1-35-1,34 0-6,0 0-1,1 0 0,-1 0-1,0 0 2,0 0-1,1 0 0,-1 0 0,0 0 0,-35 0 8,36 0-9,-1 0 2,0 0-1,0 0 0,1 0 0,-1 0 0,0 0 47,0 0 393</inkml:trace>
    </iact:actionData>
  </iact:action>
  <iact:action type="add" startTime="23305">
    <iact:property name="dataType"/>
    <iact:actionData xml:id="d5">
      <inkml:trace xmlns:inkml="http://www.w3.org/2003/InkML" xml:id="stk5" contextRef="#ctx0" brushRef="#br0">17385 4068 0,'0'34'160,"0"1"-144,0 35-8,0-36 8,0 1-9,0 0 1,0 0 17,0-1 7,-35-34 176,35-34-193,0-1-6,-34 0-1,-1-34 17,35 34-1,-35 0 0,35 0-1,0 1 33,-35-1-16,1 35-32,34-35 8,-35 0 24,0 35-15,0 0-19,0 0 11,-34 0-9,34 0 8,-34 0-8,34 0-1,0 0 2,0 0-1,0 0 0,1 0 0,-1 0 0,-35 35 8,36-35 9,-1 35-17,0-35 7,35 35-7,-35-1 7,35 1 11,0 0-11,-34 0-7,34-1 15,0 1 2,0 0-9,0 0 0,0-1-8,0 1 17,0 0-2,69 0-7,-69 0 0,70-1 7,-70 1 26,69 0-17,-69 0-16,35-35-1,0 34 2,-1 1-1,1-35 0,35 35-7,-1 0 7,-34-35-1,35 0 1,-1 34-8,-34-34 0,0 0-1,34 35 2,-34-35-1,0 0 0,34 0-1,-34 0 10,0 0-2,0 0 26,-1 0-33,1 0 16,0 0-9,35 0 2,-36 0 8,1 0-18,0-35 1,0 35 8,-1-34-9</inkml:trace>
    </iact:actionData>
  </iact:action>
  <iact:action type="add" startTime="63688">
    <iact:property name="dataType"/>
    <iact:actionData xml:id="d6">
      <inkml:trace xmlns:inkml="http://www.w3.org/2003/InkML" xml:id="stk6" contextRef="#ctx0" brushRef="#br0">5876 11994 0,'0'34'136,"0"36"-128,0-1 1,0 36-1,0-1 0,0 0 0,0 35 0,0-34-1,35-1 2,-35-35-1,0 1 0,0-1-1,0 1 2,0 34-1,0-34 0,0-1 0,0 1 0,0-1-1,0-34 2,0 0-1,0 0 0,0-1 7,0 1 10,35 0 7,-1 0-8,36-35 0,-35 0-16,69 34 0,0 1 0,70 0 0,0 0 0,0-1 0,-70-34 0,35 0 0,0 0 0,0 0 0,-34 0 0,-1 0-1,35 0 2,-35 0-1,35 0 0,1 0 0,-36 0 0,35 0 0,-35 0 0,-34 0 0,-1 0 0,1 0 0,-1 0 0,36 0 0,-36 0 0,-34 0 0,0 0 0,0 0 0,-1 0 128,-34-34-128,0-36 0,-69-34 0,34 34-1,35-34 2,-69 0-1,-1-70 0,35 70 0,0-35 0,-34 0 0,34 34 0,0 36 0,35-35 0,-34 34 0,-1 0 0,35 1 0,0 34 0,0-34 0,0 34 0,0-35 0,0 36 0,0-36-1,0-34 2,35 69-1,-35 0 0,0 0 0,0 1-1,0-1 66,-35 0 135,-69 35-201,-70 0 2,-105 0-1,1 0 0,-69 0-1,68 0 2,106 0-1,34 0 0,34 0 0,1 0-1,34 0 2,36 0-1,-1 35 0,-35 0 0,36-35 16,-1 0-8,35 34-8,-35-34 0,0 0 8,0 35-1,1-35 10,-1 0-17,0 35-1,35 0 1,-69-35 9</inkml:trace>
    </iact:actionData>
  </iact:action>
</iact:actions>
</file>

<file path=ppt/ink/inkAction22.xml><?xml version="1.0" encoding="utf-8"?>
<iact:actions xmlns:iact="http://schemas.microsoft.com/office/powerpoint/2014/inkAction" lengthUnit="cm" timeUnit="ms">
  <inkml:definitions xmlns:inkml="http://www.w3.org/2003/InkML">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08-06T05:26:17.364"/>
    </inkml:context>
    <inkml:brush xml:id="br0">
      <inkml:brushProperty name="width" value="0.05292" units="cm"/>
      <inkml:brushProperty name="height" value="0.05292" units="cm"/>
      <inkml:brushProperty name="color" value="#FF0000"/>
    </inkml:brush>
    <inkml:brush xml:id="br1">
      <inkml:brushProperty name="width" value="0.08819" units="cm"/>
      <inkml:brushProperty name="height" value="0.35278" units="cm"/>
      <inkml:brushProperty name="color" value="#FFFF00"/>
      <inkml:brushProperty name="tip" value="rectangle"/>
      <inkml:brushProperty name="rasterOp" value="maskPen"/>
    </inkml:brush>
    <inkml:brush xml:id="br2">
      <inkml:brushProperty name="width" value="0.055" units="cm"/>
      <inkml:brushProperty name="height" value="0.055" units="cm"/>
    </inkml:brush>
    <inkml:brush xml:id="br3">
      <inkml:brushProperty name="width" value="0.05292" units="cm"/>
      <inkml:brushProperty name="height" value="0.05292" units="cm"/>
      <inkml:brushProperty name="color" value="#002060"/>
    </inkml:brush>
  </inkml:definitions>
  <iact:action type="add" startTime="6902">
    <iact:property name="dataType"/>
    <iact:actionData xml:id="d0">
      <inkml:trace xmlns:inkml="http://www.w3.org/2003/InkML" xml:id="stk0" contextRef="#ctx0" brushRef="#br0">11265 6814 0,'35'0'88,"35"0"-79,69 0-2,-70 35 0,36-1 3,-70-34-4,69 0 4,-35 0-2,1 0 0,-1 0 0,1 0 0,0 0-1,-1 0 2,1 0-1,34 0 0,0 0 0,1 0-1,-36 0 1,35 0 0,-69 0 1,35-34-2,-1 34 1,-34 0 0,35-35 1,-36 35-2,1 0 10,0 0-9,0-35-1,-1 35 1,1-35 32,0 1-16,0-1-17,-35 0 10,34 0-8,-34-34 6,0 34-7,0 0 0,0 0 0,0-34 0,0 34 0,0 0 0,0 1 0,0-1 0,0 0 0,0 0 0,0 1 0,-34-1 8,34-35 1,-35 36-1,35-1-9,-35 0 2,35 0 7,-35-34-8,1 69-2,34-70 3,-35 70 0,35-35-2,-35-69 9,0 104-8,1-35-1,-1 1 2,35-1-1,-35 35 0,35-35 0,-70 0-1,36 1 2,-36-1 0,1 0-1,-1 0-1,35 1 2,-34-1-2,34 0 2,0 35-2,0-35 2,1 35 7,-1 0-9,35-34 1,-35 34 9,-34-35-2,34 35 1,0 0-8,0 0 0,1 0 8,-1 0 0,0 0-7,-35 0-1,1 0 0,34 0-1,0 0 2,1 0-1,-1 0 0,0 0-1,0 0 2,-34 0 6,34 0 2,0 0-10,0 0 1,1 0 1,-1 0-1,0 0 7,0 35-6,1-35-2,-1 34 2,-35-34 6,35 35-6,1-35-1,-1 35 7,-35-35 10,70 35-17,-69-1 8,34-34-9,35 35 2,-69 0-2,34 0 0,-35-1 3,70 1-2,-35-35-1,35 35 1,-34 0 16,34-1 1,0 1 14,0 0-22,0 0-9,0-1 8,0 1 0,0 0-1,0 0-7,0 0 0,0-1 1,0 1 7,34 0-1,-34 0 1,35-1-9,-35 1 10,35 35-8,0-70-2,-35 69 2,35-69-1,-35 35 8,34 34 0,1-34-8,-35 35 0,35-70 0,0 34-1,-35 1 2,0 35-1,34-1 8,1-34-9,-35 35 9,35-1 1,0-69-10,-35 35 18,0 0-10,0-1 1,34 1 1,1 0 7</inkml:trace>
    </iact:actionData>
  </iact:action>
  <iact:action type="add" startTime="13150">
    <iact:property name="dataType"/>
    <iact:actionData xml:id="d1">
      <inkml:trace xmlns:inkml="http://www.w3.org/2003/InkML" xml:id="stk1" contextRef="#ctx0" brushRef="#br1">20480 3616 0,'69'0'345,"-34"0"-338,69 0 0,-69 0 3,0 0-2,0 0 0,-1 0-1,1 0 0,0 0 3,0 0 5,0 0 2,-1 0-8,1 0 4,0 0-3,0 0 5,-1 0-6,1 0 7,0 0 16,0 0-8,-1 0-18,1 0 11,0 0 0,0 0-2,0 0-6,-1 0 15,1 0-9,0 0 2,0 0-9,-1 0 16,1 0-2,0 0 12,0 0-26,-1 0 16,1 0-1,0 0 26,0 0-33,0 0 48,-1 0 24,1 0 0,0 0-32,0 0-24,-1 0 72,1 0 56,0 0-72,0 0-40,-1 0 39,1 0-46,0 0 183,0 0-216,0 0 176,-1 0-88</inkml:trace>
    </iact:actionData>
  </iact:action>
  <iact:action type="add" startTime="19758">
    <iact:property name="dataType"/>
    <iact:actionData xml:id="d2">
      <inkml:trace xmlns:inkml="http://www.w3.org/2003/InkML" xml:id="stk2" contextRef="#ctx0" brushRef="#br0">15890 4971 0</inkml:trace>
    </iact:actionData>
  </iact:action>
  <iact:action type="add" startTime="20582">
    <iact:property name="dataType"/>
    <iact:actionData xml:id="d3">
      <inkml:trace xmlns:inkml="http://www.w3.org/2003/InkML" xml:id="stk3" contextRef="#ctx0" brushRef="#br0">15647 5354 0,'0'-35'160,"-35"35"-144,-35-35-7,70 1-3,-34 34 3,-1-35-1,0 0 1,0 35-2,0 0 18,1 0 7,-1 0-17,-35 0-7,36 0 0,-1 0 0,-35 0 0,1 0 1,34 0-2,-35 0 2,36 0-2,-36 0 1,35 0 0,1 0 1,-1 35-2,0-35 17,0 0-8,0 0-8,1 35 0,-1-35 24,0 0-24,0 34 0,1-34 9,-1 35 14,35 0-6,-70 0-9,70-1 0,0 1-9,-34 0 0,34 0 11,-35-1-11,35 36 18,0-35-10,0 34-7,-35-34 0,35 0 0,0 0 16,0 34-8,0-34-8,0 0 0,-35-1 0,0-34 0,35 70 8,0-35-7,0-1 6,0 1-7,0 0-1,-34 34 10,-1-69-9,35 35 0,0 35 8,0-36 0,0 1-8,0 0 8,0 0 0,0 0-8,0-1 8,0 1-7,0 0 7,0 0-1,0 34 17,35-34 0,-1-35-7,1 0-17,0 35-1,-35-1 1,35-34 0,0 0 0,34 0 0,1 35 0,-70 0 1,34-35-2,36 0 2,-1 35-2,-34-35 2,70 34-1,-71-34 0,1 0-1,0 0 1,34 0 0,1 0-1,-35 0 2,-1 0-2,1 0 2,35 0-2,-1 0 10,-34 0-1,0 0-8,0 0-1,-1 0 2,36 0-2,-35-34 10,69-1-1,-69 0 1,-35 0-9,35 35 8,-1 0-9,1-34 2,35-1 15,-70 0-16,34 0 0,-34 1-1,0-1 1,35-35 0,-35 36 8,35-1-7,-35-35-3,35 70 4,-35-35-2,0 1-1,0-1 1,0-35 1,0 36-2,0-1 2,0 0-2,0 0 2,0 1-3,0-1 11,0 0-9,0 0 8,0 1 0,0-1 0,0 0 0,0-34 0,0-1 0,0 35-8,0 0 0,-35-34 0,0-1 9,35 36 14,0-1-24,-35 0 10,35-34 30,-34 69 11,-1-35-51,0 35 258</inkml:trace>
    </iact:actionData>
  </iact:action>
  <iact:action type="add" startTime="24654">
    <iact:property name="dataType"/>
    <iact:actionData xml:id="d4">
      <inkml:trace xmlns:inkml="http://www.w3.org/2003/InkML" xml:id="stk4" contextRef="#ctx0" brushRef="#br0">16724 14636 0,'0'-35'176,"-34"35"-168,-1 69 8,0-34-8,35 0 0,-35 34 0,1-34 7,-1 35 2,35-36-9,-35 1 8,35 0 0,0 0 1,0 34-1,-35-69-9,35 35 2,0 34 5,0-34 4,0 0-11,0 0 1,0 0 8,0-1-8,0 1 8,0 0-8,0 0 8,0-1 9,0 1-17,0 0 0,0 0-1,0-1 2,0 1-2,35 35 18,0 34-9,0-69 15,-35 34-7,34-34-15,1 0-2,-35 0 1,35-35 1,-35 34 6,35-34-7,-35 35 1,34-35-2,1 35 9,-35 0-7,35-35 7,0 34-9,0-34 1,-1 35 0,1 0 0,0-35 0,34 0 0,-34 35 0,35-1 0,-1-34 0,-34 0 0,35 0 0,-36 0 0,1 0 0,0 0 0,34 35-1,-34 0 2,0-35-1,0 0 0,0 0 1,-1 0-2,1 0 2,35-35-2,-36 35 9,1-35-7,0 1-2,0 34 2,-1-35 6,1 35-8,0-70 3,0 70-3,-35-34 2,35 34-2,-35-35 1,34-35 8,-34 36-8,35-36 1,-35 35-1,35-34-1,0-1 9,-35 1-8,34-1 0,1 35 0,-35 1 0,35-1 0,-35-35 9,35 36-9,-35-1 0,34-35-1,-34 36 9,0-1-8,0 0 0,0 0 0,0 0 0,35-69 0,-35 69 7,0-34 2,0 34-8,0 0-2,-35 1 1,35-1 0,-34 0 1,-1 0-2,0-34 9,0 69-7,-34-70-1,34 36-1,0 34 1,1-35 1,-1 35-3,0-35 4,-35 0-3,36 35 1,-36-35 0,1 1 0,-1-1 1,35 35-2,-69 0 1,34 0 0,1 0 0,-35-35 0,34 0 0,35 35 0,-69-34 1,34 34-2,1 0 1,-1 0 0,36 0 1,-1 0-2,0 0 2,0 0-2,0 0 1,-34 0 9</inkml:trace>
    </iact:actionData>
  </iact:action>
  <iact:action type="add" startTime="29590">
    <iact:property name="dataType"/>
    <iact:actionData xml:id="d5">
      <inkml:trace xmlns:inkml="http://www.w3.org/2003/InkML" xml:id="stk5" contextRef="#ctx0" brushRef="#br1">20654 6084 0,'34'0'88,"36"0"-79,-1 0-3,36 0 4,-1 0-3,35 0 2,35 0-1,35 0 0,-36 0-1,-33 0 2,68 0-1,-69 0 0,-34 0 0,-36 0 0,1 0 0,-36 0 0,1 0 8</inkml:trace>
    </iact:actionData>
  </iact:action>
  <iact:action type="add" startTime="41805">
    <iact:property name="dataType"/>
    <iact:actionData xml:id="d6">
      <inkml:trace xmlns:inkml="http://www.w3.org/2003/InkML" xml:id="stk6" contextRef="#ctx0" brushRef="#br0">17837 5215 0,'-35'0'129,"1"0"-122,-1 0 9,-35 0-7,-34 0-1,0 0 0,69 0 8,-69 0-8,69 35 0,0-35 0,0 0 0,-34 34-1,34-34 2,0 0-1,0 35 1,-34 0-2,-1-35 2,36 35-2,-36-1 2,35 1-1,0 35 1,-34-70-3,34 69 3,0-69-2,35 35 1,-69 0 0,69-1 0,-35-34 8,0 35-8,35 0 8,0 0-8,0 34 0,0-34 0,0 0 0,0 0 0,0 69 0,0-69 0,0 69 0,0-35 0,70 1 1,-35 34-2,-1 1 3,1-36-4,0-34 3,34 34-2,-34-34 2,35 35-3,-35-36 4,-1 1-2,36 0 0,-35 0 0,34-1 0,-34 1-1,0 0 2,34-35-3,36 0 3,-71 35-1,1 0 0,35-35 0,-36 0 0,71 0 0,-1 34 0,-69-34 1,69 0-1,0 0 0,-34 0-1,0 0 2,-36 0-2,36 0 2,-1 0-2,36 0 1,-36-34 0,-34-1 0,35 35 0,-70-35 0,34 0 0,1 35 0,0-35 1,-35 1 6,35-1-7,-35 0 0,0-34 1,0-1 6,0 1-7,0 34 0,0 0 1,0-34-2,0-1 2,0 35-2,0 0 2,0 1-2,0-36 1,0 35 0,0-34 0,0-1 0,-35-34 0,35 69 0,0-34 0,0 34 0,0 0 8,-35-34-8,0 34 0,35 0 8,0-34-8,-34 34 8,-1 0-8,35 0 8,-35-34-9,0 69 3,35-35-3,-35 0 9,35-34-8,-69 69 0,69-35 1,-35 35-2,35-35 1,-35 1 0,1-1 0,-1 35 0,0 0 0,0-35 0,1 0 0,-36 35 0,0-34 7,36-1-6,-36 35-1,1 0 0,-1 0 0,1 0 0,-1 0 1,0 0-2,1 0 2,34 0-2,0 0 2,-34 0-2,34 0 2,0 0 7</inkml:trace>
    </iact:actionData>
  </iact:action>
  <iact:action type="add" startTime="46342">
    <iact:property name="dataType"/>
    <iact:actionData xml:id="d7">
      <inkml:trace xmlns:inkml="http://www.w3.org/2003/InkML" xml:id="stk7" contextRef="#ctx0" brushRef="#br1">20688 8761 0,'0'-35'57,"35"35"-41,0 0-9,34 0 2,36 0-1,-70 0 0,-1 0 0,71-35-1,-1 0 2,-69 35 7,-1 0-8,1 0 0,0 0 0,0 0 0,0 0 0,-1 0 0,36 0 7,-1-34-6,-34 34-1,0 0 0,34 0-1,1 0 1,-35 0 1,34 0-2,-34 0 2,35 0-2,-36 0 2,1 0-1,35 0 0,-70-35-1,34 35 10</inkml:trace>
    </iact:actionData>
  </iact:action>
  <iact:action type="add" startTime="52094">
    <iact:property name="dataType" value="strokeEraser"/>
    <iact:actionData xml:id="d8">
      <inkml:trace xmlns:inkml="http://www.w3.org/2003/InkML" xml:id="stk8" contextRef="#ctx0" brushRef="#br2">24618 20580 0,'-35'0'80</inkml:trace>
    </iact:actionData>
  </iact:action>
  <iact:action type="add" startTime="53159">
    <iact:property name="dataType" value="strokeEraser"/>
    <iact:actionData xml:id="d9">
      <inkml:trace xmlns:inkml="http://www.w3.org/2003/InkML" xml:id="stk9" contextRef="#ctx0" brushRef="#br2">23887 20441 0</inkml:trace>
    </iact:actionData>
  </iact:action>
  <iact:action type="add" startTime="53742">
    <iact:property name="dataType" value="strokeEraser"/>
    <iact:actionData xml:id="d10">
      <inkml:trace xmlns:inkml="http://www.w3.org/2003/InkML" xml:id="stk10" contextRef="#ctx0" brushRef="#br2">23818 20545 0,'0'35'185</inkml:trace>
    </iact:actionData>
  </iact:action>
  <iact:action type="add" startTime="54270">
    <iact:property name="dataType" value="strokeEraser"/>
    <iact:actionData xml:id="d11">
      <inkml:trace xmlns:inkml="http://www.w3.org/2003/InkML" xml:id="stk11" contextRef="#ctx0" brushRef="#br2">23644 20753 0</inkml:trace>
    </iact:actionData>
  </iact:action>
  <iact:action type="add" startTime="54782">
    <iact:property name="dataType" value="strokeEraser"/>
    <iact:actionData xml:id="d12">
      <inkml:trace xmlns:inkml="http://www.w3.org/2003/InkML" xml:id="stk12" contextRef="#ctx0" brushRef="#br2">24339 20510 0</inkml:trace>
    </iact:actionData>
  </iact:action>
  <iact:action type="remove" startTime="55238">
    <iact:property name="style" value="instant"/>
    <iact:actionData xml:id="d13" ref="#d4"/>
  </iact:action>
  <iact:action type="add" startTime="55243">
    <iact:property name="dataType" value="strokeEraser"/>
    <iact:actionData xml:id="d14">
      <inkml:trace xmlns:inkml="http://www.w3.org/2003/InkML" xml:id="stk13" contextRef="#ctx0" brushRef="#br2">24931 20336 0</inkml:trace>
    </iact:actionData>
  </iact:action>
  <iact:action type="add" startTime="63509">
    <iact:property name="dataType"/>
    <iact:actionData xml:id="d15">
      <inkml:trace xmlns:inkml="http://www.w3.org/2003/InkML" xml:id="stk14" contextRef="#ctx0" brushRef="#br3">10118 14357 0,'0'35'152,"0"35"-144,0-36 1,0 1-1,0 0 0,0 35-1,0-36 2,0 1-1,0 0 8,0 0-9,0-1 10,0 1-9,0 0 0,0 0-1,0-1 2,0 1 8,0 35-2,0-36 1,0 1-8,0 0 8,0 0-8,0-1 8,0 1 0,0 0 16,0 0 8,0 0-8,0-1-15,0 1-3,0 0-5,0 0-1,0-1-1,0 1 2,0 0 7,0 0 0,0-1 0,0 1 8,0 0 9,0 0-10,0-1 2,0 1-18,0 0 41,0 0-24,0-1 16,0 1-32,0 0 144,0 0-128,0 0 0,0-1 136,0 1-144,0 0 8,0 0 1,0-1-18,35 1 217,0-35-200,34 0-8,-34 0-9,34 0 2,-34 35-1,70 0 0,-71-35 0,36 0 0,-1 0 0,70 34 0,-69-34 0,0 0 0,34 0-1,0 0 2,0 0-1,36 0 0,-36 0 0,0 0 0,1 0 0,-1 0 1,-69 0-2,34 0 1,-34 0 0,34 0 0,36 0 0,-36 0 0,1 0 0,34 0-1,0 0 2,36 0-1,-36 0 0,0 0 0,-34 0 0,34 0 0,0 0 0,-69 0 0,35 0 0,-1 0 0,1 0 0,-1 0 0,-34 0 0,35 0 0,34-34-1,-69 34 2,34 0-1,36 0 0,34-35 0,-70 35 0,1 0-1,34-35 2,-69 35-1,0 0 0,34 0 0,-34-35 8,0 35-8,-1 0 8,1-34-1,0 34 10,0 0-9,-1-35-8,36 35 0,0-35 8,-1 0 0,1 35-8,-70-34-1,69 34 10,-34-35-9,-35 0 72,35-35-65,-1 70 2,-34-34-1,0-1-8,0 0-1,0 0 2,0-69-1,0 69 1,0 1-2,0-36 0,0 1 1,0-1 1,0 1-1,0-1 0,0 0 0,0 36 0,0-36 0,0 35 0,0 1-1,0-1 2,0 0-1,0 0 0,0 1 0,0-71 0,0 36-1,0 34 2,0 0-1,0-69 0,-34 69 0,34 0-1,0 1 2,0-1-1,0 0 0,0 0 0,-35-34 0,0 69 0,35-35 16,0 0-17,0 1 65,-69 34-55,-1-35-9,-34 0 8,34 35-8,1 0 1,-36 0-2,36 0 2,-35 0-2,-1 0 2,1 0-2,0 0 1,-1 0 0,-34 0 0,35 0 0,34 0 0,1 0 0,-36 0 0,1 0 0,0 0-1,34 0 2,-34 0-1,0 0 0,-1 0 0,1 0-1,35 0 2,-36 0-1,36 0 0,-1 0 0,1 0-1,-1 0 2,1 0-1,-36 0 0,36 0 0,-1 0 0,1 0 0,-1 0 0,1 0 0,-1 0 0,0 0 0,-34 0 0,69 0 0,1 0 0,-1 0-1,-35 0 1,35 0 9,-34 0-9,-35 35 0,34-35 0,-34 35 0,69-35 8,-69 34-8,69-34 8,0 0-8,0 0 0,1 0 0,-1 35 1,0-35 6,0 0-7,1 0 0,-1 35 0,-35-35 0,35 0 8,1 0-8,-1 35-1,-35-1 19,36-34 45,34 35 8,-35 0-62,0 0-10,0-1 10,35 1 15,0 0-24,0 0 16,0 0 1,0-1-11,0 1-5,0 0 167,35-35-136,35-35-32,-36 35-1,1-35 2,0 1 6</inkml:trace>
    </iact:actionData>
  </iact:action>
  <iact:action type="add" startTime="68453">
    <iact:property name="dataType"/>
    <iact:actionData xml:id="d16">
      <inkml:trace xmlns:inkml="http://www.w3.org/2003/InkML" xml:id="stk15" contextRef="#ctx0" brushRef="#br3">12343 5319 0,'0'-35'105,"35"35"-89,35-34-8,-1-1 0,1 0 0,34 35 0,-34-35 0,69-34 0,-70 34 0,36-35-1,68 1 2,-34 34 0,35-34-3,-69-1 4,34 35-3,35 1 2,-1-36-2,1 1 0,0-1 2,-35 0-1,35 1 0,-70 34 1,35-34-3,35-1 3,-69 1-1,69 34 0,-35-35 0,34 1-1,-33-1 2,-1 36-1,-35-36 1,0 35-2,1 0 1,-1-34-1,0-1 3,0 36-3,1-1 2,69-35-3,-70 36 3,0-1-1,1 0 0,-1-34 0,0 69 0,35-35 0,-34 0 0,-36 0 0,35 1-1,-34-1 3,0 0-3,-1 35 1,35-35 0,-34 35 0,-1-35-1,-34 35 2,35-34-1,-35 34 0,34-35 0,1 0 0,-36 35 0,1-35 1,0 1 6,34 34-8,-34-35 3,0 0-3,35 35 1,-1-35 0,-34 1 0,69 34 0,-69-35 0,0 0 0,0 35 0,34-35 16,-34 35 8,34-34-24,-34 34 0,0 0 0,69 0 0,-34-35 0,-1 35 8,-34 0-8,0 0 0,0 0-1,-1 0 2,1 0-1,35 0 0,-1 0-1,36 0 2,-36 0-1,1 0 0,34 0-1,35 0 1,-35 0 0,1 0 1,-1 0-1,-34 0 0,-1 0 0,-34 0 0,0 0 24,-1 0 40,1 0-65,0 69 18,-35-34-18,0 0 9,0 0-7,0 34 6,35 1 2,-35-36-1,0 1-9,0 0 2,0 0 15</inkml:trace>
    </iact:actionData>
  </iact:action>
  <iact:action type="add" startTime="71765">
    <iact:property name="dataType"/>
    <iact:actionData xml:id="d17">
      <inkml:trace xmlns:inkml="http://www.w3.org/2003/InkML" xml:id="stk16" contextRef="#ctx0" brushRef="#br3">16272 14740 0,'0'69'128,"0"-34"-120,0 0 1,0 34-1,0-34 0,0 0-1,0 34 1,35 1 1,0-1 7,-35-34-9,0 0 1,0 69 1,35-34-1,-35-1 0,35 70 0,-1-34 8,-34-71-8,0 1 9,0 0-10,35 0 1,-35-1 16,0 36-9,0-35 2,0 0-2,0-1 2,0 1-9,0 0 7,0 0-6,35-1-1,-35 1 0,0 0 0,35 34-1,-35-34 10,0 0-1,0 0-8,0-1 0,34-34 168,1 0-160,0 0-7,69 0-2,-34 0 1,-1 0 0,1 0 0,34 0-1,-69 0 2,35 0-1,34 0 0,0 0 0,-34 0 0,34 0 0,0 0 0,1 0 0,-36 0 0,1 0 0,-36 0 0,36 0 0,0 0 0,-1 0-1,1 0 2,-36 0-1,36 0 0,-1 0 1,36 0-3,-1 0 3,-34 0-1,-1 0 0,35 0 0,36 35 0,-71-35 0,1 0 0,34 0 0,0 0 0,1 0 0,-1 0 0,0 0 0,-34 0 0,-1 0-1,1 0 1,-1 0 1,-34 0-1,0 0 0,0 0 8,-1 0-8,1 0 0,0 0 0,0 0 0,34 0-1,1 0 3,-1 0-3,1 0 1,-35 0-1,-1 0 2,1 0-1,0 0 0,0 0 0,0 0-1,-1 0 10,1 0-9,0 0 8,0 0 0,-1 0 0,1 0-9,0-35 2,0 35 23,0 0 71,-1-34-86,-34-1-1,0 0-8,0 0 0,0 1 0,0-1 0,0-35-1,0 1 2,0 34-1,0-34 0,0-1-1,0 0 2,0 36-1,0-1 0,0 0 0,0 0 8,0-34-8,0 34 0,0 0 0,0-34-1,0-35 2,0 69-1,35-35 0,-35 36 0,0-1-1,0-35 2,35 35-1,-35 1 0,35-71 0,-35 36 8,34-1-7,1 1-2,-35-1 9,0 36-8,0-1 0,0 0 0,0 0 0,0-34-1,35 69 1,-35-35 1,0 0-1,0 0 0,0-34 0,0 34 0,0-34 0,0-1 0,0 35 0,0 1 8,0-1 135,-35 35-142,-69 0-1,0 0 0,-1 0-1,-34 0 1,0 0 1,0 0-1,35 0 0,-35 0 0,34 0-1,36 0 2,-1 0-1,1 0 0,-1 0 0,-34 0-1,34 0 2,1 0-1,-36 0-1,36 0 2,-70 0-2,-70-35 2,35 35-1,70 0 0,0 0-1,-1 0 1,36 0 1,-1 0-1,35 0 0,-34 0 0,34 0-1,-34 0 2,-1 0-1,35 0 0,-34 0 0,-1 0 0,35 0 0,-34 0 0,-1 0 0,1 35 1,-1-35-3,1 0 3,-1 0-1,35 35-1,-34-35 2,-1 34 1,1-34 4,-1 35-6,36 0 0,-1-35 0,0 0 24,0 35-16,0-1 0,1-34 0,-1 0-8,0 35 0,0-35 0,1 35 1,-36 0-2,35-1 9,0 1-7,1-35-2,-1 35 16,0-35-14,35 35-2,-35-35 1,1 35 1,-1-35 7,0 34 127,0-34 98,35-69-233,-34-1-1</inkml:trace>
    </iact:actionData>
  </iact:action>
  <iact:action type="add" startTime="75917">
    <iact:property name="dataType"/>
    <iact:actionData xml:id="d18">
      <inkml:trace xmlns:inkml="http://www.w3.org/2003/InkML" xml:id="stk17" contextRef="#ctx0" brushRef="#br3">15125 5250 0,'0'0'1,"35"0"95,0 0-88,-1 0 0,36 0 0,-1 0 0,36 0 0,-36-35-1,1 0 3,-1 35-3,1 0 2,34-35-2,-34 1 2,-1-1-2,1 35 1,-1-35 1,-34 0-2,35 35 0,-1-35 2,1 1-1,-1-1 4,-34 35-8,35-35 3,-36 0 2,1 35-1,35 0 0,-1-34 0,-34 34 8,35-35-8,-36 35 0,1 0-1,0 0 1,69 0 1,-34-35-1,-35 35 0,-1 0-1,1 0 1,69-35 1,-69 35-1,69 0 0,-34 0-1,0 0 1,34 0 1,-35 0-1,1 0 0,-1 0 0,-34 0-1,35 0 2,-35 0-1,-1 0 0,1 0-1,35 0 1,-1 0 1,1 0-1,-1 0-1,-34 0 2,69 0-1,-69 0 1,35 0-2,34 0 0,-35 0 1,1 0 1,-35 0-1,69 0 0,-34 0 0,-36 0 0,36 0 0,-35 0 0,34 0 0,-34 0 8,35 0-9,-36 0 2,1 0-1,35 0 0,-36 0 0,1 0 0,0 0 0,35 0 0,-36 0 0,1 0 0,0 0-1,0 0 10,-1 0 6,1 0-15,0 0 0,0 0 0,34 0 0,1 0 0,-35 0 1,-1 0-1,1 0 1,35 0-3,-36 0 27,36 0-17,-35 35 0,-1-35-8,1 35 1,0-35 14,0 0-7,0 0-8,-1 0 7,-34 35 2,70-1-1,-1-34 7,-69 35-15,35-35 1,-35 35-2,35-35 9,-35 35 1,70-1 14,-36 1-14,1 0 7,-35 0 32,35 0-31,0-1 6,-35 1-6,0 0-3,0 0-13,0-1 7,0 1-8,0 0 16,0 0 16</inkml:trace>
    </iact:actionData>
  </iact:action>
  <iact:action type="add" startTime="79813">
    <iact:property name="dataType"/>
    <iact:actionData xml:id="d19">
      <inkml:trace xmlns:inkml="http://www.w3.org/2003/InkML" xml:id="stk18" contextRef="#ctx0" brushRef="#br3">22149 14392 0,'34'35'128,"-34"34"-119,0-34-1,35 70 0,0-36 0,0 1-1,0-36 2,-1 36-2,-34-1 2,0 36-1,35-36 0,-35-34 0,35 34 0,0 36 0,-35-36 0,34 1 0,-34-35 0,35 104 0,0 0 0,-35-70 0,0 1 1,35 34-2,0-34 1,-35-1 0,34 70 0,-34-69-1,0-1 2,35 1-1,-35-36 0,0 1 0,35 0-1,-35 0 10,0 0 15,0-1 128,69-34-152,70 0 0,70 0 0,34 0-1,-34 0 2,34 0-1,1 0 0,34 0 0,-69 0-1,34 0 2,-34 0-1,-35 0 0,-1-34 0,-68-1 1,-1 35-2,70 0 0,0-35 2,0 0-1,-35 0 0,-35 1 1,70-36-2,-105 70 1,-34 0 0,35-35 0,-36 35 0,1 0 0,0-34 0,35 34 0,-70-35-1,69 0 26,-34 0-9,34 1-8,-34-1 0,0 0-8,0 0 0,-1 35 0,1-34-1,0-1 2,0 0-1,34 0 0,-34 0 0,35 1 0,-1-36-1,-34 35 2,34-34-1,1 34 8,-35-69-8,34 69 0,-34-34 0,0-1 0,0 35-1,-1 1 2,-34-1-1,35 0 1,-35 0 15,35 0-9,-35 1 153,-35-36-160,0 70 0,-69-69 1,35 34-2,-1 0 0,-34-34 1,-1-1 2,36 1-3,-1 34 1,1-35 0,-1 1 0,1 34 0,-1-35 0,1 1 0,34-1 0,-35 1 1,70-1-2,-69 1 1,34-1 0,0 36-1,0-1 1,35 0 1,-34 35-1,34-70 0,-35 70 0,0-34 0,0 34 16,1 0-16,-1-35-1,0 35 10,0 0-9,1 0 0,-36 0-1,-34 0 2,-1 0-2,36 0 2,-1 35-2,35-35 1,-104 34 0,35 1 1,69-35-1,-69 35-1,69-35 1,-104 0 2,35 35-3,-70 0 1,0-1 0,-34 1 1,68 0-2,-33 0 1,33-35 0,36 34 1,0 1-3,0 0 4,-1 0-3,36-35 1,-36 0 0,36 34-1,-1-34 10,-34 35-9,34-35-1,-34 35 1,35-35 1,34 0-1,-69 35 0,34-35 0,0 0-1,-34 34 3,69-34-3,-34 35 2,-1 0 7,36 0-9,-1-35 1,0 35 0,0-35 0,0 0 24,1 0 103,34-35-127</inkml:trace>
    </iact:actionData>
  </iact:action>
  <iact:action type="add" startTime="82637">
    <iact:property name="dataType"/>
    <iact:actionData xml:id="d20">
      <inkml:trace xmlns:inkml="http://www.w3.org/2003/InkML" xml:id="stk19" contextRef="#ctx0" brushRef="#br3">17385 6258 0,'0'34'89,"0"36"-82,0 69 2,35 104-1,-35-69 0,35 139 1,-1-70-3,-34-34 3,35 139 0,-35-175-2,35 71 1,0-36 0,0-103 1,-1-1-2,-34-35 1,0-34 0,35 35-1,-35-1 1,35 36 0,-35-36 1,35 35 0,-35-69-2,34 104 1,1-35 0,0 70 1,-35-69-2,35-1 1,-1 0-1,-34-34 2,35 34-1,-35-69 0,0-1 0,0 1-1,35 35 2,-35-35-2,0-1 2,35 36-2,69-35 58,0-1-56,105 1-1,34 0 1,36 0-4,-1 34 6,69-34-5,-34 34 3,70 1-2,-1-1 2,-103 1-3,-36-35 4,-34 0-4,-105-35 2,35 0 1,-35 0-1,1 0 0,-1 0 0,-35 0-1,36 0 1,-1 0 1,-34 0-1,-1 0 0,-34 0-1,0 0 2,-1 0 39,-34-35 64,-34 0-104,-1-35 0,35-34-1,-35 0 1,-34 0 1,-1-1-1,35-34 1,-34 35-2,34 0 2,35-1-2,-35 1 2,0 0-2,-34-35 2,69 69-3,-70 1 2,36-1 1,-1 1 0,0-36-1,0 71-2,0-1 4,1-35-3,34 36 1,-35-1 1,0 0 6,0 35-7,35-35 8</inkml:trace>
    </iact:actionData>
  </iact:action>
  <iact:action type="add" startTime="86909">
    <iact:property name="dataType"/>
    <iact:actionData xml:id="d21">
      <inkml:trace xmlns:inkml="http://www.w3.org/2003/InkML" xml:id="stk20" contextRef="#ctx0" brushRef="#br3">28129 14948 0,'35'0'105,"35"0"-90,-1 0-6,35 0-1,1 0-1,34 0 2,0-34-1,-35 34 0,1-35 0,-36 35 0,-34 0 0,0 0 0,-1 0-1</inkml:trace>
    </iact:actionData>
  </iact:action>
  <iact:action type="add" startTime="87822">
    <iact:property name="dataType"/>
    <iact:actionData xml:id="d22">
      <inkml:trace xmlns:inkml="http://www.w3.org/2003/InkML" xml:id="stk21" contextRef="#ctx0" brushRef="#br3">28442 15539 0,'35'0'119,"0"0"-109,69 0-3,-34 0 0,-36 0 2,1 0-2,35 0 2,-36 0-1,1 0 8,0 0-9,0 0 90,0 0-41,-1 0-40,1 0-9</inkml:trace>
    </iact:actionData>
  </iact:action>
  <iact:action type="add" startTime="88725">
    <iact:property name="dataType"/>
    <iact:actionData xml:id="d23">
      <inkml:trace xmlns:inkml="http://www.w3.org/2003/InkML" xml:id="stk22" contextRef="#ctx0" brushRef="#br3">29972 14601 0,'-35'0'136,"1"69"-128,-1-34 1,-35 35-1,35 34-1,1-35 1,-36-34 1,70 35-1,-35-1 0,35 1 8,0-36-8,0 36 0,-34-35 0,34 0 0,0-1 8,0 1-8,0 0-1,0 34 2,0-34-2,0 0 2,0 0 7,34 34-8,-34 1 8,35-70-8,0 34 0,-35 1 8,35 35-8,-1-36 8,1-34-1,0 35 2,0-35 6,0 0-6,-1 0 7,1 0-8,35 0-1,-36 0-7,-34-35 1,35 1-1,0 34 0,-35-35 0,70-35-1,-70 36 2,69-36-1,-69 35 0,35 1 1,-35-1-2,0-35 9,0 1-8,0 34 0,0-34 0,0 34 0,0-35 0,0 35 0,0-34 0,0-1-1,0 36 2,0-36 7,-35 35-8,35 1-1,0-1 2,-35 0 7,1 0-8,-1-34 16,0 69 0,0 0-16,0 0 7,-34 0 2,34 0-1,0 0-8,1 0 8,-1 0-8,0 0 24,70 35 64</inkml:trace>
    </iact:actionData>
  </iact:action>
  <iact:action type="add" startTime="90405">
    <iact:property name="dataType"/>
    <iact:actionData xml:id="d24">
      <inkml:trace xmlns:inkml="http://www.w3.org/2003/InkML" xml:id="stk23" contextRef="#ctx0" brushRef="#br3">30668 15887 0,'-35'0'185,"35"35"-154,0-1 41,35-34 33,34-34-65,-69-1-16,0 0 0,0 0 0,0-34-8,-35 69 0,35-35-8,-34 35 24,34-35-8,-35 1 32,35 68-32,0 1-8,0 0 0,0 34 0,0-34 8,0 0 7,0 0-22,35-1 7,-35 1-8,34 0 48,1-35-48</inkml:trace>
    </iact:actionData>
  </iact:action>
  <iact:action type="add" startTime="91893">
    <iact:property name="dataType"/>
    <iact:actionData xml:id="d25">
      <inkml:trace xmlns:inkml="http://www.w3.org/2003/InkML" xml:id="stk24" contextRef="#ctx0" brushRef="#br3">30807 14288 0,'0'35'128,"0"34"-120,0-34 1,0 34-2,0 36 2,0-1-1,34-34 0,1-1 0,-35-34 0,35 69 1,-35-69 6,35 0-6,-35-1 6,34-34-8,1 35 2,0-35 7,0 0-9,0 0 2,34 0-1,-34 0 8,0 0 31,-1 0 18,1 0-49,-35-35 16,0 1-25,0-36 1</inkml:trace>
    </iact:actionData>
  </iact:action>
  <iact:action type="add" startTime="92637">
    <iact:property name="dataType"/>
    <iact:actionData xml:id="d26">
      <inkml:trace xmlns:inkml="http://www.w3.org/2003/InkML" xml:id="stk25" contextRef="#ctx0" brushRef="#br3">31293 14462 0,'0'104'49,"0"-69"-41,0 34 0,0-34 0,0 69 0,35-34 0,-35-35 0,35 69-1,-35-69 2,35 69-1,-35 0 0,0-69-1,0 35 3,0 34-3,0 0 1,0-34-1,0-1 2,0 1-2,0 34 2,0-69-1,0-1 0,0 36 0,0 0-1,0-36 2,0 36-1,0-35 0,0-1 7,0 1-6,-35-70 87</inkml:trace>
    </iact:actionData>
  </iact:action>
  <iact:action type="add" startTime="93437">
    <iact:property name="dataType"/>
    <iact:actionData xml:id="d27">
      <inkml:trace xmlns:inkml="http://www.w3.org/2003/InkML" xml:id="stk26" contextRef="#ctx0" brushRef="#br3">31606 14775 0,'0'-35'81,"0"0"-73,0-34-1,35-36 2,-35 1-1,0 34 0,35-34 0,0 69-1,-35 1 2,0-1 6,34 70 82,1 69-90,-35-35 2,70 36-1,-35 34 0,-35-35 0,34 0-1,1 1 2,0-1-1,-35-35 0,0 36 0,0-1 0,0 0 0,0-34 0,0-1 0,0 1 0,0 34-1,0-34 2,0-1-1,0-34 0,0 0 0,0-1 8,0 1 0</inkml:trace>
    </iact:actionData>
  </iact:action>
  <iact:action type="add" startTime="94277">
    <iact:property name="dataType"/>
    <iact:actionData xml:id="d28">
      <inkml:trace xmlns:inkml="http://www.w3.org/2003/InkML" xml:id="stk27" contextRef="#ctx0" brushRef="#br3">31745 16061 0,'35'0'25,"0"0"-18,35 0 2,-36 0-1,36 0 8,-1 0 0,-34 0-1,0 0 2,-35-35 174,0-35-182,0-34-1,-35 69 0,-34-69 0</inkml:trace>
    </iact:actionData>
  </iact:action>
  <iact:action type="add" startTime="95301">
    <iact:property name="dataType"/>
    <iact:actionData xml:id="d29">
      <inkml:trace xmlns:inkml="http://www.w3.org/2003/InkML" xml:id="stk28" contextRef="#ctx0" brushRef="#br3">30494 14149 0,'0'-35'49,"0"-34"-42,0-1 2,0 0-2,0 1 1,0-35 1,0-35-1,0 34 0,0 36 0,-35 34 8,35 0 24,0 1-32,-35 34 104,0 34-96,1 36-8,-36-35-1,70 34 2,-69-69-1,-1 70 0,0-36-1,-34 1 1,69 0 1,-34-35-1,-1 35 0,-34-1-1,69 1 1,-34-35 9,-36 0-9,36 35 0,34-35 0,-35 35 0,36-35 0,-36 0 0,-34 0-1,34 0 2,-34 0-1,34 0 0,1 0 0,-35 0 0,-1 0-1,36 0 2,-1 0-1,-34 0 0,34 0 0,1 0-1,-35 0 2,34 0-1,0 0 0,1 0 0,-1 0 0,1 0-1,-1 0 2,35 0-1,1 0 0,-36 0-1,1 0 2,-1 0-1,35 0 0,1 0 0,-1 0 0,-35 0 8,1 0 0,34 0-1,-35 0-6,-34-35-1,35 35-1,-1-35 10,-34 35-9,34-35 0,1 35 0,-1 0 8,-34-34-8,34 34 0,1-35-1,34 0 1,-35 35 1,1 0-1,34 0 0,0 0 0,-34 0 1,34-35 6,0 1-7,0 34 8,1 0-9,-36 0 2,35 0-1,-34 0 0,-70-35-1,-35 0 2,70 0-1,34 35 0,-34 0 0,-1 0-1,36-34 1,34 34 1,-69 0-1,34 0 0,1 0 0,-36 0 0,36 0 0,-36 0 0,36 0 0,-35 0 1,-1 0-2,1 0 1,34 0 0,1 0-1,-1 0 1,-34 0 1,35 0-1,-1 0 0,0 0-1,1 0 1,-1 0 1,1 0-1,-35 0 0,-1 0 0,36 0-1,-36 0 2,36 0-1,-35 0 0,34 0 0,0 0 0,1 0-1,-1 0 2,1 0 0,-36 0-2,36 0 1,-1 0-1,-34 0 2,0 0-1,34 0 0,1 0-1,-1 0 2,-34 0-1,34 0 0,1 0-1,-36 0 2,36 0-1,-1 0 0,1 0 0,-1 0-1,1 0 2,-1 0-1,-34 0 0,34 0 0,1 0-1,-1 0 2,1 0-1,-1 0 0,1 0 0,-1 0 0,35 0-1,1 0 2,-1 0-1,0 0 8,0 0 40,0 0-48,1 0 16,-36 0-16,35 0 16,1 0-16,-1 0 0,-35 34 0,36-34 8,-1 0 120,0 0-128,35-34 0,0-1 32,0 0-25,0 0 18,-35 1-10,35-1 130</inkml:trace>
    </iact:actionData>
  </iact:action>
  <iact:action type="add" startTime="97933">
    <iact:property name="dataType"/>
    <iact:actionData xml:id="d30">
      <inkml:trace xmlns:inkml="http://www.w3.org/2003/InkML" xml:id="stk29" contextRef="#ctx0" brushRef="#br3">19506 13419 0,'0'0'1,"0"-35"39,70 0-32,-36 35 0,1-69 1,0 69-2,0-70 2,0 70-2,-1-35 2,1 1 21,35-1-5,-36 35-10,1 0-6,35 0-1,-1 0 0,-69-35 8,35 35 79,0 0-87,0 0 1,-35 35-1,0 0 8,0-1-8,34-34 0,-34 35 8,0 0-8,0 0 0,0 0 7,70-35 106</inkml:trace>
    </iact:actionData>
  </iact:action>
</iact:actions>
</file>

<file path=ppt/ink/inkAction23.xml><?xml version="1.0" encoding="utf-8"?>
<iact:actions xmlns:iact="http://schemas.microsoft.com/office/powerpoint/2014/inkAction" lengthUnit="cm" timeUnit="ms">
  <inkml:definitions xmlns:inkml="http://www.w3.org/2003/InkML">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08-06T05:26:17.364"/>
    </inkml:context>
    <inkml:brush xml:id="br0">
      <inkml:brushProperty name="width" value="0.05292" units="cm"/>
      <inkml:brushProperty name="height" value="0.05292" units="cm"/>
      <inkml:brushProperty name="color" value="#FF0000"/>
    </inkml:brush>
  </inkml:definitions>
  <iact:action type="add" startTime="10807">
    <iact:property name="dataType"/>
    <iact:actionData xml:id="d0">
      <inkml:trace xmlns:inkml="http://www.w3.org/2003/InkML" xml:id="stk0" contextRef="#ctx0" brushRef="#br0">12378 5389 0,'0'-35'97,"0"-69"-90,0-1 2,0 36-1,0-36 1,0 1-2,0-35 1,0 35 0,-35 34 0,1 1 0,34-1 0,-35-34-1,0 69 9,35 0-7,-35 1 38,35-1-22,-34 35-17,34-35 1063,0-69-1062,69 104-1,35-35-1,1 35 2,34 0-1,0 0 0,0 0-1,-35 0 2,1 0-1,-36 0 0,35 0 0,1 0 0,-1 0 0,0 0-1,1 0 2,34 0-1,-35 0 0,35 0 0,0 0 0,70 0 0,-35 0 0,34 0 0,-69 0-1,0 0 2,1 0-1,33 0 0,71 0-1,-1 0 1,1 0 1,-71 0-1,1 0-1,35 0 2,34 0-1,-34 0 0,0 0 0,34 0 0,-104 0 0,35 35 0,0 0 0,0-1-1,-1-34 2,-33 35-2,-1 0 1,34 0 0,-33-1 1,-1 1 0,69 0-2,-34 0 0,70-1 2,-36-34-1,36 0 0,-71 0-1,1 0 1,70 35 1,-36 0-1,-103-35 0,34 0 0,0 0 0,0 0 0,69 0 0,-103 0 0,-1 0-1,0 0 1,1 0 1,-36 0-1,1 0 0,-1 0 0,1 0 0,-1 0 0,1 0 0,34 0 1,-34 0-3,-35 0 2,-1 0 1,36 0-1,-35 0 0,-1 0-1,1 0 1,0 0 1,35 0 7,-36 0-1,1 0-6,0 0-1,34 0 0,1 0-1,-35 0 2,69 0-1,-34 0 4,69 0-9,-35-35 6,0 0-2,-69 35 2,0 0-1,34 0 0,1 0 0,-35 0 8,-1 0-8,36 0 8,-35 0-9,-1 0 2,1 0-1,0 0 0,0 0 0,0 0 0,-1 0 0,36 0-1,-1-34 2,-34 34 16,35-35-10,-35 35 25,-1 0-25,-34-35-7,35 35 32,0-35-31,-35 1 14,0-1-6,0 0-9,0-34 7,0 34 18,0 0-25,0 0 0,0 1 8,35-1-8,-35 0 8,0 0-8,0 1 7,0-1 2,0 0-9,0 0 8,0 0-9,0 1 2,0-1 7,0 0 0,0 0-8,0 1 0,0-1 0,0 0-1,0 0 1,0 1 1,0-36 7,0 35 1,0 1-2,0-1-8,0 0 2,0 0-1,0 1 0,-35-1 8,35 0-1,0 0-6,0 0-1,0 1 7,0-1-6,-35 0-1,35 0 8,0 1 9,0-1-18,0 0 17,0 0 8,-35 1-8,1-1 0,-1 0-8,0 35 8,-35-35-8,36 35-8,-1 0 0,0 0 0,0 0 0,-34-34 0,-1 34 0,1 0-1,-1-35 1,1 35 1,34 0-1,-69-35-1,69 35 10,-70-35-8,1 0-2,69 35 1,1 0 0,-1 0-1,-35 0 2,36 0-1,-1 0 0,0 0 8,0 0 8,0 0-8,1 0 152,-1 35-160,0 0 0,0 0 0,35 34 0,-34-34 1,-1 0-2,35 0 18,-35 34-18,35-34 9,-35 0-7,1-1 6,34 1-7,0 0 7,0 0-6,0-1-1,0 1 8,-35 0-8,35 0 8,0 0 0,0-1 0,0 1-8,0 0 0,0 0 8,0-1-7,0 1-2,0 35 9,0-36 0,0 1-8,0 35 0,0-1 8,0 1-8,35-36 0,-35 1 0,34 104-1,-34-104 10,0 0-9,35 34 0,-35-34 17,0 0-19,35 0 3,-35-1-1,35 1-1,-35 0 19,0 0-2,0-1-17,34 1 1,1-35 0</inkml:trace>
    </iact:actionData>
  </iact:action>
  <iact:action type="add" startTime="15959">
    <iact:property name="dataType"/>
    <iact:actionData xml:id="d1">
      <inkml:trace xmlns:inkml="http://www.w3.org/2003/InkML" xml:id="stk1" contextRef="#ctx0" brushRef="#br0">14847 6223 0,'35'-35'113,"-1"70"-98,-34 0-6,35 104-1,-35-105-1,70 36 2,-70 0-1,34 34 0,1-35-1,0-34 3,-35 0-3,0 34 1,0-34 0,0 0-1,0 34 2,0-34-1,0 0 0,0 0 1,0 0-2,0-1 9,0 1 128,35-35-137,34 0 2,1 0-1,34 0 0,-34 0-1,34 0 1,0 0 1,1 0-1,-36 0-1,36 0 2,-1 0-2,-35 0 2,1 0-1,-1 0 0,36 0-1,-36 0 1,36 0 1,-36 0-1,35 0 0,1 0-1,34 0 2,0 0-1,0 0 0,0 0 0,-35 0-1,36 0 1,-36 0 1,35 0-1,-35 0 0,35 0 0,-34 0-1,34 0 2,-35 0-1,0 0 0,1 0-1,-1 0 2,0 0-1,-34 0 0,-1 0 0,36 0 0,-36 0-1,36 0 2,-36 0-1,1 0 1,34 0-3,-35 0 3,-34 0-1,35 0 1,34 0-2,-69 0 1,34 0-1,1 0 2,-1 0-1,1 0 0,0 0 0,34 0-1,-35 0 2,1 0-1,-1 0 0,1 0-1,0 0 2,-1 0-1,35 0 0,-34 0 0,0 0 0,-1 0 0,1 0 0,34 0-1,0 0 2,1 0-1,-1 0 0,0 0 0,0 0 1,-34 0-2,34 0 1,1 0-1,34 0 2,-35 0-1,-34 0 0,34 0 0,-35 0 0,36 0 0,-36 0 0,1 0 0,-1 0-1,1 0 2,-1 0-1,1 0 0,34 0 0,-34 0 0,-1 0 0,1 0 0,-1 0 0,1 0 1,34 0-2,1 0 0,-1 0 2,0 0-1,1 0 0,-36 0 0,1 0 0,-1 0 0,1 0 0,-1 0 0,36 0 0,-71 0-1,36-35 2,-1 1-2,-34 34 10,70 0-9,-36 0 8,1-35-8,-1 0 0,-34 35 8,34 0-8,-34 0 8,0 0-9,0 0 10,0-35-9,-1 0 0,1 35 8,-35-34 72,0-1-8,0 0-57,0 0-14,0 1 7,0-36-8,0 35 0,0 1 8,0-1-8,0-35 0,-35 36-1,35-1 2,0-35-2,0 35 2,0-69-1,0 69-1,0 1 2,-34-36-1,-1 35 0,35 1-1,0-1 2,0-35-1,0 36 8,-35-71-8,0 71 0,35-36 8,-35 0-7,35 1 6,0-1-7,-34 36 0,34-36 0,-35 1 0,35 34 8,0-35-8,-35 1 0,35 34 0,0 0 8,0 1 1,-35-36-1,35 35 31,-34 0-31,34 1 9,-35-1 22,0 35-39,0 0 17,-34 0-18,-70-35 1,104 35 0,-104 0 0,0 0 0,34 0 1,-34 0-2,0 0 0,0 0 1,0 0 2,35 0-3,-1 0 1,36 0 0,-35 0 0,34 0 0,1 0 0,-1 0 0,0 0 0,1 0-1,34 0 2,-34 0-1,-1 0 0,35 0 0,1 0-1,-36 0 2,70 35 255,35 34-248,-35-34-8,35 0-1,-35 0 1,34-35 1,1 69 7,-35 1 0,35-35-7,0 34-2,-35-34 1,34 0 0,1 34 0,-35-34-1,35 0 3,-35-1-3,35 36 2,-35-35 7,0-1-1,34 36-7,1-70 1,-35 35-3,0 34 11,0 1-9,35-70 0,-35 69 8,0-34 8,0 0-8,0 0 0,0-1-1,0 1 2,35 35-1,0-36-8,-35 1 24,0 0-16,0 0 0,34-1-8,1 1 8,-35 0 0,0 0 8,35 0-16,-35-1 0,0 1 16,0 0-16,0 0 7,35-1 34,-35 1 7,34 0-40,-34 0-8,35 34 16,-35-34 160,0 34-176,35-69 0,-35 35-1,0 35 10,35-1-1,-35-34 41</inkml:trace>
    </iact:actionData>
  </iact:action>
  <iact:action type="add" startTime="20567">
    <iact:property name="dataType"/>
    <iact:actionData xml:id="d2">
      <inkml:trace xmlns:inkml="http://www.w3.org/2003/InkML" xml:id="stk2" contextRef="#ctx0" brushRef="#br0">18011 6188 0,'-35'0'104,"35"35"-78,35 34-19,-35 1 1,35-1 1,0-34 6,-35 35-8,0-35 18,0 34-9,0-34 1,0 69-10,0-34 0,0 34 2,0-35-1,0 36 0,0-36 0,0 36 0,0-1 0,0-35 0,0 1 0,0-1 0,0 36 0,0-36 0,0 36 0,0-36 0,0-34 0,0 0 0,0 34 0,0-34-1,0 0 2,0-1-1,0 36 0,0-35 0,0-1 0,0 1 8,0 0-8,0 0 8,0-1-8,0 1 0,0 0 0,0 0-1,0 0 2,0-1 7,0 1 0,0 0 0,0 0-8,0-1 0,0 1 1,0 35-2,0 34 1,0-35 0,0 1-1,0 0 3,0-1-4,0 1 3,0-1-1,0 35 0,0-69 0,0 0 0,0 0 0,34-35 96,36 34-64,-1-34-32,36 0 0,34 35 0,-35 0 0,-34-35-1,69 0 1,35 0 1,69 35-1,-104-35 0,70 0 0,34 0 0,0 34 0,-103-34 0,103 35 0,-139-35-1,70 0 2,-70 0-1,1 0 0,-1 0 0,0 0 0,-34 0 0,34 0 0,-34 0 0,34 0 0,0 0 0,-34 0-1,-1 0 2,1 0-1,34 0 0,-34 0 0,34 0-1,0 0 2,1 0-2,-1 0 2,0 0-2,36 0 2,-36 0-2,0 0 2,-34 0-1,34 0-1,-34 0 1,34 0 1,-35 0-1,70 0 0,-69-35 0,0 1 0,-1 34 0,35 0 0,1-35 0,-36 0-1,1 35 2,69-35-1,-70 35 0,1 0 7,-1-34-6,1-1 7,-35 35-8,0-70 0,34 36-1,1-1 9,-36 0 0,36 0 17,-35 1-1,0-1 0,-1 0-9,1 35-15,35 0 9,-36-35-9,36 1 7,-35 34-6,-1-35-1,36 0 0,-35 35 0,0 0-1,34 0 2,-34-35-1,0 0 0,-1 35 15,1 0 9,0 0-15,0-34 183,-35-1-192,0-35 0,0-34-1,-35 0 2,0 0-1,0-1 0,1 1 0,-1 0-1,0 34 2,35 1-1,-35-1 0,1-34 0,34 34 0,-35 36 0,35-1 0,-35 0 0,35 0-1,-35-34 1,35 34 17,-35 0-17,35 0 0,0 1 32,-34 34 95,-1 0-118,-35 0-9,1 0 0,34 0 0,-34-35 1,34 35-2,-35 0 1,1-35 0,34 35 8,-35 0 0,36 0 0,-1 0-8,0 0 0,0 0 0,-34-35 0,34 35 0,0 0 0,-69 0 0,34 0 0,-34-34 0,34-1 0,36 35 0,-71 0 0,36 0-1,-1 0 2,1 0-1,-1 0 0,1 0 0,-1 0-1,1 0 2,34 0-1,-35 0 0,1 0 0,-1 0 0,35 0 0,-34 0 0,34 0 0,0 0 0,1 0 184,34 35-176,0 34-8,0 35 0,0 1 0,0-71 0,34 71-1,-34-36 2,0 1-1,0-35 0,35 34 0,-35 1 0,0-36 0,35 36 0,0-1 0,-35-34 0,0 35 0,0-36 0,34 36 0,1 0 0,-35-36-1,35 1 2,0 35-1,-35-36 0,0 1 0,35 0 0,-1 0-1,-34-1 2,35 1-1,-35 0 0,35 34 8,0-34 7,-35 0-14,34-35 16,1 70-10,0-36 1,0 1-7,-1 0 15,1 0-17,-35-1 9,35 1-8,-35 0 8,35 0-8,0-1 8,-1 1 0,-34 35 0,35-70-9,0 34 10,0 1 23,-1 35 16,1-70-32,0 69 1,0-69 38,-1 0-55</inkml:trace>
    </iact:actionData>
  </iact:action>
  <iact:action type="add" startTime="31591">
    <iact:property name="dataType"/>
    <iact:actionData xml:id="d3">
      <inkml:trace xmlns:inkml="http://www.w3.org/2003/InkML" xml:id="stk3" contextRef="#ctx0" brushRef="#br0">9005 14983 0,'0'70'120,"0"-1"-111,0 35-1,0 1 0,35-1 0,0 0 0,-35-69 0,0 69 0,35-34 0,-1 34 0,-34-69 8,0 69-8,35-34 0,-35-35 0,35 34 0,0 1 0,-35-36 0,35 1 0,-35 0 0,34 34-1,1-34 18,0 0-10,-35 0-6,35-35-1,-35 34 0,34 1-1,1-35 2,0 35-2,69 0 2,-34-35-1,-1 69-1,1-34 1,-1-35 1,36 0-1,-36 0 0,70 35 0,-69 0 0,-35-35-1,69 34 3,-34-34-3,-1 0 1,1 35-1,-36-35 1,71 0 1,-36 0-1,1 0 0,34 0 0,0 0 0,1 0 0,-1 0 0,35 0-1,-35 0 1,1 0 1,-36 0-1,1 0 0,-1 0 0,1 0-1,-1 0 2,36 0-2,-1 0 2,0 0-1,1 0 0,-1 0 0,-34 0 0,-36 0 0,1 0 0,0 0-1,0 0 58,-1 0-58,1 0 1,0 0 1,0 0-1,-1 0-1,36 0 1,-35 0 9,0 0-1,-1 0-8,1 0 0,35 0 8,-36-35 0,1 1-9,35-1 1,-70-35 1,34 36 0,-34-1-2,0-35 9,0 35-8,0 1 0,0-1 0,0-35 0,0 36 0,0-1 0,0-35-1,0 1 2,0 34-2,0 0 2,0-34-1,0 34 0,0 0 0,0 0 0,0 1-1,0-1 2,0 0-2,0-34 2,0 34 6,0-35-6,0 36-1,0-1 0,0-35 0,0 36 0,0-1 0,0 0 0,0-34 0,0 34 0,0 0 0,0 0 8,0-34-8,0 34 8,0 0-8,0 0 0,0 1 0,0-1 80,-34 35-80,-1 0 0,-69 0 0,-1 0-1,-34-35 1,-35 0 1,105 35-1,-70-34 0,34-1 0,1 0 0,69 35 0,-34 0 0,-1 0 0,1 0 0,-1 0-1,1 0 2,-1 0-1,1 0 0,-36 0 0,1 0-1,0 0 1,-1 0 1,1 0-2,0 0 2,-1 0-2,1 0 2,35 0-1,-1 0 0,0 0 0,1 0 0,-35 0 0,34 0 0,1 0 0,-1 0 0,-34 0-1,34 0 1,1 0 1,-1 0-1,1 0-1,34 0 2,-35 0 7,35 0 0,1 0-9,-1 0 1,0 0 1,-34 0-2,34 0 2,0 0 15,0 0-1,0 0-6,1 0-1,-1 0 0,0 0-8,0 0 0,-34 0 7,34 0 2,0 0-1,1 0 23,-1 0-30,0 0 23,0 0-16,0 35 0,1-35-8,-1 35 15,0-35 3,0 0-19</inkml:trace>
    </iact:actionData>
  </iact:action>
  <iact:action type="add" startTime="37191">
    <iact:property name="dataType"/>
    <iact:actionData xml:id="d4">
      <inkml:trace xmlns:inkml="http://www.w3.org/2003/InkML" xml:id="stk4" contextRef="#ctx0" brushRef="#br0">14395 15192 0,'35'34'97,"-35"36"-89,0 0 0,34 34 0,-34-69 0,35 34 1,-35 1-2,0-1 1,0 1-1,0-1 2,0 1-1,0-1-1,0 36 2,35-1-2,-35-35 2,35 1-2,-35-35 2,0-1-2,0 36 10,34-35-9,-34-1 17,0 1-18,0 0 72,35 0-62,0 0 15,-35-1-24,70 1 8,-36-35 0,1 0-8,69 35-1,-69-35 2,35 0-1,34 0 0,35 0 0,35 0 0,-35 0 0,0 0 0,0 0 0,0 0 0,-34 0-1,-1 0 1,0 0 1,1 0-1,34 0 0,-35 0 0,35 0 0,0 0 0,35 0 0,35 0 0,-70 0-1,-35 0 2,0 0-1,1 0 0,-1 0 0,-35 0 0,1 0-1,0 0 2,-36 0-1,1 0 8,0 0 0,0 0-8,34 0 7,1 0-6,-36-35-1,1 35 8,35-35-8,-35 35 24,-35-69 112,0 34-128,0-69-8,0-1-1,0 36 2,-35-1-1,35 1 0,-35-35-1,35-1 2,-35 36-1,35-1 0,0 1 0,0-1-1,0 35 1,0-34 1,0 34 7,0 0-8,0 1 0,0-1 0,0 0 0,0-34 8,0 34 0,0 0 0,0 0-8,0 0 0,0 1 0,0-36 0,0 35 0,0 1 0,0-36 8,0 35 80,-69 35-80,-70 0-9,-70 0 2,0 0-1,-34 0 0,-35 0 0,-105-34 0,105-1 0,35 0 0,-1 0 1,105 35-2,35 0 1,0 0 0,34 0 0,1 0 0,-1 0-1,-34 0 2,34 0-1,1 0 0,34 0 0,-69 0 0,34 0 0,-34 0 0,34 0 0,-34 0 0,0 0-1,-1 0 2,1 35-1,69-35 0,0 0 7</inkml:trace>
    </iact:actionData>
  </iact:action>
  <iact:action type="add" startTime="41183">
    <iact:property name="dataType"/>
    <iact:actionData xml:id="d5">
      <inkml:trace xmlns:inkml="http://www.w3.org/2003/InkML" xml:id="stk5" contextRef="#ctx0" brushRef="#br0">19437 15261 0,'34'0'88,"-34"35"-79,0 0-1,0 34 0,35 1 0,0 34 8,-35-69-8,0 34 0,0-34-1,0 0 2,0 34-1,35 36 0,-35-71 0,0 36 0,0-35-1,0 34 2,0-34-1,0 35 0,0-36 0,34 36-1,-34-35 2,0-1-1,0 1 0,35 0 0,-35 0 8,0-1-8,0 1 0,0 0 0,35 0 8,0 0 120,0-35-120,34 34-8,1-34 8,34 35-8,0-35-1,-69 0 2,69 0-1,1 0 0,-36 0 0,35 0 0,1 0 0,-1 0 0,-34 0 0,-1 0-1,1 0 2,34 0-1,0 0 0,1 0 0,-36 0-1,70 0 1,0 0 1,35 0-1,35 0 0,-70 0 0,0 0-1,-35 0 2,1 0-1,-36 0 0,1 0 0,-1 0 1,1 0-2,-35 0 0,-1 0 2,1 0-1,35 0 0,-1 0 0,-34 0-1,35 0 2,-1 0-1,-34 0 8,34-35 0,-34 35 16,35 0-24,-70-34 0,69-1 8,-34 35 0,0 0-8,0-35 0,-1 35 24,-34-35-16,35 0-8,0 1 0,0-1 0,-35-35 0,34 1 8,1 34-8,-35 0 0,0 1 0,0-1 0,0-35 8,0 36-1,0-1-6,0-35-1,-35 35 0,35 1 0,0-36-1,0 1 10,0 34-9,0 0 0,-34 0 0,34 1 0,0-1 0,0 0 8,0 0 0,0 1-8,0-1 0,0 0-1,0 0 10,0 1-9,-35-1 95,-35 35-94,1-35-1,-70 0 0,-70 0 0,70 35-1,-104-34 2,-1-1-1,105 0 0,0 0-1,0 35 2,104 0-1,-34 0-1,34 0 2,-69 0-1,34 0 0,0 0 0,-34 0 0,-35 0 0,35 0 0,-35 0 0,-35 0 0,0 0-1,0 0 2,35 0-1,35 0 0,34 0 0,1 0 0,34 0 0,0 0 0,0 0 8,1 0 0,-1 0-1,0 0-6,0 0-1,-34 0 0,34 35-1,0-35 2,-69 0-1,0 35 0,104 0 0,-35-35 0,0 0 0,0 0 127,0 0-126,1 0-2</inkml:trace>
    </iact:actionData>
  </iact:action>
  <iact:action type="add" startTime="48463">
    <iact:property name="dataType"/>
    <iact:actionData xml:id="d6">
      <inkml:trace xmlns:inkml="http://www.w3.org/2003/InkML" xml:id="stk6" contextRef="#ctx0" brushRef="#br0">18533 12758 0,'-35'0'73,"35"35"-58,0 35-7,0-36 1,0 1-2,0 35 2,0-1-2,0 35 2,35-34-1,-1 0 0,-34-36 0,0 71 0,35-71 0,-35 36 8,0-35-8,0-1-1,35 1 2,-35 0 7,0 0-8,0 34 0,35-69 0,-35 70 8,0-36 8,34 1-16,1-35 0,-35 35 8,35 0-8,0 0 16,-35-1 0,69 1-8,1-35 8,-35 0-16,-35 35 0,69-35 8,1 35-1,-36-1-6,1-34 7,0 0 0,0 35-8,0 0 8,-1 0-8,1-35 24,-35 34-24,35-34 7,0 0-6,-1 0-1,36 0 0,34 0 0,-34 0 0,-1 0-1,1 0 2,34 0-1,0 0 0,36 0-1,-1 0 2,104 0-1,-104-34 0,35-1 0,-70 0 1,1 0-3,-36 35 3,1-34-2,-1 34 1,36-35 1,-71 35-2,1-35 1,0 0 1,0-34 23,-1 69-24,-34-35 0,0 0 0,0 0 0,35-34 8,0 34-8,-35 0 0,0-34 0,0-1 8,35 1-8,-35-1 8,0 1-8,0-1-1,0 1 10,-35 34-9,0-69 0,0 34-1,-34 35 2,-1-34-1,1 34-1,-1 0 2,35 1-1,1 34 0,-71-35-1,71 0 1,-1 35 1,-35 0-1,-34 0 0,34 0 0,1 0 0,-1 0 0,1 0 0,-1 0 0,1 0-1,-36 0 2,36 0-1,-70 0 0,69 35 0,1 0 0,34-35 0,-69 0 0,34 34 0,1-34 0,-36 35-1,36-35 10,34 0-9,-69 35 0,69-35-1,0 0 1,-34 35 9,34-35-9,0 0 0,0 0-1,-69 34 2,34-34-1,36 0 8,-1 35-8,0-35 8,0 0-8</inkml:trace>
    </iact:actionData>
  </iact:action>
</iact:actions>
</file>

<file path=ppt/ink/inkAction24.xml><?xml version="1.0" encoding="utf-8"?>
<iact:actions xmlns:iact="http://schemas.microsoft.com/office/powerpoint/2014/inkAction" lengthUnit="cm" timeUnit="ms">
  <inkml:definitions xmlns:inkml="http://www.w3.org/2003/InkML">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08-06T05:26:17.364"/>
    </inkml:context>
    <inkml:brush xml:id="br0">
      <inkml:brushProperty name="width" value="0.05292" units="cm"/>
      <inkml:brushProperty name="height" value="0.05292" units="cm"/>
      <inkml:brushProperty name="color" value="#FF0000"/>
    </inkml:brush>
  </inkml:definitions>
  <iact:action type="add" startTime="5861">
    <iact:property name="dataType"/>
    <iact:actionData xml:id="d0">
      <inkml:trace xmlns:inkml="http://www.w3.org/2003/InkML" xml:id="stk0" contextRef="#ctx0" brushRef="#br0">11126 5006 0,'0'-69'48,"0"-36"-40,0-34 0,0 35 0,0-35 0,0 0 0,0-35-1,0 35 2,0 0-2,0 0 2,0 0-1,0 0 0,0 0 0,0-70 1,0 1-3,0-36 4,0 1-3,0 69 1,0 35 0,0 35-1,0 0 2,0-1-1,0 36-1,0 34 1,0 0 1,0-34-1,0-1 0,0 35 0,0-34 0,0 34 0,0-69 0,0 34 0,0 36 0,0-1 0,0 0 17,35 35 246,0 0-262,34 0-2,105 0 1,0 35 0,70 34-1,-1-34 1,0 0 1,36 0-1,68-1 0,-34 1 0,-69-35 0,69 35 1,-70 0-3,0-1 4,-34 1-3,-35 0 2,34 0-2,1-1 1,-35 1 0,35 35 1,-1-35-2,-34 34 2,35-34-2,-1 0 2,-34-1-2,-35-34 1,35 35 1,0 0-2,0 0 1,-70-35 0,0 0 0,35 34 0,-69-34 0,34 0-1,1 0 2,-1 0-1,0 0 0,1 0 0,-1 0-1,35 0 2,-35 0 0,-34 0-2,34 0 2,-34 0-2,-1 0 2,1 0-2,-1 0 1,-34 0-1,35 0 2,-1 0-1,35 0-1,1 0 2,-1 0-2,35 0 1,0 0 0,35 0 1,-104 0-1,34 0 0,0 0 0,-69 0 0,0 0 0,0 0 0,-1 0 0,1 0 0,0 0 0,34 0 8,1 0 0,-35 0-7,34 0-2,70-34 2,-69 34-2,34-35 8,-69 35-5,0 0-3,0-35 0,-1 35 2,36 0-1,-1 0 0,36-35 0,-71 35-1,36-34 2,0 34-1,-1 0 0,1 0 1,-1 0-2,35-35 1,-69 35 0,35 0 0,34 0 0,0 0 0,1 0 0,-1 0 1,0 0-2,35 0 1,105 0 0,-1 0 0,1 0 0,-36 0 0,1 0 0,-35 0 0,-35 0 0,0 0 0,-35 0 0,0 0 0,-34 0 0,0 0-1,-1 0 10,-34 0-1,34 0-8,1 0 0,0 0 0,-1 0 0,1 0 2,34 0-4,35 0 3,0 0-2,0 0 1,-35 0 0,1 0 0,-1 0 0,-34 0 0,-1 0 0,1 0-1,-1 0 2,1 0-1,-1 0 0,1 0 0,34 0 1,-34 0-2,-1 0 1,-34 0 0,0 0 0,0 0-1,-1 0 42,1 0-40,69 0-2,-34 0 2,0 0-3,-36 0 3,1 0-1,35 0 0,-1 0 0,1 0 0,-1 0 0,1 0 0,-1 0 0,36 0 0,-36 0 0,1 0 0,-36 0 0,1 0 0,0 0 0,0 0 0,0 0 0,-1 0 40,36 0-32,-35 0 0,-1 0 8,36-35-8,-35 0-8,0 35 0,-1 0 0,36 0 8,-35 0-8,34 0 0,1 0 0,-36 0 0,36 0 0,-35 0 8,0 0 1,-1 0-10,1 0 2,0 0-2,0 0 2,-1 0 6,1 0 18,0 0 46,0 0-63,-1 0 9,1 0-18,0 0 9,0 0 0,0 0 9,-1 0 14,1 0-16,0 0-14,0 0 71,-35 35-63,34-35 7,36 35 15,-70 34-23,35-34-7,-1-35-2,-34 35 9,0 0 0,0-1 8,0 1-16,0 0 7,0 0 2,0-1-1,0 1-7,0 0 15,0 0-10,0-1 12,0 1-19,0 0 1,0 0 17,0 0-11,0-1-5,0 1 7,0 35 9,0-36-9,0 1-1,0 0 1,0 0-9,0-1 10,0 1-9,0 0 0,0 0 0,0-1 8,0 36 0,0-35 1,0 34-9,0-34-1,0 0 9,0 0-8,0-1 15,0 1 10,-34-35 31,-1 35-56,35 0 1,-35-35-2,0 0 1,1 0 9,-1 0-10,0 0 1,0 0 9,1 0-10,-1 0 2,0 0-2,-35 0 2,36 0-2,-1 0 2,0 0-2,-34 0 1,34 0 0,-35 0 1,1 0-3,-1 0 3,-34 0-1,69 0 0,0 0 0,-34 0 0,-1 0 0,36 0 0,-36 0 0,35 0 8,-34 0-8,-1 0 0,35-35 0,1 35 1,-1-35-1,0 35 7,-35 0-6,36 0 7,-1 0-9,0 0 9,0 0-7,1 0 6,-1 0 1,0 0 39,0-35-46,1 35 16,-1 0-18,0-34 18,0-1-1,35 0 0,-35 35-17,35-35 1,-69 35 8,69-34-8,-35 34 0,35-35 8,0 0-8,0-35 0,-35 70 0,1-34 17,34-1-1,0 0-18,0 0 20,-35 35-11,35-34 2,0-36 7,0 35-1,0 1 1,0-1-16,-35 0 0,0 35 0,35-69 8,0 34 9,0 0-18,0 0 1,0 0-1,0 1 42,-34-1-41,34 0 8,0 0 24,0 1 0,0-1-24,-35 35-7,35-35 15,0 0-17,-35-34 8,0 34 11,35 0-11,0 1-7</inkml:trace>
    </iact:actionData>
  </iact:action>
  <iact:action type="add" startTime="11957">
    <iact:property name="dataType"/>
    <iact:actionData xml:id="d1">
      <inkml:trace xmlns:inkml="http://www.w3.org/2003/InkML" xml:id="stk1" contextRef="#ctx0" brushRef="#br0">14464 5006 0,'0'-35'120,"0"1"-112,0-1-1,0-35 2,0-34-1,0 69 0,0 1 0,0-1 0,0 0 0,0 0 0,35-34 0,-35-1 8,0 35-7,0-34 3,0 34-1,0 0-3,0 1 0,0-1 0,0 0 17,0 0 246,35 35-255,104-34-8,-35 34 0,-34 0 0,34 0 0,0 0 0,36 0 0,-36 0 0,0 0 0,-34 0 0,-1 0 0,-34 0 0,35 0 0,-36 0 7,36 0-5,-1 0-3,-34 0 1,0 0 0,35 0 1,34 0-2,-35 0 1,1 0 0,34 0 0,35 0 0,-34 0 0,34 0 0,0 0 0,35 0 0,-35 0 0,-35 0 0,0 0 0,1 0 0,-1 0 0,-34 0 0,-1 0 0,1 0 0,-36 0 0,36 0 1,34 0-3,-69 0 4,35 0-3,-36 0 1,1 0 0,35 0 1,-1 0-2,1 0 1,34-35 0,-34 35 0,-36 0 0,1 0 0,0 0 0,34 0 0,36 0 0,-71 0 0,1 0 0,70 0 0,-1 0 0,0 0 0,1 0 1,34 0-3,-35 0 3,35 0-1,-35 0 1,35 0-3,0 0 4,1 0-3,-1 0 1,-35 0 0,0 0 1,-34 0-2,34 0 1,-34 0 0,-1 0 0,1 0 0,-1 0 0,1 0 0,34 0 0,-34 0 0,-1 0-1,1 0 2,-1 0-1,1 0 0,-1 0 0,1 0 0,34 0 0,-34 0 0,-35 0 0,-1 0 1,36 0-2,-1 0 2,1 0-2,-1 0 2,36 0-2,-1 0 1,35 0-1,-34 0 2,-36 0-1,1 0 0,34 0 0,-35 0 0,36 0 0,-36 0-1,1 0 2,-35 0-1,-1 0 0,36 0 0,34 0 0,-69 0 0,35 0 1,-1 0-2,1 0 1,-1 0 0,35 0 1,-34 0-3,0 0 3,-36 0-1,1 0 0,35 0 0,-36 0 1,1 0-2,35 0 1,-1 0 0,-34 0 0,0 0 0,0 0 0,-1 0 0,36 0 0,-35 0 0,69 0 0,-34 0 0,-1 0-1,1 0 2,-36 0-1,36 0 1,-35 0-2,-1 0 1,1 0 0,35 0 1,-1 0-3,1 0 4,-1 0-3,-34 0 2,35 0-2,-1 0 2,-34 0-2,35 0 1,-1 0 0,1 0 0,-36 0 0,1 0 0,0 0 0,34 0 0,-34 0 0,0 0 0,35 0-1,-1 0 1,35 0 0,-34 0 1,34 0-1,-34 0 0,-1 0 0,1 0 0,-1 0 0,-34 0-1,0 0 9,0 0 1,0 0-2,-1 0 2,1 0-8,0 0-3,0 0 2,34 0 9,-34 0-9,0 0-1,-1 0 1,71 0 1,-70 0-1,-1 0 7,1 0-6,0 0 7,34 0-8,-34 0-1,0 0 10,0 0-8,-1 0 7,1 0-9,0 0 0,0 0 2,0 0 6,34 0 2,-34 0-1,0 0-8,-1 0 1,1 0-2,0 0 9,0 0-8,0 0 0,-1 0 8,1 0 0,0 0-7,0 0 7,-1 0-9,1 0 1,0 0 0,34 0 8,-34 0-8,35 0 0,-1 0 0,36 0 0,-36 0 0,1 0 0,-1 0 0,36 0 0,-1 0 0,35 0 0,-35 0 0,35 0 1,-69 0-2,-35 0 1,-1 0 0,1 0 1,0 35 414,-35 34-391,0-34-16,0 0 1,-35 34-11,35-34 2,0 0 9,0-1-10,-35 1 2,35 0-1,0 0 0,0 0 0,-34 69 0,34-69 0,0-1 0,-35 36 0,35-35 8,0 34-8,0-34 9,-35 34-10,35-34 1,0 0 7,0 0-6,-35 34-1,35-34 8,0 0-9,0 0 2,0-1-1,-34 1-1,34 35 2,0-36 7,0 1-8,0 0 8,0 0 9,0-1 38,0 1-55,0 0 55,0 0-46,0 34 15,0-34 8,0 0-24,34 0-9,1-1 10,-70 1 288,-34 0-290,34-35-8,0 0 2,0 0-2,-34 0 2,34 0-1,0 0 1,1 0-2,-36 0 2,35 0 5,1 0-5,-1 0-1,0 0 0,0 0 0,0 0 0,1 0 0,-36 0 8,35 0 0,1 0-8,-1 0 0,0 0 0,0 0-1,-34 0 10,34 0-9,0 0 0,-34 0 1,34 0-2,0 0 2,0 0-2,-34 0 2,34 0-2,0 0 1,1 0 0,-1 0 0,0 0 0,0 0 0,-34 0 0,-1-35 0,1 0 0,34 35 0,0 0 0,-35 0 0,36 0 0,-36-34 0,35-1 1,1 35-2,-1 0 1,0 0 0,0 0 8,-34 0 0,34 0 57,0 0-34,-34-35 281,34 0-313,0 35 2,-34-35 0,69 1-2,-35 34 2,-35 0 6,70-70 170,-34 35-178,-1-34 0,0-1 2,35 1-1,0-1 0,-35-34 0,35 69 0,0-34 0,-35-1 0,1-34 0,34 69 1,0-69-2,0 69 1,0-34 0,-35-36 1,0 1-2,35 69 0,0 0 2,0 1 0,-35-36-3,1 35 3,34-34 6,0 34 2,0 0 14</inkml:trace>
    </iact:actionData>
  </iact:action>
  <iact:action type="add" startTime="18637">
    <iact:property name="dataType"/>
    <iact:actionData xml:id="d2">
      <inkml:trace xmlns:inkml="http://www.w3.org/2003/InkML" xml:id="stk2" contextRef="#ctx0" brushRef="#br0">17316 5806 0,'-70'0'96,"70"35"-88,-35-35-1,35 34 10,0 1-1,0 0 9,0 0-18,0-1 18,0 1 6,0 0-15,0 0-8,0-1 0,0 1 8,0 35 0,0-1-8,0-34 8,0 0-8,0 34 0,0-34-1,0 0 2,0 0-2,0-1 2,0 36 7,0-35 0,0-1 0,0 1-8,0 0 8,0 0-8,0-1 0,0 1 0,0 35 0,0-1 0,0 1 0,0-35 0,0 34 0,0 1 0,0-36 0,0 1 0,0 0-1,0 34 10,0-34-1,0 0-8,0 0 0,0-1 0,0 36 0,0-35 0,0 34-1,0 1 2,0-1-1,0 1 0,0 34 0,0-34 1,0-1-2,0 1 2,0-1-2,0 1 1,0-1-1,0 36 2,0-36-1,0-34 0,0 34 0,0-34 0,0 35 0,35-1 0,-35-34 0,0 0 0,0-1 24,35 1 303,0-35-318,-1 0-9,71 0 0,34 0-1,-104 0 2,69-35-1,-35 1 0,1-1 0,-1 35 0,1 0 0,34 0 0,-69 0 0,35 0 0,34-35 0,-35 35-1,1 0 3,0 0-3,-1 0 0,1 0 2,-1 0-2,1 0 2,34 0 0,-34 0-2,-1 0 1,1 0-1,-1 0 1,1 0 1,-1 0-1,36 0-1,-36 0 1,1 0 1,-1 0-1,1 0 0,-1 0 0,1 0 0,34 0-1,0 0 2,1 0-1,-36 0 1,36 0-2,-1 0 2,-35 0-2,36 0 1,-36 0 0,1 0 0,-1 0 0,1 0 0,0 0 0,34 0 0,0 0 0,-34 0 0,-1 0 0,1 0 0,-1 0-1,1 0 1,-1 0 1,1 0-1,-1 0 0,1 0 0,0 0 0,34 0 0,-35 0 0,1 0 0,-1 0 0,36 0 0,-36 0 0,36 0 0,-36 0 0,1 0-1,-1 0 1,1 0 1,-1 0-1,36 0 0,-71 0 0,36 0 0,-35 0 0,0 0 0,69 0 0,-35 0 1,-34 0-2,69-35 0,-69 35 1,35 0 1,-1-34-1,1-1 0,-35 35 0,34 0 0,-34 0 0,34-35 1,-34 35-2,35 0 2,-1-35-2,-34 35 8,0 0-7,34-34 1,1-1-1,-1 35 7,-34 0-6,0 0-1,0 0 0,0 0 0,-1 0 0,36 0 0,-1-35 0,-34 0 0,0 35 0,0 0-1,0 0 2,34 0-1,1 0 1,-36 0-2,1 0 2,0 0-2,34 0 1,-34 0 8,0 0-9,0 0 1,0 0 9,-1 0-9,36 0 0,-35 0 0,34 0 0,1 0 0,-36 0 0,1 0 0,35 0 0,-35 0 0,-1 0 24,1 0-16,0 0 1,34 0-11,1 0 4,34 0-3,1 0 0,-71 0 2,36 0-2,-1 0 2,1 0-1,0 0 0,-1 0 0,-34 0 0,0 0-1,-1 0 2,1 0-1,0 0 0,0 0-1,-1 0 1,36 0 1,-35 0-1,0 0 8,-1 0-8,1 0 8,0 0-7,0 0-2,-1 0 2,36 0-2,-35 0 1,34 0 8,1 0-8,-35 0 0,34 0 0,1 0-1,-36 0 2,1 0-1,0 0 0,34 0 0,-34 0 7,35 0-6,-35 0-1,-1 0 0,71 0-1,-1 35 2,-69-35-1,0 0 0,34 0 0,-34 0 1,34 0-2,1 0 2,-1 0 6,-34 0 1,0 0-8,0 0 0,0 0 0,-1 0 0,1 0-1,0 0 2,34 0 7,-34 0 64,0 0-64,0 0 0,-1 0-7,1 0 6,0 0 1,35 0-8,-36 0-1,36 0 2,-35 0-1,34 0 8,-34-35 0,0 35 0,-1 0-8,1-34 72,0-1-48,-35-35 8,0 35-24,0 1-8,0-1 0,0 0 0,0-69 0,0 34 0,0 1 0,0 34 0,0-34 0,0-1 0,0-34 1,-35 34-2,35 35 2,-35-69-1,35 35 0,-34-36-1,-1 36 0,0-1 3,0 36-2,1-71-1,34 36 1,-35 34-1,0 0 2,35 0-1,0 1 0,-35-1 0,35 0 7,0 0-6,-34 1 23,-1 34 80,0-35-96,-35 35 0,-34 0-8,0 0 0,34 0 0,-34 0 0,34 0-1,-34 0 2,0 0-1,0 0 0,34 0 0,0 0 1,1 0-2,-35 0 1,69 0 0,-104 35 1,69-35-2,35 0 0,-69 34 2,69-34 0,-69 0-2,69 0 1,0 0 0,1 0 0,-1 35 136,0-35-135,0 70-2,35-36 9,0 36-8,-34-35 2,34 0-4,0-1 2,0 1 0,0 35 0,-35-1 8,35 1 0,0-36-8,0 36 0,0-1 0,0 1 0,0-1 0,0-34 1,0 35-2,0-35 1,0 34 0,0 1 0,0-36 0,0 36 8,0-35 0,0 34-9,0-34 2,0 0-1,0-1 0,0 1 8,0 0-8,0 0 8,0-1 0,0 1 16</inkml:trace>
    </iact:actionData>
  </iact:action>
  <iact:action type="add" startTime="24653">
    <iact:property name="dataType"/>
    <iact:actionData xml:id="d3">
      <inkml:trace xmlns:inkml="http://www.w3.org/2003/InkML" xml:id="stk3" contextRef="#ctx0" brushRef="#br0">6641 16339 0,'0'104'128,"0"-69"-121,0 34 2,0-34-1,0 35 0,0-1 0,0 1 0,0-1 0,0 1 0,0-35-1,35 69 2,-35-69 7,0 104-8,0-105 8,35 36-8,-35-35 8,0 0-8,34 34 1,-34-34-2,35-35 1,0 69 0,0-34 8,-1 0-7,1 0-1,0-35-1,-35 34 1,35-34-1,-1 0 2,1 35-2,-35 0 2,70-35 7,-35 0 8,-1 35-16,1-35 0,35 34 8,-1 1-7,1-35-2,-36 0 1,71 35 0,-36-35 0,36 0 0,-1 0 0,-35 0 0,36 0 0,-1 0 0,0 0 0,-34 0 0,34 0 0,-34 0 0,-1 0 0,36 0 0,-1 0-1,0 0 2,1 0-1,-1 0 0,35 0 0,-35 0 0,35 0 0,-34 0 0,-1 0 0,0 0 1,1 0-3,-1 0 3,0 0-1,1 0 0,68 0 0,-33-35 0,33 35-1,-103 0 2,69-35-1,-35 1 0,35-1 1,-34 35-3,-36 0 3,36 0-1,-36 0 0,35 0-1,1 0 2,-1 0-1,-34 0 0,-1 0 0,-34 0 0,34 0 0,-34 0 8,0 0-7,0 0-2,0 0 2,-1 0-2,1 0 9,0 0-1,0 0 10,-1 0-9,1 0 0,0 0-8,0-35 32,-35 0-24,0 1 0,0-36-7,0 35-3,0-34 3,0-1-1,-35 1 0,0-36 0,-34 36-1,34-1 2,0 1 0,0-1-2,1 36 1,34-1-1,-35-35 1,35 36 9,-35-36-9,0 1 0,35 34 0,0-35 0,-35 1 0,1 34-1,34 0 2,0 0-1,-35-34 0,35 34 0,-35-34 17,35 34-18,-35 35 1,1-35 0,34-34 9,-35 69-2,0-35 1,35 0-9,-35 35 35,1-35-27,-1 35 1,0 0-8,0 0 0,-69 0 0,69 0 1,-69 0-2,34 0 2,1 0-2,-36 0 1,36 0 0,-1 0 1,-34 0-2,0 0 1,-1 0 0,36 0 0,-35 0 0,-1 0-1,1 0 2,0 0-1,-1 0 0,1 0-1,-35 0 2,35 0-1,-1 0 0,36 0 0,-36 0 0,1 0 0,-35 0 0,104 0 0,-104 0 0,35 35-1,0 0 2,34-35-1,-104 35 1,105-35-2,-1 34 2,35-34-2,-69 35 2,0 0-2,34-35 1,-34 0 0,69 0 0,-35 0 0,1 35 0,-1-1 0,36-34 8,-36 0-8,1 0 0,34 0 0,0 0 0,-35 0 0,1 0 0,34 0 0,-34 0 1,-1 0-3,35 0 3,1 0-1,-36 0 0,0 0 0,36 0 1,-1 0-2,-35 0 1,36 0 0,-1 0 0,0 0 0,0 0 8,1 0 8</inkml:trace>
    </iact:actionData>
  </iact:action>
  <iact:action type="add" startTime="27341">
    <iact:property name="dataType"/>
    <iact:actionData xml:id="d4">
      <inkml:trace xmlns:inkml="http://www.w3.org/2003/InkML" xml:id="stk4" contextRef="#ctx0" brushRef="#br0">14221 16235 0,'-35'0'40,"0"0"-33,-34 0 1,-1 0 1,1 0-2</inkml:trace>
    </iact:actionData>
  </iact:action>
  <iact:action type="add" startTime="27989">
    <iact:property name="dataType"/>
    <iact:actionData xml:id="d5">
      <inkml:trace xmlns:inkml="http://www.w3.org/2003/InkML" xml:id="stk5" contextRef="#ctx0" brushRef="#br0">13247 16096 0,'0'34'72,"0"36"-65,0 34 2,35 0-2,-35-34 2,0-35-1,0 69 0,0-34 0,35 34 0,0 0 0,-1 0 0,-34-69 0,35 35 1,-35-36-2,0 71 2,0-71 3,0 36-10,0-35 7,0 34-1,0-34 8,0 0-8,0 0 0,0-1 0,0 1 8,35 0 96,35-35-96,34 0-9,-35 0 2,36 0-1,-1 0 0,-34 0 0,34 0 0,0 0-1,1 0 2,34 0-1,-35 0 0,0 0-1,1 0 2,-36 0-1,1 0 0,-1 0 1,1 0-2,-1 0 1,-34 0 0,35 0 1,-1 0 7,-34 0-1,0 0-7,-1 0 0,1 0 0,35 0 0,-35 0 0,34 0-1,-34 0 2,34 0-1,1 0 0,-35 0 0,-1 0 0,36 0 0,-35 0 0,34 0 7,-34 0-6,35 0-1,-1 0 0,70 0-1,70 35 1,-70-1 1,70 1-1,-36 0 1,1-35-2,-35 35 2,-34-1-2,-1 1 0,-34 0 3,-36-35-3,36 0 1,-35 0 8,-1 0-8,1 0 0,0 0 0,0 0-1,-1 0 2,1 0-1,35 0 0,-35 0-1,-1 0 2,1 0-1,0 0 0,34 0 1,-34 0 7,0 0-1,34 0 1,1-35-8,-35 35 8,0 0-8,-1 0 0,1 0 7,0 0 9,0 0-15,-35-35 63,0 1-48,0-1-8,0-35-8,0-34-1,0 35 2,0-36-1,0 36 0,0-70 0,-35 69 0,35 35 0,0-34 0,0-1 0,0 1 0,0 34 0,0-34 0,0-1 0,0 35 0,0 1 0,0-1 0,0 0 8,0 0-8,0 0 8,0 1-8,0-1 0,0 0 1,0 0-2,0 1 1,0-36 0,0 1 0,-35 34 104,-34 35-96,-36 0-7,1 0-2,-35 0 1,69 0 0,-34 0 0,0 0 0,-1 0-1,36 0 2,34 0-1,-34 0 0,-36 0 0,70 0 0,-34 0 0,-1 0 0,1 0 0,-1 0 0,-34 0 0,34 0 0,1 0 0,-70 0 0,0 0 0,34 0 0,-34 0-1,-35 0 2,35 0-2,35 0 3,0 0-3,-1 0 2,1 0-2,35 0 1,-1 0 0,1 0-1,-1 0 2,-34 0-1,-1 0 0,-34 0 0,35 0 0,-35 0 0,69 0 0,1 0 0,-1 0 0,1 0 0,34 0 0,0 0 0,0 0-1,1 0 2,-1 0-1,0 0 8,-34 0-9,34 0 9,0 0-6,0 0-3,0 0 2,1 0 6,-36 0 1,35 0 0,1 0-8,-1 0 0,0 0 16,0 0 0,-34 0-9,-1 0 1,1 0-7,-1 0-2,35 0 10,1 0-8,-1 0 5,0 35-5,0-35-2,0 0 26</inkml:trace>
    </iact:actionData>
  </iact:action>
  <iact:action type="add" startTime="31149">
    <iact:property name="dataType"/>
    <iact:actionData xml:id="d6">
      <inkml:trace xmlns:inkml="http://www.w3.org/2003/InkML" xml:id="stk6" contextRef="#ctx0" brushRef="#br0">19854 16061 0,'0'104'79,"0"-34"-62,0-36-9,0 71 0,0-71 0,35 36 0,-1-35 0,-34 69 0,0-34 0,35 69 0,0 0-1,0-35 2,-35-69-1,0 34 0,34 1 0,-34-36 1,0 1-2,0 0 2,35 35-2,-35-36 1,0 36 8,0-35-8,0-1 0,0 1 0,0 0 8,0 0-8,0-1 0,0 1 8,0 35 0,0-36 0,0 1-8,0 0 0,0 0 0,0 0 8,0-1 0,0 1-1,0 0 2,0 0 15,35-1 217,0-34-235,69-34-5,-69-1-1,0 35 0,69-35 1,-69 0-3,-1 35 3,71 0-1,-1-34 0,-34 34 0,-1 0 1,36-35-2,-36 35 1,35-35 0,1 0 0,-1 35-1,0-35 3,1 1-3,-1-1 2,0 35-2,35 0 1,-34-35 0,-1 0 0,-69 35 0,69-34 1,70-1-3,-35 35 3,-69 0-1,103-35 0,-68 0 1,-36 1-1,-34 34-1,35 0 1,69-35 0,-70 35 0,1-35 0,34 0 0,0 1 1,-69 34-2,69 0 1,-34 0 0,69-35 0,35 0 0,-70 0 1,0 35-2,1 0 0,34 0 2,35 0-1,34 0 0,-69 0 0,-34 0-1,-1 0 2,-34 0-1,-36 0 0,1 0 0,0 0-1,0 0 2,-1 0 7,1 0 1,0 0-2,0 0-7,0 0 0,-1 0 1,36 0 5,-35 0 2,-1 0-7,1 0-1,0 0 7,0 0 10,-1 0-18,1 0 106,-70 35-97,1-35-8,-36-70 0,-34 1 0,34-35 0,1 34 1,-1 35-2,-69-69 2,35 35-1,-35-36-1,69-34 1,-34 70 1,69-1-1,0 1 0,35-1-1,-34 35 2,-1 1-2,35-1 2,-35 0-1,0 0-1,35 1 1,-34-1 1,-1 0 6,0-35-7,0 36 96,0 34-88,-34 0-8,34 0 0,0 0 1,1 0-3,-36 34 4,0-34-3,36 0 1,-71 35 0,71-35 1,-36 0-2,-34 35 1,-1 0 0,1-35 0,0 0 0,-35 35 0,0-1 0,-35 1 0,0 0 1,0 0-1,70-35-1,0 0 1,-1 0 0,36 0-1,-1 0 2,1 0-1,-1 0 0,0 0 0,1 0 0,-35 0 0,34 0 0,1 0 0,34 0 0,0 0-1,-69 0 2,34 0-1,1 0 0,34 0 0,0 0 0,-34 0 0,34 0 8,0 0-8,0 0 0,0 0-1,1 0 2,-1 0-2,0 0 10,0 0-1,1 0-8,-1 0 0,-35 0 1,1 0-2,34-35 1,0 35 0,-34 0 0,-36-35 1,71 35-2,-1 0 1,-35 0 1,1 0-2,34 0 0,-35 0 1,36 0 1,-36 0-2,35 0 1,1 0 1,-1 0-1,0 0 8,0 0-8,0 0-1,1 0 10,-1 0-1,0 0 15,0 0-14,1 0 15</inkml:trace>
    </iact:actionData>
  </iact:action>
  <iact:action type="add" startTime="42292">
    <iact:property name="dataType"/>
    <iact:actionData xml:id="d7">
      <inkml:trace xmlns:inkml="http://www.w3.org/2003/InkML" xml:id="stk7" contextRef="#ctx0" brushRef="#br0">26669 14149 0,'35'0'161,"104"-35"-154,-35 0 2,0 35-2,-34 0 2,69-34-1,-35-1 0,1 0 1,-71 35 6,1 0-7</inkml:trace>
    </iact:actionData>
  </iact:action>
  <iact:action type="add" startTime="43101">
    <iact:property name="dataType"/>
    <iact:actionData xml:id="d8">
      <inkml:trace xmlns:inkml="http://www.w3.org/2003/InkML" xml:id="stk8" contextRef="#ctx0" brushRef="#br0">27295 13766 0,'0'-34'40,"35"34"-32,34 0-1,35 0 2,1 0-1,-1 0 0,35 0 0,0 0 0,-34 0 0,-1 0-1,0 0 2,-34 0-1,-36 0 8,36 0 31,-70 34-30,0 71-9,-35-71 0,0 1 0,-34 70 1,34-71-2,-34 1 1,34 35 0,0-36 0,-34 1 0,-1 0 0,35 34 0,-34-34 1,34 0-1,0 0 0,0-1-1,1 1 2,68-35 125</inkml:trace>
    </iact:actionData>
  </iact:action>
  <iact:action type="add" startTime="43965">
    <iact:property name="dataType"/>
    <iact:actionData xml:id="d9">
      <inkml:trace xmlns:inkml="http://www.w3.org/2003/InkML" xml:id="stk9" contextRef="#ctx0" brushRef="#br0">29729 13315 0,'0'-35'136,"0"-35"-121,0 35-6,0-34-2,34-35 2,1 34-1,-35 35 0,0-34 0,0 34 0,0 0 0,0 1 0,0 68 88,35 36-89,0 34 2,0 35-1,-35-35 0,34 1 0,1 34 0,0-35 0,0 70 0,-1-70 0,-34 0 0,0-34-1,0 34 2,35-69-1,-35 0 0,0 34 0,35 1 0,-35-1 8,0-34-7,0 0-2,0 0 9,0-1 9</inkml:trace>
    </iact:actionData>
  </iact:action>
  <iact:action type="add" startTime="44917">
    <iact:property name="dataType"/>
    <iact:actionData xml:id="d10">
      <inkml:trace xmlns:inkml="http://www.w3.org/2003/InkML" xml:id="stk10" contextRef="#ctx0" brushRef="#br0">29277 14809 0,'34'0'8,"1"0"-1,0 0 2,104 0-1,-35-34 0,1-1 0,-1 0 0,70 35 0,-35-69 0,70-1 0,-70 0 0,0 1 0,-70 69-1,1-35 2,-35 35 0,-1 0-2,36-35 9,-1 35-7,-34 0-2,0 0 1,69-34-1,-69 34 10</inkml:trace>
    </iact:actionData>
  </iact:action>
</iact:action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0B3077-5D6F-43CC-A5B7-8CD8DFB8558B}"/>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NI"/>
          </a:p>
        </p:txBody>
      </p:sp>
      <p:sp>
        <p:nvSpPr>
          <p:cNvPr id="3" name="Subtítulo 2">
            <a:extLst>
              <a:ext uri="{FF2B5EF4-FFF2-40B4-BE49-F238E27FC236}">
                <a16:creationId xmlns:a16="http://schemas.microsoft.com/office/drawing/2014/main" id="{BF1C7278-C63F-4155-8FB9-4A55D9F8C1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NI"/>
          </a:p>
        </p:txBody>
      </p:sp>
      <p:sp>
        <p:nvSpPr>
          <p:cNvPr id="4" name="Marcador de fecha 3">
            <a:extLst>
              <a:ext uri="{FF2B5EF4-FFF2-40B4-BE49-F238E27FC236}">
                <a16:creationId xmlns:a16="http://schemas.microsoft.com/office/drawing/2014/main" id="{69B3889C-F460-4760-A91A-B7F10F40BF25}"/>
              </a:ext>
            </a:extLst>
          </p:cNvPr>
          <p:cNvSpPr>
            <a:spLocks noGrp="1"/>
          </p:cNvSpPr>
          <p:nvPr>
            <p:ph type="dt" sz="half" idx="10"/>
          </p:nvPr>
        </p:nvSpPr>
        <p:spPr/>
        <p:txBody>
          <a:bodyPr/>
          <a:lstStyle/>
          <a:p>
            <a:fld id="{B3FA7BFB-6140-4AC2-BE7A-C86A5EE41614}" type="datetimeFigureOut">
              <a:rPr lang="es-NI" smtClean="0"/>
              <a:t>3/9/2020</a:t>
            </a:fld>
            <a:endParaRPr lang="es-NI"/>
          </a:p>
        </p:txBody>
      </p:sp>
      <p:sp>
        <p:nvSpPr>
          <p:cNvPr id="5" name="Marcador de pie de página 4">
            <a:extLst>
              <a:ext uri="{FF2B5EF4-FFF2-40B4-BE49-F238E27FC236}">
                <a16:creationId xmlns:a16="http://schemas.microsoft.com/office/drawing/2014/main" id="{4612B982-39AE-4B44-A336-718FD9D374F6}"/>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7A08C490-603A-4499-B25B-59AD0BE43CD9}"/>
              </a:ext>
            </a:extLst>
          </p:cNvPr>
          <p:cNvSpPr>
            <a:spLocks noGrp="1"/>
          </p:cNvSpPr>
          <p:nvPr>
            <p:ph type="sldNum" sz="quarter" idx="12"/>
          </p:nvPr>
        </p:nvSpPr>
        <p:spPr/>
        <p:txBody>
          <a:bodyPr/>
          <a:lstStyle/>
          <a:p>
            <a:fld id="{F958EF4D-9915-4994-B00D-01A9F19C1603}" type="slidenum">
              <a:rPr lang="es-NI" smtClean="0"/>
              <a:t>‹Nº›</a:t>
            </a:fld>
            <a:endParaRPr lang="es-NI"/>
          </a:p>
        </p:txBody>
      </p:sp>
    </p:spTree>
    <p:extLst>
      <p:ext uri="{BB962C8B-B14F-4D97-AF65-F5344CB8AC3E}">
        <p14:creationId xmlns:p14="http://schemas.microsoft.com/office/powerpoint/2010/main" val="403584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D63677-5261-4451-8EE8-20E6E2F78506}"/>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0AAE0C3D-5816-45B8-9A35-6B22C298059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8D3116BC-182F-449E-9C06-80FC32EEC33B}"/>
              </a:ext>
            </a:extLst>
          </p:cNvPr>
          <p:cNvSpPr>
            <a:spLocks noGrp="1"/>
          </p:cNvSpPr>
          <p:nvPr>
            <p:ph type="dt" sz="half" idx="10"/>
          </p:nvPr>
        </p:nvSpPr>
        <p:spPr/>
        <p:txBody>
          <a:bodyPr/>
          <a:lstStyle/>
          <a:p>
            <a:fld id="{B3FA7BFB-6140-4AC2-BE7A-C86A5EE41614}" type="datetimeFigureOut">
              <a:rPr lang="es-NI" smtClean="0"/>
              <a:t>3/9/2020</a:t>
            </a:fld>
            <a:endParaRPr lang="es-NI"/>
          </a:p>
        </p:txBody>
      </p:sp>
      <p:sp>
        <p:nvSpPr>
          <p:cNvPr id="5" name="Marcador de pie de página 4">
            <a:extLst>
              <a:ext uri="{FF2B5EF4-FFF2-40B4-BE49-F238E27FC236}">
                <a16:creationId xmlns:a16="http://schemas.microsoft.com/office/drawing/2014/main" id="{D066763F-ECFD-4378-AB9D-E75BC5B07141}"/>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F7E13AFE-09B5-4312-8B2D-E66130DC1B0B}"/>
              </a:ext>
            </a:extLst>
          </p:cNvPr>
          <p:cNvSpPr>
            <a:spLocks noGrp="1"/>
          </p:cNvSpPr>
          <p:nvPr>
            <p:ph type="sldNum" sz="quarter" idx="12"/>
          </p:nvPr>
        </p:nvSpPr>
        <p:spPr/>
        <p:txBody>
          <a:bodyPr/>
          <a:lstStyle/>
          <a:p>
            <a:fld id="{F958EF4D-9915-4994-B00D-01A9F19C1603}" type="slidenum">
              <a:rPr lang="es-NI" smtClean="0"/>
              <a:t>‹Nº›</a:t>
            </a:fld>
            <a:endParaRPr lang="es-NI"/>
          </a:p>
        </p:txBody>
      </p:sp>
    </p:spTree>
    <p:extLst>
      <p:ext uri="{BB962C8B-B14F-4D97-AF65-F5344CB8AC3E}">
        <p14:creationId xmlns:p14="http://schemas.microsoft.com/office/powerpoint/2010/main" val="1360688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04BEAB-7AF4-4F9B-B8B0-36C18F41607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AB1883D0-5FCB-445D-8554-4F0D6CDB5E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4CDAC8C8-CB30-42C0-9A5C-B1267820AA12}"/>
              </a:ext>
            </a:extLst>
          </p:cNvPr>
          <p:cNvSpPr>
            <a:spLocks noGrp="1"/>
          </p:cNvSpPr>
          <p:nvPr>
            <p:ph type="dt" sz="half" idx="10"/>
          </p:nvPr>
        </p:nvSpPr>
        <p:spPr/>
        <p:txBody>
          <a:bodyPr/>
          <a:lstStyle/>
          <a:p>
            <a:fld id="{B3FA7BFB-6140-4AC2-BE7A-C86A5EE41614}" type="datetimeFigureOut">
              <a:rPr lang="es-NI" smtClean="0"/>
              <a:t>3/9/2020</a:t>
            </a:fld>
            <a:endParaRPr lang="es-NI"/>
          </a:p>
        </p:txBody>
      </p:sp>
      <p:sp>
        <p:nvSpPr>
          <p:cNvPr id="5" name="Marcador de pie de página 4">
            <a:extLst>
              <a:ext uri="{FF2B5EF4-FFF2-40B4-BE49-F238E27FC236}">
                <a16:creationId xmlns:a16="http://schemas.microsoft.com/office/drawing/2014/main" id="{9BAE2ACD-0AC7-4631-87F3-A7960477BC7E}"/>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6AB9AAF6-0E7F-412B-9B89-F97A855B4148}"/>
              </a:ext>
            </a:extLst>
          </p:cNvPr>
          <p:cNvSpPr>
            <a:spLocks noGrp="1"/>
          </p:cNvSpPr>
          <p:nvPr>
            <p:ph type="sldNum" sz="quarter" idx="12"/>
          </p:nvPr>
        </p:nvSpPr>
        <p:spPr/>
        <p:txBody>
          <a:bodyPr/>
          <a:lstStyle/>
          <a:p>
            <a:fld id="{F958EF4D-9915-4994-B00D-01A9F19C1603}" type="slidenum">
              <a:rPr lang="es-NI" smtClean="0"/>
              <a:t>‹Nº›</a:t>
            </a:fld>
            <a:endParaRPr lang="es-NI"/>
          </a:p>
        </p:txBody>
      </p:sp>
    </p:spTree>
    <p:extLst>
      <p:ext uri="{BB962C8B-B14F-4D97-AF65-F5344CB8AC3E}">
        <p14:creationId xmlns:p14="http://schemas.microsoft.com/office/powerpoint/2010/main" val="595943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3451EB-E1CB-4A18-B14E-C61EB04FC016}"/>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670E8D8D-B0FB-4F29-B3C7-5B9D70F9641B}"/>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contenido 3">
            <a:extLst>
              <a:ext uri="{FF2B5EF4-FFF2-40B4-BE49-F238E27FC236}">
                <a16:creationId xmlns:a16="http://schemas.microsoft.com/office/drawing/2014/main" id="{C5ADF775-638E-42C5-BED2-C0DAD5FEF98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fecha 4">
            <a:extLst>
              <a:ext uri="{FF2B5EF4-FFF2-40B4-BE49-F238E27FC236}">
                <a16:creationId xmlns:a16="http://schemas.microsoft.com/office/drawing/2014/main" id="{3B641958-0489-45B9-9E9B-E54873FB7679}"/>
              </a:ext>
            </a:extLst>
          </p:cNvPr>
          <p:cNvSpPr>
            <a:spLocks noGrp="1"/>
          </p:cNvSpPr>
          <p:nvPr>
            <p:ph type="dt" sz="half" idx="10"/>
          </p:nvPr>
        </p:nvSpPr>
        <p:spPr/>
        <p:txBody>
          <a:bodyPr/>
          <a:lstStyle/>
          <a:p>
            <a:fld id="{B3FA7BFB-6140-4AC2-BE7A-C86A5EE41614}" type="datetimeFigureOut">
              <a:rPr lang="es-NI" smtClean="0"/>
              <a:t>3/9/2020</a:t>
            </a:fld>
            <a:endParaRPr lang="es-NI"/>
          </a:p>
        </p:txBody>
      </p:sp>
      <p:sp>
        <p:nvSpPr>
          <p:cNvPr id="6" name="Marcador de pie de página 5">
            <a:extLst>
              <a:ext uri="{FF2B5EF4-FFF2-40B4-BE49-F238E27FC236}">
                <a16:creationId xmlns:a16="http://schemas.microsoft.com/office/drawing/2014/main" id="{FB5CBAB3-5480-4D42-A5DF-7F1A115AACBD}"/>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ED1B1E2E-A91F-4587-8C65-03B85270B3BC}"/>
              </a:ext>
            </a:extLst>
          </p:cNvPr>
          <p:cNvSpPr>
            <a:spLocks noGrp="1"/>
          </p:cNvSpPr>
          <p:nvPr>
            <p:ph type="sldNum" sz="quarter" idx="12"/>
          </p:nvPr>
        </p:nvSpPr>
        <p:spPr/>
        <p:txBody>
          <a:bodyPr/>
          <a:lstStyle/>
          <a:p>
            <a:fld id="{F958EF4D-9915-4994-B00D-01A9F19C1603}" type="slidenum">
              <a:rPr lang="es-NI" smtClean="0"/>
              <a:t>‹Nº›</a:t>
            </a:fld>
            <a:endParaRPr lang="es-NI"/>
          </a:p>
        </p:txBody>
      </p:sp>
    </p:spTree>
    <p:extLst>
      <p:ext uri="{BB962C8B-B14F-4D97-AF65-F5344CB8AC3E}">
        <p14:creationId xmlns:p14="http://schemas.microsoft.com/office/powerpoint/2010/main" val="267522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476440-5261-4D86-B0EE-400DF2E21C7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3399DC0D-66B8-478D-9B82-E1E8BEB3C8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7C6D2F-25F1-4577-8FD7-9217BB84070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texto 4">
            <a:extLst>
              <a:ext uri="{FF2B5EF4-FFF2-40B4-BE49-F238E27FC236}">
                <a16:creationId xmlns:a16="http://schemas.microsoft.com/office/drawing/2014/main" id="{D9209E6D-17E9-485C-97A6-6BAF6EB19B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1845BCC-1B66-463D-8B12-5A61FD76C8F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7" name="Marcador de fecha 6">
            <a:extLst>
              <a:ext uri="{FF2B5EF4-FFF2-40B4-BE49-F238E27FC236}">
                <a16:creationId xmlns:a16="http://schemas.microsoft.com/office/drawing/2014/main" id="{1A349F6B-EFEE-4325-B4D8-48A08EF1F6B9}"/>
              </a:ext>
            </a:extLst>
          </p:cNvPr>
          <p:cNvSpPr>
            <a:spLocks noGrp="1"/>
          </p:cNvSpPr>
          <p:nvPr>
            <p:ph type="dt" sz="half" idx="10"/>
          </p:nvPr>
        </p:nvSpPr>
        <p:spPr/>
        <p:txBody>
          <a:bodyPr/>
          <a:lstStyle/>
          <a:p>
            <a:fld id="{B3FA7BFB-6140-4AC2-BE7A-C86A5EE41614}" type="datetimeFigureOut">
              <a:rPr lang="es-NI" smtClean="0"/>
              <a:t>3/9/2020</a:t>
            </a:fld>
            <a:endParaRPr lang="es-NI"/>
          </a:p>
        </p:txBody>
      </p:sp>
      <p:sp>
        <p:nvSpPr>
          <p:cNvPr id="8" name="Marcador de pie de página 7">
            <a:extLst>
              <a:ext uri="{FF2B5EF4-FFF2-40B4-BE49-F238E27FC236}">
                <a16:creationId xmlns:a16="http://schemas.microsoft.com/office/drawing/2014/main" id="{51C3878F-D3AC-49E1-8F03-12F4A8534773}"/>
              </a:ext>
            </a:extLst>
          </p:cNvPr>
          <p:cNvSpPr>
            <a:spLocks noGrp="1"/>
          </p:cNvSpPr>
          <p:nvPr>
            <p:ph type="ftr" sz="quarter" idx="11"/>
          </p:nvPr>
        </p:nvSpPr>
        <p:spPr/>
        <p:txBody>
          <a:bodyPr/>
          <a:lstStyle/>
          <a:p>
            <a:endParaRPr lang="es-NI"/>
          </a:p>
        </p:txBody>
      </p:sp>
      <p:sp>
        <p:nvSpPr>
          <p:cNvPr id="9" name="Marcador de número de diapositiva 8">
            <a:extLst>
              <a:ext uri="{FF2B5EF4-FFF2-40B4-BE49-F238E27FC236}">
                <a16:creationId xmlns:a16="http://schemas.microsoft.com/office/drawing/2014/main" id="{87E51B70-140D-4B18-893C-BB09026EF2A7}"/>
              </a:ext>
            </a:extLst>
          </p:cNvPr>
          <p:cNvSpPr>
            <a:spLocks noGrp="1"/>
          </p:cNvSpPr>
          <p:nvPr>
            <p:ph type="sldNum" sz="quarter" idx="12"/>
          </p:nvPr>
        </p:nvSpPr>
        <p:spPr/>
        <p:txBody>
          <a:bodyPr/>
          <a:lstStyle/>
          <a:p>
            <a:fld id="{F958EF4D-9915-4994-B00D-01A9F19C1603}" type="slidenum">
              <a:rPr lang="es-NI" smtClean="0"/>
              <a:t>‹Nº›</a:t>
            </a:fld>
            <a:endParaRPr lang="es-NI"/>
          </a:p>
        </p:txBody>
      </p:sp>
    </p:spTree>
    <p:extLst>
      <p:ext uri="{BB962C8B-B14F-4D97-AF65-F5344CB8AC3E}">
        <p14:creationId xmlns:p14="http://schemas.microsoft.com/office/powerpoint/2010/main" val="267909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ED6901-D626-441D-9326-DB15E05EF9BE}"/>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fecha 2">
            <a:extLst>
              <a:ext uri="{FF2B5EF4-FFF2-40B4-BE49-F238E27FC236}">
                <a16:creationId xmlns:a16="http://schemas.microsoft.com/office/drawing/2014/main" id="{8019F2D7-298A-4F80-B2D8-80D9A45AA8FE}"/>
              </a:ext>
            </a:extLst>
          </p:cNvPr>
          <p:cNvSpPr>
            <a:spLocks noGrp="1"/>
          </p:cNvSpPr>
          <p:nvPr>
            <p:ph type="dt" sz="half" idx="10"/>
          </p:nvPr>
        </p:nvSpPr>
        <p:spPr/>
        <p:txBody>
          <a:bodyPr/>
          <a:lstStyle/>
          <a:p>
            <a:fld id="{B3FA7BFB-6140-4AC2-BE7A-C86A5EE41614}" type="datetimeFigureOut">
              <a:rPr lang="es-NI" smtClean="0"/>
              <a:t>3/9/2020</a:t>
            </a:fld>
            <a:endParaRPr lang="es-NI"/>
          </a:p>
        </p:txBody>
      </p:sp>
      <p:sp>
        <p:nvSpPr>
          <p:cNvPr id="4" name="Marcador de pie de página 3">
            <a:extLst>
              <a:ext uri="{FF2B5EF4-FFF2-40B4-BE49-F238E27FC236}">
                <a16:creationId xmlns:a16="http://schemas.microsoft.com/office/drawing/2014/main" id="{3AADAA98-7C18-4198-A5A8-EA95E34D489A}"/>
              </a:ext>
            </a:extLst>
          </p:cNvPr>
          <p:cNvSpPr>
            <a:spLocks noGrp="1"/>
          </p:cNvSpPr>
          <p:nvPr>
            <p:ph type="ftr" sz="quarter" idx="11"/>
          </p:nvPr>
        </p:nvSpPr>
        <p:spPr/>
        <p:txBody>
          <a:bodyPr/>
          <a:lstStyle/>
          <a:p>
            <a:endParaRPr lang="es-NI"/>
          </a:p>
        </p:txBody>
      </p:sp>
      <p:sp>
        <p:nvSpPr>
          <p:cNvPr id="5" name="Marcador de número de diapositiva 4">
            <a:extLst>
              <a:ext uri="{FF2B5EF4-FFF2-40B4-BE49-F238E27FC236}">
                <a16:creationId xmlns:a16="http://schemas.microsoft.com/office/drawing/2014/main" id="{1DA5E224-E4C5-4A49-99C3-D33A9E1B3515}"/>
              </a:ext>
            </a:extLst>
          </p:cNvPr>
          <p:cNvSpPr>
            <a:spLocks noGrp="1"/>
          </p:cNvSpPr>
          <p:nvPr>
            <p:ph type="sldNum" sz="quarter" idx="12"/>
          </p:nvPr>
        </p:nvSpPr>
        <p:spPr/>
        <p:txBody>
          <a:bodyPr/>
          <a:lstStyle/>
          <a:p>
            <a:fld id="{F958EF4D-9915-4994-B00D-01A9F19C1603}" type="slidenum">
              <a:rPr lang="es-NI" smtClean="0"/>
              <a:t>‹Nº›</a:t>
            </a:fld>
            <a:endParaRPr lang="es-NI"/>
          </a:p>
        </p:txBody>
      </p:sp>
    </p:spTree>
    <p:extLst>
      <p:ext uri="{BB962C8B-B14F-4D97-AF65-F5344CB8AC3E}">
        <p14:creationId xmlns:p14="http://schemas.microsoft.com/office/powerpoint/2010/main" val="2892314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5799F5E-0661-4DC1-87BC-EFEF35CF6E5C}"/>
              </a:ext>
            </a:extLst>
          </p:cNvPr>
          <p:cNvSpPr>
            <a:spLocks noGrp="1"/>
          </p:cNvSpPr>
          <p:nvPr>
            <p:ph type="dt" sz="half" idx="10"/>
          </p:nvPr>
        </p:nvSpPr>
        <p:spPr/>
        <p:txBody>
          <a:bodyPr/>
          <a:lstStyle/>
          <a:p>
            <a:fld id="{B3FA7BFB-6140-4AC2-BE7A-C86A5EE41614}" type="datetimeFigureOut">
              <a:rPr lang="es-NI" smtClean="0"/>
              <a:t>3/9/2020</a:t>
            </a:fld>
            <a:endParaRPr lang="es-NI"/>
          </a:p>
        </p:txBody>
      </p:sp>
      <p:sp>
        <p:nvSpPr>
          <p:cNvPr id="3" name="Marcador de pie de página 2">
            <a:extLst>
              <a:ext uri="{FF2B5EF4-FFF2-40B4-BE49-F238E27FC236}">
                <a16:creationId xmlns:a16="http://schemas.microsoft.com/office/drawing/2014/main" id="{63EEABC2-FEF5-479E-AD3E-29B03426550E}"/>
              </a:ext>
            </a:extLst>
          </p:cNvPr>
          <p:cNvSpPr>
            <a:spLocks noGrp="1"/>
          </p:cNvSpPr>
          <p:nvPr>
            <p:ph type="ftr" sz="quarter" idx="11"/>
          </p:nvPr>
        </p:nvSpPr>
        <p:spPr/>
        <p:txBody>
          <a:bodyPr/>
          <a:lstStyle/>
          <a:p>
            <a:endParaRPr lang="es-NI"/>
          </a:p>
        </p:txBody>
      </p:sp>
      <p:sp>
        <p:nvSpPr>
          <p:cNvPr id="4" name="Marcador de número de diapositiva 3">
            <a:extLst>
              <a:ext uri="{FF2B5EF4-FFF2-40B4-BE49-F238E27FC236}">
                <a16:creationId xmlns:a16="http://schemas.microsoft.com/office/drawing/2014/main" id="{D0C843A0-6DDD-4A12-89D8-5A9369588D22}"/>
              </a:ext>
            </a:extLst>
          </p:cNvPr>
          <p:cNvSpPr>
            <a:spLocks noGrp="1"/>
          </p:cNvSpPr>
          <p:nvPr>
            <p:ph type="sldNum" sz="quarter" idx="12"/>
          </p:nvPr>
        </p:nvSpPr>
        <p:spPr/>
        <p:txBody>
          <a:bodyPr/>
          <a:lstStyle/>
          <a:p>
            <a:fld id="{F958EF4D-9915-4994-B00D-01A9F19C1603}" type="slidenum">
              <a:rPr lang="es-NI" smtClean="0"/>
              <a:t>‹Nº›</a:t>
            </a:fld>
            <a:endParaRPr lang="es-NI"/>
          </a:p>
        </p:txBody>
      </p:sp>
    </p:spTree>
    <p:extLst>
      <p:ext uri="{BB962C8B-B14F-4D97-AF65-F5344CB8AC3E}">
        <p14:creationId xmlns:p14="http://schemas.microsoft.com/office/powerpoint/2010/main" val="2331198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236E14-C074-44BD-9327-36A30622F3E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B1707F78-5B6E-499A-AB4F-45D1B64753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texto 3">
            <a:extLst>
              <a:ext uri="{FF2B5EF4-FFF2-40B4-BE49-F238E27FC236}">
                <a16:creationId xmlns:a16="http://schemas.microsoft.com/office/drawing/2014/main" id="{9300F384-E20C-472B-B243-0B0E3F33EA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47F1FC5-D4C2-4F27-9996-2A80C2A0D741}"/>
              </a:ext>
            </a:extLst>
          </p:cNvPr>
          <p:cNvSpPr>
            <a:spLocks noGrp="1"/>
          </p:cNvSpPr>
          <p:nvPr>
            <p:ph type="dt" sz="half" idx="10"/>
          </p:nvPr>
        </p:nvSpPr>
        <p:spPr/>
        <p:txBody>
          <a:bodyPr/>
          <a:lstStyle/>
          <a:p>
            <a:fld id="{B3FA7BFB-6140-4AC2-BE7A-C86A5EE41614}" type="datetimeFigureOut">
              <a:rPr lang="es-NI" smtClean="0"/>
              <a:t>3/9/2020</a:t>
            </a:fld>
            <a:endParaRPr lang="es-NI"/>
          </a:p>
        </p:txBody>
      </p:sp>
      <p:sp>
        <p:nvSpPr>
          <p:cNvPr id="6" name="Marcador de pie de página 5">
            <a:extLst>
              <a:ext uri="{FF2B5EF4-FFF2-40B4-BE49-F238E27FC236}">
                <a16:creationId xmlns:a16="http://schemas.microsoft.com/office/drawing/2014/main" id="{E7254CFE-4282-4176-9281-9224E1F2AD62}"/>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F955FFEB-3BEB-4CD7-9089-C804ADB95369}"/>
              </a:ext>
            </a:extLst>
          </p:cNvPr>
          <p:cNvSpPr>
            <a:spLocks noGrp="1"/>
          </p:cNvSpPr>
          <p:nvPr>
            <p:ph type="sldNum" sz="quarter" idx="12"/>
          </p:nvPr>
        </p:nvSpPr>
        <p:spPr/>
        <p:txBody>
          <a:bodyPr/>
          <a:lstStyle/>
          <a:p>
            <a:fld id="{F958EF4D-9915-4994-B00D-01A9F19C1603}" type="slidenum">
              <a:rPr lang="es-NI" smtClean="0"/>
              <a:t>‹Nº›</a:t>
            </a:fld>
            <a:endParaRPr lang="es-NI"/>
          </a:p>
        </p:txBody>
      </p:sp>
    </p:spTree>
    <p:extLst>
      <p:ext uri="{BB962C8B-B14F-4D97-AF65-F5344CB8AC3E}">
        <p14:creationId xmlns:p14="http://schemas.microsoft.com/office/powerpoint/2010/main" val="1004688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B1B662-1FE7-487A-B3E5-E25AAC063FC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posición de imagen 2">
            <a:extLst>
              <a:ext uri="{FF2B5EF4-FFF2-40B4-BE49-F238E27FC236}">
                <a16:creationId xmlns:a16="http://schemas.microsoft.com/office/drawing/2014/main" id="{FADDBFE4-A290-40B9-87EC-A82F8C6D57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NI"/>
          </a:p>
        </p:txBody>
      </p:sp>
      <p:sp>
        <p:nvSpPr>
          <p:cNvPr id="4" name="Marcador de texto 3">
            <a:extLst>
              <a:ext uri="{FF2B5EF4-FFF2-40B4-BE49-F238E27FC236}">
                <a16:creationId xmlns:a16="http://schemas.microsoft.com/office/drawing/2014/main" id="{0EDBCD57-F40F-4201-85AC-5F1033EDE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70D2E3F-8C94-4097-B8DA-6D0400A66F81}"/>
              </a:ext>
            </a:extLst>
          </p:cNvPr>
          <p:cNvSpPr>
            <a:spLocks noGrp="1"/>
          </p:cNvSpPr>
          <p:nvPr>
            <p:ph type="dt" sz="half" idx="10"/>
          </p:nvPr>
        </p:nvSpPr>
        <p:spPr/>
        <p:txBody>
          <a:bodyPr/>
          <a:lstStyle/>
          <a:p>
            <a:fld id="{B3FA7BFB-6140-4AC2-BE7A-C86A5EE41614}" type="datetimeFigureOut">
              <a:rPr lang="es-NI" smtClean="0"/>
              <a:t>3/9/2020</a:t>
            </a:fld>
            <a:endParaRPr lang="es-NI"/>
          </a:p>
        </p:txBody>
      </p:sp>
      <p:sp>
        <p:nvSpPr>
          <p:cNvPr id="6" name="Marcador de pie de página 5">
            <a:extLst>
              <a:ext uri="{FF2B5EF4-FFF2-40B4-BE49-F238E27FC236}">
                <a16:creationId xmlns:a16="http://schemas.microsoft.com/office/drawing/2014/main" id="{74AFB286-8F3F-4C90-9CB4-9825E64B511D}"/>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3536D85C-19F7-433A-A1FB-C0325B8C88AA}"/>
              </a:ext>
            </a:extLst>
          </p:cNvPr>
          <p:cNvSpPr>
            <a:spLocks noGrp="1"/>
          </p:cNvSpPr>
          <p:nvPr>
            <p:ph type="sldNum" sz="quarter" idx="12"/>
          </p:nvPr>
        </p:nvSpPr>
        <p:spPr/>
        <p:txBody>
          <a:bodyPr/>
          <a:lstStyle/>
          <a:p>
            <a:fld id="{F958EF4D-9915-4994-B00D-01A9F19C1603}" type="slidenum">
              <a:rPr lang="es-NI" smtClean="0"/>
              <a:t>‹Nº›</a:t>
            </a:fld>
            <a:endParaRPr lang="es-NI"/>
          </a:p>
        </p:txBody>
      </p:sp>
    </p:spTree>
    <p:extLst>
      <p:ext uri="{BB962C8B-B14F-4D97-AF65-F5344CB8AC3E}">
        <p14:creationId xmlns:p14="http://schemas.microsoft.com/office/powerpoint/2010/main" val="3197465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1F8873-0B4B-43F2-9DFD-A7E4F3249948}"/>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69F02B0E-870D-4BB9-9FF4-EE51C65C826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D890CB71-3C80-4F49-AC0B-BDC7675844D9}"/>
              </a:ext>
            </a:extLst>
          </p:cNvPr>
          <p:cNvSpPr>
            <a:spLocks noGrp="1"/>
          </p:cNvSpPr>
          <p:nvPr>
            <p:ph type="dt" sz="half" idx="10"/>
          </p:nvPr>
        </p:nvSpPr>
        <p:spPr/>
        <p:txBody>
          <a:bodyPr/>
          <a:lstStyle/>
          <a:p>
            <a:fld id="{B3FA7BFB-6140-4AC2-BE7A-C86A5EE41614}" type="datetimeFigureOut">
              <a:rPr lang="es-NI" smtClean="0"/>
              <a:t>3/9/2020</a:t>
            </a:fld>
            <a:endParaRPr lang="es-NI"/>
          </a:p>
        </p:txBody>
      </p:sp>
      <p:sp>
        <p:nvSpPr>
          <p:cNvPr id="5" name="Marcador de pie de página 4">
            <a:extLst>
              <a:ext uri="{FF2B5EF4-FFF2-40B4-BE49-F238E27FC236}">
                <a16:creationId xmlns:a16="http://schemas.microsoft.com/office/drawing/2014/main" id="{0EFA81ED-8236-4787-93E6-D368FE7E6EC3}"/>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A394764C-72F2-4C0C-B2FB-FE05177EADD0}"/>
              </a:ext>
            </a:extLst>
          </p:cNvPr>
          <p:cNvSpPr>
            <a:spLocks noGrp="1"/>
          </p:cNvSpPr>
          <p:nvPr>
            <p:ph type="sldNum" sz="quarter" idx="12"/>
          </p:nvPr>
        </p:nvSpPr>
        <p:spPr/>
        <p:txBody>
          <a:bodyPr/>
          <a:lstStyle/>
          <a:p>
            <a:fld id="{F958EF4D-9915-4994-B00D-01A9F19C1603}" type="slidenum">
              <a:rPr lang="es-NI" smtClean="0"/>
              <a:t>‹Nº›</a:t>
            </a:fld>
            <a:endParaRPr lang="es-NI"/>
          </a:p>
        </p:txBody>
      </p:sp>
    </p:spTree>
    <p:extLst>
      <p:ext uri="{BB962C8B-B14F-4D97-AF65-F5344CB8AC3E}">
        <p14:creationId xmlns:p14="http://schemas.microsoft.com/office/powerpoint/2010/main" val="3212557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CDD739B-340D-4824-8B89-C6C0B92C72E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15509249-F387-491D-A03B-CDC9DB6F70E9}"/>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5DD264AB-3DFB-4BDB-99C4-17E94CB500A3}"/>
              </a:ext>
            </a:extLst>
          </p:cNvPr>
          <p:cNvSpPr>
            <a:spLocks noGrp="1"/>
          </p:cNvSpPr>
          <p:nvPr>
            <p:ph type="dt" sz="half" idx="10"/>
          </p:nvPr>
        </p:nvSpPr>
        <p:spPr/>
        <p:txBody>
          <a:bodyPr/>
          <a:lstStyle/>
          <a:p>
            <a:fld id="{B3FA7BFB-6140-4AC2-BE7A-C86A5EE41614}" type="datetimeFigureOut">
              <a:rPr lang="es-NI" smtClean="0"/>
              <a:t>3/9/2020</a:t>
            </a:fld>
            <a:endParaRPr lang="es-NI"/>
          </a:p>
        </p:txBody>
      </p:sp>
      <p:sp>
        <p:nvSpPr>
          <p:cNvPr id="5" name="Marcador de pie de página 4">
            <a:extLst>
              <a:ext uri="{FF2B5EF4-FFF2-40B4-BE49-F238E27FC236}">
                <a16:creationId xmlns:a16="http://schemas.microsoft.com/office/drawing/2014/main" id="{96B4EBD6-7CA3-497F-AD54-D79BDFF1F395}"/>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3C4E5E75-252D-44B4-BFAC-110F747564D2}"/>
              </a:ext>
            </a:extLst>
          </p:cNvPr>
          <p:cNvSpPr>
            <a:spLocks noGrp="1"/>
          </p:cNvSpPr>
          <p:nvPr>
            <p:ph type="sldNum" sz="quarter" idx="12"/>
          </p:nvPr>
        </p:nvSpPr>
        <p:spPr/>
        <p:txBody>
          <a:bodyPr/>
          <a:lstStyle/>
          <a:p>
            <a:fld id="{F958EF4D-9915-4994-B00D-01A9F19C1603}" type="slidenum">
              <a:rPr lang="es-NI" smtClean="0"/>
              <a:t>‹Nº›</a:t>
            </a:fld>
            <a:endParaRPr lang="es-NI"/>
          </a:p>
        </p:txBody>
      </p:sp>
    </p:spTree>
    <p:extLst>
      <p:ext uri="{BB962C8B-B14F-4D97-AF65-F5344CB8AC3E}">
        <p14:creationId xmlns:p14="http://schemas.microsoft.com/office/powerpoint/2010/main" val="2718341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6D17B574-1974-471D-A3DE-671EA03BF5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6721E7CA-3BBB-4758-B1E5-432524B943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1FC67CE7-4C83-42B8-9E59-95664C7900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FA7BFB-6140-4AC2-BE7A-C86A5EE41614}" type="datetimeFigureOut">
              <a:rPr lang="es-NI" smtClean="0"/>
              <a:t>3/9/2020</a:t>
            </a:fld>
            <a:endParaRPr lang="es-NI"/>
          </a:p>
        </p:txBody>
      </p:sp>
      <p:sp>
        <p:nvSpPr>
          <p:cNvPr id="5" name="Marcador de pie de página 4">
            <a:extLst>
              <a:ext uri="{FF2B5EF4-FFF2-40B4-BE49-F238E27FC236}">
                <a16:creationId xmlns:a16="http://schemas.microsoft.com/office/drawing/2014/main" id="{2A48EC4D-E422-41A3-ADA1-AB21335EAD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NI"/>
          </a:p>
        </p:txBody>
      </p:sp>
      <p:sp>
        <p:nvSpPr>
          <p:cNvPr id="6" name="Marcador de número de diapositiva 5">
            <a:extLst>
              <a:ext uri="{FF2B5EF4-FFF2-40B4-BE49-F238E27FC236}">
                <a16:creationId xmlns:a16="http://schemas.microsoft.com/office/drawing/2014/main" id="{291F7B70-84F0-48C2-8600-47F4754C5D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58EF4D-9915-4994-B00D-01A9F19C1603}" type="slidenum">
              <a:rPr lang="es-NI" smtClean="0"/>
              <a:t>‹Nº›</a:t>
            </a:fld>
            <a:endParaRPr lang="es-NI"/>
          </a:p>
        </p:txBody>
      </p:sp>
    </p:spTree>
    <p:extLst>
      <p:ext uri="{BB962C8B-B14F-4D97-AF65-F5344CB8AC3E}">
        <p14:creationId xmlns:p14="http://schemas.microsoft.com/office/powerpoint/2010/main" val="8615634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1/relationships/inkAction" Target="../ink/inkAction1.xml"/><Relationship Id="rId7" Type="http://schemas.openxmlformats.org/officeDocument/2006/relationships/comments" Target="../comments/comment1.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microsoft.com/office/2011/relationships/inkAction" Target="../ink/inkAction2.xml"/><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microsoft.com/office/2011/relationships/inkAction" Target="../ink/inkAction3.xml"/><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microsoft.com/office/2011/relationships/inkAction" Target="../ink/inkAction4.xml"/><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microsoft.com/office/2011/relationships/inkAction" Target="../ink/inkAction5.xml"/><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microsoft.com/office/2011/relationships/inkAction" Target="../ink/inkAction6.xml"/><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microsoft.com/office/2011/relationships/inkAction" Target="../ink/inkAction7.xml"/><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microsoft.com/office/2011/relationships/inkAction" Target="../ink/inkAction8.xml"/><Relationship Id="rId2"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microsoft.com/office/2011/relationships/inkAction" Target="../ink/inkAction9.xml"/><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microsoft.com/office/2011/relationships/inkAction" Target="../ink/inkAction10.xml"/><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microsoft.com/office/2011/relationships/inkAction" Target="../ink/inkAction11.xml"/><Relationship Id="rId2"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microsoft.com/office/2011/relationships/inkAction" Target="../ink/inkAction12.xml"/><Relationship Id="rId2"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microsoft.com/office/2011/relationships/inkAction" Target="../ink/inkAction13.xml"/><Relationship Id="rId2"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microsoft.com/office/2011/relationships/inkAction" Target="../ink/inkAction14.xml"/><Relationship Id="rId2"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microsoft.com/office/2011/relationships/inkAction" Target="../ink/inkAction15.xml"/><Relationship Id="rId2" Type="http://schemas.openxmlformats.org/officeDocument/2006/relationships/image" Target="../media/image29.png"/><Relationship Id="rId1" Type="http://schemas.openxmlformats.org/officeDocument/2006/relationships/slideLayout" Target="../slideLayouts/slideLayout1.xml"/><Relationship Id="rId6"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microsoft.com/office/2011/relationships/inkAction" Target="../ink/inkAction16.xml"/><Relationship Id="rId2" Type="http://schemas.openxmlformats.org/officeDocument/2006/relationships/image" Target="../media/image31.png"/><Relationship Id="rId1" Type="http://schemas.openxmlformats.org/officeDocument/2006/relationships/slideLayout" Target="../slideLayouts/slideLayout1.xml"/><Relationship Id="rId6"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microsoft.com/office/2011/relationships/inkAction" Target="../ink/inkAction17.xml"/><Relationship Id="rId2" Type="http://schemas.openxmlformats.org/officeDocument/2006/relationships/image" Target="../media/image33.png"/><Relationship Id="rId1" Type="http://schemas.openxmlformats.org/officeDocument/2006/relationships/slideLayout" Target="../slideLayouts/slideLayout1.xml"/><Relationship Id="rId6"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microsoft.com/office/2011/relationships/inkAction" Target="../ink/inkAction18.xml"/><Relationship Id="rId2" Type="http://schemas.openxmlformats.org/officeDocument/2006/relationships/image" Target="../media/image35.png"/><Relationship Id="rId1" Type="http://schemas.openxmlformats.org/officeDocument/2006/relationships/slideLayout" Target="../slideLayouts/slideLayout1.xml"/><Relationship Id="rId6" Type="http://schemas.openxmlformats.org/officeDocument/2006/relationships/image" Target="../media/image38.png"/></Relationships>
</file>

<file path=ppt/slides/_rels/slide2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microsoft.com/office/2011/relationships/inkAction" Target="../ink/inkAction19.xml"/><Relationship Id="rId2" Type="http://schemas.openxmlformats.org/officeDocument/2006/relationships/image" Target="../media/image39.png"/><Relationship Id="rId1" Type="http://schemas.openxmlformats.org/officeDocument/2006/relationships/slideLayout" Target="../slideLayouts/slideLayout1.xml"/><Relationship Id="rId6"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microsoft.com/office/2011/relationships/inkAction" Target="../ink/inkAction20.xml"/><Relationship Id="rId2" Type="http://schemas.openxmlformats.org/officeDocument/2006/relationships/image" Target="../media/image40.png"/><Relationship Id="rId1" Type="http://schemas.openxmlformats.org/officeDocument/2006/relationships/slideLayout" Target="../slideLayouts/slideLayout1.xml"/><Relationship Id="rId6" Type="http://schemas.openxmlformats.org/officeDocument/2006/relationships/image" Target="../media/image43.png"/></Relationships>
</file>

<file path=ppt/slides/_rels/slide24.xml.rels><?xml version="1.0" encoding="UTF-8" standalone="yes"?>
<Relationships xmlns="http://schemas.openxmlformats.org/package/2006/relationships"><Relationship Id="rId3" Type="http://schemas.microsoft.com/office/2011/relationships/inkAction" Target="../ink/inkAction21.xml"/><Relationship Id="rId2"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45.png"/></Relationships>
</file>

<file path=ppt/slides/_rels/slide25.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6.png"/><Relationship Id="rId2" Type="http://schemas.openxmlformats.org/officeDocument/2006/relationships/image" Target="../media/image44.png"/><Relationship Id="rId1" Type="http://schemas.openxmlformats.org/officeDocument/2006/relationships/slideLayout" Target="../slideLayouts/slideLayout1.xml"/><Relationship Id="rId5" Type="http://schemas.microsoft.com/office/2011/relationships/inkAction" Target="../ink/inkAction22.xml"/><Relationship Id="rId4" Type="http://schemas.openxmlformats.org/officeDocument/2006/relationships/image" Target="../media/image47.png"/></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2.png"/><Relationship Id="rId2" Type="http://schemas.openxmlformats.org/officeDocument/2006/relationships/image" Target="../media/image48.png"/><Relationship Id="rId1" Type="http://schemas.openxmlformats.org/officeDocument/2006/relationships/slideLayout" Target="../slideLayouts/slideLayout1.xml"/><Relationship Id="rId4" Type="http://schemas.microsoft.com/office/2011/relationships/inkAction" Target="../ink/inkAction23.xml"/></Relationships>
</file>

<file path=ppt/slides/_rels/slide27.xml.rels><?xml version="1.0" encoding="UTF-8" standalone="yes"?>
<Relationships xmlns="http://schemas.openxmlformats.org/package/2006/relationships"><Relationship Id="rId3" Type="http://schemas.microsoft.com/office/2011/relationships/inkAction" Target="../ink/inkAction24.xml"/><Relationship Id="rId2" Type="http://schemas.openxmlformats.org/officeDocument/2006/relationships/image" Target="../media/image51.png"/><Relationship Id="rId1" Type="http://schemas.openxmlformats.org/officeDocument/2006/relationships/slideLayout" Target="../slideLayouts/slideLayout1.xml"/><Relationship Id="rId6" Type="http://schemas.openxmlformats.org/officeDocument/2006/relationships/image" Target="../media/image54.png"/></Relationships>
</file>

<file path=ppt/slides/_rels/slide2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3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xml"/><Relationship Id="rId4" Type="http://schemas.openxmlformats.org/officeDocument/2006/relationships/image" Target="../media/image61.png"/></Relationships>
</file>

<file path=ppt/slides/_rels/slide3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xml"/><Relationship Id="rId4" Type="http://schemas.openxmlformats.org/officeDocument/2006/relationships/image" Target="../media/image62.png"/></Relationships>
</file>

<file path=ppt/slides/_rels/slide3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xml"/><Relationship Id="rId4" Type="http://schemas.openxmlformats.org/officeDocument/2006/relationships/image" Target="../media/image63.png"/></Relationships>
</file>

<file path=ppt/slides/_rels/slide3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3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xml"/><Relationship Id="rId4" Type="http://schemas.openxmlformats.org/officeDocument/2006/relationships/image" Target="../media/image65.png"/></Relationships>
</file>

<file path=ppt/slides/_rels/slide3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58.png"/><Relationship Id="rId1" Type="http://schemas.openxmlformats.org/officeDocument/2006/relationships/slideLayout" Target="../slideLayouts/slideLayout1.xml"/><Relationship Id="rId4" Type="http://schemas.openxmlformats.org/officeDocument/2006/relationships/image" Target="../media/image67.png"/></Relationships>
</file>

<file path=ppt/slides/_rels/slide3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58.png"/><Relationship Id="rId1" Type="http://schemas.openxmlformats.org/officeDocument/2006/relationships/slideLayout" Target="../slideLayouts/slideLayout1.xml"/><Relationship Id="rId4" Type="http://schemas.openxmlformats.org/officeDocument/2006/relationships/image" Target="../media/image68.png"/></Relationships>
</file>

<file path=ppt/slides/_rels/slide3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58.png"/><Relationship Id="rId1" Type="http://schemas.openxmlformats.org/officeDocument/2006/relationships/slideLayout" Target="../slideLayouts/slideLayout1.xml"/><Relationship Id="rId4" Type="http://schemas.openxmlformats.org/officeDocument/2006/relationships/image" Target="../media/image69.png"/></Relationships>
</file>

<file path=ppt/slides/_rels/slide3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xml"/><Relationship Id="rId5" Type="http://schemas.openxmlformats.org/officeDocument/2006/relationships/image" Target="../media/image73.png"/><Relationship Id="rId4" Type="http://schemas.openxmlformats.org/officeDocument/2006/relationships/image" Target="../media/image72.png"/></Relationships>
</file>

<file path=ppt/slides/_rels/slide4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4.png"/><Relationship Id="rId1" Type="http://schemas.openxmlformats.org/officeDocument/2006/relationships/slideLayout" Target="../slideLayouts/slideLayout1.xml"/><Relationship Id="rId5" Type="http://schemas.openxmlformats.org/officeDocument/2006/relationships/image" Target="../media/image73.png"/><Relationship Id="rId4" Type="http://schemas.openxmlformats.org/officeDocument/2006/relationships/image" Target="../media/image72.png"/></Relationships>
</file>

<file path=ppt/slides/_rels/slide4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5.png"/><Relationship Id="rId1" Type="http://schemas.openxmlformats.org/officeDocument/2006/relationships/slideLayout" Target="../slideLayouts/slideLayout1.xml"/><Relationship Id="rId5" Type="http://schemas.openxmlformats.org/officeDocument/2006/relationships/image" Target="../media/image73.png"/><Relationship Id="rId4" Type="http://schemas.openxmlformats.org/officeDocument/2006/relationships/image" Target="../media/image72.png"/></Relationships>
</file>

<file path=ppt/slides/_rels/slide4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6.png"/><Relationship Id="rId1" Type="http://schemas.openxmlformats.org/officeDocument/2006/relationships/slideLayout" Target="../slideLayouts/slideLayout1.xml"/><Relationship Id="rId5" Type="http://schemas.openxmlformats.org/officeDocument/2006/relationships/image" Target="../media/image73.png"/><Relationship Id="rId4" Type="http://schemas.openxmlformats.org/officeDocument/2006/relationships/image" Target="../media/image72.png"/></Relationships>
</file>

<file path=ppt/slides/_rels/slide4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7.png"/><Relationship Id="rId1" Type="http://schemas.openxmlformats.org/officeDocument/2006/relationships/slideLayout" Target="../slideLayouts/slideLayout1.xml"/><Relationship Id="rId5" Type="http://schemas.openxmlformats.org/officeDocument/2006/relationships/image" Target="../media/image73.png"/><Relationship Id="rId4" Type="http://schemas.openxmlformats.org/officeDocument/2006/relationships/image" Target="../media/image72.png"/></Relationships>
</file>

<file path=ppt/slides/_rels/slide4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8.png"/><Relationship Id="rId1" Type="http://schemas.openxmlformats.org/officeDocument/2006/relationships/slideLayout" Target="../slideLayouts/slideLayout1.xml"/><Relationship Id="rId5" Type="http://schemas.openxmlformats.org/officeDocument/2006/relationships/image" Target="../media/image73.png"/><Relationship Id="rId4" Type="http://schemas.openxmlformats.org/officeDocument/2006/relationships/image" Target="../media/image72.png"/></Relationships>
</file>

<file path=ppt/slides/_rels/slide4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9.png"/><Relationship Id="rId1" Type="http://schemas.openxmlformats.org/officeDocument/2006/relationships/slideLayout" Target="../slideLayouts/slideLayout1.xml"/><Relationship Id="rId5" Type="http://schemas.openxmlformats.org/officeDocument/2006/relationships/image" Target="../media/image73.png"/><Relationship Id="rId4" Type="http://schemas.openxmlformats.org/officeDocument/2006/relationships/image" Target="../media/image72.png"/></Relationships>
</file>

<file path=ppt/slides/_rels/slide4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80.png"/><Relationship Id="rId1" Type="http://schemas.openxmlformats.org/officeDocument/2006/relationships/slideLayout" Target="../slideLayouts/slideLayout1.xml"/><Relationship Id="rId5" Type="http://schemas.openxmlformats.org/officeDocument/2006/relationships/image" Target="../media/image73.png"/><Relationship Id="rId4" Type="http://schemas.openxmlformats.org/officeDocument/2006/relationships/image" Target="../media/image72.png"/></Relationships>
</file>

<file path=ppt/slides/_rels/slide4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81.png"/><Relationship Id="rId1" Type="http://schemas.openxmlformats.org/officeDocument/2006/relationships/slideLayout" Target="../slideLayouts/slideLayout1.xml"/><Relationship Id="rId5" Type="http://schemas.openxmlformats.org/officeDocument/2006/relationships/image" Target="../media/image73.png"/><Relationship Id="rId4" Type="http://schemas.openxmlformats.org/officeDocument/2006/relationships/image" Target="../media/image72.png"/></Relationships>
</file>

<file path=ppt/slides/_rels/slide4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xml"/><Relationship Id="rId5" Type="http://schemas.openxmlformats.org/officeDocument/2006/relationships/image" Target="../media/image85.png"/><Relationship Id="rId4" Type="http://schemas.openxmlformats.org/officeDocument/2006/relationships/image" Target="../media/image84.png"/></Relationships>
</file>

<file path=ppt/slides/_rels/slide49.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C58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descr="Imagen que contiene texto, refrigerador, lego&#10;&#10;Descripción generada automáticamente">
            <a:extLst>
              <a:ext uri="{FF2B5EF4-FFF2-40B4-BE49-F238E27FC236}">
                <a16:creationId xmlns:a16="http://schemas.microsoft.com/office/drawing/2014/main" id="{40CBFC91-8009-41AB-9B01-A2AC5A841600}"/>
              </a:ext>
            </a:extLst>
          </p:cNvPr>
          <p:cNvPicPr>
            <a:picLocks noChangeAspect="1"/>
          </p:cNvPicPr>
          <p:nvPr/>
        </p:nvPicPr>
        <p:blipFill>
          <a:blip r:embed="rId2"/>
          <a:stretch>
            <a:fillRect/>
          </a:stretch>
        </p:blipFill>
        <p:spPr>
          <a:xfrm>
            <a:off x="1143941" y="643467"/>
            <a:ext cx="9904118" cy="5571066"/>
          </a:xfrm>
          <a:prstGeom prst="rect">
            <a:avLst/>
          </a:prstGeom>
        </p:spPr>
      </p:pic>
      <p:sp>
        <p:nvSpPr>
          <p:cNvPr id="5" name="Rectángulo 4">
            <a:extLst>
              <a:ext uri="{FF2B5EF4-FFF2-40B4-BE49-F238E27FC236}">
                <a16:creationId xmlns:a16="http://schemas.microsoft.com/office/drawing/2014/main" id="{F86EFABA-3527-4DD0-B955-C6A8D17E0A8D}"/>
              </a:ext>
            </a:extLst>
          </p:cNvPr>
          <p:cNvSpPr/>
          <p:nvPr/>
        </p:nvSpPr>
        <p:spPr>
          <a:xfrm>
            <a:off x="1018903" y="643467"/>
            <a:ext cx="992777" cy="5191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8" name="Rectángulo 7">
            <a:extLst>
              <a:ext uri="{FF2B5EF4-FFF2-40B4-BE49-F238E27FC236}">
                <a16:creationId xmlns:a16="http://schemas.microsoft.com/office/drawing/2014/main" id="{5649ED3D-FB39-4861-8A5E-49AE12F1903D}"/>
              </a:ext>
            </a:extLst>
          </p:cNvPr>
          <p:cNvSpPr/>
          <p:nvPr/>
        </p:nvSpPr>
        <p:spPr>
          <a:xfrm>
            <a:off x="9892358" y="5695406"/>
            <a:ext cx="992777" cy="51912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xmlns:p14="http://schemas.microsoft.com/office/powerpoint/2010/main" xmlns:iact="http://schemas.microsoft.com/office/powerpoint/2014/inkAction">
        <mc:Choice Requires="p14 iact">
          <p:contentPart p14:bwMode="auto" r:id="rId3">
            <p14:nvContentPartPr>
              <p14:cNvPr id="7" name="Entrada de lápiz 6">
                <a:extLst>
                  <a:ext uri="{FF2B5EF4-FFF2-40B4-BE49-F238E27FC236}">
                    <a16:creationId xmlns:a16="http://schemas.microsoft.com/office/drawing/2014/main" id="{30CAE73F-8236-4B84-9F01-E05397C34037}"/>
                  </a:ext>
                </a:extLst>
              </p14:cNvPr>
              <p14:cNvContentPartPr/>
              <p14:nvPr>
                <p:extLst>
                  <p:ext uri="{42D2F446-02D8-4167-A562-619A0277C38B}">
                    <p15:isNarration xmlns:p15="http://schemas.microsoft.com/office/powerpoint/2012/main" val="1"/>
                  </p:ext>
                </p:extLst>
              </p14:nvPr>
            </p14:nvContentPartPr>
            <p14:xfrm>
              <a:off x="1965240" y="838440"/>
              <a:ext cx="8549640" cy="5419440"/>
            </p14:xfrm>
          </p:contentPart>
        </mc:Choice>
        <mc:Fallback xmlns="">
          <p:pic>
            <p:nvPicPr>
              <p:cNvPr id="7" name="Entrada de lápiz 6">
                <a:extLst>
                  <a:ext uri="{FF2B5EF4-FFF2-40B4-BE49-F238E27FC236}">
                    <a16:creationId xmlns:a16="http://schemas.microsoft.com/office/drawing/2014/main" id="{30CAE73F-8236-4B84-9F01-E05397C34037}"/>
                  </a:ext>
                </a:extLst>
              </p:cNvPr>
              <p:cNvPicPr>
                <a:picLocks noGrp="1" noRot="1" noChangeAspect="1" noMove="1" noResize="1" noEditPoints="1" noAdjustHandles="1" noChangeArrowheads="1" noChangeShapeType="1"/>
              </p:cNvPicPr>
              <p:nvPr/>
            </p:nvPicPr>
            <p:blipFill>
              <a:blip r:embed="rId6"/>
              <a:stretch>
                <a:fillRect/>
              </a:stretch>
            </p:blipFill>
            <p:spPr>
              <a:xfrm>
                <a:off x="1955880" y="829080"/>
                <a:ext cx="8568360" cy="5438160"/>
              </a:xfrm>
              <a:prstGeom prst="rect">
                <a:avLst/>
              </a:prstGeom>
            </p:spPr>
          </p:pic>
        </mc:Fallback>
      </mc:AlternateContent>
    </p:spTree>
    <p:extLst>
      <p:ext uri="{BB962C8B-B14F-4D97-AF65-F5344CB8AC3E}">
        <p14:creationId xmlns:p14="http://schemas.microsoft.com/office/powerpoint/2010/main" val="2898640067"/>
      </p:ext>
    </p:extLst>
  </p:cSld>
  <p:clrMapOvr>
    <a:masterClrMapping/>
  </p:clrMapOvr>
  <mc:AlternateContent xmlns:mc="http://schemas.openxmlformats.org/markup-compatibility/2006" xmlns:p14="http://schemas.microsoft.com/office/powerpoint/2010/main">
    <mc:Choice Requires="p14">
      <p:transition spd="slow" p14:dur="2000" advTm="94317"/>
    </mc:Choice>
    <mc:Fallback xmlns="">
      <p:transition spd="slow" advTm="9431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md type="call" cmd="playFrom(0.0)">
                                      <p:cBhvr>
                                        <p:cTn id="7"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C58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40CBFC91-8009-41AB-9B01-A2AC5A84160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43941" y="644826"/>
            <a:ext cx="9904118" cy="5568347"/>
          </a:xfrm>
          <a:prstGeom prst="rect">
            <a:avLst/>
          </a:prstGeom>
        </p:spPr>
      </p:pic>
      <p:sp>
        <p:nvSpPr>
          <p:cNvPr id="5" name="Rectángulo 4">
            <a:extLst>
              <a:ext uri="{FF2B5EF4-FFF2-40B4-BE49-F238E27FC236}">
                <a16:creationId xmlns:a16="http://schemas.microsoft.com/office/drawing/2014/main" id="{48B1C830-3FF5-4086-AA68-B02ABF9512EC}"/>
              </a:ext>
            </a:extLst>
          </p:cNvPr>
          <p:cNvSpPr/>
          <p:nvPr/>
        </p:nvSpPr>
        <p:spPr>
          <a:xfrm>
            <a:off x="9892358" y="5695406"/>
            <a:ext cx="992777" cy="51912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xmlns:p14="http://schemas.microsoft.com/office/powerpoint/2010/main" xmlns:iact="http://schemas.microsoft.com/office/powerpoint/2014/inkAction">
        <mc:Choice Requires="p14 iact">
          <p:contentPart p14:bwMode="auto" r:id="rId3">
            <p14:nvContentPartPr>
              <p14:cNvPr id="2" name="Entrada de lápiz 1">
                <a:extLst>
                  <a:ext uri="{FF2B5EF4-FFF2-40B4-BE49-F238E27FC236}">
                    <a16:creationId xmlns:a16="http://schemas.microsoft.com/office/drawing/2014/main" id="{646715DB-B45A-417B-B8A7-3D0D3C4D7F71}"/>
                  </a:ext>
                </a:extLst>
              </p14:cNvPr>
              <p14:cNvContentPartPr/>
              <p14:nvPr>
                <p:extLst>
                  <p:ext uri="{42D2F446-02D8-4167-A562-619A0277C38B}">
                    <p15:isNarration xmlns:p15="http://schemas.microsoft.com/office/powerpoint/2012/main" val="1"/>
                  </p:ext>
                </p:extLst>
              </p14:nvPr>
            </p14:nvContentPartPr>
            <p14:xfrm>
              <a:off x="2816280" y="1714680"/>
              <a:ext cx="6033960" cy="3717000"/>
            </p14:xfrm>
          </p:contentPart>
        </mc:Choice>
        <mc:Fallback xmlns="">
          <p:pic>
            <p:nvPicPr>
              <p:cNvPr id="2" name="Entrada de lápiz 1">
                <a:extLst>
                  <a:ext uri="{FF2B5EF4-FFF2-40B4-BE49-F238E27FC236}">
                    <a16:creationId xmlns:a16="http://schemas.microsoft.com/office/drawing/2014/main" id="{646715DB-B45A-417B-B8A7-3D0D3C4D7F71}"/>
                  </a:ext>
                </a:extLst>
              </p:cNvPr>
              <p:cNvPicPr>
                <a:picLocks noGrp="1" noRot="1" noChangeAspect="1" noMove="1" noResize="1" noEditPoints="1" noAdjustHandles="1" noChangeArrowheads="1" noChangeShapeType="1"/>
              </p:cNvPicPr>
              <p:nvPr/>
            </p:nvPicPr>
            <p:blipFill>
              <a:blip r:embed="rId6"/>
              <a:stretch>
                <a:fillRect/>
              </a:stretch>
            </p:blipFill>
            <p:spPr>
              <a:xfrm>
                <a:off x="2806920" y="1705320"/>
                <a:ext cx="6059160" cy="3735720"/>
              </a:xfrm>
              <a:prstGeom prst="rect">
                <a:avLst/>
              </a:prstGeom>
            </p:spPr>
          </p:pic>
        </mc:Fallback>
      </mc:AlternateContent>
    </p:spTree>
    <p:extLst>
      <p:ext uri="{BB962C8B-B14F-4D97-AF65-F5344CB8AC3E}">
        <p14:creationId xmlns:p14="http://schemas.microsoft.com/office/powerpoint/2010/main" val="1303024841"/>
      </p:ext>
    </p:extLst>
  </p:cSld>
  <p:clrMapOvr>
    <a:masterClrMapping/>
  </p:clrMapOvr>
  <mc:AlternateContent xmlns:mc="http://schemas.openxmlformats.org/markup-compatibility/2006" xmlns:p14="http://schemas.microsoft.com/office/powerpoint/2010/main">
    <mc:Choice Requires="p14">
      <p:transition spd="slow" p14:dur="2000" advTm="60991"/>
    </mc:Choice>
    <mc:Fallback xmlns="">
      <p:transition spd="slow" advTm="609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C58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40CBFC91-8009-41AB-9B01-A2AC5A84160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43942" y="644826"/>
            <a:ext cx="9904116" cy="5568347"/>
          </a:xfrm>
          <a:prstGeom prst="rect">
            <a:avLst/>
          </a:prstGeom>
        </p:spPr>
      </p:pic>
      <p:sp>
        <p:nvSpPr>
          <p:cNvPr id="5" name="Rectángulo 4">
            <a:extLst>
              <a:ext uri="{FF2B5EF4-FFF2-40B4-BE49-F238E27FC236}">
                <a16:creationId xmlns:a16="http://schemas.microsoft.com/office/drawing/2014/main" id="{02168A08-C852-43A4-A6E9-F84CD2F0E61B}"/>
              </a:ext>
            </a:extLst>
          </p:cNvPr>
          <p:cNvSpPr/>
          <p:nvPr/>
        </p:nvSpPr>
        <p:spPr>
          <a:xfrm>
            <a:off x="9892358" y="5695406"/>
            <a:ext cx="992777" cy="51912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xmlns:p14="http://schemas.microsoft.com/office/powerpoint/2010/main" xmlns:iact="http://schemas.microsoft.com/office/powerpoint/2014/inkAction">
        <mc:Choice Requires="p14 iact">
          <p:contentPart p14:bwMode="auto" r:id="rId3">
            <p14:nvContentPartPr>
              <p14:cNvPr id="3" name="Entrada de lápiz 2">
                <a:extLst>
                  <a:ext uri="{FF2B5EF4-FFF2-40B4-BE49-F238E27FC236}">
                    <a16:creationId xmlns:a16="http://schemas.microsoft.com/office/drawing/2014/main" id="{10B7C487-1593-41D0-9007-7C7274CB0538}"/>
                  </a:ext>
                </a:extLst>
              </p14:cNvPr>
              <p14:cNvContentPartPr/>
              <p14:nvPr>
                <p:extLst>
                  <p:ext uri="{42D2F446-02D8-4167-A562-619A0277C38B}">
                    <p15:isNarration xmlns:p15="http://schemas.microsoft.com/office/powerpoint/2012/main" val="1"/>
                  </p:ext>
                </p:extLst>
              </p14:nvPr>
            </p14:nvContentPartPr>
            <p14:xfrm>
              <a:off x="3555000" y="2590560"/>
              <a:ext cx="4105800" cy="2478240"/>
            </p14:xfrm>
          </p:contentPart>
        </mc:Choice>
        <mc:Fallback xmlns="">
          <p:pic>
            <p:nvPicPr>
              <p:cNvPr id="3" name="Entrada de lápiz 2">
                <a:extLst>
                  <a:ext uri="{FF2B5EF4-FFF2-40B4-BE49-F238E27FC236}">
                    <a16:creationId xmlns:a16="http://schemas.microsoft.com/office/drawing/2014/main" id="{10B7C487-1593-41D0-9007-7C7274CB0538}"/>
                  </a:ext>
                </a:extLst>
              </p:cNvPr>
              <p:cNvPicPr>
                <a:picLocks noGrp="1" noRot="1" noChangeAspect="1" noMove="1" noResize="1" noEditPoints="1" noAdjustHandles="1" noChangeArrowheads="1" noChangeShapeType="1"/>
              </p:cNvPicPr>
              <p:nvPr/>
            </p:nvPicPr>
            <p:blipFill>
              <a:blip r:embed="rId6"/>
              <a:stretch>
                <a:fillRect/>
              </a:stretch>
            </p:blipFill>
            <p:spPr>
              <a:xfrm>
                <a:off x="3539160" y="2527200"/>
                <a:ext cx="4137120" cy="2604960"/>
              </a:xfrm>
              <a:prstGeom prst="rect">
                <a:avLst/>
              </a:prstGeom>
            </p:spPr>
          </p:pic>
        </mc:Fallback>
      </mc:AlternateContent>
    </p:spTree>
    <p:extLst>
      <p:ext uri="{BB962C8B-B14F-4D97-AF65-F5344CB8AC3E}">
        <p14:creationId xmlns:p14="http://schemas.microsoft.com/office/powerpoint/2010/main" val="1412885485"/>
      </p:ext>
    </p:extLst>
  </p:cSld>
  <p:clrMapOvr>
    <a:masterClrMapping/>
  </p:clrMapOvr>
  <mc:AlternateContent xmlns:mc="http://schemas.openxmlformats.org/markup-compatibility/2006" xmlns:p14="http://schemas.microsoft.com/office/powerpoint/2010/main">
    <mc:Choice Requires="p14">
      <p:transition spd="slow" p14:dur="2000" advTm="52258"/>
    </mc:Choice>
    <mc:Fallback xmlns="">
      <p:transition spd="slow" advTm="5225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C58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40CBFC91-8009-41AB-9B01-A2AC5A84160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43942" y="644826"/>
            <a:ext cx="9904116" cy="5568346"/>
          </a:xfrm>
          <a:prstGeom prst="rect">
            <a:avLst/>
          </a:prstGeom>
        </p:spPr>
      </p:pic>
      <p:sp>
        <p:nvSpPr>
          <p:cNvPr id="5" name="Rectángulo 4">
            <a:extLst>
              <a:ext uri="{FF2B5EF4-FFF2-40B4-BE49-F238E27FC236}">
                <a16:creationId xmlns:a16="http://schemas.microsoft.com/office/drawing/2014/main" id="{0BCC3ADA-E6A1-48DA-B6DE-8C3AFC1F6627}"/>
              </a:ext>
            </a:extLst>
          </p:cNvPr>
          <p:cNvSpPr/>
          <p:nvPr/>
        </p:nvSpPr>
        <p:spPr>
          <a:xfrm>
            <a:off x="9892358" y="5695406"/>
            <a:ext cx="992777" cy="51912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xmlns:p14="http://schemas.microsoft.com/office/powerpoint/2010/main" xmlns:iact="http://schemas.microsoft.com/office/powerpoint/2014/inkAction">
        <mc:Choice Requires="p14 iact">
          <p:contentPart p14:bwMode="auto" r:id="rId3">
            <p14:nvContentPartPr>
              <p14:cNvPr id="2" name="Entrada de lápiz 1">
                <a:extLst>
                  <a:ext uri="{FF2B5EF4-FFF2-40B4-BE49-F238E27FC236}">
                    <a16:creationId xmlns:a16="http://schemas.microsoft.com/office/drawing/2014/main" id="{46EBE71B-989B-43A7-9D81-CAA4B80A6D31}"/>
                  </a:ext>
                </a:extLst>
              </p14:cNvPr>
              <p14:cNvContentPartPr/>
              <p14:nvPr>
                <p:extLst>
                  <p:ext uri="{42D2F446-02D8-4167-A562-619A0277C38B}">
                    <p15:isNarration xmlns:p15="http://schemas.microsoft.com/office/powerpoint/2012/main" val="1"/>
                  </p:ext>
                </p:extLst>
              </p14:nvPr>
            </p14:nvContentPartPr>
            <p14:xfrm>
              <a:off x="1477080" y="1827360"/>
              <a:ext cx="5883480" cy="3754800"/>
            </p14:xfrm>
          </p:contentPart>
        </mc:Choice>
        <mc:Fallback xmlns="">
          <p:pic>
            <p:nvPicPr>
              <p:cNvPr id="2" name="Entrada de lápiz 1">
                <a:extLst>
                  <a:ext uri="{FF2B5EF4-FFF2-40B4-BE49-F238E27FC236}">
                    <a16:creationId xmlns:a16="http://schemas.microsoft.com/office/drawing/2014/main" id="{46EBE71B-989B-43A7-9D81-CAA4B80A6D31}"/>
                  </a:ext>
                </a:extLst>
              </p:cNvPr>
              <p:cNvPicPr>
                <a:picLocks noGrp="1" noRot="1" noChangeAspect="1" noMove="1" noResize="1" noEditPoints="1" noAdjustHandles="1" noChangeArrowheads="1" noChangeShapeType="1"/>
              </p:cNvPicPr>
              <p:nvPr/>
            </p:nvPicPr>
            <p:blipFill>
              <a:blip r:embed="rId6"/>
              <a:stretch>
                <a:fillRect/>
              </a:stretch>
            </p:blipFill>
            <p:spPr>
              <a:xfrm>
                <a:off x="1467720" y="1818000"/>
                <a:ext cx="5902200" cy="3773520"/>
              </a:xfrm>
              <a:prstGeom prst="rect">
                <a:avLst/>
              </a:prstGeom>
            </p:spPr>
          </p:pic>
        </mc:Fallback>
      </mc:AlternateContent>
    </p:spTree>
    <p:extLst>
      <p:ext uri="{BB962C8B-B14F-4D97-AF65-F5344CB8AC3E}">
        <p14:creationId xmlns:p14="http://schemas.microsoft.com/office/powerpoint/2010/main" val="3379900809"/>
      </p:ext>
    </p:extLst>
  </p:cSld>
  <p:clrMapOvr>
    <a:masterClrMapping/>
  </p:clrMapOvr>
  <mc:AlternateContent xmlns:mc="http://schemas.openxmlformats.org/markup-compatibility/2006" xmlns:p14="http://schemas.microsoft.com/office/powerpoint/2010/main">
    <mc:Choice Requires="p14">
      <p:transition spd="slow" p14:dur="2000" advTm="125779"/>
    </mc:Choice>
    <mc:Fallback xmlns="">
      <p:transition spd="slow" advTm="12577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C58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40CBFC91-8009-41AB-9B01-A2AC5A84160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43942" y="644826"/>
            <a:ext cx="9904115" cy="5568346"/>
          </a:xfrm>
          <a:prstGeom prst="rect">
            <a:avLst/>
          </a:prstGeom>
        </p:spPr>
      </p:pic>
      <p:sp>
        <p:nvSpPr>
          <p:cNvPr id="5" name="Rectángulo 4">
            <a:extLst>
              <a:ext uri="{FF2B5EF4-FFF2-40B4-BE49-F238E27FC236}">
                <a16:creationId xmlns:a16="http://schemas.microsoft.com/office/drawing/2014/main" id="{B2686370-A712-419A-8607-2AF2CA66AED2}"/>
              </a:ext>
            </a:extLst>
          </p:cNvPr>
          <p:cNvSpPr/>
          <p:nvPr/>
        </p:nvSpPr>
        <p:spPr>
          <a:xfrm>
            <a:off x="9892358" y="5695406"/>
            <a:ext cx="992777" cy="51912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xmlns:p14="http://schemas.microsoft.com/office/powerpoint/2010/main" xmlns:iact="http://schemas.microsoft.com/office/powerpoint/2014/inkAction">
        <mc:Choice Requires="p14 iact">
          <p:contentPart p14:bwMode="auto" r:id="rId3">
            <p14:nvContentPartPr>
              <p14:cNvPr id="3" name="Entrada de lápiz 2">
                <a:extLst>
                  <a:ext uri="{FF2B5EF4-FFF2-40B4-BE49-F238E27FC236}">
                    <a16:creationId xmlns:a16="http://schemas.microsoft.com/office/drawing/2014/main" id="{5484F3C4-5649-4DFB-8908-21C89B9BC61E}"/>
                  </a:ext>
                </a:extLst>
              </p14:cNvPr>
              <p14:cNvContentPartPr/>
              <p14:nvPr>
                <p:extLst>
                  <p:ext uri="{42D2F446-02D8-4167-A562-619A0277C38B}">
                    <p15:isNarration xmlns:p15="http://schemas.microsoft.com/office/powerpoint/2012/main" val="1"/>
                  </p:ext>
                </p:extLst>
              </p14:nvPr>
            </p14:nvContentPartPr>
            <p14:xfrm>
              <a:off x="3905280" y="2190240"/>
              <a:ext cx="3330000" cy="3254040"/>
            </p14:xfrm>
          </p:contentPart>
        </mc:Choice>
        <mc:Fallback xmlns="">
          <p:pic>
            <p:nvPicPr>
              <p:cNvPr id="3" name="Entrada de lápiz 2">
                <a:extLst>
                  <a:ext uri="{FF2B5EF4-FFF2-40B4-BE49-F238E27FC236}">
                    <a16:creationId xmlns:a16="http://schemas.microsoft.com/office/drawing/2014/main" id="{5484F3C4-5649-4DFB-8908-21C89B9BC61E}"/>
                  </a:ext>
                </a:extLst>
              </p:cNvPr>
              <p:cNvPicPr>
                <a:picLocks noGrp="1" noRot="1" noChangeAspect="1" noMove="1" noResize="1" noEditPoints="1" noAdjustHandles="1" noChangeArrowheads="1" noChangeShapeType="1"/>
              </p:cNvPicPr>
              <p:nvPr/>
            </p:nvPicPr>
            <p:blipFill>
              <a:blip r:embed="rId6"/>
              <a:stretch>
                <a:fillRect/>
              </a:stretch>
            </p:blipFill>
            <p:spPr>
              <a:xfrm>
                <a:off x="3895920" y="2180880"/>
                <a:ext cx="3348720" cy="3272760"/>
              </a:xfrm>
              <a:prstGeom prst="rect">
                <a:avLst/>
              </a:prstGeom>
            </p:spPr>
          </p:pic>
        </mc:Fallback>
      </mc:AlternateContent>
    </p:spTree>
    <p:extLst>
      <p:ext uri="{BB962C8B-B14F-4D97-AF65-F5344CB8AC3E}">
        <p14:creationId xmlns:p14="http://schemas.microsoft.com/office/powerpoint/2010/main" val="416194437"/>
      </p:ext>
    </p:extLst>
  </p:cSld>
  <p:clrMapOvr>
    <a:masterClrMapping/>
  </p:clrMapOvr>
  <mc:AlternateContent xmlns:mc="http://schemas.openxmlformats.org/markup-compatibility/2006" xmlns:p14="http://schemas.microsoft.com/office/powerpoint/2010/main">
    <mc:Choice Requires="p14">
      <p:transition spd="slow" p14:dur="2000" advTm="120392"/>
    </mc:Choice>
    <mc:Fallback xmlns="">
      <p:transition spd="slow" advTm="12039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C58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40CBFC91-8009-41AB-9B01-A2AC5A84160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43942" y="644826"/>
            <a:ext cx="9904115" cy="5568345"/>
          </a:xfrm>
          <a:prstGeom prst="rect">
            <a:avLst/>
          </a:prstGeom>
        </p:spPr>
      </p:pic>
      <p:sp>
        <p:nvSpPr>
          <p:cNvPr id="5" name="Rectángulo 4">
            <a:extLst>
              <a:ext uri="{FF2B5EF4-FFF2-40B4-BE49-F238E27FC236}">
                <a16:creationId xmlns:a16="http://schemas.microsoft.com/office/drawing/2014/main" id="{9A7D77F6-C881-49C3-814E-BF7704A60F92}"/>
              </a:ext>
            </a:extLst>
          </p:cNvPr>
          <p:cNvSpPr/>
          <p:nvPr/>
        </p:nvSpPr>
        <p:spPr>
          <a:xfrm>
            <a:off x="9892358" y="5695406"/>
            <a:ext cx="992777" cy="51912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xmlns:p14="http://schemas.microsoft.com/office/powerpoint/2010/main" xmlns:iact="http://schemas.microsoft.com/office/powerpoint/2014/inkAction">
        <mc:Choice Requires="p14 iact">
          <p:contentPart p14:bwMode="auto" r:id="rId3">
            <p14:nvContentPartPr>
              <p14:cNvPr id="3" name="Entrada de lápiz 2">
                <a:extLst>
                  <a:ext uri="{FF2B5EF4-FFF2-40B4-BE49-F238E27FC236}">
                    <a16:creationId xmlns:a16="http://schemas.microsoft.com/office/drawing/2014/main" id="{B3E41B4C-9FB2-42C6-A43D-3C6F7809C405}"/>
                  </a:ext>
                </a:extLst>
              </p14:cNvPr>
              <p14:cNvContentPartPr/>
              <p14:nvPr>
                <p:extLst>
                  <p:ext uri="{42D2F446-02D8-4167-A562-619A0277C38B}">
                    <p15:isNarration xmlns:p15="http://schemas.microsoft.com/office/powerpoint/2012/main" val="1"/>
                  </p:ext>
                </p:extLst>
              </p14:nvPr>
            </p14:nvContentPartPr>
            <p14:xfrm>
              <a:off x="3780360" y="1990080"/>
              <a:ext cx="7185240" cy="3366720"/>
            </p14:xfrm>
          </p:contentPart>
        </mc:Choice>
        <mc:Fallback xmlns="">
          <p:pic>
            <p:nvPicPr>
              <p:cNvPr id="3" name="Entrada de lápiz 2">
                <a:extLst>
                  <a:ext uri="{FF2B5EF4-FFF2-40B4-BE49-F238E27FC236}">
                    <a16:creationId xmlns:a16="http://schemas.microsoft.com/office/drawing/2014/main" id="{B3E41B4C-9FB2-42C6-A43D-3C6F7809C405}"/>
                  </a:ext>
                </a:extLst>
              </p:cNvPr>
              <p:cNvPicPr>
                <a:picLocks noGrp="1" noRot="1" noChangeAspect="1" noMove="1" noResize="1" noEditPoints="1" noAdjustHandles="1" noChangeArrowheads="1" noChangeShapeType="1"/>
              </p:cNvPicPr>
              <p:nvPr/>
            </p:nvPicPr>
            <p:blipFill>
              <a:blip r:embed="rId6"/>
              <a:stretch>
                <a:fillRect/>
              </a:stretch>
            </p:blipFill>
            <p:spPr>
              <a:xfrm>
                <a:off x="3771000" y="1980720"/>
                <a:ext cx="7203960" cy="3385440"/>
              </a:xfrm>
              <a:prstGeom prst="rect">
                <a:avLst/>
              </a:prstGeom>
            </p:spPr>
          </p:pic>
        </mc:Fallback>
      </mc:AlternateContent>
    </p:spTree>
    <p:extLst>
      <p:ext uri="{BB962C8B-B14F-4D97-AF65-F5344CB8AC3E}">
        <p14:creationId xmlns:p14="http://schemas.microsoft.com/office/powerpoint/2010/main" val="454848689"/>
      </p:ext>
    </p:extLst>
  </p:cSld>
  <p:clrMapOvr>
    <a:masterClrMapping/>
  </p:clrMapOvr>
  <mc:AlternateContent xmlns:mc="http://schemas.openxmlformats.org/markup-compatibility/2006" xmlns:p14="http://schemas.microsoft.com/office/powerpoint/2010/main">
    <mc:Choice Requires="p14">
      <p:transition spd="slow" p14:dur="2000" advTm="156927"/>
    </mc:Choice>
    <mc:Fallback xmlns="">
      <p:transition spd="slow" advTm="15692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C58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40CBFC91-8009-41AB-9B01-A2AC5A84160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43943" y="644826"/>
            <a:ext cx="9904113" cy="5568345"/>
          </a:xfrm>
          <a:prstGeom prst="rect">
            <a:avLst/>
          </a:prstGeom>
        </p:spPr>
      </p:pic>
      <p:sp>
        <p:nvSpPr>
          <p:cNvPr id="5" name="Rectángulo 4">
            <a:extLst>
              <a:ext uri="{FF2B5EF4-FFF2-40B4-BE49-F238E27FC236}">
                <a16:creationId xmlns:a16="http://schemas.microsoft.com/office/drawing/2014/main" id="{9723AB6E-59E5-4AE7-8358-4AFBC9CAED7B}"/>
              </a:ext>
            </a:extLst>
          </p:cNvPr>
          <p:cNvSpPr/>
          <p:nvPr/>
        </p:nvSpPr>
        <p:spPr>
          <a:xfrm>
            <a:off x="9892358" y="5695406"/>
            <a:ext cx="992777" cy="51912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xmlns:p14="http://schemas.microsoft.com/office/powerpoint/2010/main" xmlns:iact="http://schemas.microsoft.com/office/powerpoint/2014/inkAction">
        <mc:Choice Requires="p14 iact">
          <p:contentPart p14:bwMode="auto" r:id="rId3">
            <p14:nvContentPartPr>
              <p14:cNvPr id="2" name="Entrada de lápiz 1">
                <a:extLst>
                  <a:ext uri="{FF2B5EF4-FFF2-40B4-BE49-F238E27FC236}">
                    <a16:creationId xmlns:a16="http://schemas.microsoft.com/office/drawing/2014/main" id="{0998E81A-674B-4E05-9C6C-2AFF9856D3EA}"/>
                  </a:ext>
                </a:extLst>
              </p14:cNvPr>
              <p14:cNvContentPartPr/>
              <p14:nvPr>
                <p:extLst>
                  <p:ext uri="{42D2F446-02D8-4167-A562-619A0277C38B}">
                    <p15:isNarration xmlns:p15="http://schemas.microsoft.com/office/powerpoint/2012/main" val="1"/>
                  </p:ext>
                </p:extLst>
              </p14:nvPr>
            </p14:nvContentPartPr>
            <p14:xfrm>
              <a:off x="4030560" y="913680"/>
              <a:ext cx="3843360" cy="5268960"/>
            </p14:xfrm>
          </p:contentPart>
        </mc:Choice>
        <mc:Fallback xmlns="">
          <p:pic>
            <p:nvPicPr>
              <p:cNvPr id="2" name="Entrada de lápiz 1">
                <a:extLst>
                  <a:ext uri="{FF2B5EF4-FFF2-40B4-BE49-F238E27FC236}">
                    <a16:creationId xmlns:a16="http://schemas.microsoft.com/office/drawing/2014/main" id="{0998E81A-674B-4E05-9C6C-2AFF9856D3EA}"/>
                  </a:ext>
                </a:extLst>
              </p:cNvPr>
              <p:cNvPicPr>
                <a:picLocks noGrp="1" noRot="1" noChangeAspect="1" noMove="1" noResize="1" noEditPoints="1" noAdjustHandles="1" noChangeArrowheads="1" noChangeShapeType="1"/>
              </p:cNvPicPr>
              <p:nvPr/>
            </p:nvPicPr>
            <p:blipFill>
              <a:blip r:embed="rId6"/>
              <a:stretch>
                <a:fillRect/>
              </a:stretch>
            </p:blipFill>
            <p:spPr>
              <a:xfrm>
                <a:off x="4021200" y="904320"/>
                <a:ext cx="3862080" cy="5287680"/>
              </a:xfrm>
              <a:prstGeom prst="rect">
                <a:avLst/>
              </a:prstGeom>
            </p:spPr>
          </p:pic>
        </mc:Fallback>
      </mc:AlternateContent>
    </p:spTree>
    <p:extLst>
      <p:ext uri="{BB962C8B-B14F-4D97-AF65-F5344CB8AC3E}">
        <p14:creationId xmlns:p14="http://schemas.microsoft.com/office/powerpoint/2010/main" val="1470804508"/>
      </p:ext>
    </p:extLst>
  </p:cSld>
  <p:clrMapOvr>
    <a:masterClrMapping/>
  </p:clrMapOvr>
  <mc:AlternateContent xmlns:mc="http://schemas.openxmlformats.org/markup-compatibility/2006" xmlns:p14="http://schemas.microsoft.com/office/powerpoint/2010/main">
    <mc:Choice Requires="p14">
      <p:transition spd="slow" p14:dur="2000" advTm="65827"/>
    </mc:Choice>
    <mc:Fallback xmlns="">
      <p:transition spd="slow" advTm="6582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C58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40CBFC91-8009-41AB-9B01-A2AC5A84160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43943" y="644826"/>
            <a:ext cx="9904113" cy="5568344"/>
          </a:xfrm>
          <a:prstGeom prst="rect">
            <a:avLst/>
          </a:prstGeom>
        </p:spPr>
      </p:pic>
      <p:sp>
        <p:nvSpPr>
          <p:cNvPr id="5" name="Rectángulo 4">
            <a:extLst>
              <a:ext uri="{FF2B5EF4-FFF2-40B4-BE49-F238E27FC236}">
                <a16:creationId xmlns:a16="http://schemas.microsoft.com/office/drawing/2014/main" id="{9723AB6E-59E5-4AE7-8358-4AFBC9CAED7B}"/>
              </a:ext>
            </a:extLst>
          </p:cNvPr>
          <p:cNvSpPr/>
          <p:nvPr/>
        </p:nvSpPr>
        <p:spPr>
          <a:xfrm>
            <a:off x="9892358" y="5695406"/>
            <a:ext cx="992777" cy="51912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5">
            <a:extLst>
              <a:ext uri="{FF2B5EF4-FFF2-40B4-BE49-F238E27FC236}">
                <a16:creationId xmlns:a16="http://schemas.microsoft.com/office/drawing/2014/main" id="{616E4B70-32FD-4EE8-9D98-579B92EFE703}"/>
              </a:ext>
            </a:extLst>
          </p:cNvPr>
          <p:cNvSpPr/>
          <p:nvPr/>
        </p:nvSpPr>
        <p:spPr>
          <a:xfrm>
            <a:off x="1018903" y="643467"/>
            <a:ext cx="992777" cy="5191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xmlns:p14="http://schemas.microsoft.com/office/powerpoint/2010/main" xmlns:iact="http://schemas.microsoft.com/office/powerpoint/2014/inkAction">
        <mc:Choice Requires="p14 iact">
          <p:contentPart p14:bwMode="auto" r:id="rId3">
            <p14:nvContentPartPr>
              <p14:cNvPr id="2" name="Entrada de lápiz 1">
                <a:extLst>
                  <a:ext uri="{FF2B5EF4-FFF2-40B4-BE49-F238E27FC236}">
                    <a16:creationId xmlns:a16="http://schemas.microsoft.com/office/drawing/2014/main" id="{CE2232CC-C8D1-4B2B-B152-EA6D70920DC7}"/>
                  </a:ext>
                </a:extLst>
              </p14:cNvPr>
              <p14:cNvContentPartPr/>
              <p14:nvPr>
                <p:extLst>
                  <p:ext uri="{42D2F446-02D8-4167-A562-619A0277C38B}">
                    <p15:isNarration xmlns:p15="http://schemas.microsoft.com/office/powerpoint/2012/main" val="1"/>
                  </p:ext>
                </p:extLst>
              </p14:nvPr>
            </p14:nvContentPartPr>
            <p14:xfrm>
              <a:off x="4794120" y="1364400"/>
              <a:ext cx="5770800" cy="3967200"/>
            </p14:xfrm>
          </p:contentPart>
        </mc:Choice>
        <mc:Fallback xmlns="">
          <p:pic>
            <p:nvPicPr>
              <p:cNvPr id="2" name="Entrada de lápiz 1">
                <a:extLst>
                  <a:ext uri="{FF2B5EF4-FFF2-40B4-BE49-F238E27FC236}">
                    <a16:creationId xmlns:a16="http://schemas.microsoft.com/office/drawing/2014/main" id="{CE2232CC-C8D1-4B2B-B152-EA6D70920DC7}"/>
                  </a:ext>
                </a:extLst>
              </p:cNvPr>
              <p:cNvPicPr>
                <a:picLocks noGrp="1" noRot="1" noChangeAspect="1" noMove="1" noResize="1" noEditPoints="1" noAdjustHandles="1" noChangeArrowheads="1" noChangeShapeType="1"/>
              </p:cNvPicPr>
              <p:nvPr/>
            </p:nvPicPr>
            <p:blipFill>
              <a:blip r:embed="rId6"/>
              <a:stretch>
                <a:fillRect/>
              </a:stretch>
            </p:blipFill>
            <p:spPr>
              <a:xfrm>
                <a:off x="4784760" y="1355040"/>
                <a:ext cx="5789520" cy="3985920"/>
              </a:xfrm>
              <a:prstGeom prst="rect">
                <a:avLst/>
              </a:prstGeom>
            </p:spPr>
          </p:pic>
        </mc:Fallback>
      </mc:AlternateContent>
    </p:spTree>
    <p:extLst>
      <p:ext uri="{BB962C8B-B14F-4D97-AF65-F5344CB8AC3E}">
        <p14:creationId xmlns:p14="http://schemas.microsoft.com/office/powerpoint/2010/main" val="4109542882"/>
      </p:ext>
    </p:extLst>
  </p:cSld>
  <p:clrMapOvr>
    <a:masterClrMapping/>
  </p:clrMapOvr>
  <mc:AlternateContent xmlns:mc="http://schemas.openxmlformats.org/markup-compatibility/2006" xmlns:p14="http://schemas.microsoft.com/office/powerpoint/2010/main">
    <mc:Choice Requires="p14">
      <p:transition spd="slow" p14:dur="2000" advTm="139863"/>
    </mc:Choice>
    <mc:Fallback xmlns="">
      <p:transition spd="slow" advTm="13986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C58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40CBFC91-8009-41AB-9B01-A2AC5A84160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43944" y="644826"/>
            <a:ext cx="9904111" cy="5568344"/>
          </a:xfrm>
          <a:prstGeom prst="rect">
            <a:avLst/>
          </a:prstGeom>
        </p:spPr>
      </p:pic>
      <p:sp>
        <p:nvSpPr>
          <p:cNvPr id="5" name="Rectángulo 4">
            <a:extLst>
              <a:ext uri="{FF2B5EF4-FFF2-40B4-BE49-F238E27FC236}">
                <a16:creationId xmlns:a16="http://schemas.microsoft.com/office/drawing/2014/main" id="{9723AB6E-59E5-4AE7-8358-4AFBC9CAED7B}"/>
              </a:ext>
            </a:extLst>
          </p:cNvPr>
          <p:cNvSpPr/>
          <p:nvPr/>
        </p:nvSpPr>
        <p:spPr>
          <a:xfrm>
            <a:off x="9892358" y="5695406"/>
            <a:ext cx="992777" cy="51912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5">
            <a:extLst>
              <a:ext uri="{FF2B5EF4-FFF2-40B4-BE49-F238E27FC236}">
                <a16:creationId xmlns:a16="http://schemas.microsoft.com/office/drawing/2014/main" id="{616E4B70-32FD-4EE8-9D98-579B92EFE703}"/>
              </a:ext>
            </a:extLst>
          </p:cNvPr>
          <p:cNvSpPr/>
          <p:nvPr/>
        </p:nvSpPr>
        <p:spPr>
          <a:xfrm>
            <a:off x="1018903" y="643467"/>
            <a:ext cx="992777" cy="5191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3007642957"/>
      </p:ext>
    </p:extLst>
  </p:cSld>
  <p:clrMapOvr>
    <a:masterClrMapping/>
  </p:clrMapOvr>
  <mc:AlternateContent xmlns:mc="http://schemas.openxmlformats.org/markup-compatibility/2006" xmlns:p14="http://schemas.microsoft.com/office/powerpoint/2010/main">
    <mc:Choice Requires="p14">
      <p:transition spd="slow" p14:dur="2000" advTm="10927"/>
    </mc:Choice>
    <mc:Fallback xmlns="">
      <p:transition spd="slow" advTm="10927"/>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C58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40CBFC91-8009-41AB-9B01-A2AC5A84160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43943" y="644826"/>
            <a:ext cx="9904113" cy="5568344"/>
          </a:xfrm>
          <a:prstGeom prst="rect">
            <a:avLst/>
          </a:prstGeom>
        </p:spPr>
      </p:pic>
      <p:sp>
        <p:nvSpPr>
          <p:cNvPr id="5" name="Rectángulo 4">
            <a:extLst>
              <a:ext uri="{FF2B5EF4-FFF2-40B4-BE49-F238E27FC236}">
                <a16:creationId xmlns:a16="http://schemas.microsoft.com/office/drawing/2014/main" id="{9723AB6E-59E5-4AE7-8358-4AFBC9CAED7B}"/>
              </a:ext>
            </a:extLst>
          </p:cNvPr>
          <p:cNvSpPr/>
          <p:nvPr/>
        </p:nvSpPr>
        <p:spPr>
          <a:xfrm>
            <a:off x="9892358" y="5695406"/>
            <a:ext cx="992777" cy="51912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5">
            <a:extLst>
              <a:ext uri="{FF2B5EF4-FFF2-40B4-BE49-F238E27FC236}">
                <a16:creationId xmlns:a16="http://schemas.microsoft.com/office/drawing/2014/main" id="{616E4B70-32FD-4EE8-9D98-579B92EFE703}"/>
              </a:ext>
            </a:extLst>
          </p:cNvPr>
          <p:cNvSpPr/>
          <p:nvPr/>
        </p:nvSpPr>
        <p:spPr>
          <a:xfrm>
            <a:off x="1018903" y="643467"/>
            <a:ext cx="992777" cy="5191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3821790088"/>
      </p:ext>
    </p:extLst>
  </p:cSld>
  <p:clrMapOvr>
    <a:masterClrMapping/>
  </p:clrMapOvr>
  <mc:AlternateContent xmlns:mc="http://schemas.openxmlformats.org/markup-compatibility/2006" xmlns:p14="http://schemas.microsoft.com/office/powerpoint/2010/main">
    <mc:Choice Requires="p14">
      <p:transition spd="slow" p14:dur="2000" advTm="5076"/>
    </mc:Choice>
    <mc:Fallback xmlns="">
      <p:transition spd="slow" advTm="5076"/>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C58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40CBFC91-8009-41AB-9B01-A2AC5A84160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43944" y="644826"/>
            <a:ext cx="9904111" cy="5568344"/>
          </a:xfrm>
          <a:prstGeom prst="rect">
            <a:avLst/>
          </a:prstGeom>
        </p:spPr>
      </p:pic>
      <p:sp>
        <p:nvSpPr>
          <p:cNvPr id="5" name="Rectángulo 4">
            <a:extLst>
              <a:ext uri="{FF2B5EF4-FFF2-40B4-BE49-F238E27FC236}">
                <a16:creationId xmlns:a16="http://schemas.microsoft.com/office/drawing/2014/main" id="{9723AB6E-59E5-4AE7-8358-4AFBC9CAED7B}"/>
              </a:ext>
            </a:extLst>
          </p:cNvPr>
          <p:cNvSpPr/>
          <p:nvPr/>
        </p:nvSpPr>
        <p:spPr>
          <a:xfrm>
            <a:off x="9892358" y="5695406"/>
            <a:ext cx="992777" cy="51912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5">
            <a:extLst>
              <a:ext uri="{FF2B5EF4-FFF2-40B4-BE49-F238E27FC236}">
                <a16:creationId xmlns:a16="http://schemas.microsoft.com/office/drawing/2014/main" id="{616E4B70-32FD-4EE8-9D98-579B92EFE703}"/>
              </a:ext>
            </a:extLst>
          </p:cNvPr>
          <p:cNvSpPr/>
          <p:nvPr/>
        </p:nvSpPr>
        <p:spPr>
          <a:xfrm>
            <a:off x="1018903" y="643467"/>
            <a:ext cx="992777" cy="5191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xmlns:p14="http://schemas.microsoft.com/office/powerpoint/2010/main" xmlns:iact="http://schemas.microsoft.com/office/powerpoint/2014/inkAction">
        <mc:Choice Requires="p14 iact">
          <p:contentPart p14:bwMode="auto" r:id="rId3">
            <p14:nvContentPartPr>
              <p14:cNvPr id="2" name="Entrada de lápiz 1">
                <a:extLst>
                  <a:ext uri="{FF2B5EF4-FFF2-40B4-BE49-F238E27FC236}">
                    <a16:creationId xmlns:a16="http://schemas.microsoft.com/office/drawing/2014/main" id="{9E5EC336-A0C3-4800-B0F1-E16DB24EBD36}"/>
                  </a:ext>
                </a:extLst>
              </p14:cNvPr>
              <p14:cNvContentPartPr/>
              <p14:nvPr>
                <p:extLst>
                  <p:ext uri="{42D2F446-02D8-4167-A562-619A0277C38B}">
                    <p15:isNarration xmlns:p15="http://schemas.microsoft.com/office/powerpoint/2012/main" val="1"/>
                  </p:ext>
                </p:extLst>
              </p14:nvPr>
            </p14:nvContentPartPr>
            <p14:xfrm>
              <a:off x="6972120" y="1026360"/>
              <a:ext cx="1878120" cy="513360"/>
            </p14:xfrm>
          </p:contentPart>
        </mc:Choice>
        <mc:Fallback xmlns="">
          <p:pic>
            <p:nvPicPr>
              <p:cNvPr id="2" name="Entrada de lápiz 1">
                <a:extLst>
                  <a:ext uri="{FF2B5EF4-FFF2-40B4-BE49-F238E27FC236}">
                    <a16:creationId xmlns:a16="http://schemas.microsoft.com/office/drawing/2014/main" id="{9E5EC336-A0C3-4800-B0F1-E16DB24EBD36}"/>
                  </a:ext>
                </a:extLst>
              </p:cNvPr>
              <p:cNvPicPr>
                <a:picLocks noGrp="1" noRot="1" noChangeAspect="1" noMove="1" noResize="1" noEditPoints="1" noAdjustHandles="1" noChangeArrowheads="1" noChangeShapeType="1"/>
              </p:cNvPicPr>
              <p:nvPr/>
            </p:nvPicPr>
            <p:blipFill>
              <a:blip r:embed="rId6"/>
              <a:stretch>
                <a:fillRect/>
              </a:stretch>
            </p:blipFill>
            <p:spPr>
              <a:xfrm>
                <a:off x="6962760" y="1017000"/>
                <a:ext cx="1903320" cy="532080"/>
              </a:xfrm>
              <a:prstGeom prst="rect">
                <a:avLst/>
              </a:prstGeom>
            </p:spPr>
          </p:pic>
        </mc:Fallback>
      </mc:AlternateContent>
    </p:spTree>
    <p:extLst>
      <p:ext uri="{BB962C8B-B14F-4D97-AF65-F5344CB8AC3E}">
        <p14:creationId xmlns:p14="http://schemas.microsoft.com/office/powerpoint/2010/main" val="1121448465"/>
      </p:ext>
    </p:extLst>
  </p:cSld>
  <p:clrMapOvr>
    <a:masterClrMapping/>
  </p:clrMapOvr>
  <mc:AlternateContent xmlns:mc="http://schemas.openxmlformats.org/markup-compatibility/2006" xmlns:p14="http://schemas.microsoft.com/office/powerpoint/2010/main">
    <mc:Choice Requires="p14">
      <p:transition spd="slow" p14:dur="2000" advTm="64265"/>
    </mc:Choice>
    <mc:Fallback xmlns="">
      <p:transition spd="slow" advTm="6426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C58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40CBFC91-8009-41AB-9B01-A2AC5A84160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43944" y="644826"/>
            <a:ext cx="9904111" cy="5568343"/>
          </a:xfrm>
          <a:prstGeom prst="rect">
            <a:avLst/>
          </a:prstGeom>
        </p:spPr>
      </p:pic>
      <p:sp>
        <p:nvSpPr>
          <p:cNvPr id="5" name="Rectángulo 4">
            <a:extLst>
              <a:ext uri="{FF2B5EF4-FFF2-40B4-BE49-F238E27FC236}">
                <a16:creationId xmlns:a16="http://schemas.microsoft.com/office/drawing/2014/main" id="{9723AB6E-59E5-4AE7-8358-4AFBC9CAED7B}"/>
              </a:ext>
            </a:extLst>
          </p:cNvPr>
          <p:cNvSpPr/>
          <p:nvPr/>
        </p:nvSpPr>
        <p:spPr>
          <a:xfrm>
            <a:off x="9892358" y="5695406"/>
            <a:ext cx="992777" cy="51912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5">
            <a:extLst>
              <a:ext uri="{FF2B5EF4-FFF2-40B4-BE49-F238E27FC236}">
                <a16:creationId xmlns:a16="http://schemas.microsoft.com/office/drawing/2014/main" id="{616E4B70-32FD-4EE8-9D98-579B92EFE703}"/>
              </a:ext>
            </a:extLst>
          </p:cNvPr>
          <p:cNvSpPr/>
          <p:nvPr/>
        </p:nvSpPr>
        <p:spPr>
          <a:xfrm>
            <a:off x="1018903" y="643467"/>
            <a:ext cx="992777" cy="5191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xmlns:p14="http://schemas.microsoft.com/office/powerpoint/2010/main" xmlns:iact="http://schemas.microsoft.com/office/powerpoint/2014/inkAction">
        <mc:Choice Requires="p14 iact">
          <p:contentPart p14:bwMode="auto" r:id="rId3">
            <p14:nvContentPartPr>
              <p14:cNvPr id="3" name="Entrada de lápiz 2">
                <a:extLst>
                  <a:ext uri="{FF2B5EF4-FFF2-40B4-BE49-F238E27FC236}">
                    <a16:creationId xmlns:a16="http://schemas.microsoft.com/office/drawing/2014/main" id="{A3AC3250-A82F-4E4B-A909-51893DB27FF4}"/>
                  </a:ext>
                </a:extLst>
              </p14:cNvPr>
              <p14:cNvContentPartPr/>
              <p14:nvPr>
                <p:extLst>
                  <p:ext uri="{42D2F446-02D8-4167-A562-619A0277C38B}">
                    <p15:isNarration xmlns:p15="http://schemas.microsoft.com/office/powerpoint/2012/main" val="1"/>
                  </p:ext>
                </p:extLst>
              </p14:nvPr>
            </p14:nvContentPartPr>
            <p14:xfrm>
              <a:off x="4689561" y="1414315"/>
              <a:ext cx="6597000" cy="4881240"/>
            </p14:xfrm>
          </p:contentPart>
        </mc:Choice>
        <mc:Fallback xmlns="">
          <p:pic>
            <p:nvPicPr>
              <p:cNvPr id="3" name="Entrada de lápiz 2">
                <a:extLst>
                  <a:ext uri="{FF2B5EF4-FFF2-40B4-BE49-F238E27FC236}">
                    <a16:creationId xmlns:a16="http://schemas.microsoft.com/office/drawing/2014/main" id="{A3AC3250-A82F-4E4B-A909-51893DB27FF4}"/>
                  </a:ext>
                </a:extLst>
              </p:cNvPr>
              <p:cNvPicPr>
                <a:picLocks noGrp="1" noRot="1" noChangeAspect="1" noMove="1" noResize="1" noEditPoints="1" noAdjustHandles="1" noChangeArrowheads="1" noChangeShapeType="1"/>
              </p:cNvPicPr>
              <p:nvPr/>
            </p:nvPicPr>
            <p:blipFill>
              <a:blip r:embed="rId4"/>
              <a:stretch>
                <a:fillRect/>
              </a:stretch>
            </p:blipFill>
            <p:spPr>
              <a:xfrm>
                <a:off x="4680201" y="1404955"/>
                <a:ext cx="6615720" cy="4899960"/>
              </a:xfrm>
              <a:prstGeom prst="rect">
                <a:avLst/>
              </a:prstGeom>
            </p:spPr>
          </p:pic>
        </mc:Fallback>
      </mc:AlternateContent>
    </p:spTree>
    <p:extLst>
      <p:ext uri="{BB962C8B-B14F-4D97-AF65-F5344CB8AC3E}">
        <p14:creationId xmlns:p14="http://schemas.microsoft.com/office/powerpoint/2010/main" val="1107325244"/>
      </p:ext>
    </p:extLst>
  </p:cSld>
  <p:clrMapOvr>
    <a:masterClrMapping/>
  </p:clrMapOvr>
  <mc:AlternateContent xmlns:mc="http://schemas.openxmlformats.org/markup-compatibility/2006" xmlns:p14="http://schemas.microsoft.com/office/powerpoint/2010/main">
    <mc:Choice Requires="p14">
      <p:transition spd="slow" p14:dur="2000" advTm="68026"/>
    </mc:Choice>
    <mc:Fallback xmlns="">
      <p:transition spd="slow" advTm="680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C58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40CBFC91-8009-41AB-9B01-A2AC5A84160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43945" y="644826"/>
            <a:ext cx="9904109" cy="5568343"/>
          </a:xfrm>
          <a:prstGeom prst="rect">
            <a:avLst/>
          </a:prstGeom>
        </p:spPr>
      </p:pic>
      <p:sp>
        <p:nvSpPr>
          <p:cNvPr id="5" name="Rectángulo 4">
            <a:extLst>
              <a:ext uri="{FF2B5EF4-FFF2-40B4-BE49-F238E27FC236}">
                <a16:creationId xmlns:a16="http://schemas.microsoft.com/office/drawing/2014/main" id="{9723AB6E-59E5-4AE7-8358-4AFBC9CAED7B}"/>
              </a:ext>
            </a:extLst>
          </p:cNvPr>
          <p:cNvSpPr/>
          <p:nvPr/>
        </p:nvSpPr>
        <p:spPr>
          <a:xfrm>
            <a:off x="9892358" y="5695406"/>
            <a:ext cx="992777" cy="51912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5">
            <a:extLst>
              <a:ext uri="{FF2B5EF4-FFF2-40B4-BE49-F238E27FC236}">
                <a16:creationId xmlns:a16="http://schemas.microsoft.com/office/drawing/2014/main" id="{616E4B70-32FD-4EE8-9D98-579B92EFE703}"/>
              </a:ext>
            </a:extLst>
          </p:cNvPr>
          <p:cNvSpPr/>
          <p:nvPr/>
        </p:nvSpPr>
        <p:spPr>
          <a:xfrm>
            <a:off x="1018903" y="643467"/>
            <a:ext cx="992777" cy="5191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xmlns:p14="http://schemas.microsoft.com/office/powerpoint/2010/main" xmlns:iact="http://schemas.microsoft.com/office/powerpoint/2014/inkAction">
        <mc:Choice Requires="p14 iact">
          <p:contentPart p14:bwMode="auto" r:id="rId3">
            <p14:nvContentPartPr>
              <p14:cNvPr id="2" name="Entrada de lápiz 1">
                <a:extLst>
                  <a:ext uri="{FF2B5EF4-FFF2-40B4-BE49-F238E27FC236}">
                    <a16:creationId xmlns:a16="http://schemas.microsoft.com/office/drawing/2014/main" id="{18704A1E-88AA-4985-83AE-F935EE22FA7A}"/>
                  </a:ext>
                </a:extLst>
              </p14:cNvPr>
              <p14:cNvContentPartPr/>
              <p14:nvPr>
                <p:extLst>
                  <p:ext uri="{42D2F446-02D8-4167-A562-619A0277C38B}">
                    <p15:isNarration xmlns:p15="http://schemas.microsoft.com/office/powerpoint/2012/main" val="1"/>
                  </p:ext>
                </p:extLst>
              </p14:nvPr>
            </p14:nvContentPartPr>
            <p14:xfrm>
              <a:off x="7497720" y="2152800"/>
              <a:ext cx="1577880" cy="438120"/>
            </p14:xfrm>
          </p:contentPart>
        </mc:Choice>
        <mc:Fallback xmlns="">
          <p:pic>
            <p:nvPicPr>
              <p:cNvPr id="2" name="Entrada de lápiz 1">
                <a:extLst>
                  <a:ext uri="{FF2B5EF4-FFF2-40B4-BE49-F238E27FC236}">
                    <a16:creationId xmlns:a16="http://schemas.microsoft.com/office/drawing/2014/main" id="{18704A1E-88AA-4985-83AE-F935EE22FA7A}"/>
                  </a:ext>
                </a:extLst>
              </p:cNvPr>
              <p:cNvPicPr>
                <a:picLocks noGrp="1" noRot="1" noChangeAspect="1" noMove="1" noResize="1" noEditPoints="1" noAdjustHandles="1" noChangeArrowheads="1" noChangeShapeType="1"/>
              </p:cNvPicPr>
              <p:nvPr/>
            </p:nvPicPr>
            <p:blipFill>
              <a:blip r:embed="rId6"/>
              <a:stretch>
                <a:fillRect/>
              </a:stretch>
            </p:blipFill>
            <p:spPr>
              <a:xfrm>
                <a:off x="7488360" y="2143440"/>
                <a:ext cx="1596600" cy="456840"/>
              </a:xfrm>
              <a:prstGeom prst="rect">
                <a:avLst/>
              </a:prstGeom>
            </p:spPr>
          </p:pic>
        </mc:Fallback>
      </mc:AlternateContent>
    </p:spTree>
    <p:extLst>
      <p:ext uri="{BB962C8B-B14F-4D97-AF65-F5344CB8AC3E}">
        <p14:creationId xmlns:p14="http://schemas.microsoft.com/office/powerpoint/2010/main" val="1415750657"/>
      </p:ext>
    </p:extLst>
  </p:cSld>
  <p:clrMapOvr>
    <a:masterClrMapping/>
  </p:clrMapOvr>
  <mc:AlternateContent xmlns:mc="http://schemas.openxmlformats.org/markup-compatibility/2006" xmlns:p14="http://schemas.microsoft.com/office/powerpoint/2010/main">
    <mc:Choice Requires="p14">
      <p:transition spd="slow" p14:dur="2000" advTm="48663"/>
    </mc:Choice>
    <mc:Fallback xmlns="">
      <p:transition spd="slow" advTm="4866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C58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40CBFC91-8009-41AB-9B01-A2AC5A84160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43945" y="644826"/>
            <a:ext cx="9904109" cy="5568342"/>
          </a:xfrm>
          <a:prstGeom prst="rect">
            <a:avLst/>
          </a:prstGeom>
        </p:spPr>
      </p:pic>
      <p:sp>
        <p:nvSpPr>
          <p:cNvPr id="5" name="Rectángulo 4">
            <a:extLst>
              <a:ext uri="{FF2B5EF4-FFF2-40B4-BE49-F238E27FC236}">
                <a16:creationId xmlns:a16="http://schemas.microsoft.com/office/drawing/2014/main" id="{9723AB6E-59E5-4AE7-8358-4AFBC9CAED7B}"/>
              </a:ext>
            </a:extLst>
          </p:cNvPr>
          <p:cNvSpPr/>
          <p:nvPr/>
        </p:nvSpPr>
        <p:spPr>
          <a:xfrm>
            <a:off x="9892358" y="5695406"/>
            <a:ext cx="992777" cy="51912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5">
            <a:extLst>
              <a:ext uri="{FF2B5EF4-FFF2-40B4-BE49-F238E27FC236}">
                <a16:creationId xmlns:a16="http://schemas.microsoft.com/office/drawing/2014/main" id="{616E4B70-32FD-4EE8-9D98-579B92EFE703}"/>
              </a:ext>
            </a:extLst>
          </p:cNvPr>
          <p:cNvSpPr/>
          <p:nvPr/>
        </p:nvSpPr>
        <p:spPr>
          <a:xfrm>
            <a:off x="1018903" y="643467"/>
            <a:ext cx="992777" cy="5191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xmlns:p14="http://schemas.microsoft.com/office/powerpoint/2010/main" xmlns:iact="http://schemas.microsoft.com/office/powerpoint/2014/inkAction">
        <mc:Choice Requires="p14 iact">
          <p:contentPart p14:bwMode="auto" r:id="rId3">
            <p14:nvContentPartPr>
              <p14:cNvPr id="2" name="Entrada de lápiz 1">
                <a:extLst>
                  <a:ext uri="{FF2B5EF4-FFF2-40B4-BE49-F238E27FC236}">
                    <a16:creationId xmlns:a16="http://schemas.microsoft.com/office/drawing/2014/main" id="{834B0A6F-161D-4119-80E8-C2B2183BD297}"/>
                  </a:ext>
                </a:extLst>
              </p14:cNvPr>
              <p14:cNvContentPartPr/>
              <p14:nvPr>
                <p:extLst>
                  <p:ext uri="{42D2F446-02D8-4167-A562-619A0277C38B}">
                    <p15:isNarration xmlns:p15="http://schemas.microsoft.com/office/powerpoint/2012/main" val="1"/>
                  </p:ext>
                </p:extLst>
              </p14:nvPr>
            </p14:nvContentPartPr>
            <p14:xfrm>
              <a:off x="5019480" y="5068440"/>
              <a:ext cx="2979360" cy="751320"/>
            </p14:xfrm>
          </p:contentPart>
        </mc:Choice>
        <mc:Fallback xmlns="">
          <p:pic>
            <p:nvPicPr>
              <p:cNvPr id="2" name="Entrada de lápiz 1">
                <a:extLst>
                  <a:ext uri="{FF2B5EF4-FFF2-40B4-BE49-F238E27FC236}">
                    <a16:creationId xmlns:a16="http://schemas.microsoft.com/office/drawing/2014/main" id="{834B0A6F-161D-4119-80E8-C2B2183BD297}"/>
                  </a:ext>
                </a:extLst>
              </p:cNvPr>
              <p:cNvPicPr>
                <a:picLocks noGrp="1" noRot="1" noChangeAspect="1" noMove="1" noResize="1" noEditPoints="1" noAdjustHandles="1" noChangeArrowheads="1" noChangeShapeType="1"/>
              </p:cNvPicPr>
              <p:nvPr/>
            </p:nvPicPr>
            <p:blipFill>
              <a:blip r:embed="rId6"/>
              <a:stretch>
                <a:fillRect/>
              </a:stretch>
            </p:blipFill>
            <p:spPr>
              <a:xfrm>
                <a:off x="5003640" y="5005080"/>
                <a:ext cx="3010680" cy="878040"/>
              </a:xfrm>
              <a:prstGeom prst="rect">
                <a:avLst/>
              </a:prstGeom>
            </p:spPr>
          </p:pic>
        </mc:Fallback>
      </mc:AlternateContent>
    </p:spTree>
    <p:extLst>
      <p:ext uri="{BB962C8B-B14F-4D97-AF65-F5344CB8AC3E}">
        <p14:creationId xmlns:p14="http://schemas.microsoft.com/office/powerpoint/2010/main" val="1333742137"/>
      </p:ext>
    </p:extLst>
  </p:cSld>
  <p:clrMapOvr>
    <a:masterClrMapping/>
  </p:clrMapOvr>
  <mc:AlternateContent xmlns:mc="http://schemas.openxmlformats.org/markup-compatibility/2006" xmlns:p14="http://schemas.microsoft.com/office/powerpoint/2010/main">
    <mc:Choice Requires="p14">
      <p:transition spd="slow" p14:dur="2000" advTm="23201"/>
    </mc:Choice>
    <mc:Fallback xmlns="">
      <p:transition spd="slow" advTm="2320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C58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40CBFC91-8009-41AB-9B01-A2AC5A84160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43945" y="643467"/>
            <a:ext cx="9904108" cy="5568342"/>
          </a:xfrm>
          <a:prstGeom prst="rect">
            <a:avLst/>
          </a:prstGeom>
        </p:spPr>
      </p:pic>
      <p:sp>
        <p:nvSpPr>
          <p:cNvPr id="5" name="Rectángulo 4">
            <a:extLst>
              <a:ext uri="{FF2B5EF4-FFF2-40B4-BE49-F238E27FC236}">
                <a16:creationId xmlns:a16="http://schemas.microsoft.com/office/drawing/2014/main" id="{9723AB6E-59E5-4AE7-8358-4AFBC9CAED7B}"/>
              </a:ext>
            </a:extLst>
          </p:cNvPr>
          <p:cNvSpPr/>
          <p:nvPr/>
        </p:nvSpPr>
        <p:spPr>
          <a:xfrm>
            <a:off x="9892358" y="5695406"/>
            <a:ext cx="992777" cy="51912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5">
            <a:extLst>
              <a:ext uri="{FF2B5EF4-FFF2-40B4-BE49-F238E27FC236}">
                <a16:creationId xmlns:a16="http://schemas.microsoft.com/office/drawing/2014/main" id="{616E4B70-32FD-4EE8-9D98-579B92EFE703}"/>
              </a:ext>
            </a:extLst>
          </p:cNvPr>
          <p:cNvSpPr/>
          <p:nvPr/>
        </p:nvSpPr>
        <p:spPr>
          <a:xfrm>
            <a:off x="1018903" y="643467"/>
            <a:ext cx="992777" cy="5191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7" name="CuadroTexto 6">
            <a:extLst>
              <a:ext uri="{FF2B5EF4-FFF2-40B4-BE49-F238E27FC236}">
                <a16:creationId xmlns:a16="http://schemas.microsoft.com/office/drawing/2014/main" id="{9B997071-F8C9-4013-B79F-8FE11997DA46}"/>
              </a:ext>
            </a:extLst>
          </p:cNvPr>
          <p:cNvSpPr txBox="1"/>
          <p:nvPr/>
        </p:nvSpPr>
        <p:spPr>
          <a:xfrm>
            <a:off x="8562652" y="3291840"/>
            <a:ext cx="2485401" cy="1200329"/>
          </a:xfrm>
          <a:prstGeom prst="rect">
            <a:avLst/>
          </a:prstGeom>
          <a:noFill/>
        </p:spPr>
        <p:txBody>
          <a:bodyPr wrap="square" rtlCol="0">
            <a:spAutoFit/>
          </a:bodyPr>
          <a:lstStyle/>
          <a:p>
            <a:r>
              <a:rPr lang="es-NI" b="1" dirty="0"/>
              <a:t>Probabilidad de comparar en el supermercado “A” la siguiente semana</a:t>
            </a:r>
          </a:p>
        </p:txBody>
      </p:sp>
      <p:sp>
        <p:nvSpPr>
          <p:cNvPr id="2" name="Rectángulo 1">
            <a:extLst>
              <a:ext uri="{FF2B5EF4-FFF2-40B4-BE49-F238E27FC236}">
                <a16:creationId xmlns:a16="http://schemas.microsoft.com/office/drawing/2014/main" id="{AB88484D-8065-44F0-81F2-E39CACD6AD89}"/>
              </a:ext>
            </a:extLst>
          </p:cNvPr>
          <p:cNvSpPr/>
          <p:nvPr/>
        </p:nvSpPr>
        <p:spPr>
          <a:xfrm>
            <a:off x="7437789" y="1106322"/>
            <a:ext cx="608931" cy="342629"/>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0" name="Rectángulo 9">
            <a:extLst>
              <a:ext uri="{FF2B5EF4-FFF2-40B4-BE49-F238E27FC236}">
                <a16:creationId xmlns:a16="http://schemas.microsoft.com/office/drawing/2014/main" id="{3EFCCAC9-4FDC-4999-8378-135436F39DC7}"/>
              </a:ext>
            </a:extLst>
          </p:cNvPr>
          <p:cNvSpPr/>
          <p:nvPr/>
        </p:nvSpPr>
        <p:spPr>
          <a:xfrm>
            <a:off x="7435444" y="2820230"/>
            <a:ext cx="608931" cy="342629"/>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2" name="Rectángulo 11">
            <a:extLst>
              <a:ext uri="{FF2B5EF4-FFF2-40B4-BE49-F238E27FC236}">
                <a16:creationId xmlns:a16="http://schemas.microsoft.com/office/drawing/2014/main" id="{AA4EC07B-C234-4D3E-B725-9DF3325AE3DF}"/>
              </a:ext>
            </a:extLst>
          </p:cNvPr>
          <p:cNvSpPr/>
          <p:nvPr/>
        </p:nvSpPr>
        <p:spPr>
          <a:xfrm>
            <a:off x="7433096" y="4520074"/>
            <a:ext cx="608931" cy="342629"/>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xmlns:p14="http://schemas.microsoft.com/office/powerpoint/2010/main" xmlns:iact="http://schemas.microsoft.com/office/powerpoint/2014/inkAction">
        <mc:Choice Requires="p14 iact">
          <p:contentPart p14:bwMode="auto" r:id="rId3">
            <p14:nvContentPartPr>
              <p14:cNvPr id="3" name="Entrada de lápiz 2">
                <a:extLst>
                  <a:ext uri="{FF2B5EF4-FFF2-40B4-BE49-F238E27FC236}">
                    <a16:creationId xmlns:a16="http://schemas.microsoft.com/office/drawing/2014/main" id="{2FFFB50B-7E69-46AE-B4CD-00C483ECE250}"/>
                  </a:ext>
                </a:extLst>
              </p14:cNvPr>
              <p14:cNvContentPartPr/>
              <p14:nvPr>
                <p:extLst>
                  <p:ext uri="{42D2F446-02D8-4167-A562-619A0277C38B}">
                    <p15:isNarration xmlns:p15="http://schemas.microsoft.com/office/powerpoint/2012/main" val="1"/>
                  </p:ext>
                </p:extLst>
              </p14:nvPr>
            </p14:nvContentPartPr>
            <p14:xfrm>
              <a:off x="4781520" y="763560"/>
              <a:ext cx="5821200" cy="4293000"/>
            </p14:xfrm>
          </p:contentPart>
        </mc:Choice>
        <mc:Fallback xmlns="">
          <p:pic>
            <p:nvPicPr>
              <p:cNvPr id="3" name="Entrada de lápiz 2">
                <a:extLst>
                  <a:ext uri="{FF2B5EF4-FFF2-40B4-BE49-F238E27FC236}">
                    <a16:creationId xmlns:a16="http://schemas.microsoft.com/office/drawing/2014/main" id="{2FFFB50B-7E69-46AE-B4CD-00C483ECE250}"/>
                  </a:ext>
                </a:extLst>
              </p:cNvPr>
              <p:cNvPicPr>
                <a:picLocks noGrp="1" noRot="1" noChangeAspect="1" noMove="1" noResize="1" noEditPoints="1" noAdjustHandles="1" noChangeArrowheads="1" noChangeShapeType="1"/>
              </p:cNvPicPr>
              <p:nvPr/>
            </p:nvPicPr>
            <p:blipFill>
              <a:blip r:embed="rId6"/>
              <a:stretch>
                <a:fillRect/>
              </a:stretch>
            </p:blipFill>
            <p:spPr>
              <a:xfrm>
                <a:off x="4772160" y="754200"/>
                <a:ext cx="5839920" cy="4365720"/>
              </a:xfrm>
              <a:prstGeom prst="rect">
                <a:avLst/>
              </a:prstGeom>
            </p:spPr>
          </p:pic>
        </mc:Fallback>
      </mc:AlternateContent>
    </p:spTree>
    <p:extLst>
      <p:ext uri="{BB962C8B-B14F-4D97-AF65-F5344CB8AC3E}">
        <p14:creationId xmlns:p14="http://schemas.microsoft.com/office/powerpoint/2010/main" val="3542986958"/>
      </p:ext>
    </p:extLst>
  </p:cSld>
  <p:clrMapOvr>
    <a:masterClrMapping/>
  </p:clrMapOvr>
  <mc:AlternateContent xmlns:mc="http://schemas.openxmlformats.org/markup-compatibility/2006" xmlns:p14="http://schemas.microsoft.com/office/powerpoint/2010/main">
    <mc:Choice Requires="p14">
      <p:transition spd="slow" p14:dur="2000" advTm="98035"/>
    </mc:Choice>
    <mc:Fallback xmlns="">
      <p:transition spd="slow" advTm="9803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C58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40CBFC91-8009-41AB-9B01-A2AC5A84160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43945" y="644826"/>
            <a:ext cx="9904108" cy="5568341"/>
          </a:xfrm>
          <a:prstGeom prst="rect">
            <a:avLst/>
          </a:prstGeom>
        </p:spPr>
      </p:pic>
      <p:sp>
        <p:nvSpPr>
          <p:cNvPr id="5" name="Rectángulo 4">
            <a:extLst>
              <a:ext uri="{FF2B5EF4-FFF2-40B4-BE49-F238E27FC236}">
                <a16:creationId xmlns:a16="http://schemas.microsoft.com/office/drawing/2014/main" id="{9723AB6E-59E5-4AE7-8358-4AFBC9CAED7B}"/>
              </a:ext>
            </a:extLst>
          </p:cNvPr>
          <p:cNvSpPr/>
          <p:nvPr/>
        </p:nvSpPr>
        <p:spPr>
          <a:xfrm>
            <a:off x="9892358" y="5695406"/>
            <a:ext cx="992777" cy="51912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5">
            <a:extLst>
              <a:ext uri="{FF2B5EF4-FFF2-40B4-BE49-F238E27FC236}">
                <a16:creationId xmlns:a16="http://schemas.microsoft.com/office/drawing/2014/main" id="{616E4B70-32FD-4EE8-9D98-579B92EFE703}"/>
              </a:ext>
            </a:extLst>
          </p:cNvPr>
          <p:cNvSpPr/>
          <p:nvPr/>
        </p:nvSpPr>
        <p:spPr>
          <a:xfrm>
            <a:off x="1018903" y="643467"/>
            <a:ext cx="992777" cy="5191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xmlns:p14="http://schemas.microsoft.com/office/powerpoint/2010/main" xmlns:iact="http://schemas.microsoft.com/office/powerpoint/2014/inkAction">
        <mc:Choice Requires="p14 iact">
          <p:contentPart p14:bwMode="auto" r:id="rId3">
            <p14:nvContentPartPr>
              <p14:cNvPr id="2" name="Entrada de lápiz 1">
                <a:extLst>
                  <a:ext uri="{FF2B5EF4-FFF2-40B4-BE49-F238E27FC236}">
                    <a16:creationId xmlns:a16="http://schemas.microsoft.com/office/drawing/2014/main" id="{F0DE9E25-1A08-421C-9D60-771D1653481B}"/>
                  </a:ext>
                </a:extLst>
              </p14:cNvPr>
              <p14:cNvContentPartPr/>
              <p14:nvPr>
                <p:extLst>
                  <p:ext uri="{42D2F446-02D8-4167-A562-619A0277C38B}">
                    <p15:isNarration xmlns:p15="http://schemas.microsoft.com/office/powerpoint/2012/main" val="1"/>
                  </p:ext>
                </p:extLst>
              </p14:nvPr>
            </p14:nvContentPartPr>
            <p14:xfrm>
              <a:off x="4230720" y="750960"/>
              <a:ext cx="6622200" cy="6019920"/>
            </p14:xfrm>
          </p:contentPart>
        </mc:Choice>
        <mc:Fallback xmlns="">
          <p:pic>
            <p:nvPicPr>
              <p:cNvPr id="2" name="Entrada de lápiz 1">
                <a:extLst>
                  <a:ext uri="{FF2B5EF4-FFF2-40B4-BE49-F238E27FC236}">
                    <a16:creationId xmlns:a16="http://schemas.microsoft.com/office/drawing/2014/main" id="{F0DE9E25-1A08-421C-9D60-771D1653481B}"/>
                  </a:ext>
                </a:extLst>
              </p:cNvPr>
              <p:cNvPicPr>
                <a:picLocks noGrp="1" noRot="1" noChangeAspect="1" noMove="1" noResize="1" noEditPoints="1" noAdjustHandles="1" noChangeArrowheads="1" noChangeShapeType="1"/>
              </p:cNvPicPr>
              <p:nvPr/>
            </p:nvPicPr>
            <p:blipFill>
              <a:blip r:embed="rId6"/>
              <a:stretch>
                <a:fillRect/>
              </a:stretch>
            </p:blipFill>
            <p:spPr>
              <a:xfrm>
                <a:off x="4221360" y="741600"/>
                <a:ext cx="6640920" cy="6092640"/>
              </a:xfrm>
              <a:prstGeom prst="rect">
                <a:avLst/>
              </a:prstGeom>
            </p:spPr>
          </p:pic>
        </mc:Fallback>
      </mc:AlternateContent>
    </p:spTree>
    <p:extLst>
      <p:ext uri="{BB962C8B-B14F-4D97-AF65-F5344CB8AC3E}">
        <p14:creationId xmlns:p14="http://schemas.microsoft.com/office/powerpoint/2010/main" val="2746818505"/>
      </p:ext>
    </p:extLst>
  </p:cSld>
  <p:clrMapOvr>
    <a:masterClrMapping/>
  </p:clrMapOvr>
  <mc:AlternateContent xmlns:mc="http://schemas.openxmlformats.org/markup-compatibility/2006" xmlns:p14="http://schemas.microsoft.com/office/powerpoint/2010/main">
    <mc:Choice Requires="p14">
      <p:transition spd="slow" p14:dur="2000" advTm="250552"/>
    </mc:Choice>
    <mc:Fallback xmlns="">
      <p:transition spd="slow" advTm="25055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C58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40CBFC91-8009-41AB-9B01-A2AC5A84160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43945" y="644826"/>
            <a:ext cx="9904108" cy="5568341"/>
          </a:xfrm>
          <a:prstGeom prst="rect">
            <a:avLst/>
          </a:prstGeom>
        </p:spPr>
      </p:pic>
      <p:sp>
        <p:nvSpPr>
          <p:cNvPr id="5" name="Rectángulo 4">
            <a:extLst>
              <a:ext uri="{FF2B5EF4-FFF2-40B4-BE49-F238E27FC236}">
                <a16:creationId xmlns:a16="http://schemas.microsoft.com/office/drawing/2014/main" id="{9723AB6E-59E5-4AE7-8358-4AFBC9CAED7B}"/>
              </a:ext>
            </a:extLst>
          </p:cNvPr>
          <p:cNvSpPr/>
          <p:nvPr/>
        </p:nvSpPr>
        <p:spPr>
          <a:xfrm>
            <a:off x="9892358" y="5695406"/>
            <a:ext cx="992777" cy="51912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5">
            <a:extLst>
              <a:ext uri="{FF2B5EF4-FFF2-40B4-BE49-F238E27FC236}">
                <a16:creationId xmlns:a16="http://schemas.microsoft.com/office/drawing/2014/main" id="{616E4B70-32FD-4EE8-9D98-579B92EFE703}"/>
              </a:ext>
            </a:extLst>
          </p:cNvPr>
          <p:cNvSpPr/>
          <p:nvPr/>
        </p:nvSpPr>
        <p:spPr>
          <a:xfrm>
            <a:off x="1018903" y="643467"/>
            <a:ext cx="992777" cy="5191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xmlns:p14="http://schemas.microsoft.com/office/powerpoint/2010/main" xmlns:iact="http://schemas.microsoft.com/office/powerpoint/2014/inkAction">
        <mc:Choice Requires="p14 iact">
          <p:contentPart p14:bwMode="auto" r:id="rId3">
            <p14:nvContentPartPr>
              <p14:cNvPr id="2" name="Entrada de lápiz 1">
                <a:extLst>
                  <a:ext uri="{FF2B5EF4-FFF2-40B4-BE49-F238E27FC236}">
                    <a16:creationId xmlns:a16="http://schemas.microsoft.com/office/drawing/2014/main" id="{B0AD8637-9E43-4F18-ACCF-BDCC5AEC038D}"/>
                  </a:ext>
                </a:extLst>
              </p14:cNvPr>
              <p14:cNvContentPartPr/>
              <p14:nvPr>
                <p:extLst>
                  <p:ext uri="{42D2F446-02D8-4167-A562-619A0277C38B}">
                    <p15:isNarration xmlns:p15="http://schemas.microsoft.com/office/powerpoint/2012/main" val="1"/>
                  </p:ext>
                </p:extLst>
              </p14:nvPr>
            </p14:nvContentPartPr>
            <p14:xfrm>
              <a:off x="4731480" y="813600"/>
              <a:ext cx="6146640" cy="5281560"/>
            </p14:xfrm>
          </p:contentPart>
        </mc:Choice>
        <mc:Fallback xmlns="">
          <p:pic>
            <p:nvPicPr>
              <p:cNvPr id="2" name="Entrada de lápiz 1">
                <a:extLst>
                  <a:ext uri="{FF2B5EF4-FFF2-40B4-BE49-F238E27FC236}">
                    <a16:creationId xmlns:a16="http://schemas.microsoft.com/office/drawing/2014/main" id="{B0AD8637-9E43-4F18-ACCF-BDCC5AEC038D}"/>
                  </a:ext>
                </a:extLst>
              </p:cNvPr>
              <p:cNvPicPr>
                <a:picLocks noGrp="1" noRot="1" noChangeAspect="1" noMove="1" noResize="1" noEditPoints="1" noAdjustHandles="1" noChangeArrowheads="1" noChangeShapeType="1"/>
              </p:cNvPicPr>
              <p:nvPr/>
            </p:nvPicPr>
            <p:blipFill>
              <a:blip r:embed="rId6"/>
              <a:stretch>
                <a:fillRect/>
              </a:stretch>
            </p:blipFill>
            <p:spPr>
              <a:xfrm>
                <a:off x="4722120" y="804240"/>
                <a:ext cx="6165360" cy="5300280"/>
              </a:xfrm>
              <a:prstGeom prst="rect">
                <a:avLst/>
              </a:prstGeom>
            </p:spPr>
          </p:pic>
        </mc:Fallback>
      </mc:AlternateContent>
    </p:spTree>
    <p:extLst>
      <p:ext uri="{BB962C8B-B14F-4D97-AF65-F5344CB8AC3E}">
        <p14:creationId xmlns:p14="http://schemas.microsoft.com/office/powerpoint/2010/main" val="677988928"/>
      </p:ext>
    </p:extLst>
  </p:cSld>
  <p:clrMapOvr>
    <a:masterClrMapping/>
  </p:clrMapOvr>
  <mc:AlternateContent xmlns:mc="http://schemas.openxmlformats.org/markup-compatibility/2006" xmlns:p14="http://schemas.microsoft.com/office/powerpoint/2010/main">
    <mc:Choice Requires="p14">
      <p:transition spd="slow" p14:dur="2000" advTm="44692"/>
    </mc:Choice>
    <mc:Fallback xmlns="">
      <p:transition spd="slow" advTm="4469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C58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40CBFC91-8009-41AB-9B01-A2AC5A84160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43946" y="644826"/>
            <a:ext cx="9904106" cy="5568341"/>
          </a:xfrm>
          <a:prstGeom prst="rect">
            <a:avLst/>
          </a:prstGeom>
        </p:spPr>
      </p:pic>
      <p:sp>
        <p:nvSpPr>
          <p:cNvPr id="5" name="Rectángulo 4">
            <a:extLst>
              <a:ext uri="{FF2B5EF4-FFF2-40B4-BE49-F238E27FC236}">
                <a16:creationId xmlns:a16="http://schemas.microsoft.com/office/drawing/2014/main" id="{9723AB6E-59E5-4AE7-8358-4AFBC9CAED7B}"/>
              </a:ext>
            </a:extLst>
          </p:cNvPr>
          <p:cNvSpPr/>
          <p:nvPr/>
        </p:nvSpPr>
        <p:spPr>
          <a:xfrm>
            <a:off x="9892358" y="5695406"/>
            <a:ext cx="992777" cy="51912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5">
            <a:extLst>
              <a:ext uri="{FF2B5EF4-FFF2-40B4-BE49-F238E27FC236}">
                <a16:creationId xmlns:a16="http://schemas.microsoft.com/office/drawing/2014/main" id="{616E4B70-32FD-4EE8-9D98-579B92EFE703}"/>
              </a:ext>
            </a:extLst>
          </p:cNvPr>
          <p:cNvSpPr/>
          <p:nvPr/>
        </p:nvSpPr>
        <p:spPr>
          <a:xfrm>
            <a:off x="1018903" y="643467"/>
            <a:ext cx="992777" cy="5191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 name="CuadroTexto 1">
            <a:extLst>
              <a:ext uri="{FF2B5EF4-FFF2-40B4-BE49-F238E27FC236}">
                <a16:creationId xmlns:a16="http://schemas.microsoft.com/office/drawing/2014/main" id="{9E7B3ECB-46C1-4032-98D8-D1F5E0403E1C}"/>
              </a:ext>
            </a:extLst>
          </p:cNvPr>
          <p:cNvSpPr txBox="1"/>
          <p:nvPr/>
        </p:nvSpPr>
        <p:spPr>
          <a:xfrm>
            <a:off x="3513908" y="480053"/>
            <a:ext cx="5361724" cy="584775"/>
          </a:xfrm>
          <a:prstGeom prst="rect">
            <a:avLst/>
          </a:prstGeom>
          <a:noFill/>
        </p:spPr>
        <p:txBody>
          <a:bodyPr wrap="none" rtlCol="0">
            <a:spAutoFit/>
          </a:bodyPr>
          <a:lstStyle/>
          <a:p>
            <a:r>
              <a:rPr lang="es-NI" sz="3200" b="1" dirty="0"/>
              <a:t>Representación usando Grafos</a:t>
            </a:r>
          </a:p>
        </p:txBody>
      </p:sp>
      <mc:AlternateContent xmlns:mc="http://schemas.openxmlformats.org/markup-compatibility/2006" xmlns:p14="http://schemas.microsoft.com/office/powerpoint/2010/main" xmlns:iact="http://schemas.microsoft.com/office/powerpoint/2014/inkAction">
        <mc:Choice Requires="p14 iact">
          <p:contentPart p14:bwMode="auto" r:id="rId3">
            <p14:nvContentPartPr>
              <p14:cNvPr id="3" name="Entrada de lápiz 2">
                <a:extLst>
                  <a:ext uri="{FF2B5EF4-FFF2-40B4-BE49-F238E27FC236}">
                    <a16:creationId xmlns:a16="http://schemas.microsoft.com/office/drawing/2014/main" id="{9DBD8060-9FFA-4F0B-B44D-B83072067640}"/>
                  </a:ext>
                </a:extLst>
              </p14:cNvPr>
              <p14:cNvContentPartPr/>
              <p14:nvPr>
                <p:extLst>
                  <p:ext uri="{42D2F446-02D8-4167-A562-619A0277C38B}">
                    <p15:isNarration xmlns:p15="http://schemas.microsoft.com/office/powerpoint/2012/main" val="1"/>
                  </p:ext>
                </p:extLst>
              </p14:nvPr>
            </p14:nvContentPartPr>
            <p14:xfrm>
              <a:off x="1076400" y="1176480"/>
              <a:ext cx="8386920" cy="4555800"/>
            </p14:xfrm>
          </p:contentPart>
        </mc:Choice>
        <mc:Fallback xmlns="">
          <p:pic>
            <p:nvPicPr>
              <p:cNvPr id="3" name="Entrada de lápiz 2">
                <a:extLst>
                  <a:ext uri="{FF2B5EF4-FFF2-40B4-BE49-F238E27FC236}">
                    <a16:creationId xmlns:a16="http://schemas.microsoft.com/office/drawing/2014/main" id="{9DBD8060-9FFA-4F0B-B44D-B83072067640}"/>
                  </a:ext>
                </a:extLst>
              </p:cNvPr>
              <p:cNvPicPr>
                <a:picLocks noGrp="1" noRot="1" noChangeAspect="1" noMove="1" noResize="1" noEditPoints="1" noAdjustHandles="1" noChangeArrowheads="1" noChangeShapeType="1"/>
              </p:cNvPicPr>
              <p:nvPr/>
            </p:nvPicPr>
            <p:blipFill>
              <a:blip r:embed="rId6"/>
              <a:stretch>
                <a:fillRect/>
              </a:stretch>
            </p:blipFill>
            <p:spPr>
              <a:xfrm>
                <a:off x="1067040" y="1167120"/>
                <a:ext cx="8405640" cy="4574520"/>
              </a:xfrm>
              <a:prstGeom prst="rect">
                <a:avLst/>
              </a:prstGeom>
            </p:spPr>
          </p:pic>
        </mc:Fallback>
      </mc:AlternateContent>
    </p:spTree>
    <p:extLst>
      <p:ext uri="{BB962C8B-B14F-4D97-AF65-F5344CB8AC3E}">
        <p14:creationId xmlns:p14="http://schemas.microsoft.com/office/powerpoint/2010/main" val="1011141060"/>
      </p:ext>
    </p:extLst>
  </p:cSld>
  <p:clrMapOvr>
    <a:masterClrMapping/>
  </p:clrMapOvr>
  <mc:AlternateContent xmlns:mc="http://schemas.openxmlformats.org/markup-compatibility/2006" xmlns:p14="http://schemas.microsoft.com/office/powerpoint/2010/main">
    <mc:Choice Requires="p14">
      <p:transition spd="slow" p14:dur="2000" advTm="132286"/>
    </mc:Choice>
    <mc:Fallback xmlns="">
      <p:transition spd="slow" advTm="13228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C58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40CBFC91-8009-41AB-9B01-A2AC5A84160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43946" y="644826"/>
            <a:ext cx="9904106" cy="5568340"/>
          </a:xfrm>
          <a:prstGeom prst="rect">
            <a:avLst/>
          </a:prstGeom>
        </p:spPr>
      </p:pic>
      <p:sp>
        <p:nvSpPr>
          <p:cNvPr id="5" name="Rectángulo 4">
            <a:extLst>
              <a:ext uri="{FF2B5EF4-FFF2-40B4-BE49-F238E27FC236}">
                <a16:creationId xmlns:a16="http://schemas.microsoft.com/office/drawing/2014/main" id="{9723AB6E-59E5-4AE7-8358-4AFBC9CAED7B}"/>
              </a:ext>
            </a:extLst>
          </p:cNvPr>
          <p:cNvSpPr/>
          <p:nvPr/>
        </p:nvSpPr>
        <p:spPr>
          <a:xfrm>
            <a:off x="9892358" y="5695406"/>
            <a:ext cx="992777" cy="51912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5">
            <a:extLst>
              <a:ext uri="{FF2B5EF4-FFF2-40B4-BE49-F238E27FC236}">
                <a16:creationId xmlns:a16="http://schemas.microsoft.com/office/drawing/2014/main" id="{616E4B70-32FD-4EE8-9D98-579B92EFE703}"/>
              </a:ext>
            </a:extLst>
          </p:cNvPr>
          <p:cNvSpPr/>
          <p:nvPr/>
        </p:nvSpPr>
        <p:spPr>
          <a:xfrm>
            <a:off x="1018903" y="643467"/>
            <a:ext cx="992777" cy="5191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7" name="CuadroTexto 6">
            <a:extLst>
              <a:ext uri="{FF2B5EF4-FFF2-40B4-BE49-F238E27FC236}">
                <a16:creationId xmlns:a16="http://schemas.microsoft.com/office/drawing/2014/main" id="{B8D4FE66-B483-40DC-B24E-E7144C202B01}"/>
              </a:ext>
            </a:extLst>
          </p:cNvPr>
          <p:cNvSpPr txBox="1"/>
          <p:nvPr/>
        </p:nvSpPr>
        <p:spPr>
          <a:xfrm>
            <a:off x="3513908" y="480053"/>
            <a:ext cx="5361724" cy="584775"/>
          </a:xfrm>
          <a:prstGeom prst="rect">
            <a:avLst/>
          </a:prstGeom>
          <a:noFill/>
        </p:spPr>
        <p:txBody>
          <a:bodyPr wrap="none" rtlCol="0">
            <a:spAutoFit/>
          </a:bodyPr>
          <a:lstStyle/>
          <a:p>
            <a:r>
              <a:rPr lang="es-NI" sz="3200" b="1" dirty="0"/>
              <a:t>Representación usando Grafos</a:t>
            </a:r>
          </a:p>
        </p:txBody>
      </p:sp>
      <mc:AlternateContent xmlns:mc="http://schemas.openxmlformats.org/markup-compatibility/2006" xmlns:p14="http://schemas.microsoft.com/office/powerpoint/2010/main" xmlns:iact="http://schemas.microsoft.com/office/powerpoint/2014/inkAction">
        <mc:Choice Requires="p14 iact">
          <p:contentPart p14:bwMode="auto" r:id="rId3">
            <p14:nvContentPartPr>
              <p14:cNvPr id="2" name="Entrada de lápiz 1">
                <a:extLst>
                  <a:ext uri="{FF2B5EF4-FFF2-40B4-BE49-F238E27FC236}">
                    <a16:creationId xmlns:a16="http://schemas.microsoft.com/office/drawing/2014/main" id="{E5B561CF-94A1-4EA4-8054-EDB96F60B6F5}"/>
                  </a:ext>
                </a:extLst>
              </p14:cNvPr>
              <p14:cNvContentPartPr/>
              <p14:nvPr>
                <p:extLst>
                  <p:ext uri="{42D2F446-02D8-4167-A562-619A0277C38B}">
                    <p15:isNarration xmlns:p15="http://schemas.microsoft.com/office/powerpoint/2012/main" val="1"/>
                  </p:ext>
                </p:extLst>
              </p14:nvPr>
            </p14:nvContentPartPr>
            <p14:xfrm>
              <a:off x="5182200" y="1301760"/>
              <a:ext cx="5783400" cy="4580640"/>
            </p14:xfrm>
          </p:contentPart>
        </mc:Choice>
        <mc:Fallback xmlns="">
          <p:pic>
            <p:nvPicPr>
              <p:cNvPr id="2" name="Entrada de lápiz 1">
                <a:extLst>
                  <a:ext uri="{FF2B5EF4-FFF2-40B4-BE49-F238E27FC236}">
                    <a16:creationId xmlns:a16="http://schemas.microsoft.com/office/drawing/2014/main" id="{E5B561CF-94A1-4EA4-8054-EDB96F60B6F5}"/>
                  </a:ext>
                </a:extLst>
              </p:cNvPr>
              <p:cNvPicPr>
                <a:picLocks noGrp="1" noRot="1" noChangeAspect="1" noMove="1" noResize="1" noEditPoints="1" noAdjustHandles="1" noChangeArrowheads="1" noChangeShapeType="1"/>
              </p:cNvPicPr>
              <p:nvPr/>
            </p:nvPicPr>
            <p:blipFill>
              <a:blip r:embed="rId6"/>
              <a:stretch>
                <a:fillRect/>
              </a:stretch>
            </p:blipFill>
            <p:spPr>
              <a:xfrm>
                <a:off x="5172840" y="1292400"/>
                <a:ext cx="5802120" cy="4599360"/>
              </a:xfrm>
              <a:prstGeom prst="rect">
                <a:avLst/>
              </a:prstGeom>
            </p:spPr>
          </p:pic>
        </mc:Fallback>
      </mc:AlternateContent>
    </p:spTree>
    <p:extLst>
      <p:ext uri="{BB962C8B-B14F-4D97-AF65-F5344CB8AC3E}">
        <p14:creationId xmlns:p14="http://schemas.microsoft.com/office/powerpoint/2010/main" val="4104130791"/>
      </p:ext>
    </p:extLst>
  </p:cSld>
  <p:clrMapOvr>
    <a:masterClrMapping/>
  </p:clrMapOvr>
  <mc:AlternateContent xmlns:mc="http://schemas.openxmlformats.org/markup-compatibility/2006" xmlns:p14="http://schemas.microsoft.com/office/powerpoint/2010/main">
    <mc:Choice Requires="p14">
      <p:transition spd="slow" p14:dur="2000" advTm="60429"/>
    </mc:Choice>
    <mc:Fallback xmlns="">
      <p:transition spd="slow" advTm="6042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C58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40CBFC91-8009-41AB-9B01-A2AC5A84160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43947" y="644826"/>
            <a:ext cx="9904104" cy="5568340"/>
          </a:xfrm>
          <a:prstGeom prst="rect">
            <a:avLst/>
          </a:prstGeom>
        </p:spPr>
      </p:pic>
      <p:sp>
        <p:nvSpPr>
          <p:cNvPr id="5" name="Rectángulo 4">
            <a:extLst>
              <a:ext uri="{FF2B5EF4-FFF2-40B4-BE49-F238E27FC236}">
                <a16:creationId xmlns:a16="http://schemas.microsoft.com/office/drawing/2014/main" id="{9723AB6E-59E5-4AE7-8358-4AFBC9CAED7B}"/>
              </a:ext>
            </a:extLst>
          </p:cNvPr>
          <p:cNvSpPr/>
          <p:nvPr/>
        </p:nvSpPr>
        <p:spPr>
          <a:xfrm>
            <a:off x="9892358" y="5695406"/>
            <a:ext cx="992777" cy="51912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5">
            <a:extLst>
              <a:ext uri="{FF2B5EF4-FFF2-40B4-BE49-F238E27FC236}">
                <a16:creationId xmlns:a16="http://schemas.microsoft.com/office/drawing/2014/main" id="{616E4B70-32FD-4EE8-9D98-579B92EFE703}"/>
              </a:ext>
            </a:extLst>
          </p:cNvPr>
          <p:cNvSpPr/>
          <p:nvPr/>
        </p:nvSpPr>
        <p:spPr>
          <a:xfrm>
            <a:off x="1018903" y="643467"/>
            <a:ext cx="992777" cy="5191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7" name="CuadroTexto 6">
            <a:extLst>
              <a:ext uri="{FF2B5EF4-FFF2-40B4-BE49-F238E27FC236}">
                <a16:creationId xmlns:a16="http://schemas.microsoft.com/office/drawing/2014/main" id="{7EC75940-D9CC-4122-B7B9-D59C1692DC6A}"/>
              </a:ext>
            </a:extLst>
          </p:cNvPr>
          <p:cNvSpPr txBox="1"/>
          <p:nvPr/>
        </p:nvSpPr>
        <p:spPr>
          <a:xfrm>
            <a:off x="3513908" y="480053"/>
            <a:ext cx="5361724" cy="584775"/>
          </a:xfrm>
          <a:prstGeom prst="rect">
            <a:avLst/>
          </a:prstGeom>
          <a:noFill/>
        </p:spPr>
        <p:txBody>
          <a:bodyPr wrap="none" rtlCol="0">
            <a:spAutoFit/>
          </a:bodyPr>
          <a:lstStyle/>
          <a:p>
            <a:r>
              <a:rPr lang="es-NI" sz="3200" b="1" dirty="0"/>
              <a:t>Representación usando Grafos</a:t>
            </a:r>
          </a:p>
        </p:txBody>
      </p:sp>
      <mc:AlternateContent xmlns:mc="http://schemas.openxmlformats.org/markup-compatibility/2006" xmlns:p14="http://schemas.microsoft.com/office/powerpoint/2010/main" xmlns:iact="http://schemas.microsoft.com/office/powerpoint/2014/inkAction">
        <mc:Choice Requires="p14 iact">
          <p:contentPart p14:bwMode="auto" r:id="rId3">
            <p14:nvContentPartPr>
              <p14:cNvPr id="2" name="Entrada de lápiz 1">
                <a:extLst>
                  <a:ext uri="{FF2B5EF4-FFF2-40B4-BE49-F238E27FC236}">
                    <a16:creationId xmlns:a16="http://schemas.microsoft.com/office/drawing/2014/main" id="{10E794A8-2D9C-484B-886D-D3D77843F07A}"/>
                  </a:ext>
                </a:extLst>
              </p14:cNvPr>
              <p14:cNvContentPartPr/>
              <p14:nvPr>
                <p:extLst>
                  <p:ext uri="{42D2F446-02D8-4167-A562-619A0277C38B}">
                    <p15:isNarration xmlns:p15="http://schemas.microsoft.com/office/powerpoint/2012/main" val="1"/>
                  </p:ext>
                </p:extLst>
              </p14:nvPr>
            </p14:nvContentPartPr>
            <p14:xfrm>
              <a:off x="3943080" y="1076400"/>
              <a:ext cx="6909840" cy="4981320"/>
            </p14:xfrm>
          </p:contentPart>
        </mc:Choice>
        <mc:Fallback xmlns="">
          <p:pic>
            <p:nvPicPr>
              <p:cNvPr id="2" name="Entrada de lápiz 1">
                <a:extLst>
                  <a:ext uri="{FF2B5EF4-FFF2-40B4-BE49-F238E27FC236}">
                    <a16:creationId xmlns:a16="http://schemas.microsoft.com/office/drawing/2014/main" id="{10E794A8-2D9C-484B-886D-D3D77843F07A}"/>
                  </a:ext>
                </a:extLst>
              </p:cNvPr>
              <p:cNvPicPr>
                <a:picLocks noGrp="1" noRot="1" noChangeAspect="1" noMove="1" noResize="1" noEditPoints="1" noAdjustHandles="1" noChangeArrowheads="1" noChangeShapeType="1"/>
              </p:cNvPicPr>
              <p:nvPr/>
            </p:nvPicPr>
            <p:blipFill>
              <a:blip r:embed="rId6"/>
              <a:stretch>
                <a:fillRect/>
              </a:stretch>
            </p:blipFill>
            <p:spPr>
              <a:xfrm>
                <a:off x="3933720" y="1067040"/>
                <a:ext cx="6928560" cy="5000040"/>
              </a:xfrm>
              <a:prstGeom prst="rect">
                <a:avLst/>
              </a:prstGeom>
            </p:spPr>
          </p:pic>
        </mc:Fallback>
      </mc:AlternateContent>
    </p:spTree>
    <p:extLst>
      <p:ext uri="{BB962C8B-B14F-4D97-AF65-F5344CB8AC3E}">
        <p14:creationId xmlns:p14="http://schemas.microsoft.com/office/powerpoint/2010/main" val="787893079"/>
      </p:ext>
    </p:extLst>
  </p:cSld>
  <p:clrMapOvr>
    <a:masterClrMapping/>
  </p:clrMapOvr>
  <mc:AlternateContent xmlns:mc="http://schemas.openxmlformats.org/markup-compatibility/2006" xmlns:p14="http://schemas.microsoft.com/office/powerpoint/2010/main">
    <mc:Choice Requires="p14">
      <p:transition spd="slow" p14:dur="2000" advTm="73864"/>
    </mc:Choice>
    <mc:Fallback xmlns="">
      <p:transition spd="slow" advTm="738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C58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40CBFC91-8009-41AB-9B01-A2AC5A84160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43947" y="644826"/>
            <a:ext cx="9904104" cy="5568339"/>
          </a:xfrm>
          <a:prstGeom prst="rect">
            <a:avLst/>
          </a:prstGeom>
        </p:spPr>
      </p:pic>
      <p:sp>
        <p:nvSpPr>
          <p:cNvPr id="5" name="Rectángulo 4">
            <a:extLst>
              <a:ext uri="{FF2B5EF4-FFF2-40B4-BE49-F238E27FC236}">
                <a16:creationId xmlns:a16="http://schemas.microsoft.com/office/drawing/2014/main" id="{9723AB6E-59E5-4AE7-8358-4AFBC9CAED7B}"/>
              </a:ext>
            </a:extLst>
          </p:cNvPr>
          <p:cNvSpPr/>
          <p:nvPr/>
        </p:nvSpPr>
        <p:spPr>
          <a:xfrm>
            <a:off x="9892358" y="5695406"/>
            <a:ext cx="992777" cy="51912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5">
            <a:extLst>
              <a:ext uri="{FF2B5EF4-FFF2-40B4-BE49-F238E27FC236}">
                <a16:creationId xmlns:a16="http://schemas.microsoft.com/office/drawing/2014/main" id="{616E4B70-32FD-4EE8-9D98-579B92EFE703}"/>
              </a:ext>
            </a:extLst>
          </p:cNvPr>
          <p:cNvSpPr/>
          <p:nvPr/>
        </p:nvSpPr>
        <p:spPr>
          <a:xfrm>
            <a:off x="1018903" y="643467"/>
            <a:ext cx="992777" cy="5191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7" name="CuadroTexto 6">
            <a:extLst>
              <a:ext uri="{FF2B5EF4-FFF2-40B4-BE49-F238E27FC236}">
                <a16:creationId xmlns:a16="http://schemas.microsoft.com/office/drawing/2014/main" id="{1B9449A6-B1F8-4C60-ACEA-B09AB560113B}"/>
              </a:ext>
            </a:extLst>
          </p:cNvPr>
          <p:cNvSpPr txBox="1"/>
          <p:nvPr/>
        </p:nvSpPr>
        <p:spPr>
          <a:xfrm>
            <a:off x="4714243" y="480051"/>
            <a:ext cx="2763513" cy="584775"/>
          </a:xfrm>
          <a:prstGeom prst="rect">
            <a:avLst/>
          </a:prstGeom>
          <a:noFill/>
        </p:spPr>
        <p:txBody>
          <a:bodyPr wrap="none" rtlCol="0">
            <a:spAutoFit/>
          </a:bodyPr>
          <a:lstStyle/>
          <a:p>
            <a:r>
              <a:rPr lang="es-NI" sz="3200" b="1" dirty="0"/>
              <a:t>Grafos a matriz</a:t>
            </a:r>
          </a:p>
        </p:txBody>
      </p:sp>
    </p:spTree>
    <p:extLst>
      <p:ext uri="{BB962C8B-B14F-4D97-AF65-F5344CB8AC3E}">
        <p14:creationId xmlns:p14="http://schemas.microsoft.com/office/powerpoint/2010/main" val="1867996815"/>
      </p:ext>
    </p:extLst>
  </p:cSld>
  <p:clrMapOvr>
    <a:masterClrMapping/>
  </p:clrMapOvr>
  <mc:AlternateContent xmlns:mc="http://schemas.openxmlformats.org/markup-compatibility/2006" xmlns:p14="http://schemas.microsoft.com/office/powerpoint/2010/main">
    <mc:Choice Requires="p14">
      <p:transition spd="slow" p14:dur="2000" advTm="16184"/>
    </mc:Choice>
    <mc:Fallback xmlns="">
      <p:transition spd="slow" advTm="16184"/>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C58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40CBFC91-8009-41AB-9B01-A2AC5A84160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43948" y="644826"/>
            <a:ext cx="9904102" cy="5568339"/>
          </a:xfrm>
          <a:prstGeom prst="rect">
            <a:avLst/>
          </a:prstGeom>
        </p:spPr>
      </p:pic>
      <p:sp>
        <p:nvSpPr>
          <p:cNvPr id="5" name="Rectángulo 4">
            <a:extLst>
              <a:ext uri="{FF2B5EF4-FFF2-40B4-BE49-F238E27FC236}">
                <a16:creationId xmlns:a16="http://schemas.microsoft.com/office/drawing/2014/main" id="{9723AB6E-59E5-4AE7-8358-4AFBC9CAED7B}"/>
              </a:ext>
            </a:extLst>
          </p:cNvPr>
          <p:cNvSpPr/>
          <p:nvPr/>
        </p:nvSpPr>
        <p:spPr>
          <a:xfrm>
            <a:off x="9892358" y="5695406"/>
            <a:ext cx="992777" cy="51912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5">
            <a:extLst>
              <a:ext uri="{FF2B5EF4-FFF2-40B4-BE49-F238E27FC236}">
                <a16:creationId xmlns:a16="http://schemas.microsoft.com/office/drawing/2014/main" id="{616E4B70-32FD-4EE8-9D98-579B92EFE703}"/>
              </a:ext>
            </a:extLst>
          </p:cNvPr>
          <p:cNvSpPr/>
          <p:nvPr/>
        </p:nvSpPr>
        <p:spPr>
          <a:xfrm>
            <a:off x="1018903" y="643467"/>
            <a:ext cx="992777" cy="5191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7" name="CuadroTexto 6">
            <a:extLst>
              <a:ext uri="{FF2B5EF4-FFF2-40B4-BE49-F238E27FC236}">
                <a16:creationId xmlns:a16="http://schemas.microsoft.com/office/drawing/2014/main" id="{1812B847-9A63-439C-AA1A-4B9CC6DA92FD}"/>
              </a:ext>
            </a:extLst>
          </p:cNvPr>
          <p:cNvSpPr txBox="1"/>
          <p:nvPr/>
        </p:nvSpPr>
        <p:spPr>
          <a:xfrm>
            <a:off x="4714243" y="480051"/>
            <a:ext cx="2763513" cy="584775"/>
          </a:xfrm>
          <a:prstGeom prst="rect">
            <a:avLst/>
          </a:prstGeom>
          <a:noFill/>
        </p:spPr>
        <p:txBody>
          <a:bodyPr wrap="none" rtlCol="0">
            <a:spAutoFit/>
          </a:bodyPr>
          <a:lstStyle/>
          <a:p>
            <a:r>
              <a:rPr lang="es-NI" sz="3200" b="1" dirty="0"/>
              <a:t>Grafos a matriz</a:t>
            </a:r>
          </a:p>
        </p:txBody>
      </p:sp>
      <mc:AlternateContent xmlns:mc="http://schemas.openxmlformats.org/markup-compatibility/2006" xmlns:p14="http://schemas.microsoft.com/office/powerpoint/2010/main" xmlns:iact="http://schemas.microsoft.com/office/powerpoint/2014/inkAction">
        <mc:Choice Requires="p14 iact">
          <p:contentPart p14:bwMode="auto" r:id="rId3">
            <p14:nvContentPartPr>
              <p14:cNvPr id="2" name="Entrada de lápiz 1">
                <a:extLst>
                  <a:ext uri="{FF2B5EF4-FFF2-40B4-BE49-F238E27FC236}">
                    <a16:creationId xmlns:a16="http://schemas.microsoft.com/office/drawing/2014/main" id="{6A72C468-2C04-43CF-9B68-778662285816}"/>
                  </a:ext>
                </a:extLst>
              </p14:cNvPr>
              <p14:cNvContentPartPr/>
              <p14:nvPr>
                <p:extLst>
                  <p:ext uri="{42D2F446-02D8-4167-A562-619A0277C38B}">
                    <p15:isNarration xmlns:p15="http://schemas.microsoft.com/office/powerpoint/2012/main" val="1"/>
                  </p:ext>
                </p:extLst>
              </p14:nvPr>
            </p14:nvContentPartPr>
            <p14:xfrm>
              <a:off x="1727280" y="1890000"/>
              <a:ext cx="8324640" cy="3204000"/>
            </p14:xfrm>
          </p:contentPart>
        </mc:Choice>
        <mc:Fallback xmlns="">
          <p:pic>
            <p:nvPicPr>
              <p:cNvPr id="2" name="Entrada de lápiz 1">
                <a:extLst>
                  <a:ext uri="{FF2B5EF4-FFF2-40B4-BE49-F238E27FC236}">
                    <a16:creationId xmlns:a16="http://schemas.microsoft.com/office/drawing/2014/main" id="{6A72C468-2C04-43CF-9B68-778662285816}"/>
                  </a:ext>
                </a:extLst>
              </p:cNvPr>
              <p:cNvPicPr>
                <a:picLocks noGrp="1" noRot="1" noChangeAspect="1" noMove="1" noResize="1" noEditPoints="1" noAdjustHandles="1" noChangeArrowheads="1" noChangeShapeType="1"/>
              </p:cNvPicPr>
              <p:nvPr/>
            </p:nvPicPr>
            <p:blipFill>
              <a:blip r:embed="rId6"/>
              <a:stretch>
                <a:fillRect/>
              </a:stretch>
            </p:blipFill>
            <p:spPr>
              <a:xfrm>
                <a:off x="1711440" y="1826640"/>
                <a:ext cx="8349840" cy="3330720"/>
              </a:xfrm>
              <a:prstGeom prst="rect">
                <a:avLst/>
              </a:prstGeom>
            </p:spPr>
          </p:pic>
        </mc:Fallback>
      </mc:AlternateContent>
    </p:spTree>
    <p:extLst>
      <p:ext uri="{BB962C8B-B14F-4D97-AF65-F5344CB8AC3E}">
        <p14:creationId xmlns:p14="http://schemas.microsoft.com/office/powerpoint/2010/main" val="3143474695"/>
      </p:ext>
    </p:extLst>
  </p:cSld>
  <p:clrMapOvr>
    <a:masterClrMapping/>
  </p:clrMapOvr>
  <mc:AlternateContent xmlns:mc="http://schemas.openxmlformats.org/markup-compatibility/2006" xmlns:p14="http://schemas.microsoft.com/office/powerpoint/2010/main">
    <mc:Choice Requires="p14">
      <p:transition spd="slow" p14:dur="2000" advTm="78047"/>
    </mc:Choice>
    <mc:Fallback xmlns="">
      <p:transition spd="slow" advTm="7804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C58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40CBFC91-8009-41AB-9B01-A2AC5A84160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43948" y="644826"/>
            <a:ext cx="9904102" cy="5568338"/>
          </a:xfrm>
          <a:prstGeom prst="rect">
            <a:avLst/>
          </a:prstGeom>
        </p:spPr>
      </p:pic>
      <p:sp>
        <p:nvSpPr>
          <p:cNvPr id="5" name="Rectángulo 4">
            <a:extLst>
              <a:ext uri="{FF2B5EF4-FFF2-40B4-BE49-F238E27FC236}">
                <a16:creationId xmlns:a16="http://schemas.microsoft.com/office/drawing/2014/main" id="{9723AB6E-59E5-4AE7-8358-4AFBC9CAED7B}"/>
              </a:ext>
            </a:extLst>
          </p:cNvPr>
          <p:cNvSpPr/>
          <p:nvPr/>
        </p:nvSpPr>
        <p:spPr>
          <a:xfrm>
            <a:off x="9892358" y="5695406"/>
            <a:ext cx="992777" cy="51912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5">
            <a:extLst>
              <a:ext uri="{FF2B5EF4-FFF2-40B4-BE49-F238E27FC236}">
                <a16:creationId xmlns:a16="http://schemas.microsoft.com/office/drawing/2014/main" id="{616E4B70-32FD-4EE8-9D98-579B92EFE703}"/>
              </a:ext>
            </a:extLst>
          </p:cNvPr>
          <p:cNvSpPr/>
          <p:nvPr/>
        </p:nvSpPr>
        <p:spPr>
          <a:xfrm>
            <a:off x="1018903" y="643467"/>
            <a:ext cx="992777" cy="5191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7" name="CuadroTexto 6">
            <a:extLst>
              <a:ext uri="{FF2B5EF4-FFF2-40B4-BE49-F238E27FC236}">
                <a16:creationId xmlns:a16="http://schemas.microsoft.com/office/drawing/2014/main" id="{C03DA7D9-3004-4B54-A100-F48E7A37FC4D}"/>
              </a:ext>
            </a:extLst>
          </p:cNvPr>
          <p:cNvSpPr txBox="1"/>
          <p:nvPr/>
        </p:nvSpPr>
        <p:spPr>
          <a:xfrm>
            <a:off x="4714243" y="480051"/>
            <a:ext cx="2763513" cy="584775"/>
          </a:xfrm>
          <a:prstGeom prst="rect">
            <a:avLst/>
          </a:prstGeom>
          <a:noFill/>
        </p:spPr>
        <p:txBody>
          <a:bodyPr wrap="none" rtlCol="0">
            <a:spAutoFit/>
          </a:bodyPr>
          <a:lstStyle/>
          <a:p>
            <a:r>
              <a:rPr lang="es-NI" sz="3200" b="1" dirty="0"/>
              <a:t>Grafos a matriz</a:t>
            </a:r>
          </a:p>
        </p:txBody>
      </p:sp>
      <mc:AlternateContent xmlns:mc="http://schemas.openxmlformats.org/markup-compatibility/2006" xmlns:p14="http://schemas.microsoft.com/office/powerpoint/2010/main" xmlns:iact="http://schemas.microsoft.com/office/powerpoint/2014/inkAction">
        <mc:Choice Requires="p14 iact">
          <p:contentPart p14:bwMode="auto" r:id="rId3">
            <p14:nvContentPartPr>
              <p14:cNvPr id="2" name="Entrada de lápiz 1">
                <a:extLst>
                  <a:ext uri="{FF2B5EF4-FFF2-40B4-BE49-F238E27FC236}">
                    <a16:creationId xmlns:a16="http://schemas.microsoft.com/office/drawing/2014/main" id="{0D336664-B113-4F23-83B1-74AC397671A8}"/>
                  </a:ext>
                </a:extLst>
              </p14:cNvPr>
              <p14:cNvContentPartPr/>
              <p14:nvPr>
                <p:extLst>
                  <p:ext uri="{42D2F446-02D8-4167-A562-619A0277C38B}">
                    <p15:isNarration xmlns:p15="http://schemas.microsoft.com/office/powerpoint/2012/main" val="1"/>
                  </p:ext>
                </p:extLst>
              </p14:nvPr>
            </p14:nvContentPartPr>
            <p14:xfrm>
              <a:off x="2966400" y="913680"/>
              <a:ext cx="8136720" cy="5519160"/>
            </p14:xfrm>
          </p:contentPart>
        </mc:Choice>
        <mc:Fallback xmlns="">
          <p:pic>
            <p:nvPicPr>
              <p:cNvPr id="2" name="Entrada de lápiz 1">
                <a:extLst>
                  <a:ext uri="{FF2B5EF4-FFF2-40B4-BE49-F238E27FC236}">
                    <a16:creationId xmlns:a16="http://schemas.microsoft.com/office/drawing/2014/main" id="{0D336664-B113-4F23-83B1-74AC397671A8}"/>
                  </a:ext>
                </a:extLst>
              </p:cNvPr>
              <p:cNvPicPr>
                <a:picLocks noGrp="1" noRot="1" noChangeAspect="1" noMove="1" noResize="1" noEditPoints="1" noAdjustHandles="1" noChangeArrowheads="1" noChangeShapeType="1"/>
              </p:cNvPicPr>
              <p:nvPr/>
            </p:nvPicPr>
            <p:blipFill>
              <a:blip r:embed="rId6"/>
              <a:stretch>
                <a:fillRect/>
              </a:stretch>
            </p:blipFill>
            <p:spPr>
              <a:xfrm>
                <a:off x="2950560" y="904320"/>
                <a:ext cx="8161920" cy="5537880"/>
              </a:xfrm>
              <a:prstGeom prst="rect">
                <a:avLst/>
              </a:prstGeom>
            </p:spPr>
          </p:pic>
        </mc:Fallback>
      </mc:AlternateContent>
    </p:spTree>
    <p:extLst>
      <p:ext uri="{BB962C8B-B14F-4D97-AF65-F5344CB8AC3E}">
        <p14:creationId xmlns:p14="http://schemas.microsoft.com/office/powerpoint/2010/main" val="758073141"/>
      </p:ext>
    </p:extLst>
  </p:cSld>
  <p:clrMapOvr>
    <a:masterClrMapping/>
  </p:clrMapOvr>
  <mc:AlternateContent xmlns:mc="http://schemas.openxmlformats.org/markup-compatibility/2006" xmlns:p14="http://schemas.microsoft.com/office/powerpoint/2010/main">
    <mc:Choice Requires="p14">
      <p:transition spd="slow" p14:dur="2000" advTm="79695"/>
    </mc:Choice>
    <mc:Fallback xmlns="">
      <p:transition spd="slow" advTm="7969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C58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a:extLst>
              <a:ext uri="{FF2B5EF4-FFF2-40B4-BE49-F238E27FC236}">
                <a16:creationId xmlns:a16="http://schemas.microsoft.com/office/drawing/2014/main" id="{40CBFC91-8009-41AB-9B01-A2AC5A841600}"/>
              </a:ext>
            </a:extLst>
          </p:cNvPr>
          <p:cNvPicPr>
            <a:picLocks noChangeAspect="1"/>
          </p:cNvPicPr>
          <p:nvPr/>
        </p:nvPicPr>
        <p:blipFill rotWithShape="1">
          <a:blip r:embed="rId2">
            <a:extLst>
              <a:ext uri="{28A0092B-C50C-407E-A947-70E740481C1C}">
                <a14:useLocalDpi xmlns:a14="http://schemas.microsoft.com/office/drawing/2010/main" val="0"/>
              </a:ext>
            </a:extLst>
          </a:blip>
          <a:srcRect t="40968"/>
          <a:stretch/>
        </p:blipFill>
        <p:spPr>
          <a:xfrm>
            <a:off x="1268997" y="643467"/>
            <a:ext cx="9904100" cy="3287084"/>
          </a:xfrm>
          <a:prstGeom prst="rect">
            <a:avLst/>
          </a:prstGeom>
        </p:spPr>
      </p:pic>
      <p:sp>
        <p:nvSpPr>
          <p:cNvPr id="5" name="Rectángulo 4">
            <a:extLst>
              <a:ext uri="{FF2B5EF4-FFF2-40B4-BE49-F238E27FC236}">
                <a16:creationId xmlns:a16="http://schemas.microsoft.com/office/drawing/2014/main" id="{9723AB6E-59E5-4AE7-8358-4AFBC9CAED7B}"/>
              </a:ext>
            </a:extLst>
          </p:cNvPr>
          <p:cNvSpPr/>
          <p:nvPr/>
        </p:nvSpPr>
        <p:spPr>
          <a:xfrm>
            <a:off x="10054481" y="3477562"/>
            <a:ext cx="992777" cy="51912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5">
            <a:extLst>
              <a:ext uri="{FF2B5EF4-FFF2-40B4-BE49-F238E27FC236}">
                <a16:creationId xmlns:a16="http://schemas.microsoft.com/office/drawing/2014/main" id="{616E4B70-32FD-4EE8-9D98-579B92EFE703}"/>
              </a:ext>
            </a:extLst>
          </p:cNvPr>
          <p:cNvSpPr/>
          <p:nvPr/>
        </p:nvSpPr>
        <p:spPr>
          <a:xfrm>
            <a:off x="727106" y="643467"/>
            <a:ext cx="5856574" cy="5191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NI" sz="2800" b="1" dirty="0">
                <a:solidFill>
                  <a:schemeClr val="tx1"/>
                </a:solidFill>
              </a:rPr>
              <a:t>Cálculo de la probabilidad de compra en la siguiente semana usando matriz</a:t>
            </a:r>
          </a:p>
        </p:txBody>
      </p:sp>
      <p:pic>
        <p:nvPicPr>
          <p:cNvPr id="7" name="Imagen 6">
            <a:extLst>
              <a:ext uri="{FF2B5EF4-FFF2-40B4-BE49-F238E27FC236}">
                <a16:creationId xmlns:a16="http://schemas.microsoft.com/office/drawing/2014/main" id="{8A8F020B-94A9-4D7C-BF22-4C62650D7FA1}"/>
              </a:ext>
            </a:extLst>
          </p:cNvPr>
          <p:cNvPicPr>
            <a:picLocks noChangeAspect="1"/>
          </p:cNvPicPr>
          <p:nvPr/>
        </p:nvPicPr>
        <p:blipFill rotWithShape="1">
          <a:blip r:embed="rId2">
            <a:extLst>
              <a:ext uri="{28A0092B-C50C-407E-A947-70E740481C1C}">
                <a14:useLocalDpi xmlns:a14="http://schemas.microsoft.com/office/drawing/2010/main" val="0"/>
              </a:ext>
            </a:extLst>
          </a:blip>
          <a:srcRect b="55748"/>
          <a:stretch/>
        </p:blipFill>
        <p:spPr>
          <a:xfrm>
            <a:off x="1268997" y="3825466"/>
            <a:ext cx="9904100" cy="2464134"/>
          </a:xfrm>
          <a:prstGeom prst="rect">
            <a:avLst/>
          </a:prstGeom>
        </p:spPr>
      </p:pic>
      <mc:AlternateContent xmlns:mc="http://schemas.openxmlformats.org/markup-compatibility/2006" xmlns:p14="http://schemas.microsoft.com/office/powerpoint/2010/main" xmlns:iact="http://schemas.microsoft.com/office/powerpoint/2014/inkAction">
        <mc:Choice Requires="p14 iact">
          <p:contentPart p14:bwMode="auto" r:id="rId3">
            <p14:nvContentPartPr>
              <p14:cNvPr id="2" name="Entrada de lápiz 1">
                <a:extLst>
                  <a:ext uri="{FF2B5EF4-FFF2-40B4-BE49-F238E27FC236}">
                    <a16:creationId xmlns:a16="http://schemas.microsoft.com/office/drawing/2014/main" id="{0C001B1A-6599-446B-A977-DED9B5D13947}"/>
                  </a:ext>
                </a:extLst>
              </p14:cNvPr>
              <p14:cNvContentPartPr/>
              <p14:nvPr>
                <p:extLst>
                  <p:ext uri="{42D2F446-02D8-4167-A562-619A0277C38B}">
                    <p15:isNarration xmlns:p15="http://schemas.microsoft.com/office/powerpoint/2012/main" val="1"/>
                  </p:ext>
                </p:extLst>
              </p14:nvPr>
            </p14:nvContentPartPr>
            <p14:xfrm>
              <a:off x="2115360" y="1351800"/>
              <a:ext cx="4293720" cy="3654360"/>
            </p14:xfrm>
          </p:contentPart>
        </mc:Choice>
        <mc:Fallback xmlns="">
          <p:pic>
            <p:nvPicPr>
              <p:cNvPr id="2" name="Entrada de lápiz 1">
                <a:extLst>
                  <a:ext uri="{FF2B5EF4-FFF2-40B4-BE49-F238E27FC236}">
                    <a16:creationId xmlns:a16="http://schemas.microsoft.com/office/drawing/2014/main" id="{0C001B1A-6599-446B-A977-DED9B5D13947}"/>
                  </a:ext>
                </a:extLst>
              </p:cNvPr>
              <p:cNvPicPr>
                <a:picLocks noGrp="1" noRot="1" noChangeAspect="1" noMove="1" noResize="1" noEditPoints="1" noAdjustHandles="1" noChangeArrowheads="1" noChangeShapeType="1"/>
              </p:cNvPicPr>
              <p:nvPr/>
            </p:nvPicPr>
            <p:blipFill>
              <a:blip r:embed="rId6"/>
              <a:stretch>
                <a:fillRect/>
              </a:stretch>
            </p:blipFill>
            <p:spPr>
              <a:xfrm>
                <a:off x="2106000" y="1342440"/>
                <a:ext cx="4312440" cy="3673080"/>
              </a:xfrm>
              <a:prstGeom prst="rect">
                <a:avLst/>
              </a:prstGeom>
            </p:spPr>
          </p:pic>
        </mc:Fallback>
      </mc:AlternateContent>
    </p:spTree>
    <p:extLst>
      <p:ext uri="{BB962C8B-B14F-4D97-AF65-F5344CB8AC3E}">
        <p14:creationId xmlns:p14="http://schemas.microsoft.com/office/powerpoint/2010/main" val="342458347"/>
      </p:ext>
    </p:extLst>
  </p:cSld>
  <p:clrMapOvr>
    <a:masterClrMapping/>
  </p:clrMapOvr>
  <mc:AlternateContent xmlns:mc="http://schemas.openxmlformats.org/markup-compatibility/2006" xmlns:p14="http://schemas.microsoft.com/office/powerpoint/2010/main">
    <mc:Choice Requires="p14">
      <p:transition spd="slow" p14:dur="2000" advTm="72274"/>
    </mc:Choice>
    <mc:Fallback xmlns="">
      <p:transition spd="slow" advTm="7227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C58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9723AB6E-59E5-4AE7-8358-4AFBC9CAED7B}"/>
              </a:ext>
            </a:extLst>
          </p:cNvPr>
          <p:cNvSpPr/>
          <p:nvPr/>
        </p:nvSpPr>
        <p:spPr>
          <a:xfrm>
            <a:off x="10054481" y="3477562"/>
            <a:ext cx="992777" cy="51912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5">
            <a:extLst>
              <a:ext uri="{FF2B5EF4-FFF2-40B4-BE49-F238E27FC236}">
                <a16:creationId xmlns:a16="http://schemas.microsoft.com/office/drawing/2014/main" id="{616E4B70-32FD-4EE8-9D98-579B92EFE703}"/>
              </a:ext>
            </a:extLst>
          </p:cNvPr>
          <p:cNvSpPr/>
          <p:nvPr/>
        </p:nvSpPr>
        <p:spPr>
          <a:xfrm>
            <a:off x="1018903" y="643467"/>
            <a:ext cx="992777" cy="5191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pic>
        <p:nvPicPr>
          <p:cNvPr id="2" name="Imagen 1">
            <a:extLst>
              <a:ext uri="{FF2B5EF4-FFF2-40B4-BE49-F238E27FC236}">
                <a16:creationId xmlns:a16="http://schemas.microsoft.com/office/drawing/2014/main" id="{F7953296-AC35-47A1-82BB-5ADEDCDD1D98}"/>
              </a:ext>
            </a:extLst>
          </p:cNvPr>
          <p:cNvPicPr>
            <a:picLocks noChangeAspect="1"/>
          </p:cNvPicPr>
          <p:nvPr/>
        </p:nvPicPr>
        <p:blipFill>
          <a:blip r:embed="rId2"/>
          <a:stretch>
            <a:fillRect/>
          </a:stretch>
        </p:blipFill>
        <p:spPr>
          <a:xfrm>
            <a:off x="1608956" y="468633"/>
            <a:ext cx="8974088" cy="3145788"/>
          </a:xfrm>
          <a:prstGeom prst="rect">
            <a:avLst/>
          </a:prstGeom>
        </p:spPr>
      </p:pic>
      <p:pic>
        <p:nvPicPr>
          <p:cNvPr id="3" name="Imagen 2">
            <a:extLst>
              <a:ext uri="{FF2B5EF4-FFF2-40B4-BE49-F238E27FC236}">
                <a16:creationId xmlns:a16="http://schemas.microsoft.com/office/drawing/2014/main" id="{13F9F554-4B04-4ADB-8B78-43298618E960}"/>
              </a:ext>
            </a:extLst>
          </p:cNvPr>
          <p:cNvPicPr>
            <a:picLocks noChangeAspect="1"/>
          </p:cNvPicPr>
          <p:nvPr/>
        </p:nvPicPr>
        <p:blipFill>
          <a:blip r:embed="rId3"/>
          <a:stretch>
            <a:fillRect/>
          </a:stretch>
        </p:blipFill>
        <p:spPr>
          <a:xfrm>
            <a:off x="2264898" y="3711832"/>
            <a:ext cx="8149077" cy="2292682"/>
          </a:xfrm>
          <a:prstGeom prst="rect">
            <a:avLst/>
          </a:prstGeom>
        </p:spPr>
      </p:pic>
      <p:pic>
        <p:nvPicPr>
          <p:cNvPr id="8" name="Imagen 7">
            <a:extLst>
              <a:ext uri="{FF2B5EF4-FFF2-40B4-BE49-F238E27FC236}">
                <a16:creationId xmlns:a16="http://schemas.microsoft.com/office/drawing/2014/main" id="{56E346CE-8904-44AB-88C5-D925519D86AD}"/>
              </a:ext>
            </a:extLst>
          </p:cNvPr>
          <p:cNvPicPr>
            <a:picLocks noChangeAspect="1"/>
          </p:cNvPicPr>
          <p:nvPr/>
        </p:nvPicPr>
        <p:blipFill>
          <a:blip r:embed="rId4"/>
          <a:stretch>
            <a:fillRect/>
          </a:stretch>
        </p:blipFill>
        <p:spPr>
          <a:xfrm>
            <a:off x="6485206" y="4287337"/>
            <a:ext cx="848677" cy="474457"/>
          </a:xfrm>
          <a:prstGeom prst="rect">
            <a:avLst/>
          </a:prstGeom>
        </p:spPr>
      </p:pic>
      <p:sp>
        <p:nvSpPr>
          <p:cNvPr id="12" name="Rectángulo 11">
            <a:extLst>
              <a:ext uri="{FF2B5EF4-FFF2-40B4-BE49-F238E27FC236}">
                <a16:creationId xmlns:a16="http://schemas.microsoft.com/office/drawing/2014/main" id="{0BC41530-3B3D-40D7-B45B-AA53696A73F0}"/>
              </a:ext>
            </a:extLst>
          </p:cNvPr>
          <p:cNvSpPr/>
          <p:nvPr/>
        </p:nvSpPr>
        <p:spPr>
          <a:xfrm>
            <a:off x="727106" y="643467"/>
            <a:ext cx="5856574" cy="5191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NI" sz="2800" b="1" dirty="0">
                <a:solidFill>
                  <a:schemeClr val="tx1"/>
                </a:solidFill>
              </a:rPr>
              <a:t>Cálculo de la probabilidad de compra en la siguiente semana usando matriz</a:t>
            </a:r>
          </a:p>
        </p:txBody>
      </p:sp>
      <mc:AlternateContent xmlns:mc="http://schemas.openxmlformats.org/markup-compatibility/2006" xmlns:p14="http://schemas.microsoft.com/office/powerpoint/2010/main" xmlns:iact="http://schemas.microsoft.com/office/powerpoint/2014/inkAction">
        <mc:Choice Requires="p14 iact">
          <p:contentPart p14:bwMode="auto" r:id="rId5">
            <p14:nvContentPartPr>
              <p14:cNvPr id="10" name="Entrada de lápiz 9">
                <a:extLst>
                  <a:ext uri="{FF2B5EF4-FFF2-40B4-BE49-F238E27FC236}">
                    <a16:creationId xmlns:a16="http://schemas.microsoft.com/office/drawing/2014/main" id="{D7073C63-3DB5-48C1-A874-725AB3D0AA65}"/>
                  </a:ext>
                </a:extLst>
              </p14:cNvPr>
              <p14:cNvContentPartPr/>
              <p14:nvPr>
                <p:extLst>
                  <p:ext uri="{42D2F446-02D8-4167-A562-619A0277C38B}">
                    <p15:isNarration xmlns:p15="http://schemas.microsoft.com/office/powerpoint/2012/main" val="1"/>
                  </p:ext>
                </p:extLst>
              </p14:nvPr>
            </p14:nvContentPartPr>
            <p14:xfrm>
              <a:off x="3629880" y="876240"/>
              <a:ext cx="7936560" cy="5143680"/>
            </p14:xfrm>
          </p:contentPart>
        </mc:Choice>
        <mc:Fallback xmlns="">
          <p:pic>
            <p:nvPicPr>
              <p:cNvPr id="10" name="Entrada de lápiz 9">
                <a:extLst>
                  <a:ext uri="{FF2B5EF4-FFF2-40B4-BE49-F238E27FC236}">
                    <a16:creationId xmlns:a16="http://schemas.microsoft.com/office/drawing/2014/main" id="{D7073C63-3DB5-48C1-A874-725AB3D0AA65}"/>
                  </a:ext>
                </a:extLst>
              </p:cNvPr>
              <p:cNvPicPr>
                <a:picLocks noGrp="1" noRot="1" noChangeAspect="1" noMove="1" noResize="1" noEditPoints="1" noAdjustHandles="1" noChangeArrowheads="1" noChangeShapeType="1"/>
              </p:cNvPicPr>
              <p:nvPr/>
            </p:nvPicPr>
            <p:blipFill>
              <a:blip r:embed="rId8"/>
              <a:stretch>
                <a:fillRect/>
              </a:stretch>
            </p:blipFill>
            <p:spPr>
              <a:xfrm>
                <a:off x="3620520" y="866880"/>
                <a:ext cx="7955280" cy="5162400"/>
              </a:xfrm>
              <a:prstGeom prst="rect">
                <a:avLst/>
              </a:prstGeom>
            </p:spPr>
          </p:pic>
        </mc:Fallback>
      </mc:AlternateContent>
    </p:spTree>
    <p:extLst>
      <p:ext uri="{BB962C8B-B14F-4D97-AF65-F5344CB8AC3E}">
        <p14:creationId xmlns:p14="http://schemas.microsoft.com/office/powerpoint/2010/main" val="3665392478"/>
      </p:ext>
    </p:extLst>
  </p:cSld>
  <p:clrMapOvr>
    <a:masterClrMapping/>
  </p:clrMapOvr>
  <mc:AlternateContent xmlns:mc="http://schemas.openxmlformats.org/markup-compatibility/2006" xmlns:p14="http://schemas.microsoft.com/office/powerpoint/2010/main">
    <mc:Choice Requires="p14">
      <p:transition spd="slow" p14:dur="2000" advTm="123415"/>
    </mc:Choice>
    <mc:Fallback xmlns="">
      <p:transition spd="slow" advTm="1234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md type="call" cmd="playFrom(0.0)">
                                      <p:cBhvr>
                                        <p:cTn id="7"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664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Imagen 1">
            <a:extLst>
              <a:ext uri="{FF2B5EF4-FFF2-40B4-BE49-F238E27FC236}">
                <a16:creationId xmlns:a16="http://schemas.microsoft.com/office/drawing/2014/main" id="{BA25E1BC-A938-40AF-B841-F66DC65ADEBD}"/>
              </a:ext>
            </a:extLst>
          </p:cNvPr>
          <p:cNvPicPr>
            <a:picLocks noChangeAspect="1"/>
          </p:cNvPicPr>
          <p:nvPr/>
        </p:nvPicPr>
        <p:blipFill rotWithShape="1">
          <a:blip r:embed="rId2"/>
          <a:srcRect t="8129" b="74178"/>
          <a:stretch/>
        </p:blipFill>
        <p:spPr>
          <a:xfrm>
            <a:off x="1326821" y="4476749"/>
            <a:ext cx="9904118" cy="985707"/>
          </a:xfrm>
          <a:prstGeom prst="rect">
            <a:avLst/>
          </a:prstGeom>
        </p:spPr>
      </p:pic>
      <p:sp>
        <p:nvSpPr>
          <p:cNvPr id="5" name="Rectángulo 4">
            <a:extLst>
              <a:ext uri="{FF2B5EF4-FFF2-40B4-BE49-F238E27FC236}">
                <a16:creationId xmlns:a16="http://schemas.microsoft.com/office/drawing/2014/main" id="{9723AB6E-59E5-4AE7-8358-4AFBC9CAED7B}"/>
              </a:ext>
            </a:extLst>
          </p:cNvPr>
          <p:cNvSpPr/>
          <p:nvPr/>
        </p:nvSpPr>
        <p:spPr>
          <a:xfrm>
            <a:off x="10054481" y="3477562"/>
            <a:ext cx="992777" cy="51912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Rectángulo 5">
            <a:extLst>
              <a:ext uri="{FF2B5EF4-FFF2-40B4-BE49-F238E27FC236}">
                <a16:creationId xmlns:a16="http://schemas.microsoft.com/office/drawing/2014/main" id="{616E4B70-32FD-4EE8-9D98-579B92EFE703}"/>
              </a:ext>
            </a:extLst>
          </p:cNvPr>
          <p:cNvSpPr/>
          <p:nvPr/>
        </p:nvSpPr>
        <p:spPr>
          <a:xfrm>
            <a:off x="1018903" y="643467"/>
            <a:ext cx="992777" cy="5191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pic>
        <p:nvPicPr>
          <p:cNvPr id="12" name="Imagen 11">
            <a:extLst>
              <a:ext uri="{FF2B5EF4-FFF2-40B4-BE49-F238E27FC236}">
                <a16:creationId xmlns:a16="http://schemas.microsoft.com/office/drawing/2014/main" id="{1C44666A-6D5A-4E11-A461-30D9C6FADF7B}"/>
              </a:ext>
            </a:extLst>
          </p:cNvPr>
          <p:cNvPicPr>
            <a:picLocks noChangeAspect="1"/>
          </p:cNvPicPr>
          <p:nvPr/>
        </p:nvPicPr>
        <p:blipFill rotWithShape="1">
          <a:blip r:embed="rId2"/>
          <a:srcRect t="41730" b="8272"/>
          <a:stretch/>
        </p:blipFill>
        <p:spPr>
          <a:xfrm>
            <a:off x="1326821" y="641412"/>
            <a:ext cx="9904118" cy="2785403"/>
          </a:xfrm>
          <a:prstGeom prst="rect">
            <a:avLst/>
          </a:prstGeom>
        </p:spPr>
      </p:pic>
      <p:pic>
        <p:nvPicPr>
          <p:cNvPr id="3" name="Imagen 2">
            <a:extLst>
              <a:ext uri="{FF2B5EF4-FFF2-40B4-BE49-F238E27FC236}">
                <a16:creationId xmlns:a16="http://schemas.microsoft.com/office/drawing/2014/main" id="{C89F05FC-1015-4B69-841C-DDD382C290D8}"/>
              </a:ext>
            </a:extLst>
          </p:cNvPr>
          <p:cNvPicPr>
            <a:picLocks noChangeAspect="1"/>
          </p:cNvPicPr>
          <p:nvPr/>
        </p:nvPicPr>
        <p:blipFill rotWithShape="1">
          <a:blip r:embed="rId3"/>
          <a:srcRect t="22651" r="2101" b="59721"/>
          <a:stretch/>
        </p:blipFill>
        <p:spPr>
          <a:xfrm>
            <a:off x="1731498" y="5313117"/>
            <a:ext cx="8903677" cy="901416"/>
          </a:xfrm>
          <a:prstGeom prst="rect">
            <a:avLst/>
          </a:prstGeom>
        </p:spPr>
      </p:pic>
      <p:sp>
        <p:nvSpPr>
          <p:cNvPr id="13" name="Rectángulo 12">
            <a:extLst>
              <a:ext uri="{FF2B5EF4-FFF2-40B4-BE49-F238E27FC236}">
                <a16:creationId xmlns:a16="http://schemas.microsoft.com/office/drawing/2014/main" id="{9321F81F-1231-48D5-8861-05562CF006FE}"/>
              </a:ext>
            </a:extLst>
          </p:cNvPr>
          <p:cNvSpPr/>
          <p:nvPr/>
        </p:nvSpPr>
        <p:spPr>
          <a:xfrm>
            <a:off x="727106" y="643467"/>
            <a:ext cx="5856574" cy="5191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NI" sz="2800" b="1" dirty="0">
                <a:solidFill>
                  <a:schemeClr val="tx1"/>
                </a:solidFill>
              </a:rPr>
              <a:t>Cálculo de la probabilidad de compra en la siguiente semana usando matriz</a:t>
            </a:r>
          </a:p>
        </p:txBody>
      </p:sp>
      <mc:AlternateContent xmlns:mc="http://schemas.openxmlformats.org/markup-compatibility/2006" xmlns:p14="http://schemas.microsoft.com/office/powerpoint/2010/main" xmlns:iact="http://schemas.microsoft.com/office/powerpoint/2014/inkAction">
        <mc:Choice Requires="p14 iact">
          <p:contentPart p14:bwMode="auto" r:id="rId4">
            <p14:nvContentPartPr>
              <p14:cNvPr id="8" name="Entrada de lápiz 7">
                <a:extLst>
                  <a:ext uri="{FF2B5EF4-FFF2-40B4-BE49-F238E27FC236}">
                    <a16:creationId xmlns:a16="http://schemas.microsoft.com/office/drawing/2014/main" id="{BF52A1DE-E22C-404F-A53E-FAADA6DF0A50}"/>
                  </a:ext>
                </a:extLst>
              </p14:cNvPr>
              <p14:cNvContentPartPr/>
              <p14:nvPr>
                <p:extLst>
                  <p:ext uri="{42D2F446-02D8-4167-A562-619A0277C38B}">
                    <p15:isNarration xmlns:p15="http://schemas.microsoft.com/office/powerpoint/2012/main" val="1"/>
                  </p:ext>
                </p:extLst>
              </p14:nvPr>
            </p14:nvContentPartPr>
            <p14:xfrm>
              <a:off x="3241800" y="838440"/>
              <a:ext cx="5933880" cy="5244120"/>
            </p14:xfrm>
          </p:contentPart>
        </mc:Choice>
        <mc:Fallback xmlns="">
          <p:pic>
            <p:nvPicPr>
              <p:cNvPr id="8" name="Entrada de lápiz 7">
                <a:extLst>
                  <a:ext uri="{FF2B5EF4-FFF2-40B4-BE49-F238E27FC236}">
                    <a16:creationId xmlns:a16="http://schemas.microsoft.com/office/drawing/2014/main" id="{BF52A1DE-E22C-404F-A53E-FAADA6DF0A50}"/>
                  </a:ext>
                </a:extLst>
              </p:cNvPr>
              <p:cNvPicPr>
                <a:picLocks noGrp="1" noRot="1" noChangeAspect="1" noMove="1" noResize="1" noEditPoints="1" noAdjustHandles="1" noChangeArrowheads="1" noChangeShapeType="1"/>
              </p:cNvPicPr>
              <p:nvPr/>
            </p:nvPicPr>
            <p:blipFill>
              <a:blip r:embed="rId7"/>
              <a:stretch>
                <a:fillRect/>
              </a:stretch>
            </p:blipFill>
            <p:spPr>
              <a:xfrm>
                <a:off x="3232440" y="829080"/>
                <a:ext cx="5952600" cy="5262840"/>
              </a:xfrm>
              <a:prstGeom prst="rect">
                <a:avLst/>
              </a:prstGeom>
            </p:spPr>
          </p:pic>
        </mc:Fallback>
      </mc:AlternateContent>
    </p:spTree>
    <p:extLst>
      <p:ext uri="{BB962C8B-B14F-4D97-AF65-F5344CB8AC3E}">
        <p14:creationId xmlns:p14="http://schemas.microsoft.com/office/powerpoint/2010/main" val="3754596401"/>
      </p:ext>
    </p:extLst>
  </p:cSld>
  <p:clrMapOvr>
    <a:masterClrMapping/>
  </p:clrMapOvr>
  <mc:AlternateContent xmlns:mc="http://schemas.openxmlformats.org/markup-compatibility/2006" xmlns:p14="http://schemas.microsoft.com/office/powerpoint/2010/main">
    <mc:Choice Requires="p14">
      <p:transition spd="slow" p14:dur="2000" advTm="60177"/>
    </mc:Choice>
    <mc:Fallback xmlns="">
      <p:transition spd="slow" advTm="6017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md type="call" cmd="playFrom(0.0)">
                                      <p:cBhvr>
                                        <p:cTn id="7"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548B5BD-ADC6-4F87-AC6B-5A090F44C175}"/>
              </a:ext>
            </a:extLst>
          </p:cNvPr>
          <p:cNvPicPr>
            <a:picLocks noChangeAspect="1"/>
          </p:cNvPicPr>
          <p:nvPr/>
        </p:nvPicPr>
        <p:blipFill rotWithShape="1">
          <a:blip r:embed="rId2"/>
          <a:srcRect r="-1" b="63157"/>
          <a:stretch/>
        </p:blipFill>
        <p:spPr>
          <a:xfrm>
            <a:off x="420207" y="4077807"/>
            <a:ext cx="11548534" cy="2393332"/>
          </a:xfrm>
          <a:prstGeom prst="rect">
            <a:avLst/>
          </a:prstGeom>
        </p:spPr>
      </p:pic>
      <p:pic>
        <p:nvPicPr>
          <p:cNvPr id="10" name="Imagen 9">
            <a:extLst>
              <a:ext uri="{FF2B5EF4-FFF2-40B4-BE49-F238E27FC236}">
                <a16:creationId xmlns:a16="http://schemas.microsoft.com/office/drawing/2014/main" id="{A80EC4A3-E180-4555-A360-6696CAB5BBF0}"/>
              </a:ext>
            </a:extLst>
          </p:cNvPr>
          <p:cNvPicPr>
            <a:picLocks noChangeAspect="1"/>
          </p:cNvPicPr>
          <p:nvPr/>
        </p:nvPicPr>
        <p:blipFill rotWithShape="1">
          <a:blip r:embed="rId2"/>
          <a:srcRect t="42258" r="-1" b="8800"/>
          <a:stretch/>
        </p:blipFill>
        <p:spPr>
          <a:xfrm>
            <a:off x="406139" y="249702"/>
            <a:ext cx="11548534" cy="3179298"/>
          </a:xfrm>
          <a:prstGeom prst="rect">
            <a:avLst/>
          </a:prstGeom>
        </p:spPr>
      </p:pic>
      <mc:AlternateContent xmlns:mc="http://schemas.openxmlformats.org/markup-compatibility/2006" xmlns:p14="http://schemas.microsoft.com/office/powerpoint/2010/main" xmlns:iact="http://schemas.microsoft.com/office/powerpoint/2014/inkAction">
        <mc:Choice Requires="p14 iact">
          <p:contentPart p14:bwMode="auto" r:id="rId3">
            <p14:nvContentPartPr>
              <p14:cNvPr id="7" name="Entrada de lápiz 6">
                <a:extLst>
                  <a:ext uri="{FF2B5EF4-FFF2-40B4-BE49-F238E27FC236}">
                    <a16:creationId xmlns:a16="http://schemas.microsoft.com/office/drawing/2014/main" id="{B6C0C56E-4715-4539-870A-81053F7D0734}"/>
                  </a:ext>
                </a:extLst>
              </p14:cNvPr>
              <p14:cNvContentPartPr/>
              <p14:nvPr>
                <p:extLst>
                  <p:ext uri="{42D2F446-02D8-4167-A562-619A0277C38B}">
                    <p15:isNarration xmlns:p15="http://schemas.microsoft.com/office/powerpoint/2012/main" val="1"/>
                  </p:ext>
                </p:extLst>
              </p14:nvPr>
            </p14:nvContentPartPr>
            <p14:xfrm>
              <a:off x="2390760" y="388080"/>
              <a:ext cx="8837640" cy="6157440"/>
            </p14:xfrm>
          </p:contentPart>
        </mc:Choice>
        <mc:Fallback xmlns="">
          <p:pic>
            <p:nvPicPr>
              <p:cNvPr id="7" name="Entrada de lápiz 6">
                <a:extLst>
                  <a:ext uri="{FF2B5EF4-FFF2-40B4-BE49-F238E27FC236}">
                    <a16:creationId xmlns:a16="http://schemas.microsoft.com/office/drawing/2014/main" id="{B6C0C56E-4715-4539-870A-81053F7D0734}"/>
                  </a:ext>
                </a:extLst>
              </p:cNvPr>
              <p:cNvPicPr>
                <a:picLocks noGrp="1" noRot="1" noChangeAspect="1" noMove="1" noResize="1" noEditPoints="1" noAdjustHandles="1" noChangeArrowheads="1" noChangeShapeType="1"/>
              </p:cNvPicPr>
              <p:nvPr/>
            </p:nvPicPr>
            <p:blipFill>
              <a:blip r:embed="rId6"/>
              <a:stretch>
                <a:fillRect/>
              </a:stretch>
            </p:blipFill>
            <p:spPr>
              <a:xfrm>
                <a:off x="2381400" y="378720"/>
                <a:ext cx="8856360" cy="6176160"/>
              </a:xfrm>
              <a:prstGeom prst="rect">
                <a:avLst/>
              </a:prstGeom>
            </p:spPr>
          </p:pic>
        </mc:Fallback>
      </mc:AlternateContent>
    </p:spTree>
    <p:extLst>
      <p:ext uri="{BB962C8B-B14F-4D97-AF65-F5344CB8AC3E}">
        <p14:creationId xmlns:p14="http://schemas.microsoft.com/office/powerpoint/2010/main" val="17734727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18557"/>
    </mc:Choice>
    <mc:Fallback xmlns="">
      <p:transition spd="slow" advTm="11855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9"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md type="call" cmd="playFrom(0.0)">
                                      <p:cBhvr>
                                        <p:cTn id="7"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69890206-6558-486B-8B25-D88B71B02384}"/>
                  </a:ext>
                </a:extLst>
              </p:cNvPr>
              <p:cNvSpPr txBox="1"/>
              <p:nvPr/>
            </p:nvSpPr>
            <p:spPr>
              <a:xfrm>
                <a:off x="4241792" y="775702"/>
                <a:ext cx="4375621" cy="923330"/>
              </a:xfrm>
              <a:prstGeom prst="rect">
                <a:avLst/>
              </a:prstGeom>
              <a:noFill/>
            </p:spPr>
            <p:txBody>
              <a:bodyPr wrap="none" rtlCol="0">
                <a:spAutoFit/>
              </a:bodyPr>
              <a:lstStyle/>
              <a:p>
                <a14:m>
                  <m:oMath xmlns:m="http://schemas.openxmlformats.org/officeDocument/2006/math">
                    <m:r>
                      <a:rPr lang="el-GR" sz="5400" i="1" smtClean="0">
                        <a:solidFill>
                          <a:srgbClr val="FFFFFF"/>
                        </a:solidFill>
                        <a:latin typeface="Cambria Math" panose="02040503050406030204" pitchFamily="18" charset="0"/>
                      </a:rPr>
                      <m:t>𝜋</m:t>
                    </m:r>
                  </m:oMath>
                </a14:m>
                <a:r>
                  <a:rPr lang="es-NI" sz="5400" dirty="0">
                    <a:solidFill>
                      <a:srgbClr val="FFFFFF"/>
                    </a:solidFill>
                  </a:rPr>
                  <a:t>(n) = </a:t>
                </a:r>
                <a14:m>
                  <m:oMath xmlns:m="http://schemas.openxmlformats.org/officeDocument/2006/math">
                    <m:r>
                      <a:rPr lang="el-GR" sz="5400" i="1">
                        <a:solidFill>
                          <a:srgbClr val="FFFFFF"/>
                        </a:solidFill>
                        <a:latin typeface="Cambria Math" panose="02040503050406030204" pitchFamily="18" charset="0"/>
                      </a:rPr>
                      <m:t>𝜋</m:t>
                    </m:r>
                  </m:oMath>
                </a14:m>
                <a:r>
                  <a:rPr lang="es-NI" sz="5400" dirty="0">
                    <a:solidFill>
                      <a:srgbClr val="FFFFFF"/>
                    </a:solidFill>
                  </a:rPr>
                  <a:t>(0) </a:t>
                </a:r>
                <a14:m>
                  <m:oMath xmlns:m="http://schemas.openxmlformats.org/officeDocument/2006/math">
                    <m:sSup>
                      <m:sSupPr>
                        <m:ctrlPr>
                          <a:rPr lang="es-NI" sz="5400" i="1" smtClean="0">
                            <a:solidFill>
                              <a:srgbClr val="FFFFFF"/>
                            </a:solidFill>
                            <a:latin typeface="Cambria Math" panose="02040503050406030204" pitchFamily="18" charset="0"/>
                          </a:rPr>
                        </m:ctrlPr>
                      </m:sSupPr>
                      <m:e>
                        <m:r>
                          <a:rPr lang="es-NI" sz="5400" b="0" i="1" smtClean="0">
                            <a:solidFill>
                              <a:srgbClr val="FFFFFF"/>
                            </a:solidFill>
                            <a:latin typeface="Cambria Math" panose="02040503050406030204" pitchFamily="18" charset="0"/>
                          </a:rPr>
                          <m:t>𝑃</m:t>
                        </m:r>
                      </m:e>
                      <m:sup>
                        <m:r>
                          <a:rPr lang="es-NI" sz="5400" b="0" i="1" smtClean="0">
                            <a:solidFill>
                              <a:srgbClr val="FFFFFF"/>
                            </a:solidFill>
                            <a:latin typeface="Cambria Math" panose="02040503050406030204" pitchFamily="18" charset="0"/>
                          </a:rPr>
                          <m:t>𝑛</m:t>
                        </m:r>
                      </m:sup>
                    </m:sSup>
                  </m:oMath>
                </a14:m>
                <a:endParaRPr lang="es-NI" sz="5400" dirty="0">
                  <a:solidFill>
                    <a:srgbClr val="FFFFFF"/>
                  </a:solidFill>
                </a:endParaRPr>
              </a:p>
            </p:txBody>
          </p:sp>
        </mc:Choice>
        <mc:Fallback xmlns="">
          <p:sp>
            <p:nvSpPr>
              <p:cNvPr id="2" name="CuadroTexto 1">
                <a:extLst>
                  <a:ext uri="{FF2B5EF4-FFF2-40B4-BE49-F238E27FC236}">
                    <a16:creationId xmlns:a16="http://schemas.microsoft.com/office/drawing/2014/main" id="{69890206-6558-486B-8B25-D88B71B02384}"/>
                  </a:ext>
                </a:extLst>
              </p:cNvPr>
              <p:cNvSpPr txBox="1">
                <a:spLocks noRot="1" noChangeAspect="1" noMove="1" noResize="1" noEditPoints="1" noAdjustHandles="1" noChangeArrowheads="1" noChangeShapeType="1" noTextEdit="1"/>
              </p:cNvSpPr>
              <p:nvPr/>
            </p:nvSpPr>
            <p:spPr>
              <a:xfrm>
                <a:off x="4241792" y="775702"/>
                <a:ext cx="4375621" cy="923330"/>
              </a:xfrm>
              <a:prstGeom prst="rect">
                <a:avLst/>
              </a:prstGeom>
              <a:blipFill>
                <a:blip r:embed="rId2"/>
                <a:stretch>
                  <a:fillRect t="-17763" b="-39474"/>
                </a:stretch>
              </a:blipFill>
            </p:spPr>
            <p:txBody>
              <a:bodyPr/>
              <a:lstStyle/>
              <a:p>
                <a:r>
                  <a:rPr lang="es-NI">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E74522C3-754B-4208-B56A-32627244613B}"/>
                  </a:ext>
                </a:extLst>
              </p:cNvPr>
              <p:cNvSpPr txBox="1"/>
              <p:nvPr/>
            </p:nvSpPr>
            <p:spPr>
              <a:xfrm>
                <a:off x="520526" y="4709505"/>
                <a:ext cx="6193170" cy="923330"/>
              </a:xfrm>
              <a:prstGeom prst="rect">
                <a:avLst/>
              </a:prstGeom>
              <a:noFill/>
            </p:spPr>
            <p:txBody>
              <a:bodyPr wrap="none" rtlCol="0">
                <a:spAutoFit/>
              </a:bodyPr>
              <a:lstStyle/>
              <a:p>
                <a14:m>
                  <m:oMath xmlns:m="http://schemas.openxmlformats.org/officeDocument/2006/math">
                    <m:r>
                      <a:rPr lang="el-GR" sz="5400" i="1">
                        <a:solidFill>
                          <a:srgbClr val="FFFFFF"/>
                        </a:solidFill>
                        <a:latin typeface="Cambria Math" panose="02040503050406030204" pitchFamily="18" charset="0"/>
                      </a:rPr>
                      <m:t>𝜋</m:t>
                    </m:r>
                  </m:oMath>
                </a14:m>
                <a:r>
                  <a:rPr lang="es-NI" sz="5400" dirty="0">
                    <a:solidFill>
                      <a:srgbClr val="FFFFFF"/>
                    </a:solidFill>
                  </a:rPr>
                  <a:t>(3) = [ 0.4   0.3   0.3]</a:t>
                </a:r>
                <a:endParaRPr lang="es-NI" sz="5400" dirty="0"/>
              </a:p>
            </p:txBody>
          </p:sp>
        </mc:Choice>
        <mc:Fallback xmlns="">
          <p:sp>
            <p:nvSpPr>
              <p:cNvPr id="3" name="CuadroTexto 2">
                <a:extLst>
                  <a:ext uri="{FF2B5EF4-FFF2-40B4-BE49-F238E27FC236}">
                    <a16:creationId xmlns:a16="http://schemas.microsoft.com/office/drawing/2014/main" id="{E74522C3-754B-4208-B56A-32627244613B}"/>
                  </a:ext>
                </a:extLst>
              </p:cNvPr>
              <p:cNvSpPr txBox="1">
                <a:spLocks noRot="1" noChangeAspect="1" noMove="1" noResize="1" noEditPoints="1" noAdjustHandles="1" noChangeArrowheads="1" noChangeShapeType="1" noTextEdit="1"/>
              </p:cNvSpPr>
              <p:nvPr/>
            </p:nvSpPr>
            <p:spPr>
              <a:xfrm>
                <a:off x="520526" y="4709505"/>
                <a:ext cx="6193170" cy="923330"/>
              </a:xfrm>
              <a:prstGeom prst="rect">
                <a:avLst/>
              </a:prstGeom>
              <a:blipFill>
                <a:blip r:embed="rId3"/>
                <a:stretch>
                  <a:fillRect t="-17881" r="-4429" b="-40397"/>
                </a:stretch>
              </a:blipFill>
            </p:spPr>
            <p:txBody>
              <a:bodyPr/>
              <a:lstStyle/>
              <a:p>
                <a:r>
                  <a:rPr lang="es-NI">
                    <a:noFill/>
                  </a:rPr>
                  <a:t> </a:t>
                </a:r>
              </a:p>
            </p:txBody>
          </p:sp>
        </mc:Fallback>
      </mc:AlternateContent>
      <p:sp>
        <p:nvSpPr>
          <p:cNvPr id="5" name="Rectángulo 4">
            <a:extLst>
              <a:ext uri="{FF2B5EF4-FFF2-40B4-BE49-F238E27FC236}">
                <a16:creationId xmlns:a16="http://schemas.microsoft.com/office/drawing/2014/main" id="{32172F54-6C34-49D3-8919-565CE457CC4F}"/>
              </a:ext>
            </a:extLst>
          </p:cNvPr>
          <p:cNvSpPr/>
          <p:nvPr/>
        </p:nvSpPr>
        <p:spPr>
          <a:xfrm>
            <a:off x="1103528" y="-111514"/>
            <a:ext cx="10652147" cy="923330"/>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Predicciones a futuro usando </a:t>
            </a:r>
            <a:r>
              <a:rPr lang="es-ES" sz="5400" b="0" cap="none" spc="0" dirty="0" err="1">
                <a:ln w="0"/>
                <a:solidFill>
                  <a:schemeClr val="tx1"/>
                </a:solidFill>
                <a:effectLst>
                  <a:outerShdw blurRad="38100" dist="19050" dir="2700000" algn="tl" rotWithShape="0">
                    <a:schemeClr val="dk1">
                      <a:alpha val="40000"/>
                    </a:schemeClr>
                  </a:outerShdw>
                </a:effectLst>
              </a:rPr>
              <a:t>Markov</a:t>
            </a:r>
            <a:endParaRPr lang="es-ES" sz="5400" b="0" cap="none" spc="0" dirty="0">
              <a:ln w="0"/>
              <a:solidFill>
                <a:schemeClr val="tx1"/>
              </a:solidFill>
              <a:effectLst>
                <a:outerShdw blurRad="38100" dist="19050" dir="2700000" algn="tl" rotWithShape="0">
                  <a:schemeClr val="dk1">
                    <a:alpha val="40000"/>
                  </a:schemeClr>
                </a:outerShdw>
              </a:effectLst>
            </a:endParaRPr>
          </a:p>
        </p:txBody>
      </p:sp>
      <p:sp>
        <p:nvSpPr>
          <p:cNvPr id="9" name="Rectángulo 8">
            <a:extLst>
              <a:ext uri="{FF2B5EF4-FFF2-40B4-BE49-F238E27FC236}">
                <a16:creationId xmlns:a16="http://schemas.microsoft.com/office/drawing/2014/main" id="{CE319378-C150-4DB2-9A7D-D242DAD635A8}"/>
              </a:ext>
            </a:extLst>
          </p:cNvPr>
          <p:cNvSpPr/>
          <p:nvPr/>
        </p:nvSpPr>
        <p:spPr>
          <a:xfrm>
            <a:off x="43199" y="2108305"/>
            <a:ext cx="12105603" cy="1446550"/>
          </a:xfrm>
          <a:prstGeom prst="rect">
            <a:avLst/>
          </a:prstGeom>
          <a:noFill/>
        </p:spPr>
        <p:txBody>
          <a:bodyPr wrap="square" lIns="91440" tIns="45720" rIns="91440" bIns="45720">
            <a:spAutoFit/>
          </a:bodyPr>
          <a:lstStyle/>
          <a:p>
            <a:pPr algn="ctr"/>
            <a:r>
              <a:rPr lang="es-ES" sz="4400" dirty="0">
                <a:ln w="0"/>
                <a:effectLst>
                  <a:outerShdw blurRad="38100" dist="19050" dir="2700000" algn="tl" rotWithShape="0">
                    <a:schemeClr val="dk1">
                      <a:alpha val="40000"/>
                    </a:schemeClr>
                  </a:outerShdw>
                </a:effectLst>
              </a:rPr>
              <a:t>Si </a:t>
            </a:r>
            <a:r>
              <a:rPr lang="es-ES" sz="4400" b="0" cap="none" spc="0" dirty="0">
                <a:ln w="0"/>
                <a:solidFill>
                  <a:schemeClr val="tx1"/>
                </a:solidFill>
                <a:effectLst>
                  <a:outerShdw blurRad="38100" dist="19050" dir="2700000" algn="tl" rotWithShape="0">
                    <a:schemeClr val="dk1">
                      <a:alpha val="40000"/>
                    </a:schemeClr>
                  </a:outerShdw>
                </a:effectLst>
              </a:rPr>
              <a:t>deseamos encontrar la tercera predicción nos quedaría:</a:t>
            </a:r>
          </a:p>
        </p:txBody>
      </p:sp>
      <p:sp>
        <p:nvSpPr>
          <p:cNvPr id="13" name="CuadroTexto 12">
            <a:extLst>
              <a:ext uri="{FF2B5EF4-FFF2-40B4-BE49-F238E27FC236}">
                <a16:creationId xmlns:a16="http://schemas.microsoft.com/office/drawing/2014/main" id="{1675F07D-95C4-4EFA-BDEE-1C050667DF68}"/>
              </a:ext>
            </a:extLst>
          </p:cNvPr>
          <p:cNvSpPr txBox="1"/>
          <p:nvPr/>
        </p:nvSpPr>
        <p:spPr>
          <a:xfrm>
            <a:off x="7158111" y="3878509"/>
            <a:ext cx="3757760" cy="2585323"/>
          </a:xfrm>
          <a:prstGeom prst="rect">
            <a:avLst/>
          </a:prstGeom>
          <a:noFill/>
        </p:spPr>
        <p:txBody>
          <a:bodyPr wrap="none" rtlCol="0">
            <a:spAutoFit/>
          </a:bodyPr>
          <a:lstStyle/>
          <a:p>
            <a:r>
              <a:rPr lang="es-NI" sz="5400" dirty="0">
                <a:solidFill>
                  <a:srgbClr val="FFFFFF"/>
                </a:solidFill>
              </a:rPr>
              <a:t>0.8   0.1   0.1</a:t>
            </a:r>
          </a:p>
          <a:p>
            <a:r>
              <a:rPr lang="es-NI" sz="5400" dirty="0">
                <a:solidFill>
                  <a:srgbClr val="FFFFFF"/>
                </a:solidFill>
              </a:rPr>
              <a:t>0.1   0.7   0.2</a:t>
            </a:r>
          </a:p>
          <a:p>
            <a:r>
              <a:rPr lang="es-NI" sz="5400" dirty="0">
                <a:solidFill>
                  <a:srgbClr val="FFFFFF"/>
                </a:solidFill>
              </a:rPr>
              <a:t>0.2   0.2   0.6</a:t>
            </a:r>
            <a:endParaRPr lang="es-NI" sz="5400" dirty="0"/>
          </a:p>
        </p:txBody>
      </p:sp>
      <p:sp>
        <p:nvSpPr>
          <p:cNvPr id="14" name="Abrir corchete 13">
            <a:extLst>
              <a:ext uri="{FF2B5EF4-FFF2-40B4-BE49-F238E27FC236}">
                <a16:creationId xmlns:a16="http://schemas.microsoft.com/office/drawing/2014/main" id="{977C3035-91F2-4108-954B-7137EE5E0EEE}"/>
              </a:ext>
            </a:extLst>
          </p:cNvPr>
          <p:cNvSpPr/>
          <p:nvPr/>
        </p:nvSpPr>
        <p:spPr>
          <a:xfrm>
            <a:off x="6892742" y="4014723"/>
            <a:ext cx="198134" cy="231289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5" name="Cerrar corchete 14">
            <a:extLst>
              <a:ext uri="{FF2B5EF4-FFF2-40B4-BE49-F238E27FC236}">
                <a16:creationId xmlns:a16="http://schemas.microsoft.com/office/drawing/2014/main" id="{DF5D3E5D-1A1E-4D27-91B6-EF5BBD2AAA67}"/>
              </a:ext>
            </a:extLst>
          </p:cNvPr>
          <p:cNvSpPr/>
          <p:nvPr/>
        </p:nvSpPr>
        <p:spPr>
          <a:xfrm>
            <a:off x="10915871" y="4014723"/>
            <a:ext cx="166222" cy="231289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7" name="CuadroTexto 16">
            <a:extLst>
              <a:ext uri="{FF2B5EF4-FFF2-40B4-BE49-F238E27FC236}">
                <a16:creationId xmlns:a16="http://schemas.microsoft.com/office/drawing/2014/main" id="{CF14949B-C524-442D-B30C-B15B09E54B7B}"/>
              </a:ext>
            </a:extLst>
          </p:cNvPr>
          <p:cNvSpPr txBox="1"/>
          <p:nvPr/>
        </p:nvSpPr>
        <p:spPr>
          <a:xfrm>
            <a:off x="11082093" y="3484951"/>
            <a:ext cx="535724" cy="923330"/>
          </a:xfrm>
          <a:prstGeom prst="rect">
            <a:avLst/>
          </a:prstGeom>
          <a:noFill/>
        </p:spPr>
        <p:txBody>
          <a:bodyPr wrap="none" rtlCol="0">
            <a:spAutoFit/>
          </a:bodyPr>
          <a:lstStyle/>
          <a:p>
            <a:r>
              <a:rPr lang="es-NI" sz="5400" dirty="0">
                <a:solidFill>
                  <a:srgbClr val="FFFFFF"/>
                </a:solidFill>
              </a:rPr>
              <a:t>3</a:t>
            </a:r>
            <a:endParaRPr lang="es-NI" sz="5400" dirty="0"/>
          </a:p>
        </p:txBody>
      </p:sp>
    </p:spTree>
    <p:extLst>
      <p:ext uri="{BB962C8B-B14F-4D97-AF65-F5344CB8AC3E}">
        <p14:creationId xmlns:p14="http://schemas.microsoft.com/office/powerpoint/2010/main" val="2518675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18557"/>
    </mc:Choice>
    <mc:Fallback xmlns="">
      <p:transition spd="slow" advTm="118557"/>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E74522C3-754B-4208-B56A-32627244613B}"/>
                  </a:ext>
                </a:extLst>
              </p:cNvPr>
              <p:cNvSpPr txBox="1"/>
              <p:nvPr/>
            </p:nvSpPr>
            <p:spPr>
              <a:xfrm>
                <a:off x="492391" y="1065972"/>
                <a:ext cx="6193170" cy="923330"/>
              </a:xfrm>
              <a:prstGeom prst="rect">
                <a:avLst/>
              </a:prstGeom>
              <a:noFill/>
            </p:spPr>
            <p:txBody>
              <a:bodyPr wrap="none" rtlCol="0">
                <a:spAutoFit/>
              </a:bodyPr>
              <a:lstStyle/>
              <a:p>
                <a14:m>
                  <m:oMath xmlns:m="http://schemas.openxmlformats.org/officeDocument/2006/math">
                    <m:r>
                      <a:rPr lang="el-GR" sz="5400" i="1">
                        <a:solidFill>
                          <a:srgbClr val="FFFFFF"/>
                        </a:solidFill>
                        <a:latin typeface="Cambria Math" panose="02040503050406030204" pitchFamily="18" charset="0"/>
                      </a:rPr>
                      <m:t>𝜋</m:t>
                    </m:r>
                  </m:oMath>
                </a14:m>
                <a:r>
                  <a:rPr lang="es-NI" sz="5400" dirty="0">
                    <a:solidFill>
                      <a:srgbClr val="FFFFFF"/>
                    </a:solidFill>
                  </a:rPr>
                  <a:t>(3) = [ 0.4   0.3   0.3]</a:t>
                </a:r>
                <a:endParaRPr lang="es-NI" sz="5400" dirty="0"/>
              </a:p>
            </p:txBody>
          </p:sp>
        </mc:Choice>
        <mc:Fallback xmlns="">
          <p:sp>
            <p:nvSpPr>
              <p:cNvPr id="3" name="CuadroTexto 2">
                <a:extLst>
                  <a:ext uri="{FF2B5EF4-FFF2-40B4-BE49-F238E27FC236}">
                    <a16:creationId xmlns:a16="http://schemas.microsoft.com/office/drawing/2014/main" id="{E74522C3-754B-4208-B56A-32627244613B}"/>
                  </a:ext>
                </a:extLst>
              </p:cNvPr>
              <p:cNvSpPr txBox="1">
                <a:spLocks noRot="1" noChangeAspect="1" noMove="1" noResize="1" noEditPoints="1" noAdjustHandles="1" noChangeArrowheads="1" noChangeShapeType="1" noTextEdit="1"/>
              </p:cNvSpPr>
              <p:nvPr/>
            </p:nvSpPr>
            <p:spPr>
              <a:xfrm>
                <a:off x="492391" y="1065972"/>
                <a:ext cx="6193170" cy="923330"/>
              </a:xfrm>
              <a:prstGeom prst="rect">
                <a:avLst/>
              </a:prstGeom>
              <a:blipFill>
                <a:blip r:embed="rId2"/>
                <a:stretch>
                  <a:fillRect t="-17881" r="-4331" b="-40397"/>
                </a:stretch>
              </a:blipFill>
            </p:spPr>
            <p:txBody>
              <a:bodyPr/>
              <a:lstStyle/>
              <a:p>
                <a:r>
                  <a:rPr lang="es-NI">
                    <a:noFill/>
                  </a:rPr>
                  <a:t> </a:t>
                </a:r>
              </a:p>
            </p:txBody>
          </p:sp>
        </mc:Fallback>
      </mc:AlternateContent>
      <p:sp>
        <p:nvSpPr>
          <p:cNvPr id="13" name="CuadroTexto 12">
            <a:extLst>
              <a:ext uri="{FF2B5EF4-FFF2-40B4-BE49-F238E27FC236}">
                <a16:creationId xmlns:a16="http://schemas.microsoft.com/office/drawing/2014/main" id="{1675F07D-95C4-4EFA-BDEE-1C050667DF68}"/>
              </a:ext>
            </a:extLst>
          </p:cNvPr>
          <p:cNvSpPr txBox="1"/>
          <p:nvPr/>
        </p:nvSpPr>
        <p:spPr>
          <a:xfrm>
            <a:off x="7129976" y="234976"/>
            <a:ext cx="3757760" cy="2585323"/>
          </a:xfrm>
          <a:prstGeom prst="rect">
            <a:avLst/>
          </a:prstGeom>
          <a:noFill/>
        </p:spPr>
        <p:txBody>
          <a:bodyPr wrap="none" rtlCol="0">
            <a:spAutoFit/>
          </a:bodyPr>
          <a:lstStyle/>
          <a:p>
            <a:r>
              <a:rPr lang="es-NI" sz="5400" dirty="0">
                <a:solidFill>
                  <a:srgbClr val="FFFFFF"/>
                </a:solidFill>
              </a:rPr>
              <a:t>0.8   0.1   0.1</a:t>
            </a:r>
          </a:p>
          <a:p>
            <a:r>
              <a:rPr lang="es-NI" sz="5400" dirty="0">
                <a:solidFill>
                  <a:srgbClr val="FFFFFF"/>
                </a:solidFill>
              </a:rPr>
              <a:t>0.1   0.7   0.2</a:t>
            </a:r>
          </a:p>
          <a:p>
            <a:r>
              <a:rPr lang="es-NI" sz="5400" dirty="0">
                <a:solidFill>
                  <a:srgbClr val="FFFFFF"/>
                </a:solidFill>
              </a:rPr>
              <a:t>0.2   0.2   0.6</a:t>
            </a:r>
            <a:endParaRPr lang="es-NI" sz="5400" dirty="0"/>
          </a:p>
        </p:txBody>
      </p:sp>
      <p:sp>
        <p:nvSpPr>
          <p:cNvPr id="14" name="Abrir corchete 13">
            <a:extLst>
              <a:ext uri="{FF2B5EF4-FFF2-40B4-BE49-F238E27FC236}">
                <a16:creationId xmlns:a16="http://schemas.microsoft.com/office/drawing/2014/main" id="{977C3035-91F2-4108-954B-7137EE5E0EEE}"/>
              </a:ext>
            </a:extLst>
          </p:cNvPr>
          <p:cNvSpPr/>
          <p:nvPr/>
        </p:nvSpPr>
        <p:spPr>
          <a:xfrm>
            <a:off x="6864607" y="371190"/>
            <a:ext cx="198134" cy="231289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5" name="Cerrar corchete 14">
            <a:extLst>
              <a:ext uri="{FF2B5EF4-FFF2-40B4-BE49-F238E27FC236}">
                <a16:creationId xmlns:a16="http://schemas.microsoft.com/office/drawing/2014/main" id="{DF5D3E5D-1A1E-4D27-91B6-EF5BBD2AAA67}"/>
              </a:ext>
            </a:extLst>
          </p:cNvPr>
          <p:cNvSpPr/>
          <p:nvPr/>
        </p:nvSpPr>
        <p:spPr>
          <a:xfrm>
            <a:off x="10887736" y="371190"/>
            <a:ext cx="166222" cy="231289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7" name="CuadroTexto 16">
            <a:extLst>
              <a:ext uri="{FF2B5EF4-FFF2-40B4-BE49-F238E27FC236}">
                <a16:creationId xmlns:a16="http://schemas.microsoft.com/office/drawing/2014/main" id="{CF14949B-C524-442D-B30C-B15B09E54B7B}"/>
              </a:ext>
            </a:extLst>
          </p:cNvPr>
          <p:cNvSpPr txBox="1"/>
          <p:nvPr/>
        </p:nvSpPr>
        <p:spPr>
          <a:xfrm>
            <a:off x="11053958" y="-158582"/>
            <a:ext cx="535724" cy="923330"/>
          </a:xfrm>
          <a:prstGeom prst="rect">
            <a:avLst/>
          </a:prstGeom>
          <a:noFill/>
        </p:spPr>
        <p:txBody>
          <a:bodyPr wrap="none" rtlCol="0">
            <a:spAutoFit/>
          </a:bodyPr>
          <a:lstStyle/>
          <a:p>
            <a:r>
              <a:rPr lang="es-NI" sz="5400" dirty="0">
                <a:solidFill>
                  <a:srgbClr val="FFFFFF"/>
                </a:solidFill>
              </a:rPr>
              <a:t>3</a:t>
            </a:r>
            <a:endParaRPr lang="es-NI" sz="5400" dirty="0"/>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C1CE9124-FBA3-45D1-9487-BF8E4E307817}"/>
                  </a:ext>
                </a:extLst>
              </p:cNvPr>
              <p:cNvSpPr txBox="1"/>
              <p:nvPr/>
            </p:nvSpPr>
            <p:spPr>
              <a:xfrm>
                <a:off x="307166" y="2950688"/>
                <a:ext cx="11636305" cy="3539430"/>
              </a:xfrm>
              <a:prstGeom prst="rect">
                <a:avLst/>
              </a:prstGeom>
              <a:noFill/>
            </p:spPr>
            <p:txBody>
              <a:bodyPr wrap="square" rtlCol="0">
                <a:spAutoFit/>
              </a:bodyPr>
              <a:lstStyle/>
              <a:p>
                <a:pPr algn="just"/>
                <a:r>
                  <a:rPr lang="es-NI" sz="3200" dirty="0"/>
                  <a:t>Para resolver esto antes debemos encontrar el valor de la matriz al cubo, para ello aplicamos las reglas de potencia de matrices que derivan en multiplicación de matrices. Si tenemos una matriz </a:t>
                </a:r>
                <a14:m>
                  <m:oMath xmlns:m="http://schemas.openxmlformats.org/officeDocument/2006/math">
                    <m:sSup>
                      <m:sSupPr>
                        <m:ctrlPr>
                          <a:rPr lang="es-NI" sz="3200" i="1" smtClean="0">
                            <a:latin typeface="Cambria Math" panose="02040503050406030204" pitchFamily="18" charset="0"/>
                          </a:rPr>
                        </m:ctrlPr>
                      </m:sSupPr>
                      <m:e>
                        <m:r>
                          <a:rPr lang="es-NI" sz="3200" b="0" i="1" smtClean="0">
                            <a:latin typeface="Cambria Math" panose="02040503050406030204" pitchFamily="18" charset="0"/>
                          </a:rPr>
                          <m:t>𝑃</m:t>
                        </m:r>
                      </m:e>
                      <m:sup>
                        <m:r>
                          <a:rPr lang="es-NI" sz="3200" b="0" i="1" smtClean="0">
                            <a:latin typeface="Cambria Math" panose="02040503050406030204" pitchFamily="18" charset="0"/>
                          </a:rPr>
                          <m:t>3</m:t>
                        </m:r>
                      </m:sup>
                    </m:sSup>
                  </m:oMath>
                </a14:m>
                <a:r>
                  <a:rPr lang="es-NI" sz="3200" dirty="0"/>
                  <a:t> para resolverla antes hay que resolver </a:t>
                </a:r>
                <a14:m>
                  <m:oMath xmlns:m="http://schemas.openxmlformats.org/officeDocument/2006/math">
                    <m:sSup>
                      <m:sSupPr>
                        <m:ctrlPr>
                          <a:rPr lang="es-NI" sz="3200" i="1">
                            <a:latin typeface="Cambria Math" panose="02040503050406030204" pitchFamily="18" charset="0"/>
                          </a:rPr>
                        </m:ctrlPr>
                      </m:sSupPr>
                      <m:e>
                        <m:r>
                          <a:rPr lang="es-NI" sz="3200" i="1">
                            <a:latin typeface="Cambria Math" panose="02040503050406030204" pitchFamily="18" charset="0"/>
                          </a:rPr>
                          <m:t>𝑃</m:t>
                        </m:r>
                      </m:e>
                      <m:sup>
                        <m:r>
                          <a:rPr lang="es-NI" sz="3200" i="1">
                            <a:latin typeface="Cambria Math" panose="02040503050406030204" pitchFamily="18" charset="0"/>
                          </a:rPr>
                          <m:t>3</m:t>
                        </m:r>
                      </m:sup>
                    </m:sSup>
                  </m:oMath>
                </a14:m>
                <a:r>
                  <a:rPr lang="es-NI" sz="3200" dirty="0"/>
                  <a:t> = </a:t>
                </a:r>
                <a14:m>
                  <m:oMath xmlns:m="http://schemas.openxmlformats.org/officeDocument/2006/math">
                    <m:sSup>
                      <m:sSupPr>
                        <m:ctrlPr>
                          <a:rPr lang="es-NI" sz="3200" i="1">
                            <a:latin typeface="Cambria Math" panose="02040503050406030204" pitchFamily="18" charset="0"/>
                          </a:rPr>
                        </m:ctrlPr>
                      </m:sSupPr>
                      <m:e>
                        <m:r>
                          <a:rPr lang="es-NI" sz="3200" i="1">
                            <a:latin typeface="Cambria Math" panose="02040503050406030204" pitchFamily="18" charset="0"/>
                          </a:rPr>
                          <m:t>𝑃</m:t>
                        </m:r>
                      </m:e>
                      <m:sup>
                        <m:r>
                          <a:rPr lang="es-NI" sz="3200" b="0" i="1" smtClean="0">
                            <a:latin typeface="Cambria Math" panose="02040503050406030204" pitchFamily="18" charset="0"/>
                          </a:rPr>
                          <m:t>2</m:t>
                        </m:r>
                      </m:sup>
                    </m:sSup>
                  </m:oMath>
                </a14:m>
                <a:r>
                  <a:rPr lang="es-NI" sz="3200" dirty="0"/>
                  <a:t> * P, lo que nos lleva a encontrar previamente </a:t>
                </a:r>
                <a14:m>
                  <m:oMath xmlns:m="http://schemas.openxmlformats.org/officeDocument/2006/math">
                    <m:sSup>
                      <m:sSupPr>
                        <m:ctrlPr>
                          <a:rPr lang="es-NI" sz="3200" i="1">
                            <a:latin typeface="Cambria Math" panose="02040503050406030204" pitchFamily="18" charset="0"/>
                          </a:rPr>
                        </m:ctrlPr>
                      </m:sSupPr>
                      <m:e>
                        <m:r>
                          <a:rPr lang="es-NI" sz="3200" i="1">
                            <a:latin typeface="Cambria Math" panose="02040503050406030204" pitchFamily="18" charset="0"/>
                          </a:rPr>
                          <m:t>𝑃</m:t>
                        </m:r>
                      </m:e>
                      <m:sup>
                        <m:r>
                          <a:rPr lang="es-NI" sz="3200" b="0" i="1" smtClean="0">
                            <a:latin typeface="Cambria Math" panose="02040503050406030204" pitchFamily="18" charset="0"/>
                          </a:rPr>
                          <m:t>2</m:t>
                        </m:r>
                      </m:sup>
                    </m:sSup>
                  </m:oMath>
                </a14:m>
                <a:r>
                  <a:rPr lang="es-NI" sz="3200" dirty="0"/>
                  <a:t> = P * P, por lo cual multiplicaremos la matriz por sí misma y el resultado lo multiplicaremos por la matriz original, hasta ese momento habremos encontrado la matriz </a:t>
                </a:r>
                <a14:m>
                  <m:oMath xmlns:m="http://schemas.openxmlformats.org/officeDocument/2006/math">
                    <m:sSup>
                      <m:sSupPr>
                        <m:ctrlPr>
                          <a:rPr lang="es-NI" sz="3200" i="1">
                            <a:latin typeface="Cambria Math" panose="02040503050406030204" pitchFamily="18" charset="0"/>
                          </a:rPr>
                        </m:ctrlPr>
                      </m:sSupPr>
                      <m:e>
                        <m:r>
                          <a:rPr lang="es-NI" sz="3200" i="1">
                            <a:latin typeface="Cambria Math" panose="02040503050406030204" pitchFamily="18" charset="0"/>
                          </a:rPr>
                          <m:t>𝑃</m:t>
                        </m:r>
                      </m:e>
                      <m:sup>
                        <m:r>
                          <a:rPr lang="es-NI" sz="3200" i="1">
                            <a:latin typeface="Cambria Math" panose="02040503050406030204" pitchFamily="18" charset="0"/>
                          </a:rPr>
                          <m:t>3</m:t>
                        </m:r>
                      </m:sup>
                    </m:sSup>
                  </m:oMath>
                </a14:m>
                <a:r>
                  <a:rPr lang="es-NI" sz="3200" dirty="0"/>
                  <a:t> </a:t>
                </a:r>
              </a:p>
            </p:txBody>
          </p:sp>
        </mc:Choice>
        <mc:Fallback xmlns="">
          <p:sp>
            <p:nvSpPr>
              <p:cNvPr id="11" name="CuadroTexto 10">
                <a:extLst>
                  <a:ext uri="{FF2B5EF4-FFF2-40B4-BE49-F238E27FC236}">
                    <a16:creationId xmlns:a16="http://schemas.microsoft.com/office/drawing/2014/main" id="{C1CE9124-FBA3-45D1-9487-BF8E4E307817}"/>
                  </a:ext>
                </a:extLst>
              </p:cNvPr>
              <p:cNvSpPr txBox="1">
                <a:spLocks noRot="1" noChangeAspect="1" noMove="1" noResize="1" noEditPoints="1" noAdjustHandles="1" noChangeArrowheads="1" noChangeShapeType="1" noTextEdit="1"/>
              </p:cNvSpPr>
              <p:nvPr/>
            </p:nvSpPr>
            <p:spPr>
              <a:xfrm>
                <a:off x="307166" y="2950688"/>
                <a:ext cx="11636305" cy="3539430"/>
              </a:xfrm>
              <a:prstGeom prst="rect">
                <a:avLst/>
              </a:prstGeom>
              <a:blipFill>
                <a:blip r:embed="rId3"/>
                <a:stretch>
                  <a:fillRect l="-1310" t="-2238" r="-1362" b="-4819"/>
                </a:stretch>
              </a:blipFill>
            </p:spPr>
            <p:txBody>
              <a:bodyPr/>
              <a:lstStyle/>
              <a:p>
                <a:r>
                  <a:rPr lang="es-NI">
                    <a:noFill/>
                  </a:rPr>
                  <a:t> </a:t>
                </a:r>
              </a:p>
            </p:txBody>
          </p:sp>
        </mc:Fallback>
      </mc:AlternateContent>
    </p:spTree>
    <p:extLst>
      <p:ext uri="{BB962C8B-B14F-4D97-AF65-F5344CB8AC3E}">
        <p14:creationId xmlns:p14="http://schemas.microsoft.com/office/powerpoint/2010/main" val="22412954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18557"/>
    </mc:Choice>
    <mc:Fallback xmlns="">
      <p:transition spd="slow" advTm="118557"/>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E74522C3-754B-4208-B56A-32627244613B}"/>
                  </a:ext>
                </a:extLst>
              </p:cNvPr>
              <p:cNvSpPr txBox="1"/>
              <p:nvPr/>
            </p:nvSpPr>
            <p:spPr>
              <a:xfrm>
                <a:off x="492391" y="1065972"/>
                <a:ext cx="1610505" cy="923330"/>
              </a:xfrm>
              <a:prstGeom prst="rect">
                <a:avLst/>
              </a:prstGeom>
              <a:noFill/>
            </p:spPr>
            <p:txBody>
              <a:bodyPr wrap="none" rtlCol="0">
                <a:spAutoFit/>
              </a:bodyPr>
              <a:lstStyle/>
              <a:p>
                <a14:m>
                  <m:oMath xmlns:m="http://schemas.openxmlformats.org/officeDocument/2006/math">
                    <m:sSup>
                      <m:sSupPr>
                        <m:ctrlPr>
                          <a:rPr lang="es-NI" sz="5400" i="1" smtClean="0">
                            <a:latin typeface="Cambria Math" panose="02040503050406030204" pitchFamily="18" charset="0"/>
                          </a:rPr>
                        </m:ctrlPr>
                      </m:sSupPr>
                      <m:e>
                        <m:r>
                          <a:rPr lang="es-NI" sz="5400" i="1">
                            <a:latin typeface="Cambria Math" panose="02040503050406030204" pitchFamily="18" charset="0"/>
                          </a:rPr>
                          <m:t>𝑃</m:t>
                        </m:r>
                      </m:e>
                      <m:sup>
                        <m:r>
                          <a:rPr lang="es-NI" sz="5400" b="0" i="1" smtClean="0">
                            <a:latin typeface="Cambria Math" panose="02040503050406030204" pitchFamily="18" charset="0"/>
                          </a:rPr>
                          <m:t>2</m:t>
                        </m:r>
                      </m:sup>
                    </m:sSup>
                  </m:oMath>
                </a14:m>
                <a:r>
                  <a:rPr lang="es-NI" sz="5400" dirty="0"/>
                  <a:t> = </a:t>
                </a:r>
              </a:p>
            </p:txBody>
          </p:sp>
        </mc:Choice>
        <mc:Fallback xmlns="">
          <p:sp>
            <p:nvSpPr>
              <p:cNvPr id="3" name="CuadroTexto 2">
                <a:extLst>
                  <a:ext uri="{FF2B5EF4-FFF2-40B4-BE49-F238E27FC236}">
                    <a16:creationId xmlns:a16="http://schemas.microsoft.com/office/drawing/2014/main" id="{E74522C3-754B-4208-B56A-32627244613B}"/>
                  </a:ext>
                </a:extLst>
              </p:cNvPr>
              <p:cNvSpPr txBox="1">
                <a:spLocks noRot="1" noChangeAspect="1" noMove="1" noResize="1" noEditPoints="1" noAdjustHandles="1" noChangeArrowheads="1" noChangeShapeType="1" noTextEdit="1"/>
              </p:cNvSpPr>
              <p:nvPr/>
            </p:nvSpPr>
            <p:spPr>
              <a:xfrm>
                <a:off x="492391" y="1065972"/>
                <a:ext cx="1610505" cy="923330"/>
              </a:xfrm>
              <a:prstGeom prst="rect">
                <a:avLst/>
              </a:prstGeom>
              <a:blipFill>
                <a:blip r:embed="rId2"/>
                <a:stretch>
                  <a:fillRect t="-17881" r="-19318" b="-40397"/>
                </a:stretch>
              </a:blipFill>
            </p:spPr>
            <p:txBody>
              <a:bodyPr/>
              <a:lstStyle/>
              <a:p>
                <a:r>
                  <a:rPr lang="es-NI">
                    <a:noFill/>
                  </a:rPr>
                  <a:t> </a:t>
                </a:r>
              </a:p>
            </p:txBody>
          </p:sp>
        </mc:Fallback>
      </mc:AlternateContent>
      <p:sp>
        <p:nvSpPr>
          <p:cNvPr id="13" name="CuadroTexto 12">
            <a:extLst>
              <a:ext uri="{FF2B5EF4-FFF2-40B4-BE49-F238E27FC236}">
                <a16:creationId xmlns:a16="http://schemas.microsoft.com/office/drawing/2014/main" id="{1675F07D-95C4-4EFA-BDEE-1C050667DF68}"/>
              </a:ext>
            </a:extLst>
          </p:cNvPr>
          <p:cNvSpPr txBox="1"/>
          <p:nvPr/>
        </p:nvSpPr>
        <p:spPr>
          <a:xfrm>
            <a:off x="2255129" y="234976"/>
            <a:ext cx="3757760" cy="2585323"/>
          </a:xfrm>
          <a:prstGeom prst="rect">
            <a:avLst/>
          </a:prstGeom>
          <a:noFill/>
        </p:spPr>
        <p:txBody>
          <a:bodyPr wrap="none" rtlCol="0">
            <a:spAutoFit/>
          </a:bodyPr>
          <a:lstStyle/>
          <a:p>
            <a:r>
              <a:rPr lang="es-NI" sz="5400" dirty="0">
                <a:solidFill>
                  <a:srgbClr val="0070C0"/>
                </a:solidFill>
              </a:rPr>
              <a:t>0.8</a:t>
            </a:r>
            <a:r>
              <a:rPr lang="es-NI" sz="5400" dirty="0">
                <a:solidFill>
                  <a:srgbClr val="FFFFFF"/>
                </a:solidFill>
              </a:rPr>
              <a:t>   </a:t>
            </a:r>
            <a:r>
              <a:rPr lang="es-NI" sz="5400" dirty="0">
                <a:solidFill>
                  <a:srgbClr val="92D050"/>
                </a:solidFill>
              </a:rPr>
              <a:t>0.1</a:t>
            </a:r>
            <a:r>
              <a:rPr lang="es-NI" sz="5400" dirty="0">
                <a:solidFill>
                  <a:srgbClr val="FFFFFF"/>
                </a:solidFill>
              </a:rPr>
              <a:t>   </a:t>
            </a:r>
            <a:r>
              <a:rPr lang="es-NI" sz="5400" dirty="0">
                <a:solidFill>
                  <a:srgbClr val="FF00FF"/>
                </a:solidFill>
              </a:rPr>
              <a:t>0.1</a:t>
            </a:r>
          </a:p>
          <a:p>
            <a:r>
              <a:rPr lang="es-NI" sz="5400" dirty="0">
                <a:solidFill>
                  <a:srgbClr val="FFFFFF"/>
                </a:solidFill>
              </a:rPr>
              <a:t>0.1   0.7   0.2</a:t>
            </a:r>
          </a:p>
          <a:p>
            <a:r>
              <a:rPr lang="es-NI" sz="5400" dirty="0">
                <a:solidFill>
                  <a:srgbClr val="FFFFFF"/>
                </a:solidFill>
              </a:rPr>
              <a:t>0.2   0.2   0.6</a:t>
            </a:r>
            <a:endParaRPr lang="es-NI" sz="5400" dirty="0"/>
          </a:p>
        </p:txBody>
      </p:sp>
      <p:sp>
        <p:nvSpPr>
          <p:cNvPr id="14" name="Abrir corchete 13">
            <a:extLst>
              <a:ext uri="{FF2B5EF4-FFF2-40B4-BE49-F238E27FC236}">
                <a16:creationId xmlns:a16="http://schemas.microsoft.com/office/drawing/2014/main" id="{977C3035-91F2-4108-954B-7137EE5E0EEE}"/>
              </a:ext>
            </a:extLst>
          </p:cNvPr>
          <p:cNvSpPr/>
          <p:nvPr/>
        </p:nvSpPr>
        <p:spPr>
          <a:xfrm>
            <a:off x="1989760" y="371190"/>
            <a:ext cx="198134" cy="231289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5" name="Cerrar corchete 14">
            <a:extLst>
              <a:ext uri="{FF2B5EF4-FFF2-40B4-BE49-F238E27FC236}">
                <a16:creationId xmlns:a16="http://schemas.microsoft.com/office/drawing/2014/main" id="{DF5D3E5D-1A1E-4D27-91B6-EF5BBD2AAA67}"/>
              </a:ext>
            </a:extLst>
          </p:cNvPr>
          <p:cNvSpPr/>
          <p:nvPr/>
        </p:nvSpPr>
        <p:spPr>
          <a:xfrm>
            <a:off x="6012889" y="371190"/>
            <a:ext cx="166222" cy="231289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7" name="CuadroTexto 16">
            <a:extLst>
              <a:ext uri="{FF2B5EF4-FFF2-40B4-BE49-F238E27FC236}">
                <a16:creationId xmlns:a16="http://schemas.microsoft.com/office/drawing/2014/main" id="{CF14949B-C524-442D-B30C-B15B09E54B7B}"/>
              </a:ext>
            </a:extLst>
          </p:cNvPr>
          <p:cNvSpPr txBox="1"/>
          <p:nvPr/>
        </p:nvSpPr>
        <p:spPr>
          <a:xfrm>
            <a:off x="6580430" y="1205984"/>
            <a:ext cx="529312" cy="923330"/>
          </a:xfrm>
          <a:prstGeom prst="rect">
            <a:avLst/>
          </a:prstGeom>
          <a:noFill/>
        </p:spPr>
        <p:txBody>
          <a:bodyPr wrap="none" rtlCol="0">
            <a:spAutoFit/>
          </a:bodyPr>
          <a:lstStyle/>
          <a:p>
            <a:r>
              <a:rPr lang="es-NI" sz="5400" dirty="0">
                <a:solidFill>
                  <a:srgbClr val="FFFFFF"/>
                </a:solidFill>
              </a:rPr>
              <a:t>*</a:t>
            </a:r>
            <a:endParaRPr lang="es-NI" sz="5400" dirty="0"/>
          </a:p>
        </p:txBody>
      </p:sp>
      <p:sp>
        <p:nvSpPr>
          <p:cNvPr id="8" name="CuadroTexto 7">
            <a:extLst>
              <a:ext uri="{FF2B5EF4-FFF2-40B4-BE49-F238E27FC236}">
                <a16:creationId xmlns:a16="http://schemas.microsoft.com/office/drawing/2014/main" id="{60219F7B-82F9-4FA2-BB55-8DA8CAA7D66F}"/>
              </a:ext>
            </a:extLst>
          </p:cNvPr>
          <p:cNvSpPr txBox="1"/>
          <p:nvPr/>
        </p:nvSpPr>
        <p:spPr>
          <a:xfrm>
            <a:off x="7651741" y="234976"/>
            <a:ext cx="3757760" cy="2585323"/>
          </a:xfrm>
          <a:prstGeom prst="rect">
            <a:avLst/>
          </a:prstGeom>
          <a:noFill/>
        </p:spPr>
        <p:txBody>
          <a:bodyPr wrap="none" rtlCol="0">
            <a:spAutoFit/>
          </a:bodyPr>
          <a:lstStyle/>
          <a:p>
            <a:r>
              <a:rPr lang="es-NI" sz="5400" dirty="0">
                <a:solidFill>
                  <a:srgbClr val="0070C0"/>
                </a:solidFill>
              </a:rPr>
              <a:t>0.8</a:t>
            </a:r>
            <a:r>
              <a:rPr lang="es-NI" sz="5400" dirty="0">
                <a:solidFill>
                  <a:srgbClr val="FFFFFF"/>
                </a:solidFill>
              </a:rPr>
              <a:t>   0.1   0.1</a:t>
            </a:r>
          </a:p>
          <a:p>
            <a:r>
              <a:rPr lang="es-NI" sz="5400" dirty="0">
                <a:solidFill>
                  <a:srgbClr val="92D050"/>
                </a:solidFill>
              </a:rPr>
              <a:t>0.1</a:t>
            </a:r>
            <a:r>
              <a:rPr lang="es-NI" sz="5400" dirty="0">
                <a:solidFill>
                  <a:srgbClr val="FFFFFF"/>
                </a:solidFill>
              </a:rPr>
              <a:t>   0.7   0.2</a:t>
            </a:r>
          </a:p>
          <a:p>
            <a:r>
              <a:rPr lang="es-NI" sz="5400" dirty="0">
                <a:solidFill>
                  <a:srgbClr val="FF00FF"/>
                </a:solidFill>
              </a:rPr>
              <a:t>0.2</a:t>
            </a:r>
            <a:r>
              <a:rPr lang="es-NI" sz="5400" dirty="0">
                <a:solidFill>
                  <a:srgbClr val="FFFFFF"/>
                </a:solidFill>
              </a:rPr>
              <a:t>   0.2   0.6</a:t>
            </a:r>
            <a:endParaRPr lang="es-NI" sz="5400" dirty="0"/>
          </a:p>
        </p:txBody>
      </p:sp>
      <p:sp>
        <p:nvSpPr>
          <p:cNvPr id="9" name="Abrir corchete 8">
            <a:extLst>
              <a:ext uri="{FF2B5EF4-FFF2-40B4-BE49-F238E27FC236}">
                <a16:creationId xmlns:a16="http://schemas.microsoft.com/office/drawing/2014/main" id="{A742B220-5FEF-4DB7-B86F-2C79C9DB95C6}"/>
              </a:ext>
            </a:extLst>
          </p:cNvPr>
          <p:cNvSpPr/>
          <p:nvPr/>
        </p:nvSpPr>
        <p:spPr>
          <a:xfrm>
            <a:off x="7386372" y="371190"/>
            <a:ext cx="198134" cy="231289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0" name="Cerrar corchete 9">
            <a:extLst>
              <a:ext uri="{FF2B5EF4-FFF2-40B4-BE49-F238E27FC236}">
                <a16:creationId xmlns:a16="http://schemas.microsoft.com/office/drawing/2014/main" id="{6807A4E5-C83D-42EE-B9DC-EFA426491C10}"/>
              </a:ext>
            </a:extLst>
          </p:cNvPr>
          <p:cNvSpPr/>
          <p:nvPr/>
        </p:nvSpPr>
        <p:spPr>
          <a:xfrm>
            <a:off x="11409501" y="371190"/>
            <a:ext cx="166222" cy="231289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4BAE8212-3EAB-4B5F-86B5-30BFA78DAEA1}"/>
                  </a:ext>
                </a:extLst>
              </p:cNvPr>
              <p:cNvSpPr txBox="1"/>
              <p:nvPr/>
            </p:nvSpPr>
            <p:spPr>
              <a:xfrm>
                <a:off x="122277" y="4732483"/>
                <a:ext cx="1610505" cy="923330"/>
              </a:xfrm>
              <a:prstGeom prst="rect">
                <a:avLst/>
              </a:prstGeom>
              <a:noFill/>
            </p:spPr>
            <p:txBody>
              <a:bodyPr wrap="none" rtlCol="0">
                <a:spAutoFit/>
              </a:bodyPr>
              <a:lstStyle/>
              <a:p>
                <a14:m>
                  <m:oMath xmlns:m="http://schemas.openxmlformats.org/officeDocument/2006/math">
                    <m:sSup>
                      <m:sSupPr>
                        <m:ctrlPr>
                          <a:rPr lang="es-NI" sz="5400" i="1" smtClean="0">
                            <a:latin typeface="Cambria Math" panose="02040503050406030204" pitchFamily="18" charset="0"/>
                          </a:rPr>
                        </m:ctrlPr>
                      </m:sSupPr>
                      <m:e>
                        <m:r>
                          <a:rPr lang="es-NI" sz="5400" i="1">
                            <a:latin typeface="Cambria Math" panose="02040503050406030204" pitchFamily="18" charset="0"/>
                          </a:rPr>
                          <m:t>𝑃</m:t>
                        </m:r>
                      </m:e>
                      <m:sup>
                        <m:r>
                          <a:rPr lang="es-NI" sz="5400" b="0" i="1" smtClean="0">
                            <a:latin typeface="Cambria Math" panose="02040503050406030204" pitchFamily="18" charset="0"/>
                          </a:rPr>
                          <m:t>2</m:t>
                        </m:r>
                      </m:sup>
                    </m:sSup>
                  </m:oMath>
                </a14:m>
                <a:r>
                  <a:rPr lang="es-NI" sz="5400" dirty="0"/>
                  <a:t> = </a:t>
                </a:r>
              </a:p>
            </p:txBody>
          </p:sp>
        </mc:Choice>
        <mc:Fallback xmlns="">
          <p:sp>
            <p:nvSpPr>
              <p:cNvPr id="12" name="CuadroTexto 11">
                <a:extLst>
                  <a:ext uri="{FF2B5EF4-FFF2-40B4-BE49-F238E27FC236}">
                    <a16:creationId xmlns:a16="http://schemas.microsoft.com/office/drawing/2014/main" id="{4BAE8212-3EAB-4B5F-86B5-30BFA78DAEA1}"/>
                  </a:ext>
                </a:extLst>
              </p:cNvPr>
              <p:cNvSpPr txBox="1">
                <a:spLocks noRot="1" noChangeAspect="1" noMove="1" noResize="1" noEditPoints="1" noAdjustHandles="1" noChangeArrowheads="1" noChangeShapeType="1" noTextEdit="1"/>
              </p:cNvSpPr>
              <p:nvPr/>
            </p:nvSpPr>
            <p:spPr>
              <a:xfrm>
                <a:off x="122277" y="4732483"/>
                <a:ext cx="1610505" cy="923330"/>
              </a:xfrm>
              <a:prstGeom prst="rect">
                <a:avLst/>
              </a:prstGeom>
              <a:blipFill>
                <a:blip r:embed="rId3"/>
                <a:stretch>
                  <a:fillRect t="-17763" r="-19697" b="-39474"/>
                </a:stretch>
              </a:blipFill>
            </p:spPr>
            <p:txBody>
              <a:bodyPr/>
              <a:lstStyle/>
              <a:p>
                <a:r>
                  <a:rPr lang="es-NI">
                    <a:noFill/>
                  </a:rPr>
                  <a:t> </a:t>
                </a:r>
              </a:p>
            </p:txBody>
          </p:sp>
        </mc:Fallback>
      </mc:AlternateContent>
      <p:sp>
        <p:nvSpPr>
          <p:cNvPr id="16" name="CuadroTexto 15">
            <a:extLst>
              <a:ext uri="{FF2B5EF4-FFF2-40B4-BE49-F238E27FC236}">
                <a16:creationId xmlns:a16="http://schemas.microsoft.com/office/drawing/2014/main" id="{0B71AE92-F72E-4755-9612-686BE43F1E29}"/>
              </a:ext>
            </a:extLst>
          </p:cNvPr>
          <p:cNvSpPr txBox="1"/>
          <p:nvPr/>
        </p:nvSpPr>
        <p:spPr>
          <a:xfrm>
            <a:off x="1863312" y="4037701"/>
            <a:ext cx="1093569" cy="707886"/>
          </a:xfrm>
          <a:prstGeom prst="rect">
            <a:avLst/>
          </a:prstGeom>
          <a:noFill/>
        </p:spPr>
        <p:txBody>
          <a:bodyPr wrap="none" rtlCol="0">
            <a:spAutoFit/>
          </a:bodyPr>
          <a:lstStyle/>
          <a:p>
            <a:r>
              <a:rPr lang="es-NI" sz="4000" dirty="0">
                <a:solidFill>
                  <a:srgbClr val="FFFFFF"/>
                </a:solidFill>
              </a:rPr>
              <a:t>0.67</a:t>
            </a:r>
            <a:endParaRPr lang="es-NI" sz="4000" dirty="0"/>
          </a:p>
        </p:txBody>
      </p:sp>
      <p:sp>
        <p:nvSpPr>
          <p:cNvPr id="18" name="Abrir corchete 17">
            <a:extLst>
              <a:ext uri="{FF2B5EF4-FFF2-40B4-BE49-F238E27FC236}">
                <a16:creationId xmlns:a16="http://schemas.microsoft.com/office/drawing/2014/main" id="{35EDC9EE-482A-49E5-A582-A9CABA00C0F5}"/>
              </a:ext>
            </a:extLst>
          </p:cNvPr>
          <p:cNvSpPr/>
          <p:nvPr/>
        </p:nvSpPr>
        <p:spPr>
          <a:xfrm>
            <a:off x="1619646" y="4037701"/>
            <a:ext cx="198134" cy="231289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9" name="Cerrar corchete 18">
            <a:extLst>
              <a:ext uri="{FF2B5EF4-FFF2-40B4-BE49-F238E27FC236}">
                <a16:creationId xmlns:a16="http://schemas.microsoft.com/office/drawing/2014/main" id="{20753631-0BC3-483C-9222-B61E91EC23C7}"/>
              </a:ext>
            </a:extLst>
          </p:cNvPr>
          <p:cNvSpPr/>
          <p:nvPr/>
        </p:nvSpPr>
        <p:spPr>
          <a:xfrm>
            <a:off x="5224759" y="4037701"/>
            <a:ext cx="166222" cy="231289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6C360A2D-8726-43D5-A42E-16EFE1DBD67D}"/>
                  </a:ext>
                </a:extLst>
              </p:cNvPr>
              <p:cNvSpPr txBox="1"/>
              <p:nvPr/>
            </p:nvSpPr>
            <p:spPr>
              <a:xfrm>
                <a:off x="6179111" y="3532428"/>
                <a:ext cx="5374356" cy="369332"/>
              </a:xfrm>
              <a:prstGeom prst="rect">
                <a:avLst/>
              </a:prstGeom>
              <a:noFill/>
            </p:spPr>
            <p:txBody>
              <a:bodyPr wrap="none" rtlCol="0">
                <a:spAutoFit/>
              </a:bodyPr>
              <a:lstStyle/>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(1,1) = </a:t>
                </a:r>
                <a:r>
                  <a:rPr lang="es-NI" dirty="0">
                    <a:solidFill>
                      <a:srgbClr val="0070C0"/>
                    </a:solidFill>
                  </a:rPr>
                  <a:t>( 0.8 * 0.8 )</a:t>
                </a:r>
                <a:r>
                  <a:rPr lang="es-NI" dirty="0"/>
                  <a:t> + </a:t>
                </a:r>
                <a:r>
                  <a:rPr lang="es-NI" dirty="0">
                    <a:solidFill>
                      <a:srgbClr val="92D050"/>
                    </a:solidFill>
                  </a:rPr>
                  <a:t>( 0.1 * 0.1 )</a:t>
                </a:r>
                <a:r>
                  <a:rPr lang="es-NI" dirty="0"/>
                  <a:t> + </a:t>
                </a:r>
                <a:r>
                  <a:rPr lang="es-NI" dirty="0">
                    <a:solidFill>
                      <a:srgbClr val="FF00FF"/>
                    </a:solidFill>
                  </a:rPr>
                  <a:t>( 0.1 * 0.2 ) </a:t>
                </a:r>
                <a:r>
                  <a:rPr lang="es-NI" dirty="0">
                    <a:solidFill>
                      <a:srgbClr val="FFFFFF"/>
                    </a:solidFill>
                  </a:rPr>
                  <a:t>= 0.67</a:t>
                </a:r>
              </a:p>
            </p:txBody>
          </p:sp>
        </mc:Choice>
        <mc:Fallback xmlns="">
          <p:sp>
            <p:nvSpPr>
              <p:cNvPr id="20" name="CuadroTexto 19">
                <a:extLst>
                  <a:ext uri="{FF2B5EF4-FFF2-40B4-BE49-F238E27FC236}">
                    <a16:creationId xmlns:a16="http://schemas.microsoft.com/office/drawing/2014/main" id="{6C360A2D-8726-43D5-A42E-16EFE1DBD67D}"/>
                  </a:ext>
                </a:extLst>
              </p:cNvPr>
              <p:cNvSpPr txBox="1">
                <a:spLocks noRot="1" noChangeAspect="1" noMove="1" noResize="1" noEditPoints="1" noAdjustHandles="1" noChangeArrowheads="1" noChangeShapeType="1" noTextEdit="1"/>
              </p:cNvSpPr>
              <p:nvPr/>
            </p:nvSpPr>
            <p:spPr>
              <a:xfrm>
                <a:off x="6179111" y="3532428"/>
                <a:ext cx="5374356" cy="369332"/>
              </a:xfrm>
              <a:prstGeom prst="rect">
                <a:avLst/>
              </a:prstGeom>
              <a:blipFill>
                <a:blip r:embed="rId4"/>
                <a:stretch>
                  <a:fillRect t="-8197" r="-114" b="-24590"/>
                </a:stretch>
              </a:blipFill>
            </p:spPr>
            <p:txBody>
              <a:bodyPr/>
              <a:lstStyle/>
              <a:p>
                <a:r>
                  <a:rPr lang="es-NI">
                    <a:noFill/>
                  </a:rPr>
                  <a:t> </a:t>
                </a:r>
              </a:p>
            </p:txBody>
          </p:sp>
        </mc:Fallback>
      </mc:AlternateContent>
      <p:cxnSp>
        <p:nvCxnSpPr>
          <p:cNvPr id="4" name="Conector recto 3">
            <a:extLst>
              <a:ext uri="{FF2B5EF4-FFF2-40B4-BE49-F238E27FC236}">
                <a16:creationId xmlns:a16="http://schemas.microsoft.com/office/drawing/2014/main" id="{9F162002-694F-4229-B66D-E49E5678CECC}"/>
              </a:ext>
            </a:extLst>
          </p:cNvPr>
          <p:cNvCxnSpPr/>
          <p:nvPr/>
        </p:nvCxnSpPr>
        <p:spPr>
          <a:xfrm>
            <a:off x="6096000" y="3429000"/>
            <a:ext cx="0" cy="3429000"/>
          </a:xfrm>
          <a:prstGeom prst="line">
            <a:avLst/>
          </a:prstGeom>
          <a:ln w="50800" cap="rnd" cmpd="thickThin">
            <a:solidFill>
              <a:schemeClr val="tx1"/>
            </a:solidFill>
            <a:prstDash val="solid"/>
            <a:bevel/>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0584DDAC-6BCB-4259-A573-E343015E804D}"/>
              </a:ext>
            </a:extLst>
          </p:cNvPr>
          <p:cNvSpPr txBox="1"/>
          <p:nvPr/>
        </p:nvSpPr>
        <p:spPr>
          <a:xfrm>
            <a:off x="5388806" y="3429000"/>
            <a:ext cx="535724" cy="923330"/>
          </a:xfrm>
          <a:prstGeom prst="rect">
            <a:avLst/>
          </a:prstGeom>
          <a:noFill/>
        </p:spPr>
        <p:txBody>
          <a:bodyPr wrap="none" rtlCol="0">
            <a:spAutoFit/>
          </a:bodyPr>
          <a:lstStyle/>
          <a:p>
            <a:r>
              <a:rPr lang="es-NI" sz="5400" dirty="0">
                <a:solidFill>
                  <a:srgbClr val="FFFFFF"/>
                </a:solidFill>
              </a:rPr>
              <a:t>2</a:t>
            </a:r>
            <a:endParaRPr lang="es-NI" sz="5400" dirty="0"/>
          </a:p>
        </p:txBody>
      </p:sp>
      <p:sp>
        <p:nvSpPr>
          <p:cNvPr id="22" name="Rectángulo 21">
            <a:extLst>
              <a:ext uri="{FF2B5EF4-FFF2-40B4-BE49-F238E27FC236}">
                <a16:creationId xmlns:a16="http://schemas.microsoft.com/office/drawing/2014/main" id="{DFD1B1A4-A117-4743-B851-5A877F644E49}"/>
              </a:ext>
            </a:extLst>
          </p:cNvPr>
          <p:cNvSpPr/>
          <p:nvPr/>
        </p:nvSpPr>
        <p:spPr>
          <a:xfrm>
            <a:off x="6186537" y="3545059"/>
            <a:ext cx="5254519" cy="27934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3" name="Rectángulo 22">
            <a:extLst>
              <a:ext uri="{FF2B5EF4-FFF2-40B4-BE49-F238E27FC236}">
                <a16:creationId xmlns:a16="http://schemas.microsoft.com/office/drawing/2014/main" id="{09E42EC4-6B75-4D85-9C22-8656E24EF64B}"/>
              </a:ext>
            </a:extLst>
          </p:cNvPr>
          <p:cNvSpPr/>
          <p:nvPr/>
        </p:nvSpPr>
        <p:spPr>
          <a:xfrm>
            <a:off x="1830843" y="4128532"/>
            <a:ext cx="1139101" cy="53863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257858869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18557"/>
    </mc:Choice>
    <mc:Fallback xmlns="">
      <p:transition spd="slow" advTm="118557"/>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E74522C3-754B-4208-B56A-32627244613B}"/>
                  </a:ext>
                </a:extLst>
              </p:cNvPr>
              <p:cNvSpPr txBox="1"/>
              <p:nvPr/>
            </p:nvSpPr>
            <p:spPr>
              <a:xfrm>
                <a:off x="492391" y="1065972"/>
                <a:ext cx="1610505" cy="923330"/>
              </a:xfrm>
              <a:prstGeom prst="rect">
                <a:avLst/>
              </a:prstGeom>
              <a:noFill/>
            </p:spPr>
            <p:txBody>
              <a:bodyPr wrap="none" rtlCol="0">
                <a:spAutoFit/>
              </a:bodyPr>
              <a:lstStyle/>
              <a:p>
                <a14:m>
                  <m:oMath xmlns:m="http://schemas.openxmlformats.org/officeDocument/2006/math">
                    <m:sSup>
                      <m:sSupPr>
                        <m:ctrlPr>
                          <a:rPr lang="es-NI" sz="5400" i="1" smtClean="0">
                            <a:latin typeface="Cambria Math" panose="02040503050406030204" pitchFamily="18" charset="0"/>
                          </a:rPr>
                        </m:ctrlPr>
                      </m:sSupPr>
                      <m:e>
                        <m:r>
                          <a:rPr lang="es-NI" sz="5400" i="1">
                            <a:latin typeface="Cambria Math" panose="02040503050406030204" pitchFamily="18" charset="0"/>
                          </a:rPr>
                          <m:t>𝑃</m:t>
                        </m:r>
                      </m:e>
                      <m:sup>
                        <m:r>
                          <a:rPr lang="es-NI" sz="5400" b="0" i="1" smtClean="0">
                            <a:latin typeface="Cambria Math" panose="02040503050406030204" pitchFamily="18" charset="0"/>
                          </a:rPr>
                          <m:t>2</m:t>
                        </m:r>
                      </m:sup>
                    </m:sSup>
                  </m:oMath>
                </a14:m>
                <a:r>
                  <a:rPr lang="es-NI" sz="5400" dirty="0"/>
                  <a:t> = </a:t>
                </a:r>
              </a:p>
            </p:txBody>
          </p:sp>
        </mc:Choice>
        <mc:Fallback xmlns="">
          <p:sp>
            <p:nvSpPr>
              <p:cNvPr id="3" name="CuadroTexto 2">
                <a:extLst>
                  <a:ext uri="{FF2B5EF4-FFF2-40B4-BE49-F238E27FC236}">
                    <a16:creationId xmlns:a16="http://schemas.microsoft.com/office/drawing/2014/main" id="{E74522C3-754B-4208-B56A-32627244613B}"/>
                  </a:ext>
                </a:extLst>
              </p:cNvPr>
              <p:cNvSpPr txBox="1">
                <a:spLocks noRot="1" noChangeAspect="1" noMove="1" noResize="1" noEditPoints="1" noAdjustHandles="1" noChangeArrowheads="1" noChangeShapeType="1" noTextEdit="1"/>
              </p:cNvSpPr>
              <p:nvPr/>
            </p:nvSpPr>
            <p:spPr>
              <a:xfrm>
                <a:off x="492391" y="1065972"/>
                <a:ext cx="1610505" cy="923330"/>
              </a:xfrm>
              <a:prstGeom prst="rect">
                <a:avLst/>
              </a:prstGeom>
              <a:blipFill>
                <a:blip r:embed="rId2"/>
                <a:stretch>
                  <a:fillRect t="-17881" r="-19318" b="-40397"/>
                </a:stretch>
              </a:blipFill>
            </p:spPr>
            <p:txBody>
              <a:bodyPr/>
              <a:lstStyle/>
              <a:p>
                <a:r>
                  <a:rPr lang="es-NI">
                    <a:noFill/>
                  </a:rPr>
                  <a:t> </a:t>
                </a:r>
              </a:p>
            </p:txBody>
          </p:sp>
        </mc:Fallback>
      </mc:AlternateContent>
      <p:sp>
        <p:nvSpPr>
          <p:cNvPr id="13" name="CuadroTexto 12">
            <a:extLst>
              <a:ext uri="{FF2B5EF4-FFF2-40B4-BE49-F238E27FC236}">
                <a16:creationId xmlns:a16="http://schemas.microsoft.com/office/drawing/2014/main" id="{1675F07D-95C4-4EFA-BDEE-1C050667DF68}"/>
              </a:ext>
            </a:extLst>
          </p:cNvPr>
          <p:cNvSpPr txBox="1"/>
          <p:nvPr/>
        </p:nvSpPr>
        <p:spPr>
          <a:xfrm>
            <a:off x="2255129" y="234976"/>
            <a:ext cx="3757760" cy="2585323"/>
          </a:xfrm>
          <a:prstGeom prst="rect">
            <a:avLst/>
          </a:prstGeom>
          <a:noFill/>
        </p:spPr>
        <p:txBody>
          <a:bodyPr wrap="none" rtlCol="0">
            <a:spAutoFit/>
          </a:bodyPr>
          <a:lstStyle/>
          <a:p>
            <a:r>
              <a:rPr lang="es-NI" sz="5400" dirty="0">
                <a:solidFill>
                  <a:srgbClr val="0070C0"/>
                </a:solidFill>
              </a:rPr>
              <a:t>0.8</a:t>
            </a:r>
            <a:r>
              <a:rPr lang="es-NI" sz="5400" dirty="0">
                <a:solidFill>
                  <a:srgbClr val="FFFFFF"/>
                </a:solidFill>
              </a:rPr>
              <a:t>   </a:t>
            </a:r>
            <a:r>
              <a:rPr lang="es-NI" sz="5400" dirty="0">
                <a:solidFill>
                  <a:srgbClr val="92D050"/>
                </a:solidFill>
              </a:rPr>
              <a:t>0.1</a:t>
            </a:r>
            <a:r>
              <a:rPr lang="es-NI" sz="5400" dirty="0">
                <a:solidFill>
                  <a:srgbClr val="FFFFFF"/>
                </a:solidFill>
              </a:rPr>
              <a:t>   </a:t>
            </a:r>
            <a:r>
              <a:rPr lang="es-NI" sz="5400" dirty="0">
                <a:solidFill>
                  <a:srgbClr val="FF00FF"/>
                </a:solidFill>
              </a:rPr>
              <a:t>0.1</a:t>
            </a:r>
          </a:p>
          <a:p>
            <a:r>
              <a:rPr lang="es-NI" sz="5400" dirty="0">
                <a:solidFill>
                  <a:srgbClr val="FFFFFF"/>
                </a:solidFill>
              </a:rPr>
              <a:t>0.1   0.7   0.2</a:t>
            </a:r>
          </a:p>
          <a:p>
            <a:r>
              <a:rPr lang="es-NI" sz="5400" dirty="0">
                <a:solidFill>
                  <a:srgbClr val="FFFFFF"/>
                </a:solidFill>
              </a:rPr>
              <a:t>0.2   0.2   0.6</a:t>
            </a:r>
            <a:endParaRPr lang="es-NI" sz="5400" dirty="0"/>
          </a:p>
        </p:txBody>
      </p:sp>
      <p:sp>
        <p:nvSpPr>
          <p:cNvPr id="14" name="Abrir corchete 13">
            <a:extLst>
              <a:ext uri="{FF2B5EF4-FFF2-40B4-BE49-F238E27FC236}">
                <a16:creationId xmlns:a16="http://schemas.microsoft.com/office/drawing/2014/main" id="{977C3035-91F2-4108-954B-7137EE5E0EEE}"/>
              </a:ext>
            </a:extLst>
          </p:cNvPr>
          <p:cNvSpPr/>
          <p:nvPr/>
        </p:nvSpPr>
        <p:spPr>
          <a:xfrm>
            <a:off x="1989760" y="371190"/>
            <a:ext cx="198134" cy="231289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5" name="Cerrar corchete 14">
            <a:extLst>
              <a:ext uri="{FF2B5EF4-FFF2-40B4-BE49-F238E27FC236}">
                <a16:creationId xmlns:a16="http://schemas.microsoft.com/office/drawing/2014/main" id="{DF5D3E5D-1A1E-4D27-91B6-EF5BBD2AAA67}"/>
              </a:ext>
            </a:extLst>
          </p:cNvPr>
          <p:cNvSpPr/>
          <p:nvPr/>
        </p:nvSpPr>
        <p:spPr>
          <a:xfrm>
            <a:off x="6012889" y="371190"/>
            <a:ext cx="166222" cy="231289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7" name="CuadroTexto 16">
            <a:extLst>
              <a:ext uri="{FF2B5EF4-FFF2-40B4-BE49-F238E27FC236}">
                <a16:creationId xmlns:a16="http://schemas.microsoft.com/office/drawing/2014/main" id="{CF14949B-C524-442D-B30C-B15B09E54B7B}"/>
              </a:ext>
            </a:extLst>
          </p:cNvPr>
          <p:cNvSpPr txBox="1"/>
          <p:nvPr/>
        </p:nvSpPr>
        <p:spPr>
          <a:xfrm>
            <a:off x="6580430" y="1205984"/>
            <a:ext cx="529312" cy="923330"/>
          </a:xfrm>
          <a:prstGeom prst="rect">
            <a:avLst/>
          </a:prstGeom>
          <a:noFill/>
        </p:spPr>
        <p:txBody>
          <a:bodyPr wrap="none" rtlCol="0">
            <a:spAutoFit/>
          </a:bodyPr>
          <a:lstStyle/>
          <a:p>
            <a:r>
              <a:rPr lang="es-NI" sz="5400" dirty="0">
                <a:solidFill>
                  <a:srgbClr val="FFFFFF"/>
                </a:solidFill>
              </a:rPr>
              <a:t>*</a:t>
            </a:r>
            <a:endParaRPr lang="es-NI" sz="5400" dirty="0"/>
          </a:p>
        </p:txBody>
      </p:sp>
      <p:sp>
        <p:nvSpPr>
          <p:cNvPr id="8" name="CuadroTexto 7">
            <a:extLst>
              <a:ext uri="{FF2B5EF4-FFF2-40B4-BE49-F238E27FC236}">
                <a16:creationId xmlns:a16="http://schemas.microsoft.com/office/drawing/2014/main" id="{60219F7B-82F9-4FA2-BB55-8DA8CAA7D66F}"/>
              </a:ext>
            </a:extLst>
          </p:cNvPr>
          <p:cNvSpPr txBox="1"/>
          <p:nvPr/>
        </p:nvSpPr>
        <p:spPr>
          <a:xfrm>
            <a:off x="7651741" y="234976"/>
            <a:ext cx="3757760" cy="2585323"/>
          </a:xfrm>
          <a:prstGeom prst="rect">
            <a:avLst/>
          </a:prstGeom>
          <a:noFill/>
        </p:spPr>
        <p:txBody>
          <a:bodyPr wrap="none" rtlCol="0">
            <a:spAutoFit/>
          </a:bodyPr>
          <a:lstStyle/>
          <a:p>
            <a:r>
              <a:rPr lang="es-NI" sz="5400" dirty="0">
                <a:solidFill>
                  <a:srgbClr val="FFFFFF"/>
                </a:solidFill>
              </a:rPr>
              <a:t>0.8   </a:t>
            </a:r>
            <a:r>
              <a:rPr lang="es-NI" sz="5400" dirty="0">
                <a:solidFill>
                  <a:srgbClr val="0070C0"/>
                </a:solidFill>
              </a:rPr>
              <a:t>0.1</a:t>
            </a:r>
            <a:r>
              <a:rPr lang="es-NI" sz="5400" dirty="0">
                <a:solidFill>
                  <a:srgbClr val="FFFFFF"/>
                </a:solidFill>
              </a:rPr>
              <a:t>   0.1</a:t>
            </a:r>
          </a:p>
          <a:p>
            <a:r>
              <a:rPr lang="es-NI" sz="5400" dirty="0">
                <a:solidFill>
                  <a:srgbClr val="FFFFFF"/>
                </a:solidFill>
              </a:rPr>
              <a:t>0.1   </a:t>
            </a:r>
            <a:r>
              <a:rPr lang="es-NI" sz="5400" dirty="0">
                <a:solidFill>
                  <a:srgbClr val="92D050"/>
                </a:solidFill>
              </a:rPr>
              <a:t>0.7</a:t>
            </a:r>
            <a:r>
              <a:rPr lang="es-NI" sz="5400" dirty="0">
                <a:solidFill>
                  <a:srgbClr val="FFFFFF"/>
                </a:solidFill>
              </a:rPr>
              <a:t>   0.2</a:t>
            </a:r>
          </a:p>
          <a:p>
            <a:r>
              <a:rPr lang="es-NI" sz="5400" dirty="0">
                <a:solidFill>
                  <a:srgbClr val="FFFFFF"/>
                </a:solidFill>
              </a:rPr>
              <a:t>0.2   </a:t>
            </a:r>
            <a:r>
              <a:rPr lang="es-NI" sz="5400" dirty="0">
                <a:solidFill>
                  <a:srgbClr val="FF00FF"/>
                </a:solidFill>
              </a:rPr>
              <a:t>0.2</a:t>
            </a:r>
            <a:r>
              <a:rPr lang="es-NI" sz="5400" dirty="0">
                <a:solidFill>
                  <a:srgbClr val="FFFFFF"/>
                </a:solidFill>
              </a:rPr>
              <a:t>   0.6</a:t>
            </a:r>
            <a:endParaRPr lang="es-NI" sz="5400" dirty="0"/>
          </a:p>
        </p:txBody>
      </p:sp>
      <p:sp>
        <p:nvSpPr>
          <p:cNvPr id="9" name="Abrir corchete 8">
            <a:extLst>
              <a:ext uri="{FF2B5EF4-FFF2-40B4-BE49-F238E27FC236}">
                <a16:creationId xmlns:a16="http://schemas.microsoft.com/office/drawing/2014/main" id="{A742B220-5FEF-4DB7-B86F-2C79C9DB95C6}"/>
              </a:ext>
            </a:extLst>
          </p:cNvPr>
          <p:cNvSpPr/>
          <p:nvPr/>
        </p:nvSpPr>
        <p:spPr>
          <a:xfrm>
            <a:off x="7386372" y="371190"/>
            <a:ext cx="198134" cy="231289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0" name="Cerrar corchete 9">
            <a:extLst>
              <a:ext uri="{FF2B5EF4-FFF2-40B4-BE49-F238E27FC236}">
                <a16:creationId xmlns:a16="http://schemas.microsoft.com/office/drawing/2014/main" id="{6807A4E5-C83D-42EE-B9DC-EFA426491C10}"/>
              </a:ext>
            </a:extLst>
          </p:cNvPr>
          <p:cNvSpPr/>
          <p:nvPr/>
        </p:nvSpPr>
        <p:spPr>
          <a:xfrm>
            <a:off x="11409501" y="371190"/>
            <a:ext cx="166222" cy="231289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4BAE8212-3EAB-4B5F-86B5-30BFA78DAEA1}"/>
                  </a:ext>
                </a:extLst>
              </p:cNvPr>
              <p:cNvSpPr txBox="1"/>
              <p:nvPr/>
            </p:nvSpPr>
            <p:spPr>
              <a:xfrm>
                <a:off x="122277" y="4732483"/>
                <a:ext cx="1610505" cy="923330"/>
              </a:xfrm>
              <a:prstGeom prst="rect">
                <a:avLst/>
              </a:prstGeom>
              <a:noFill/>
            </p:spPr>
            <p:txBody>
              <a:bodyPr wrap="none" rtlCol="0">
                <a:spAutoFit/>
              </a:bodyPr>
              <a:lstStyle/>
              <a:p>
                <a14:m>
                  <m:oMath xmlns:m="http://schemas.openxmlformats.org/officeDocument/2006/math">
                    <m:sSup>
                      <m:sSupPr>
                        <m:ctrlPr>
                          <a:rPr lang="es-NI" sz="5400" i="1" smtClean="0">
                            <a:latin typeface="Cambria Math" panose="02040503050406030204" pitchFamily="18" charset="0"/>
                          </a:rPr>
                        </m:ctrlPr>
                      </m:sSupPr>
                      <m:e>
                        <m:r>
                          <a:rPr lang="es-NI" sz="5400" i="1">
                            <a:latin typeface="Cambria Math" panose="02040503050406030204" pitchFamily="18" charset="0"/>
                          </a:rPr>
                          <m:t>𝑃</m:t>
                        </m:r>
                      </m:e>
                      <m:sup>
                        <m:r>
                          <a:rPr lang="es-NI" sz="5400" b="0" i="1" smtClean="0">
                            <a:latin typeface="Cambria Math" panose="02040503050406030204" pitchFamily="18" charset="0"/>
                          </a:rPr>
                          <m:t>2</m:t>
                        </m:r>
                      </m:sup>
                    </m:sSup>
                  </m:oMath>
                </a14:m>
                <a:r>
                  <a:rPr lang="es-NI" sz="5400" dirty="0"/>
                  <a:t> = </a:t>
                </a:r>
              </a:p>
            </p:txBody>
          </p:sp>
        </mc:Choice>
        <mc:Fallback xmlns="">
          <p:sp>
            <p:nvSpPr>
              <p:cNvPr id="12" name="CuadroTexto 11">
                <a:extLst>
                  <a:ext uri="{FF2B5EF4-FFF2-40B4-BE49-F238E27FC236}">
                    <a16:creationId xmlns:a16="http://schemas.microsoft.com/office/drawing/2014/main" id="{4BAE8212-3EAB-4B5F-86B5-30BFA78DAEA1}"/>
                  </a:ext>
                </a:extLst>
              </p:cNvPr>
              <p:cNvSpPr txBox="1">
                <a:spLocks noRot="1" noChangeAspect="1" noMove="1" noResize="1" noEditPoints="1" noAdjustHandles="1" noChangeArrowheads="1" noChangeShapeType="1" noTextEdit="1"/>
              </p:cNvSpPr>
              <p:nvPr/>
            </p:nvSpPr>
            <p:spPr>
              <a:xfrm>
                <a:off x="122277" y="4732483"/>
                <a:ext cx="1610505" cy="923330"/>
              </a:xfrm>
              <a:prstGeom prst="rect">
                <a:avLst/>
              </a:prstGeom>
              <a:blipFill>
                <a:blip r:embed="rId3"/>
                <a:stretch>
                  <a:fillRect t="-17763" r="-19697" b="-39474"/>
                </a:stretch>
              </a:blipFill>
            </p:spPr>
            <p:txBody>
              <a:bodyPr/>
              <a:lstStyle/>
              <a:p>
                <a:r>
                  <a:rPr lang="es-NI">
                    <a:noFill/>
                  </a:rPr>
                  <a:t> </a:t>
                </a:r>
              </a:p>
            </p:txBody>
          </p:sp>
        </mc:Fallback>
      </mc:AlternateContent>
      <p:sp>
        <p:nvSpPr>
          <p:cNvPr id="16" name="CuadroTexto 15">
            <a:extLst>
              <a:ext uri="{FF2B5EF4-FFF2-40B4-BE49-F238E27FC236}">
                <a16:creationId xmlns:a16="http://schemas.microsoft.com/office/drawing/2014/main" id="{0B71AE92-F72E-4755-9612-686BE43F1E29}"/>
              </a:ext>
            </a:extLst>
          </p:cNvPr>
          <p:cNvSpPr txBox="1"/>
          <p:nvPr/>
        </p:nvSpPr>
        <p:spPr>
          <a:xfrm>
            <a:off x="1863312" y="4037701"/>
            <a:ext cx="2348720" cy="1323439"/>
          </a:xfrm>
          <a:prstGeom prst="rect">
            <a:avLst/>
          </a:prstGeom>
          <a:noFill/>
        </p:spPr>
        <p:txBody>
          <a:bodyPr wrap="none" rtlCol="0">
            <a:spAutoFit/>
          </a:bodyPr>
          <a:lstStyle/>
          <a:p>
            <a:r>
              <a:rPr lang="es-NI" sz="4000" dirty="0">
                <a:solidFill>
                  <a:srgbClr val="FFFFFF"/>
                </a:solidFill>
              </a:rPr>
              <a:t>0.67   0.17</a:t>
            </a:r>
            <a:endParaRPr lang="es-NI" sz="4000" dirty="0"/>
          </a:p>
          <a:p>
            <a:endParaRPr lang="es-NI" sz="4000" dirty="0"/>
          </a:p>
        </p:txBody>
      </p:sp>
      <p:sp>
        <p:nvSpPr>
          <p:cNvPr id="18" name="Abrir corchete 17">
            <a:extLst>
              <a:ext uri="{FF2B5EF4-FFF2-40B4-BE49-F238E27FC236}">
                <a16:creationId xmlns:a16="http://schemas.microsoft.com/office/drawing/2014/main" id="{35EDC9EE-482A-49E5-A582-A9CABA00C0F5}"/>
              </a:ext>
            </a:extLst>
          </p:cNvPr>
          <p:cNvSpPr/>
          <p:nvPr/>
        </p:nvSpPr>
        <p:spPr>
          <a:xfrm>
            <a:off x="1619646" y="4037701"/>
            <a:ext cx="198134" cy="231289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9" name="Cerrar corchete 18">
            <a:extLst>
              <a:ext uri="{FF2B5EF4-FFF2-40B4-BE49-F238E27FC236}">
                <a16:creationId xmlns:a16="http://schemas.microsoft.com/office/drawing/2014/main" id="{20753631-0BC3-483C-9222-B61E91EC23C7}"/>
              </a:ext>
            </a:extLst>
          </p:cNvPr>
          <p:cNvSpPr/>
          <p:nvPr/>
        </p:nvSpPr>
        <p:spPr>
          <a:xfrm>
            <a:off x="5198634" y="4037701"/>
            <a:ext cx="166222" cy="231289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6C360A2D-8726-43D5-A42E-16EFE1DBD67D}"/>
                  </a:ext>
                </a:extLst>
              </p:cNvPr>
              <p:cNvSpPr txBox="1"/>
              <p:nvPr/>
            </p:nvSpPr>
            <p:spPr>
              <a:xfrm>
                <a:off x="6179111" y="3532428"/>
                <a:ext cx="5374356" cy="923330"/>
              </a:xfrm>
              <a:prstGeom prst="rect">
                <a:avLst/>
              </a:prstGeom>
              <a:noFill/>
            </p:spPr>
            <p:txBody>
              <a:bodyPr wrap="none" rtlCol="0">
                <a:spAutoFit/>
              </a:bodyPr>
              <a:lstStyle/>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(1,1) = </a:t>
                </a:r>
                <a:r>
                  <a:rPr lang="es-NI" dirty="0">
                    <a:solidFill>
                      <a:srgbClr val="0070C0"/>
                    </a:solidFill>
                  </a:rPr>
                  <a:t>( 0.8 * 0.8 )</a:t>
                </a:r>
                <a:r>
                  <a:rPr lang="es-NI" dirty="0"/>
                  <a:t> + </a:t>
                </a:r>
                <a:r>
                  <a:rPr lang="es-NI" dirty="0">
                    <a:solidFill>
                      <a:srgbClr val="92D050"/>
                    </a:solidFill>
                  </a:rPr>
                  <a:t>( 0.1 * 0.1 )</a:t>
                </a:r>
                <a:r>
                  <a:rPr lang="es-NI" dirty="0"/>
                  <a:t> + </a:t>
                </a:r>
                <a:r>
                  <a:rPr lang="es-NI" dirty="0">
                    <a:solidFill>
                      <a:srgbClr val="FF00FF"/>
                    </a:solidFill>
                  </a:rPr>
                  <a:t>( 0.1 * 0.2 ) </a:t>
                </a:r>
                <a:r>
                  <a:rPr lang="es-NI" dirty="0">
                    <a:solidFill>
                      <a:srgbClr val="FFFFFF"/>
                    </a:solidFill>
                  </a:rPr>
                  <a:t>= 0.67</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(1,2) = </a:t>
                </a:r>
                <a:r>
                  <a:rPr lang="es-NI" dirty="0">
                    <a:solidFill>
                      <a:srgbClr val="0070C0"/>
                    </a:solidFill>
                  </a:rPr>
                  <a:t>( 0.8 * 0.1 )</a:t>
                </a:r>
                <a:r>
                  <a:rPr lang="es-NI" dirty="0"/>
                  <a:t> + </a:t>
                </a:r>
                <a:r>
                  <a:rPr lang="es-NI" dirty="0">
                    <a:solidFill>
                      <a:srgbClr val="92D050"/>
                    </a:solidFill>
                  </a:rPr>
                  <a:t>( 0.1 * 0.7 )</a:t>
                </a:r>
                <a:r>
                  <a:rPr lang="es-NI" dirty="0"/>
                  <a:t> + </a:t>
                </a:r>
                <a:r>
                  <a:rPr lang="es-NI" dirty="0">
                    <a:solidFill>
                      <a:srgbClr val="FF00FF"/>
                    </a:solidFill>
                  </a:rPr>
                  <a:t>( 0.1 * 0.2 ) </a:t>
                </a:r>
                <a:r>
                  <a:rPr lang="es-NI" dirty="0">
                    <a:solidFill>
                      <a:srgbClr val="FFFFFF"/>
                    </a:solidFill>
                  </a:rPr>
                  <a:t>= 0.17</a:t>
                </a:r>
              </a:p>
              <a:p>
                <a:endParaRPr lang="es-NI" dirty="0">
                  <a:solidFill>
                    <a:srgbClr val="FFFFFF"/>
                  </a:solidFill>
                </a:endParaRPr>
              </a:p>
            </p:txBody>
          </p:sp>
        </mc:Choice>
        <mc:Fallback xmlns="">
          <p:sp>
            <p:nvSpPr>
              <p:cNvPr id="20" name="CuadroTexto 19">
                <a:extLst>
                  <a:ext uri="{FF2B5EF4-FFF2-40B4-BE49-F238E27FC236}">
                    <a16:creationId xmlns:a16="http://schemas.microsoft.com/office/drawing/2014/main" id="{6C360A2D-8726-43D5-A42E-16EFE1DBD67D}"/>
                  </a:ext>
                </a:extLst>
              </p:cNvPr>
              <p:cNvSpPr txBox="1">
                <a:spLocks noRot="1" noChangeAspect="1" noMove="1" noResize="1" noEditPoints="1" noAdjustHandles="1" noChangeArrowheads="1" noChangeShapeType="1" noTextEdit="1"/>
              </p:cNvSpPr>
              <p:nvPr/>
            </p:nvSpPr>
            <p:spPr>
              <a:xfrm>
                <a:off x="6179111" y="3532428"/>
                <a:ext cx="5374356" cy="923330"/>
              </a:xfrm>
              <a:prstGeom prst="rect">
                <a:avLst/>
              </a:prstGeom>
              <a:blipFill>
                <a:blip r:embed="rId4"/>
                <a:stretch>
                  <a:fillRect t="-3289" r="-114"/>
                </a:stretch>
              </a:blipFill>
            </p:spPr>
            <p:txBody>
              <a:bodyPr/>
              <a:lstStyle/>
              <a:p>
                <a:r>
                  <a:rPr lang="es-NI">
                    <a:noFill/>
                  </a:rPr>
                  <a:t> </a:t>
                </a:r>
              </a:p>
            </p:txBody>
          </p:sp>
        </mc:Fallback>
      </mc:AlternateContent>
      <p:cxnSp>
        <p:nvCxnSpPr>
          <p:cNvPr id="4" name="Conector recto 3">
            <a:extLst>
              <a:ext uri="{FF2B5EF4-FFF2-40B4-BE49-F238E27FC236}">
                <a16:creationId xmlns:a16="http://schemas.microsoft.com/office/drawing/2014/main" id="{9F162002-694F-4229-B66D-E49E5678CECC}"/>
              </a:ext>
            </a:extLst>
          </p:cNvPr>
          <p:cNvCxnSpPr/>
          <p:nvPr/>
        </p:nvCxnSpPr>
        <p:spPr>
          <a:xfrm>
            <a:off x="6096000" y="3429000"/>
            <a:ext cx="0" cy="3429000"/>
          </a:xfrm>
          <a:prstGeom prst="line">
            <a:avLst/>
          </a:prstGeom>
          <a:ln w="50800" cap="rnd" cmpd="thickThin">
            <a:solidFill>
              <a:schemeClr val="tx1"/>
            </a:solidFill>
            <a:prstDash val="solid"/>
            <a:bevel/>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6D89162B-5C14-4FDC-9105-5DC74E7B90A1}"/>
              </a:ext>
            </a:extLst>
          </p:cNvPr>
          <p:cNvSpPr txBox="1"/>
          <p:nvPr/>
        </p:nvSpPr>
        <p:spPr>
          <a:xfrm>
            <a:off x="5388806" y="3429000"/>
            <a:ext cx="535724" cy="923330"/>
          </a:xfrm>
          <a:prstGeom prst="rect">
            <a:avLst/>
          </a:prstGeom>
          <a:noFill/>
        </p:spPr>
        <p:txBody>
          <a:bodyPr wrap="none" rtlCol="0">
            <a:spAutoFit/>
          </a:bodyPr>
          <a:lstStyle/>
          <a:p>
            <a:r>
              <a:rPr lang="es-NI" sz="5400" dirty="0">
                <a:solidFill>
                  <a:srgbClr val="FFFFFF"/>
                </a:solidFill>
              </a:rPr>
              <a:t>2</a:t>
            </a:r>
            <a:endParaRPr lang="es-NI" sz="5400" dirty="0"/>
          </a:p>
        </p:txBody>
      </p:sp>
      <p:sp>
        <p:nvSpPr>
          <p:cNvPr id="22" name="Rectángulo 21">
            <a:extLst>
              <a:ext uri="{FF2B5EF4-FFF2-40B4-BE49-F238E27FC236}">
                <a16:creationId xmlns:a16="http://schemas.microsoft.com/office/drawing/2014/main" id="{5F459190-6BFF-4666-A3E6-D5BC4F5B60CD}"/>
              </a:ext>
            </a:extLst>
          </p:cNvPr>
          <p:cNvSpPr/>
          <p:nvPr/>
        </p:nvSpPr>
        <p:spPr>
          <a:xfrm>
            <a:off x="6214669" y="3840486"/>
            <a:ext cx="5254519" cy="27934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3" name="Rectángulo 22">
            <a:extLst>
              <a:ext uri="{FF2B5EF4-FFF2-40B4-BE49-F238E27FC236}">
                <a16:creationId xmlns:a16="http://schemas.microsoft.com/office/drawing/2014/main" id="{3432BD31-0A26-4F17-8AB7-5A3447DA68DF}"/>
              </a:ext>
            </a:extLst>
          </p:cNvPr>
          <p:cNvSpPr/>
          <p:nvPr/>
        </p:nvSpPr>
        <p:spPr>
          <a:xfrm>
            <a:off x="3058754" y="4128532"/>
            <a:ext cx="1139101" cy="53863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7431688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18557"/>
    </mc:Choice>
    <mc:Fallback xmlns="">
      <p:transition spd="slow" advTm="118557"/>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E74522C3-754B-4208-B56A-32627244613B}"/>
                  </a:ext>
                </a:extLst>
              </p:cNvPr>
              <p:cNvSpPr txBox="1"/>
              <p:nvPr/>
            </p:nvSpPr>
            <p:spPr>
              <a:xfrm>
                <a:off x="492391" y="1065972"/>
                <a:ext cx="1610505" cy="923330"/>
              </a:xfrm>
              <a:prstGeom prst="rect">
                <a:avLst/>
              </a:prstGeom>
              <a:noFill/>
            </p:spPr>
            <p:txBody>
              <a:bodyPr wrap="none" rtlCol="0">
                <a:spAutoFit/>
              </a:bodyPr>
              <a:lstStyle/>
              <a:p>
                <a14:m>
                  <m:oMath xmlns:m="http://schemas.openxmlformats.org/officeDocument/2006/math">
                    <m:sSup>
                      <m:sSupPr>
                        <m:ctrlPr>
                          <a:rPr lang="es-NI" sz="5400" i="1" smtClean="0">
                            <a:latin typeface="Cambria Math" panose="02040503050406030204" pitchFamily="18" charset="0"/>
                          </a:rPr>
                        </m:ctrlPr>
                      </m:sSupPr>
                      <m:e>
                        <m:r>
                          <a:rPr lang="es-NI" sz="5400" i="1">
                            <a:latin typeface="Cambria Math" panose="02040503050406030204" pitchFamily="18" charset="0"/>
                          </a:rPr>
                          <m:t>𝑃</m:t>
                        </m:r>
                      </m:e>
                      <m:sup>
                        <m:r>
                          <a:rPr lang="es-NI" sz="5400" b="0" i="1" smtClean="0">
                            <a:latin typeface="Cambria Math" panose="02040503050406030204" pitchFamily="18" charset="0"/>
                          </a:rPr>
                          <m:t>2</m:t>
                        </m:r>
                      </m:sup>
                    </m:sSup>
                  </m:oMath>
                </a14:m>
                <a:r>
                  <a:rPr lang="es-NI" sz="5400" dirty="0"/>
                  <a:t> = </a:t>
                </a:r>
              </a:p>
            </p:txBody>
          </p:sp>
        </mc:Choice>
        <mc:Fallback xmlns="">
          <p:sp>
            <p:nvSpPr>
              <p:cNvPr id="3" name="CuadroTexto 2">
                <a:extLst>
                  <a:ext uri="{FF2B5EF4-FFF2-40B4-BE49-F238E27FC236}">
                    <a16:creationId xmlns:a16="http://schemas.microsoft.com/office/drawing/2014/main" id="{E74522C3-754B-4208-B56A-32627244613B}"/>
                  </a:ext>
                </a:extLst>
              </p:cNvPr>
              <p:cNvSpPr txBox="1">
                <a:spLocks noRot="1" noChangeAspect="1" noMove="1" noResize="1" noEditPoints="1" noAdjustHandles="1" noChangeArrowheads="1" noChangeShapeType="1" noTextEdit="1"/>
              </p:cNvSpPr>
              <p:nvPr/>
            </p:nvSpPr>
            <p:spPr>
              <a:xfrm>
                <a:off x="492391" y="1065972"/>
                <a:ext cx="1610505" cy="923330"/>
              </a:xfrm>
              <a:prstGeom prst="rect">
                <a:avLst/>
              </a:prstGeom>
              <a:blipFill>
                <a:blip r:embed="rId2"/>
                <a:stretch>
                  <a:fillRect t="-17881" r="-19318" b="-40397"/>
                </a:stretch>
              </a:blipFill>
            </p:spPr>
            <p:txBody>
              <a:bodyPr/>
              <a:lstStyle/>
              <a:p>
                <a:r>
                  <a:rPr lang="es-NI">
                    <a:noFill/>
                  </a:rPr>
                  <a:t> </a:t>
                </a:r>
              </a:p>
            </p:txBody>
          </p:sp>
        </mc:Fallback>
      </mc:AlternateContent>
      <p:sp>
        <p:nvSpPr>
          <p:cNvPr id="13" name="CuadroTexto 12">
            <a:extLst>
              <a:ext uri="{FF2B5EF4-FFF2-40B4-BE49-F238E27FC236}">
                <a16:creationId xmlns:a16="http://schemas.microsoft.com/office/drawing/2014/main" id="{1675F07D-95C4-4EFA-BDEE-1C050667DF68}"/>
              </a:ext>
            </a:extLst>
          </p:cNvPr>
          <p:cNvSpPr txBox="1"/>
          <p:nvPr/>
        </p:nvSpPr>
        <p:spPr>
          <a:xfrm>
            <a:off x="2255129" y="234976"/>
            <a:ext cx="3757760" cy="2585323"/>
          </a:xfrm>
          <a:prstGeom prst="rect">
            <a:avLst/>
          </a:prstGeom>
          <a:noFill/>
        </p:spPr>
        <p:txBody>
          <a:bodyPr wrap="none" rtlCol="0">
            <a:spAutoFit/>
          </a:bodyPr>
          <a:lstStyle/>
          <a:p>
            <a:r>
              <a:rPr lang="es-NI" sz="5400" dirty="0">
                <a:solidFill>
                  <a:srgbClr val="0070C0"/>
                </a:solidFill>
              </a:rPr>
              <a:t>0.8</a:t>
            </a:r>
            <a:r>
              <a:rPr lang="es-NI" sz="5400" dirty="0">
                <a:solidFill>
                  <a:srgbClr val="FFFFFF"/>
                </a:solidFill>
              </a:rPr>
              <a:t>   </a:t>
            </a:r>
            <a:r>
              <a:rPr lang="es-NI" sz="5400" dirty="0">
                <a:solidFill>
                  <a:srgbClr val="92D050"/>
                </a:solidFill>
              </a:rPr>
              <a:t>0.1</a:t>
            </a:r>
            <a:r>
              <a:rPr lang="es-NI" sz="5400" dirty="0">
                <a:solidFill>
                  <a:srgbClr val="FFFFFF"/>
                </a:solidFill>
              </a:rPr>
              <a:t>   </a:t>
            </a:r>
            <a:r>
              <a:rPr lang="es-NI" sz="5400" dirty="0">
                <a:solidFill>
                  <a:srgbClr val="FF00FF"/>
                </a:solidFill>
              </a:rPr>
              <a:t>0.1</a:t>
            </a:r>
          </a:p>
          <a:p>
            <a:r>
              <a:rPr lang="es-NI" sz="5400" dirty="0">
                <a:solidFill>
                  <a:srgbClr val="FFFFFF"/>
                </a:solidFill>
              </a:rPr>
              <a:t>0.1   0.7   0.2</a:t>
            </a:r>
          </a:p>
          <a:p>
            <a:r>
              <a:rPr lang="es-NI" sz="5400" dirty="0">
                <a:solidFill>
                  <a:srgbClr val="FFFFFF"/>
                </a:solidFill>
              </a:rPr>
              <a:t>0.2   0.2   0.6</a:t>
            </a:r>
            <a:endParaRPr lang="es-NI" sz="5400" dirty="0"/>
          </a:p>
        </p:txBody>
      </p:sp>
      <p:sp>
        <p:nvSpPr>
          <p:cNvPr id="14" name="Abrir corchete 13">
            <a:extLst>
              <a:ext uri="{FF2B5EF4-FFF2-40B4-BE49-F238E27FC236}">
                <a16:creationId xmlns:a16="http://schemas.microsoft.com/office/drawing/2014/main" id="{977C3035-91F2-4108-954B-7137EE5E0EEE}"/>
              </a:ext>
            </a:extLst>
          </p:cNvPr>
          <p:cNvSpPr/>
          <p:nvPr/>
        </p:nvSpPr>
        <p:spPr>
          <a:xfrm>
            <a:off x="1989760" y="371190"/>
            <a:ext cx="198134" cy="231289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5" name="Cerrar corchete 14">
            <a:extLst>
              <a:ext uri="{FF2B5EF4-FFF2-40B4-BE49-F238E27FC236}">
                <a16:creationId xmlns:a16="http://schemas.microsoft.com/office/drawing/2014/main" id="{DF5D3E5D-1A1E-4D27-91B6-EF5BBD2AAA67}"/>
              </a:ext>
            </a:extLst>
          </p:cNvPr>
          <p:cNvSpPr/>
          <p:nvPr/>
        </p:nvSpPr>
        <p:spPr>
          <a:xfrm>
            <a:off x="6012889" y="371190"/>
            <a:ext cx="166222" cy="231289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7" name="CuadroTexto 16">
            <a:extLst>
              <a:ext uri="{FF2B5EF4-FFF2-40B4-BE49-F238E27FC236}">
                <a16:creationId xmlns:a16="http://schemas.microsoft.com/office/drawing/2014/main" id="{CF14949B-C524-442D-B30C-B15B09E54B7B}"/>
              </a:ext>
            </a:extLst>
          </p:cNvPr>
          <p:cNvSpPr txBox="1"/>
          <p:nvPr/>
        </p:nvSpPr>
        <p:spPr>
          <a:xfrm>
            <a:off x="6580430" y="1205984"/>
            <a:ext cx="529312" cy="923330"/>
          </a:xfrm>
          <a:prstGeom prst="rect">
            <a:avLst/>
          </a:prstGeom>
          <a:noFill/>
        </p:spPr>
        <p:txBody>
          <a:bodyPr wrap="none" rtlCol="0">
            <a:spAutoFit/>
          </a:bodyPr>
          <a:lstStyle/>
          <a:p>
            <a:r>
              <a:rPr lang="es-NI" sz="5400" dirty="0">
                <a:solidFill>
                  <a:srgbClr val="FFFFFF"/>
                </a:solidFill>
              </a:rPr>
              <a:t>*</a:t>
            </a:r>
            <a:endParaRPr lang="es-NI" sz="5400" dirty="0"/>
          </a:p>
        </p:txBody>
      </p:sp>
      <p:sp>
        <p:nvSpPr>
          <p:cNvPr id="8" name="CuadroTexto 7">
            <a:extLst>
              <a:ext uri="{FF2B5EF4-FFF2-40B4-BE49-F238E27FC236}">
                <a16:creationId xmlns:a16="http://schemas.microsoft.com/office/drawing/2014/main" id="{60219F7B-82F9-4FA2-BB55-8DA8CAA7D66F}"/>
              </a:ext>
            </a:extLst>
          </p:cNvPr>
          <p:cNvSpPr txBox="1"/>
          <p:nvPr/>
        </p:nvSpPr>
        <p:spPr>
          <a:xfrm>
            <a:off x="7651741" y="234976"/>
            <a:ext cx="3757760" cy="2585323"/>
          </a:xfrm>
          <a:prstGeom prst="rect">
            <a:avLst/>
          </a:prstGeom>
          <a:noFill/>
        </p:spPr>
        <p:txBody>
          <a:bodyPr wrap="none" rtlCol="0">
            <a:spAutoFit/>
          </a:bodyPr>
          <a:lstStyle/>
          <a:p>
            <a:r>
              <a:rPr lang="es-NI" sz="5400" dirty="0">
                <a:solidFill>
                  <a:srgbClr val="FFFFFF"/>
                </a:solidFill>
              </a:rPr>
              <a:t>0.8   </a:t>
            </a:r>
            <a:r>
              <a:rPr lang="es-NI" sz="5400" dirty="0"/>
              <a:t>0.1   </a:t>
            </a:r>
            <a:r>
              <a:rPr lang="es-NI" sz="5400" dirty="0">
                <a:solidFill>
                  <a:srgbClr val="0070C0"/>
                </a:solidFill>
              </a:rPr>
              <a:t>0.1</a:t>
            </a:r>
          </a:p>
          <a:p>
            <a:r>
              <a:rPr lang="es-NI" sz="5400" dirty="0"/>
              <a:t>0.1   0.7   </a:t>
            </a:r>
            <a:r>
              <a:rPr lang="es-NI" sz="5400" dirty="0">
                <a:solidFill>
                  <a:schemeClr val="accent6"/>
                </a:solidFill>
              </a:rPr>
              <a:t>0.2</a:t>
            </a:r>
          </a:p>
          <a:p>
            <a:r>
              <a:rPr lang="es-NI" sz="5400" dirty="0"/>
              <a:t>0.2   0.2   </a:t>
            </a:r>
            <a:r>
              <a:rPr lang="es-NI" sz="5400" dirty="0">
                <a:solidFill>
                  <a:srgbClr val="FF00FF"/>
                </a:solidFill>
              </a:rPr>
              <a:t>0.6</a:t>
            </a:r>
          </a:p>
        </p:txBody>
      </p:sp>
      <p:sp>
        <p:nvSpPr>
          <p:cNvPr id="9" name="Abrir corchete 8">
            <a:extLst>
              <a:ext uri="{FF2B5EF4-FFF2-40B4-BE49-F238E27FC236}">
                <a16:creationId xmlns:a16="http://schemas.microsoft.com/office/drawing/2014/main" id="{A742B220-5FEF-4DB7-B86F-2C79C9DB95C6}"/>
              </a:ext>
            </a:extLst>
          </p:cNvPr>
          <p:cNvSpPr/>
          <p:nvPr/>
        </p:nvSpPr>
        <p:spPr>
          <a:xfrm>
            <a:off x="7386372" y="371190"/>
            <a:ext cx="198134" cy="231289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0" name="Cerrar corchete 9">
            <a:extLst>
              <a:ext uri="{FF2B5EF4-FFF2-40B4-BE49-F238E27FC236}">
                <a16:creationId xmlns:a16="http://schemas.microsoft.com/office/drawing/2014/main" id="{6807A4E5-C83D-42EE-B9DC-EFA426491C10}"/>
              </a:ext>
            </a:extLst>
          </p:cNvPr>
          <p:cNvSpPr/>
          <p:nvPr/>
        </p:nvSpPr>
        <p:spPr>
          <a:xfrm>
            <a:off x="11409501" y="371190"/>
            <a:ext cx="166222" cy="231289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4BAE8212-3EAB-4B5F-86B5-30BFA78DAEA1}"/>
                  </a:ext>
                </a:extLst>
              </p:cNvPr>
              <p:cNvSpPr txBox="1"/>
              <p:nvPr/>
            </p:nvSpPr>
            <p:spPr>
              <a:xfrm>
                <a:off x="122277" y="4732483"/>
                <a:ext cx="1610505" cy="923330"/>
              </a:xfrm>
              <a:prstGeom prst="rect">
                <a:avLst/>
              </a:prstGeom>
              <a:noFill/>
            </p:spPr>
            <p:txBody>
              <a:bodyPr wrap="none" rtlCol="0">
                <a:spAutoFit/>
              </a:bodyPr>
              <a:lstStyle/>
              <a:p>
                <a14:m>
                  <m:oMath xmlns:m="http://schemas.openxmlformats.org/officeDocument/2006/math">
                    <m:sSup>
                      <m:sSupPr>
                        <m:ctrlPr>
                          <a:rPr lang="es-NI" sz="5400" i="1" smtClean="0">
                            <a:latin typeface="Cambria Math" panose="02040503050406030204" pitchFamily="18" charset="0"/>
                          </a:rPr>
                        </m:ctrlPr>
                      </m:sSupPr>
                      <m:e>
                        <m:r>
                          <a:rPr lang="es-NI" sz="5400" i="1">
                            <a:latin typeface="Cambria Math" panose="02040503050406030204" pitchFamily="18" charset="0"/>
                          </a:rPr>
                          <m:t>𝑃</m:t>
                        </m:r>
                      </m:e>
                      <m:sup>
                        <m:r>
                          <a:rPr lang="es-NI" sz="5400" b="0" i="1" smtClean="0">
                            <a:latin typeface="Cambria Math" panose="02040503050406030204" pitchFamily="18" charset="0"/>
                          </a:rPr>
                          <m:t>2</m:t>
                        </m:r>
                      </m:sup>
                    </m:sSup>
                  </m:oMath>
                </a14:m>
                <a:r>
                  <a:rPr lang="es-NI" sz="5400" dirty="0"/>
                  <a:t> = </a:t>
                </a:r>
              </a:p>
            </p:txBody>
          </p:sp>
        </mc:Choice>
        <mc:Fallback xmlns="">
          <p:sp>
            <p:nvSpPr>
              <p:cNvPr id="12" name="CuadroTexto 11">
                <a:extLst>
                  <a:ext uri="{FF2B5EF4-FFF2-40B4-BE49-F238E27FC236}">
                    <a16:creationId xmlns:a16="http://schemas.microsoft.com/office/drawing/2014/main" id="{4BAE8212-3EAB-4B5F-86B5-30BFA78DAEA1}"/>
                  </a:ext>
                </a:extLst>
              </p:cNvPr>
              <p:cNvSpPr txBox="1">
                <a:spLocks noRot="1" noChangeAspect="1" noMove="1" noResize="1" noEditPoints="1" noAdjustHandles="1" noChangeArrowheads="1" noChangeShapeType="1" noTextEdit="1"/>
              </p:cNvSpPr>
              <p:nvPr/>
            </p:nvSpPr>
            <p:spPr>
              <a:xfrm>
                <a:off x="122277" y="4732483"/>
                <a:ext cx="1610505" cy="923330"/>
              </a:xfrm>
              <a:prstGeom prst="rect">
                <a:avLst/>
              </a:prstGeom>
              <a:blipFill>
                <a:blip r:embed="rId3"/>
                <a:stretch>
                  <a:fillRect t="-17763" r="-19697" b="-39474"/>
                </a:stretch>
              </a:blipFill>
            </p:spPr>
            <p:txBody>
              <a:bodyPr/>
              <a:lstStyle/>
              <a:p>
                <a:r>
                  <a:rPr lang="es-NI">
                    <a:noFill/>
                  </a:rPr>
                  <a:t> </a:t>
                </a:r>
              </a:p>
            </p:txBody>
          </p:sp>
        </mc:Fallback>
      </mc:AlternateContent>
      <p:sp>
        <p:nvSpPr>
          <p:cNvPr id="16" name="CuadroTexto 15">
            <a:extLst>
              <a:ext uri="{FF2B5EF4-FFF2-40B4-BE49-F238E27FC236}">
                <a16:creationId xmlns:a16="http://schemas.microsoft.com/office/drawing/2014/main" id="{0B71AE92-F72E-4755-9612-686BE43F1E29}"/>
              </a:ext>
            </a:extLst>
          </p:cNvPr>
          <p:cNvSpPr txBox="1"/>
          <p:nvPr/>
        </p:nvSpPr>
        <p:spPr>
          <a:xfrm>
            <a:off x="1784934" y="4037701"/>
            <a:ext cx="3603872" cy="707886"/>
          </a:xfrm>
          <a:prstGeom prst="rect">
            <a:avLst/>
          </a:prstGeom>
          <a:noFill/>
        </p:spPr>
        <p:txBody>
          <a:bodyPr wrap="none" rtlCol="0">
            <a:spAutoFit/>
          </a:bodyPr>
          <a:lstStyle/>
          <a:p>
            <a:r>
              <a:rPr lang="es-NI" sz="4000" dirty="0">
                <a:solidFill>
                  <a:srgbClr val="FFFFFF"/>
                </a:solidFill>
              </a:rPr>
              <a:t>0.67   0.17   0.16</a:t>
            </a:r>
            <a:endParaRPr lang="es-NI" sz="4000" dirty="0"/>
          </a:p>
        </p:txBody>
      </p:sp>
      <p:sp>
        <p:nvSpPr>
          <p:cNvPr id="18" name="Abrir corchete 17">
            <a:extLst>
              <a:ext uri="{FF2B5EF4-FFF2-40B4-BE49-F238E27FC236}">
                <a16:creationId xmlns:a16="http://schemas.microsoft.com/office/drawing/2014/main" id="{35EDC9EE-482A-49E5-A582-A9CABA00C0F5}"/>
              </a:ext>
            </a:extLst>
          </p:cNvPr>
          <p:cNvSpPr/>
          <p:nvPr/>
        </p:nvSpPr>
        <p:spPr>
          <a:xfrm>
            <a:off x="1763339" y="4037701"/>
            <a:ext cx="198134" cy="231289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9" name="Cerrar corchete 18">
            <a:extLst>
              <a:ext uri="{FF2B5EF4-FFF2-40B4-BE49-F238E27FC236}">
                <a16:creationId xmlns:a16="http://schemas.microsoft.com/office/drawing/2014/main" id="{20753631-0BC3-483C-9222-B61E91EC23C7}"/>
              </a:ext>
            </a:extLst>
          </p:cNvPr>
          <p:cNvSpPr/>
          <p:nvPr/>
        </p:nvSpPr>
        <p:spPr>
          <a:xfrm>
            <a:off x="5224759" y="4037701"/>
            <a:ext cx="166222" cy="231289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6C360A2D-8726-43D5-A42E-16EFE1DBD67D}"/>
                  </a:ext>
                </a:extLst>
              </p:cNvPr>
              <p:cNvSpPr txBox="1"/>
              <p:nvPr/>
            </p:nvSpPr>
            <p:spPr>
              <a:xfrm>
                <a:off x="6179111" y="3532428"/>
                <a:ext cx="5374356" cy="1200329"/>
              </a:xfrm>
              <a:prstGeom prst="rect">
                <a:avLst/>
              </a:prstGeom>
              <a:noFill/>
            </p:spPr>
            <p:txBody>
              <a:bodyPr wrap="none" rtlCol="0">
                <a:spAutoFit/>
              </a:bodyPr>
              <a:lstStyle/>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(1,1) = </a:t>
                </a:r>
                <a:r>
                  <a:rPr lang="es-NI" dirty="0">
                    <a:solidFill>
                      <a:srgbClr val="0070C0"/>
                    </a:solidFill>
                  </a:rPr>
                  <a:t>( 0.8 * 0.8 )</a:t>
                </a:r>
                <a:r>
                  <a:rPr lang="es-NI" dirty="0"/>
                  <a:t> + </a:t>
                </a:r>
                <a:r>
                  <a:rPr lang="es-NI" dirty="0">
                    <a:solidFill>
                      <a:srgbClr val="92D050"/>
                    </a:solidFill>
                  </a:rPr>
                  <a:t>( 0.1 * 0.1 )</a:t>
                </a:r>
                <a:r>
                  <a:rPr lang="es-NI" dirty="0"/>
                  <a:t> + </a:t>
                </a:r>
                <a:r>
                  <a:rPr lang="es-NI" dirty="0">
                    <a:solidFill>
                      <a:srgbClr val="FF00FF"/>
                    </a:solidFill>
                  </a:rPr>
                  <a:t>( 0.1 * 0.2 ) </a:t>
                </a:r>
                <a:r>
                  <a:rPr lang="es-NI" dirty="0">
                    <a:solidFill>
                      <a:srgbClr val="FFFFFF"/>
                    </a:solidFill>
                  </a:rPr>
                  <a:t>= 0.67</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(1,2) = </a:t>
                </a:r>
                <a:r>
                  <a:rPr lang="es-NI" dirty="0">
                    <a:solidFill>
                      <a:srgbClr val="0070C0"/>
                    </a:solidFill>
                  </a:rPr>
                  <a:t>( 0.8 * 0.1 )</a:t>
                </a:r>
                <a:r>
                  <a:rPr lang="es-NI" dirty="0"/>
                  <a:t> + </a:t>
                </a:r>
                <a:r>
                  <a:rPr lang="es-NI" dirty="0">
                    <a:solidFill>
                      <a:srgbClr val="92D050"/>
                    </a:solidFill>
                  </a:rPr>
                  <a:t>( 0.1 * 0.7 )</a:t>
                </a:r>
                <a:r>
                  <a:rPr lang="es-NI" dirty="0"/>
                  <a:t> + </a:t>
                </a:r>
                <a:r>
                  <a:rPr lang="es-NI" dirty="0">
                    <a:solidFill>
                      <a:srgbClr val="FF00FF"/>
                    </a:solidFill>
                  </a:rPr>
                  <a:t>( 0.1 * 0.2 ) </a:t>
                </a:r>
                <a:r>
                  <a:rPr lang="es-NI" dirty="0">
                    <a:solidFill>
                      <a:srgbClr val="FFFFFF"/>
                    </a:solidFill>
                  </a:rPr>
                  <a:t>= 0.17</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(1,3) = </a:t>
                </a:r>
                <a:r>
                  <a:rPr lang="es-NI" dirty="0">
                    <a:solidFill>
                      <a:srgbClr val="0070C0"/>
                    </a:solidFill>
                  </a:rPr>
                  <a:t>( 0.8 * 0.1 )</a:t>
                </a:r>
                <a:r>
                  <a:rPr lang="es-NI" dirty="0"/>
                  <a:t> + </a:t>
                </a:r>
                <a:r>
                  <a:rPr lang="es-NI" dirty="0">
                    <a:solidFill>
                      <a:srgbClr val="92D050"/>
                    </a:solidFill>
                  </a:rPr>
                  <a:t>( 0.1 * 0.2 )</a:t>
                </a:r>
                <a:r>
                  <a:rPr lang="es-NI" dirty="0"/>
                  <a:t> + </a:t>
                </a:r>
                <a:r>
                  <a:rPr lang="es-NI" dirty="0">
                    <a:solidFill>
                      <a:srgbClr val="FF00FF"/>
                    </a:solidFill>
                  </a:rPr>
                  <a:t>( 0.1 * 0.6 ) </a:t>
                </a:r>
                <a:r>
                  <a:rPr lang="es-NI" dirty="0">
                    <a:solidFill>
                      <a:srgbClr val="FFFFFF"/>
                    </a:solidFill>
                  </a:rPr>
                  <a:t>= 0.16</a:t>
                </a:r>
              </a:p>
              <a:p>
                <a:endParaRPr lang="es-NI" dirty="0">
                  <a:solidFill>
                    <a:srgbClr val="FFFFFF"/>
                  </a:solidFill>
                </a:endParaRPr>
              </a:p>
            </p:txBody>
          </p:sp>
        </mc:Choice>
        <mc:Fallback xmlns="">
          <p:sp>
            <p:nvSpPr>
              <p:cNvPr id="20" name="CuadroTexto 19">
                <a:extLst>
                  <a:ext uri="{FF2B5EF4-FFF2-40B4-BE49-F238E27FC236}">
                    <a16:creationId xmlns:a16="http://schemas.microsoft.com/office/drawing/2014/main" id="{6C360A2D-8726-43D5-A42E-16EFE1DBD67D}"/>
                  </a:ext>
                </a:extLst>
              </p:cNvPr>
              <p:cNvSpPr txBox="1">
                <a:spLocks noRot="1" noChangeAspect="1" noMove="1" noResize="1" noEditPoints="1" noAdjustHandles="1" noChangeArrowheads="1" noChangeShapeType="1" noTextEdit="1"/>
              </p:cNvSpPr>
              <p:nvPr/>
            </p:nvSpPr>
            <p:spPr>
              <a:xfrm>
                <a:off x="6179111" y="3532428"/>
                <a:ext cx="5374356" cy="1200329"/>
              </a:xfrm>
              <a:prstGeom prst="rect">
                <a:avLst/>
              </a:prstGeom>
              <a:blipFill>
                <a:blip r:embed="rId4"/>
                <a:stretch>
                  <a:fillRect t="-2538" r="-114"/>
                </a:stretch>
              </a:blipFill>
            </p:spPr>
            <p:txBody>
              <a:bodyPr/>
              <a:lstStyle/>
              <a:p>
                <a:r>
                  <a:rPr lang="es-NI">
                    <a:noFill/>
                  </a:rPr>
                  <a:t> </a:t>
                </a:r>
              </a:p>
            </p:txBody>
          </p:sp>
        </mc:Fallback>
      </mc:AlternateContent>
      <p:cxnSp>
        <p:nvCxnSpPr>
          <p:cNvPr id="4" name="Conector recto 3">
            <a:extLst>
              <a:ext uri="{FF2B5EF4-FFF2-40B4-BE49-F238E27FC236}">
                <a16:creationId xmlns:a16="http://schemas.microsoft.com/office/drawing/2014/main" id="{9F162002-694F-4229-B66D-E49E5678CECC}"/>
              </a:ext>
            </a:extLst>
          </p:cNvPr>
          <p:cNvCxnSpPr/>
          <p:nvPr/>
        </p:nvCxnSpPr>
        <p:spPr>
          <a:xfrm>
            <a:off x="6096000" y="3429000"/>
            <a:ext cx="0" cy="3429000"/>
          </a:xfrm>
          <a:prstGeom prst="line">
            <a:avLst/>
          </a:prstGeom>
          <a:ln w="50800" cap="rnd" cmpd="thickThin">
            <a:solidFill>
              <a:schemeClr val="tx1"/>
            </a:solidFill>
            <a:prstDash val="solid"/>
            <a:bevel/>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1BB56F13-9E8F-4D20-B935-E1975E6B9179}"/>
              </a:ext>
            </a:extLst>
          </p:cNvPr>
          <p:cNvSpPr txBox="1"/>
          <p:nvPr/>
        </p:nvSpPr>
        <p:spPr>
          <a:xfrm>
            <a:off x="5388806" y="3429000"/>
            <a:ext cx="535724" cy="923330"/>
          </a:xfrm>
          <a:prstGeom prst="rect">
            <a:avLst/>
          </a:prstGeom>
          <a:noFill/>
        </p:spPr>
        <p:txBody>
          <a:bodyPr wrap="none" rtlCol="0">
            <a:spAutoFit/>
          </a:bodyPr>
          <a:lstStyle/>
          <a:p>
            <a:r>
              <a:rPr lang="es-NI" sz="5400" dirty="0">
                <a:solidFill>
                  <a:srgbClr val="FFFFFF"/>
                </a:solidFill>
              </a:rPr>
              <a:t>2</a:t>
            </a:r>
            <a:endParaRPr lang="es-NI" sz="5400" dirty="0"/>
          </a:p>
        </p:txBody>
      </p:sp>
      <p:sp>
        <p:nvSpPr>
          <p:cNvPr id="22" name="Rectángulo 21">
            <a:extLst>
              <a:ext uri="{FF2B5EF4-FFF2-40B4-BE49-F238E27FC236}">
                <a16:creationId xmlns:a16="http://schemas.microsoft.com/office/drawing/2014/main" id="{E481357C-D7B6-49B8-A5D8-A66BBEF9C35D}"/>
              </a:ext>
            </a:extLst>
          </p:cNvPr>
          <p:cNvSpPr/>
          <p:nvPr/>
        </p:nvSpPr>
        <p:spPr>
          <a:xfrm>
            <a:off x="6214667" y="4107768"/>
            <a:ext cx="5254519" cy="27934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3" name="Rectángulo 22">
            <a:extLst>
              <a:ext uri="{FF2B5EF4-FFF2-40B4-BE49-F238E27FC236}">
                <a16:creationId xmlns:a16="http://schemas.microsoft.com/office/drawing/2014/main" id="{5AC73A54-5A61-4D26-8AC0-8B4E6FF70DB5}"/>
              </a:ext>
            </a:extLst>
          </p:cNvPr>
          <p:cNvSpPr/>
          <p:nvPr/>
        </p:nvSpPr>
        <p:spPr>
          <a:xfrm>
            <a:off x="4234412" y="4128532"/>
            <a:ext cx="1139101" cy="53863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14027305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18557"/>
    </mc:Choice>
    <mc:Fallback xmlns="">
      <p:transition spd="slow" advTm="118557"/>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E74522C3-754B-4208-B56A-32627244613B}"/>
                  </a:ext>
                </a:extLst>
              </p:cNvPr>
              <p:cNvSpPr txBox="1"/>
              <p:nvPr/>
            </p:nvSpPr>
            <p:spPr>
              <a:xfrm>
                <a:off x="492391" y="1065972"/>
                <a:ext cx="1610505" cy="923330"/>
              </a:xfrm>
              <a:prstGeom prst="rect">
                <a:avLst/>
              </a:prstGeom>
              <a:noFill/>
            </p:spPr>
            <p:txBody>
              <a:bodyPr wrap="none" rtlCol="0">
                <a:spAutoFit/>
              </a:bodyPr>
              <a:lstStyle/>
              <a:p>
                <a14:m>
                  <m:oMath xmlns:m="http://schemas.openxmlformats.org/officeDocument/2006/math">
                    <m:sSup>
                      <m:sSupPr>
                        <m:ctrlPr>
                          <a:rPr lang="es-NI" sz="5400" i="1" smtClean="0">
                            <a:latin typeface="Cambria Math" panose="02040503050406030204" pitchFamily="18" charset="0"/>
                          </a:rPr>
                        </m:ctrlPr>
                      </m:sSupPr>
                      <m:e>
                        <m:r>
                          <a:rPr lang="es-NI" sz="5400" i="1">
                            <a:latin typeface="Cambria Math" panose="02040503050406030204" pitchFamily="18" charset="0"/>
                          </a:rPr>
                          <m:t>𝑃</m:t>
                        </m:r>
                      </m:e>
                      <m:sup>
                        <m:r>
                          <a:rPr lang="es-NI" sz="5400" b="0" i="1" smtClean="0">
                            <a:latin typeface="Cambria Math" panose="02040503050406030204" pitchFamily="18" charset="0"/>
                          </a:rPr>
                          <m:t>2</m:t>
                        </m:r>
                      </m:sup>
                    </m:sSup>
                  </m:oMath>
                </a14:m>
                <a:r>
                  <a:rPr lang="es-NI" sz="5400" dirty="0"/>
                  <a:t> = </a:t>
                </a:r>
              </a:p>
            </p:txBody>
          </p:sp>
        </mc:Choice>
        <mc:Fallback xmlns="">
          <p:sp>
            <p:nvSpPr>
              <p:cNvPr id="3" name="CuadroTexto 2">
                <a:extLst>
                  <a:ext uri="{FF2B5EF4-FFF2-40B4-BE49-F238E27FC236}">
                    <a16:creationId xmlns:a16="http://schemas.microsoft.com/office/drawing/2014/main" id="{E74522C3-754B-4208-B56A-32627244613B}"/>
                  </a:ext>
                </a:extLst>
              </p:cNvPr>
              <p:cNvSpPr txBox="1">
                <a:spLocks noRot="1" noChangeAspect="1" noMove="1" noResize="1" noEditPoints="1" noAdjustHandles="1" noChangeArrowheads="1" noChangeShapeType="1" noTextEdit="1"/>
              </p:cNvSpPr>
              <p:nvPr/>
            </p:nvSpPr>
            <p:spPr>
              <a:xfrm>
                <a:off x="492391" y="1065972"/>
                <a:ext cx="1610505" cy="923330"/>
              </a:xfrm>
              <a:prstGeom prst="rect">
                <a:avLst/>
              </a:prstGeom>
              <a:blipFill>
                <a:blip r:embed="rId2"/>
                <a:stretch>
                  <a:fillRect t="-17881" r="-19318" b="-40397"/>
                </a:stretch>
              </a:blipFill>
            </p:spPr>
            <p:txBody>
              <a:bodyPr/>
              <a:lstStyle/>
              <a:p>
                <a:r>
                  <a:rPr lang="es-NI">
                    <a:noFill/>
                  </a:rPr>
                  <a:t> </a:t>
                </a:r>
              </a:p>
            </p:txBody>
          </p:sp>
        </mc:Fallback>
      </mc:AlternateContent>
      <p:sp>
        <p:nvSpPr>
          <p:cNvPr id="13" name="CuadroTexto 12">
            <a:extLst>
              <a:ext uri="{FF2B5EF4-FFF2-40B4-BE49-F238E27FC236}">
                <a16:creationId xmlns:a16="http://schemas.microsoft.com/office/drawing/2014/main" id="{1675F07D-95C4-4EFA-BDEE-1C050667DF68}"/>
              </a:ext>
            </a:extLst>
          </p:cNvPr>
          <p:cNvSpPr txBox="1"/>
          <p:nvPr/>
        </p:nvSpPr>
        <p:spPr>
          <a:xfrm>
            <a:off x="2255129" y="234976"/>
            <a:ext cx="3757760" cy="2585323"/>
          </a:xfrm>
          <a:prstGeom prst="rect">
            <a:avLst/>
          </a:prstGeom>
          <a:noFill/>
        </p:spPr>
        <p:txBody>
          <a:bodyPr wrap="none" rtlCol="0">
            <a:spAutoFit/>
          </a:bodyPr>
          <a:lstStyle/>
          <a:p>
            <a:r>
              <a:rPr lang="es-NI" sz="5400" dirty="0"/>
              <a:t>0.8   0.1   0.1</a:t>
            </a:r>
          </a:p>
          <a:p>
            <a:r>
              <a:rPr lang="es-NI" sz="5400" dirty="0">
                <a:solidFill>
                  <a:srgbClr val="0070C0"/>
                </a:solidFill>
              </a:rPr>
              <a:t>0.1</a:t>
            </a:r>
            <a:r>
              <a:rPr lang="es-NI" sz="5400" dirty="0">
                <a:solidFill>
                  <a:srgbClr val="FFFFFF"/>
                </a:solidFill>
              </a:rPr>
              <a:t>   </a:t>
            </a:r>
            <a:r>
              <a:rPr lang="es-NI" sz="5400" dirty="0">
                <a:solidFill>
                  <a:srgbClr val="92D050"/>
                </a:solidFill>
              </a:rPr>
              <a:t>0.7</a:t>
            </a:r>
            <a:r>
              <a:rPr lang="es-NI" sz="5400" dirty="0">
                <a:solidFill>
                  <a:srgbClr val="FFFFFF"/>
                </a:solidFill>
              </a:rPr>
              <a:t>   </a:t>
            </a:r>
            <a:r>
              <a:rPr lang="es-NI" sz="5400" dirty="0">
                <a:solidFill>
                  <a:srgbClr val="FF00FF"/>
                </a:solidFill>
              </a:rPr>
              <a:t>0.2</a:t>
            </a:r>
          </a:p>
          <a:p>
            <a:r>
              <a:rPr lang="es-NI" sz="5400" dirty="0">
                <a:solidFill>
                  <a:srgbClr val="FFFFFF"/>
                </a:solidFill>
              </a:rPr>
              <a:t>0.2   0.2   0.6</a:t>
            </a:r>
            <a:endParaRPr lang="es-NI" sz="5400" dirty="0"/>
          </a:p>
        </p:txBody>
      </p:sp>
      <p:sp>
        <p:nvSpPr>
          <p:cNvPr id="14" name="Abrir corchete 13">
            <a:extLst>
              <a:ext uri="{FF2B5EF4-FFF2-40B4-BE49-F238E27FC236}">
                <a16:creationId xmlns:a16="http://schemas.microsoft.com/office/drawing/2014/main" id="{977C3035-91F2-4108-954B-7137EE5E0EEE}"/>
              </a:ext>
            </a:extLst>
          </p:cNvPr>
          <p:cNvSpPr/>
          <p:nvPr/>
        </p:nvSpPr>
        <p:spPr>
          <a:xfrm>
            <a:off x="1989760" y="371190"/>
            <a:ext cx="198134" cy="231289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5" name="Cerrar corchete 14">
            <a:extLst>
              <a:ext uri="{FF2B5EF4-FFF2-40B4-BE49-F238E27FC236}">
                <a16:creationId xmlns:a16="http://schemas.microsoft.com/office/drawing/2014/main" id="{DF5D3E5D-1A1E-4D27-91B6-EF5BBD2AAA67}"/>
              </a:ext>
            </a:extLst>
          </p:cNvPr>
          <p:cNvSpPr/>
          <p:nvPr/>
        </p:nvSpPr>
        <p:spPr>
          <a:xfrm>
            <a:off x="6012889" y="371190"/>
            <a:ext cx="166222" cy="231289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7" name="CuadroTexto 16">
            <a:extLst>
              <a:ext uri="{FF2B5EF4-FFF2-40B4-BE49-F238E27FC236}">
                <a16:creationId xmlns:a16="http://schemas.microsoft.com/office/drawing/2014/main" id="{CF14949B-C524-442D-B30C-B15B09E54B7B}"/>
              </a:ext>
            </a:extLst>
          </p:cNvPr>
          <p:cNvSpPr txBox="1"/>
          <p:nvPr/>
        </p:nvSpPr>
        <p:spPr>
          <a:xfrm>
            <a:off x="6580430" y="1205984"/>
            <a:ext cx="529312" cy="923330"/>
          </a:xfrm>
          <a:prstGeom prst="rect">
            <a:avLst/>
          </a:prstGeom>
          <a:noFill/>
        </p:spPr>
        <p:txBody>
          <a:bodyPr wrap="none" rtlCol="0">
            <a:spAutoFit/>
          </a:bodyPr>
          <a:lstStyle/>
          <a:p>
            <a:r>
              <a:rPr lang="es-NI" sz="5400" dirty="0">
                <a:solidFill>
                  <a:srgbClr val="FFFFFF"/>
                </a:solidFill>
              </a:rPr>
              <a:t>*</a:t>
            </a:r>
            <a:endParaRPr lang="es-NI" sz="5400" dirty="0"/>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4BAE8212-3EAB-4B5F-86B5-30BFA78DAEA1}"/>
                  </a:ext>
                </a:extLst>
              </p:cNvPr>
              <p:cNvSpPr txBox="1"/>
              <p:nvPr/>
            </p:nvSpPr>
            <p:spPr>
              <a:xfrm>
                <a:off x="122277" y="4732483"/>
                <a:ext cx="1610505" cy="923330"/>
              </a:xfrm>
              <a:prstGeom prst="rect">
                <a:avLst/>
              </a:prstGeom>
              <a:noFill/>
            </p:spPr>
            <p:txBody>
              <a:bodyPr wrap="none" rtlCol="0">
                <a:spAutoFit/>
              </a:bodyPr>
              <a:lstStyle/>
              <a:p>
                <a14:m>
                  <m:oMath xmlns:m="http://schemas.openxmlformats.org/officeDocument/2006/math">
                    <m:sSup>
                      <m:sSupPr>
                        <m:ctrlPr>
                          <a:rPr lang="es-NI" sz="5400" i="1" smtClean="0">
                            <a:latin typeface="Cambria Math" panose="02040503050406030204" pitchFamily="18" charset="0"/>
                          </a:rPr>
                        </m:ctrlPr>
                      </m:sSupPr>
                      <m:e>
                        <m:r>
                          <a:rPr lang="es-NI" sz="5400" i="1">
                            <a:latin typeface="Cambria Math" panose="02040503050406030204" pitchFamily="18" charset="0"/>
                          </a:rPr>
                          <m:t>𝑃</m:t>
                        </m:r>
                      </m:e>
                      <m:sup>
                        <m:r>
                          <a:rPr lang="es-NI" sz="5400" b="0" i="1" smtClean="0">
                            <a:latin typeface="Cambria Math" panose="02040503050406030204" pitchFamily="18" charset="0"/>
                          </a:rPr>
                          <m:t>2</m:t>
                        </m:r>
                      </m:sup>
                    </m:sSup>
                  </m:oMath>
                </a14:m>
                <a:r>
                  <a:rPr lang="es-NI" sz="5400" dirty="0"/>
                  <a:t> = </a:t>
                </a:r>
              </a:p>
            </p:txBody>
          </p:sp>
        </mc:Choice>
        <mc:Fallback xmlns="">
          <p:sp>
            <p:nvSpPr>
              <p:cNvPr id="12" name="CuadroTexto 11">
                <a:extLst>
                  <a:ext uri="{FF2B5EF4-FFF2-40B4-BE49-F238E27FC236}">
                    <a16:creationId xmlns:a16="http://schemas.microsoft.com/office/drawing/2014/main" id="{4BAE8212-3EAB-4B5F-86B5-30BFA78DAEA1}"/>
                  </a:ext>
                </a:extLst>
              </p:cNvPr>
              <p:cNvSpPr txBox="1">
                <a:spLocks noRot="1" noChangeAspect="1" noMove="1" noResize="1" noEditPoints="1" noAdjustHandles="1" noChangeArrowheads="1" noChangeShapeType="1" noTextEdit="1"/>
              </p:cNvSpPr>
              <p:nvPr/>
            </p:nvSpPr>
            <p:spPr>
              <a:xfrm>
                <a:off x="122277" y="4732483"/>
                <a:ext cx="1610505" cy="923330"/>
              </a:xfrm>
              <a:prstGeom prst="rect">
                <a:avLst/>
              </a:prstGeom>
              <a:blipFill>
                <a:blip r:embed="rId3"/>
                <a:stretch>
                  <a:fillRect t="-17763" r="-19697" b="-39474"/>
                </a:stretch>
              </a:blipFill>
            </p:spPr>
            <p:txBody>
              <a:bodyPr/>
              <a:lstStyle/>
              <a:p>
                <a:r>
                  <a:rPr lang="es-NI">
                    <a:noFill/>
                  </a:rPr>
                  <a:t> </a:t>
                </a:r>
              </a:p>
            </p:txBody>
          </p:sp>
        </mc:Fallback>
      </mc:AlternateContent>
      <p:sp>
        <p:nvSpPr>
          <p:cNvPr id="16" name="CuadroTexto 15">
            <a:extLst>
              <a:ext uri="{FF2B5EF4-FFF2-40B4-BE49-F238E27FC236}">
                <a16:creationId xmlns:a16="http://schemas.microsoft.com/office/drawing/2014/main" id="{0B71AE92-F72E-4755-9612-686BE43F1E29}"/>
              </a:ext>
            </a:extLst>
          </p:cNvPr>
          <p:cNvSpPr txBox="1"/>
          <p:nvPr/>
        </p:nvSpPr>
        <p:spPr>
          <a:xfrm>
            <a:off x="1784934" y="4037701"/>
            <a:ext cx="3603872" cy="1323439"/>
          </a:xfrm>
          <a:prstGeom prst="rect">
            <a:avLst/>
          </a:prstGeom>
          <a:noFill/>
        </p:spPr>
        <p:txBody>
          <a:bodyPr wrap="none" rtlCol="0">
            <a:spAutoFit/>
          </a:bodyPr>
          <a:lstStyle/>
          <a:p>
            <a:r>
              <a:rPr lang="es-NI" sz="4000" dirty="0">
                <a:solidFill>
                  <a:srgbClr val="FFFFFF"/>
                </a:solidFill>
              </a:rPr>
              <a:t>0.67   0.17   0.16</a:t>
            </a:r>
          </a:p>
          <a:p>
            <a:r>
              <a:rPr lang="es-NI" sz="4000" dirty="0">
                <a:solidFill>
                  <a:srgbClr val="FFFFFF"/>
                </a:solidFill>
              </a:rPr>
              <a:t>0.19   </a:t>
            </a:r>
            <a:endParaRPr lang="es-NI" sz="4000" dirty="0"/>
          </a:p>
        </p:txBody>
      </p:sp>
      <p:sp>
        <p:nvSpPr>
          <p:cNvPr id="18" name="Abrir corchete 17">
            <a:extLst>
              <a:ext uri="{FF2B5EF4-FFF2-40B4-BE49-F238E27FC236}">
                <a16:creationId xmlns:a16="http://schemas.microsoft.com/office/drawing/2014/main" id="{35EDC9EE-482A-49E5-A582-A9CABA00C0F5}"/>
              </a:ext>
            </a:extLst>
          </p:cNvPr>
          <p:cNvSpPr/>
          <p:nvPr/>
        </p:nvSpPr>
        <p:spPr>
          <a:xfrm>
            <a:off x="1763339" y="4037701"/>
            <a:ext cx="198134" cy="231289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9" name="Cerrar corchete 18">
            <a:extLst>
              <a:ext uri="{FF2B5EF4-FFF2-40B4-BE49-F238E27FC236}">
                <a16:creationId xmlns:a16="http://schemas.microsoft.com/office/drawing/2014/main" id="{20753631-0BC3-483C-9222-B61E91EC23C7}"/>
              </a:ext>
            </a:extLst>
          </p:cNvPr>
          <p:cNvSpPr/>
          <p:nvPr/>
        </p:nvSpPr>
        <p:spPr>
          <a:xfrm>
            <a:off x="5224759" y="4037701"/>
            <a:ext cx="166222" cy="231289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6C360A2D-8726-43D5-A42E-16EFE1DBD67D}"/>
                  </a:ext>
                </a:extLst>
              </p:cNvPr>
              <p:cNvSpPr txBox="1"/>
              <p:nvPr/>
            </p:nvSpPr>
            <p:spPr>
              <a:xfrm>
                <a:off x="6559931" y="3514481"/>
                <a:ext cx="5374356" cy="1754326"/>
              </a:xfrm>
              <a:prstGeom prst="rect">
                <a:avLst/>
              </a:prstGeom>
              <a:noFill/>
            </p:spPr>
            <p:txBody>
              <a:bodyPr wrap="none" rtlCol="0">
                <a:spAutoFit/>
              </a:bodyPr>
              <a:lstStyle/>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(1,1) = </a:t>
                </a:r>
                <a:r>
                  <a:rPr lang="es-NI" dirty="0">
                    <a:solidFill>
                      <a:srgbClr val="0070C0"/>
                    </a:solidFill>
                  </a:rPr>
                  <a:t>( 0.8 * 0.8 )</a:t>
                </a:r>
                <a:r>
                  <a:rPr lang="es-NI" dirty="0"/>
                  <a:t> + </a:t>
                </a:r>
                <a:r>
                  <a:rPr lang="es-NI" dirty="0">
                    <a:solidFill>
                      <a:srgbClr val="92D050"/>
                    </a:solidFill>
                  </a:rPr>
                  <a:t>( 0.1 * 0.1 )</a:t>
                </a:r>
                <a:r>
                  <a:rPr lang="es-NI" dirty="0"/>
                  <a:t> + </a:t>
                </a:r>
                <a:r>
                  <a:rPr lang="es-NI" dirty="0">
                    <a:solidFill>
                      <a:srgbClr val="FF00FF"/>
                    </a:solidFill>
                  </a:rPr>
                  <a:t>( 0.1 * 0.2 ) </a:t>
                </a:r>
                <a:r>
                  <a:rPr lang="es-NI" dirty="0">
                    <a:solidFill>
                      <a:srgbClr val="FFFFFF"/>
                    </a:solidFill>
                  </a:rPr>
                  <a:t>= 0.67</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(1,2) = </a:t>
                </a:r>
                <a:r>
                  <a:rPr lang="es-NI" dirty="0">
                    <a:solidFill>
                      <a:srgbClr val="0070C0"/>
                    </a:solidFill>
                  </a:rPr>
                  <a:t>( 0.8 * 0.1 )</a:t>
                </a:r>
                <a:r>
                  <a:rPr lang="es-NI" dirty="0"/>
                  <a:t> + </a:t>
                </a:r>
                <a:r>
                  <a:rPr lang="es-NI" dirty="0">
                    <a:solidFill>
                      <a:srgbClr val="92D050"/>
                    </a:solidFill>
                  </a:rPr>
                  <a:t>( 0.1 * 0.7 )</a:t>
                </a:r>
                <a:r>
                  <a:rPr lang="es-NI" dirty="0"/>
                  <a:t> + </a:t>
                </a:r>
                <a:r>
                  <a:rPr lang="es-NI" dirty="0">
                    <a:solidFill>
                      <a:srgbClr val="FF00FF"/>
                    </a:solidFill>
                  </a:rPr>
                  <a:t>( 0.1 * 0.2 ) </a:t>
                </a:r>
                <a:r>
                  <a:rPr lang="es-NI" dirty="0">
                    <a:solidFill>
                      <a:srgbClr val="FFFFFF"/>
                    </a:solidFill>
                  </a:rPr>
                  <a:t>= 0.17</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(1,3) = </a:t>
                </a:r>
                <a:r>
                  <a:rPr lang="es-NI" dirty="0">
                    <a:solidFill>
                      <a:srgbClr val="0070C0"/>
                    </a:solidFill>
                  </a:rPr>
                  <a:t>( 0.8 * 0.1 )</a:t>
                </a:r>
                <a:r>
                  <a:rPr lang="es-NI" dirty="0"/>
                  <a:t> + </a:t>
                </a:r>
                <a:r>
                  <a:rPr lang="es-NI" dirty="0">
                    <a:solidFill>
                      <a:srgbClr val="92D050"/>
                    </a:solidFill>
                  </a:rPr>
                  <a:t>( 0.1 * 0.2 )</a:t>
                </a:r>
                <a:r>
                  <a:rPr lang="es-NI" dirty="0"/>
                  <a:t> + </a:t>
                </a:r>
                <a:r>
                  <a:rPr lang="es-NI" dirty="0">
                    <a:solidFill>
                      <a:srgbClr val="FF00FF"/>
                    </a:solidFill>
                  </a:rPr>
                  <a:t>( 0.1 * 0.6 ) </a:t>
                </a:r>
                <a:r>
                  <a:rPr lang="es-NI" dirty="0">
                    <a:solidFill>
                      <a:srgbClr val="FFFFFF"/>
                    </a:solidFill>
                  </a:rPr>
                  <a:t>= 0.16</a:t>
                </a:r>
              </a:p>
              <a:p>
                <a:endParaRPr lang="es-NI" dirty="0">
                  <a:solidFill>
                    <a:srgbClr val="FFFFFF"/>
                  </a:solidFill>
                </a:endParaRP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(2,1) = </a:t>
                </a:r>
                <a:r>
                  <a:rPr lang="es-NI" dirty="0">
                    <a:solidFill>
                      <a:srgbClr val="0070C0"/>
                    </a:solidFill>
                  </a:rPr>
                  <a:t>( 0.1 * 0.8 )</a:t>
                </a:r>
                <a:r>
                  <a:rPr lang="es-NI" dirty="0"/>
                  <a:t> + </a:t>
                </a:r>
                <a:r>
                  <a:rPr lang="es-NI" dirty="0">
                    <a:solidFill>
                      <a:srgbClr val="92D050"/>
                    </a:solidFill>
                  </a:rPr>
                  <a:t>( 0.7 * 0.1 )</a:t>
                </a:r>
                <a:r>
                  <a:rPr lang="es-NI" dirty="0"/>
                  <a:t> + </a:t>
                </a:r>
                <a:r>
                  <a:rPr lang="es-NI" dirty="0">
                    <a:solidFill>
                      <a:srgbClr val="FF00FF"/>
                    </a:solidFill>
                  </a:rPr>
                  <a:t>( 0.2 * 0.2 ) </a:t>
                </a:r>
                <a:r>
                  <a:rPr lang="es-NI" dirty="0">
                    <a:solidFill>
                      <a:srgbClr val="FFFFFF"/>
                    </a:solidFill>
                  </a:rPr>
                  <a:t>= 0.19</a:t>
                </a:r>
              </a:p>
              <a:p>
                <a:endParaRPr lang="es-NI" dirty="0">
                  <a:solidFill>
                    <a:srgbClr val="FFFFFF"/>
                  </a:solidFill>
                </a:endParaRPr>
              </a:p>
            </p:txBody>
          </p:sp>
        </mc:Choice>
        <mc:Fallback xmlns="">
          <p:sp>
            <p:nvSpPr>
              <p:cNvPr id="20" name="CuadroTexto 19">
                <a:extLst>
                  <a:ext uri="{FF2B5EF4-FFF2-40B4-BE49-F238E27FC236}">
                    <a16:creationId xmlns:a16="http://schemas.microsoft.com/office/drawing/2014/main" id="{6C360A2D-8726-43D5-A42E-16EFE1DBD67D}"/>
                  </a:ext>
                </a:extLst>
              </p:cNvPr>
              <p:cNvSpPr txBox="1">
                <a:spLocks noRot="1" noChangeAspect="1" noMove="1" noResize="1" noEditPoints="1" noAdjustHandles="1" noChangeArrowheads="1" noChangeShapeType="1" noTextEdit="1"/>
              </p:cNvSpPr>
              <p:nvPr/>
            </p:nvSpPr>
            <p:spPr>
              <a:xfrm>
                <a:off x="6559931" y="3514481"/>
                <a:ext cx="5374356" cy="1754326"/>
              </a:xfrm>
              <a:prstGeom prst="rect">
                <a:avLst/>
              </a:prstGeom>
              <a:blipFill>
                <a:blip r:embed="rId4"/>
                <a:stretch>
                  <a:fillRect t="-2091" r="-113"/>
                </a:stretch>
              </a:blipFill>
            </p:spPr>
            <p:txBody>
              <a:bodyPr/>
              <a:lstStyle/>
              <a:p>
                <a:r>
                  <a:rPr lang="es-NI">
                    <a:noFill/>
                  </a:rPr>
                  <a:t> </a:t>
                </a:r>
              </a:p>
            </p:txBody>
          </p:sp>
        </mc:Fallback>
      </mc:AlternateContent>
      <p:cxnSp>
        <p:nvCxnSpPr>
          <p:cNvPr id="4" name="Conector recto 3">
            <a:extLst>
              <a:ext uri="{FF2B5EF4-FFF2-40B4-BE49-F238E27FC236}">
                <a16:creationId xmlns:a16="http://schemas.microsoft.com/office/drawing/2014/main" id="{9F162002-694F-4229-B66D-E49E5678CECC}"/>
              </a:ext>
            </a:extLst>
          </p:cNvPr>
          <p:cNvCxnSpPr/>
          <p:nvPr/>
        </p:nvCxnSpPr>
        <p:spPr>
          <a:xfrm>
            <a:off x="6096000" y="3429000"/>
            <a:ext cx="0" cy="3429000"/>
          </a:xfrm>
          <a:prstGeom prst="line">
            <a:avLst/>
          </a:prstGeom>
          <a:ln w="50800" cap="rnd" cmpd="thickThin">
            <a:solidFill>
              <a:schemeClr val="tx1"/>
            </a:solidFill>
            <a:prstDash val="solid"/>
            <a:bevel/>
          </a:ln>
        </p:spPr>
        <p:style>
          <a:lnRef idx="1">
            <a:schemeClr val="accent1"/>
          </a:lnRef>
          <a:fillRef idx="0">
            <a:schemeClr val="accent1"/>
          </a:fillRef>
          <a:effectRef idx="0">
            <a:schemeClr val="accent1"/>
          </a:effectRef>
          <a:fontRef idx="minor">
            <a:schemeClr val="tx1"/>
          </a:fontRef>
        </p:style>
      </p:cxnSp>
      <p:sp>
        <p:nvSpPr>
          <p:cNvPr id="24" name="CuadroTexto 23">
            <a:extLst>
              <a:ext uri="{FF2B5EF4-FFF2-40B4-BE49-F238E27FC236}">
                <a16:creationId xmlns:a16="http://schemas.microsoft.com/office/drawing/2014/main" id="{84E82695-AB80-41D4-AA92-C1A8539C8BA6}"/>
              </a:ext>
            </a:extLst>
          </p:cNvPr>
          <p:cNvSpPr txBox="1"/>
          <p:nvPr/>
        </p:nvSpPr>
        <p:spPr>
          <a:xfrm>
            <a:off x="7651741" y="234976"/>
            <a:ext cx="3757760" cy="2585323"/>
          </a:xfrm>
          <a:prstGeom prst="rect">
            <a:avLst/>
          </a:prstGeom>
          <a:noFill/>
        </p:spPr>
        <p:txBody>
          <a:bodyPr wrap="none" rtlCol="0">
            <a:spAutoFit/>
          </a:bodyPr>
          <a:lstStyle/>
          <a:p>
            <a:r>
              <a:rPr lang="es-NI" sz="5400" dirty="0">
                <a:solidFill>
                  <a:srgbClr val="0070C0"/>
                </a:solidFill>
              </a:rPr>
              <a:t>0.8</a:t>
            </a:r>
            <a:r>
              <a:rPr lang="es-NI" sz="5400" dirty="0">
                <a:solidFill>
                  <a:srgbClr val="FFFFFF"/>
                </a:solidFill>
              </a:rPr>
              <a:t>   0.1   0.1</a:t>
            </a:r>
          </a:p>
          <a:p>
            <a:r>
              <a:rPr lang="es-NI" sz="5400" dirty="0">
                <a:solidFill>
                  <a:srgbClr val="92D050"/>
                </a:solidFill>
              </a:rPr>
              <a:t>0.1</a:t>
            </a:r>
            <a:r>
              <a:rPr lang="es-NI" sz="5400" dirty="0">
                <a:solidFill>
                  <a:srgbClr val="FFFFFF"/>
                </a:solidFill>
              </a:rPr>
              <a:t>   0.7   0.2</a:t>
            </a:r>
          </a:p>
          <a:p>
            <a:r>
              <a:rPr lang="es-NI" sz="5400" dirty="0">
                <a:solidFill>
                  <a:srgbClr val="FF00FF"/>
                </a:solidFill>
              </a:rPr>
              <a:t>0.2</a:t>
            </a:r>
            <a:r>
              <a:rPr lang="es-NI" sz="5400" dirty="0">
                <a:solidFill>
                  <a:srgbClr val="FFFFFF"/>
                </a:solidFill>
              </a:rPr>
              <a:t>   0.2   0.6</a:t>
            </a:r>
            <a:endParaRPr lang="es-NI" sz="5400" dirty="0"/>
          </a:p>
        </p:txBody>
      </p:sp>
      <p:sp>
        <p:nvSpPr>
          <p:cNvPr id="25" name="Abrir corchete 24">
            <a:extLst>
              <a:ext uri="{FF2B5EF4-FFF2-40B4-BE49-F238E27FC236}">
                <a16:creationId xmlns:a16="http://schemas.microsoft.com/office/drawing/2014/main" id="{887EBC25-5A95-448C-9C89-5858B315993C}"/>
              </a:ext>
            </a:extLst>
          </p:cNvPr>
          <p:cNvSpPr/>
          <p:nvPr/>
        </p:nvSpPr>
        <p:spPr>
          <a:xfrm>
            <a:off x="7386372" y="371190"/>
            <a:ext cx="198134" cy="231289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6" name="Cerrar corchete 25">
            <a:extLst>
              <a:ext uri="{FF2B5EF4-FFF2-40B4-BE49-F238E27FC236}">
                <a16:creationId xmlns:a16="http://schemas.microsoft.com/office/drawing/2014/main" id="{FE9ADC36-6000-47D8-A828-84D944183299}"/>
              </a:ext>
            </a:extLst>
          </p:cNvPr>
          <p:cNvSpPr/>
          <p:nvPr/>
        </p:nvSpPr>
        <p:spPr>
          <a:xfrm>
            <a:off x="11409501" y="371190"/>
            <a:ext cx="166222" cy="231289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7" name="CuadroTexto 26">
            <a:extLst>
              <a:ext uri="{FF2B5EF4-FFF2-40B4-BE49-F238E27FC236}">
                <a16:creationId xmlns:a16="http://schemas.microsoft.com/office/drawing/2014/main" id="{FDF80C89-B28A-4F8C-9E31-A3575E87B2C8}"/>
              </a:ext>
            </a:extLst>
          </p:cNvPr>
          <p:cNvSpPr txBox="1"/>
          <p:nvPr/>
        </p:nvSpPr>
        <p:spPr>
          <a:xfrm>
            <a:off x="5388806" y="3429000"/>
            <a:ext cx="535724" cy="923330"/>
          </a:xfrm>
          <a:prstGeom prst="rect">
            <a:avLst/>
          </a:prstGeom>
          <a:noFill/>
        </p:spPr>
        <p:txBody>
          <a:bodyPr wrap="none" rtlCol="0">
            <a:spAutoFit/>
          </a:bodyPr>
          <a:lstStyle/>
          <a:p>
            <a:r>
              <a:rPr lang="es-NI" sz="5400" dirty="0">
                <a:solidFill>
                  <a:srgbClr val="FFFFFF"/>
                </a:solidFill>
              </a:rPr>
              <a:t>2</a:t>
            </a:r>
            <a:endParaRPr lang="es-NI" sz="5400" dirty="0"/>
          </a:p>
        </p:txBody>
      </p:sp>
      <p:sp>
        <p:nvSpPr>
          <p:cNvPr id="28" name="Rectángulo 27">
            <a:extLst>
              <a:ext uri="{FF2B5EF4-FFF2-40B4-BE49-F238E27FC236}">
                <a16:creationId xmlns:a16="http://schemas.microsoft.com/office/drawing/2014/main" id="{FF914306-C3EB-4523-8FDD-99F66F762270}"/>
              </a:ext>
            </a:extLst>
          </p:cNvPr>
          <p:cNvSpPr/>
          <p:nvPr/>
        </p:nvSpPr>
        <p:spPr>
          <a:xfrm>
            <a:off x="6580430" y="4628273"/>
            <a:ext cx="5254519" cy="27934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9" name="Rectángulo 28">
            <a:extLst>
              <a:ext uri="{FF2B5EF4-FFF2-40B4-BE49-F238E27FC236}">
                <a16:creationId xmlns:a16="http://schemas.microsoft.com/office/drawing/2014/main" id="{2796CF52-15BF-43BE-9C9F-738F9950E772}"/>
              </a:ext>
            </a:extLst>
          </p:cNvPr>
          <p:cNvSpPr/>
          <p:nvPr/>
        </p:nvSpPr>
        <p:spPr>
          <a:xfrm>
            <a:off x="1830843" y="4729425"/>
            <a:ext cx="1029923" cy="53863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795242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18557"/>
    </mc:Choice>
    <mc:Fallback xmlns="">
      <p:transition spd="slow" advTm="118557"/>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E74522C3-754B-4208-B56A-32627244613B}"/>
                  </a:ext>
                </a:extLst>
              </p:cNvPr>
              <p:cNvSpPr txBox="1"/>
              <p:nvPr/>
            </p:nvSpPr>
            <p:spPr>
              <a:xfrm>
                <a:off x="492391" y="1065972"/>
                <a:ext cx="1610505" cy="923330"/>
              </a:xfrm>
              <a:prstGeom prst="rect">
                <a:avLst/>
              </a:prstGeom>
              <a:noFill/>
            </p:spPr>
            <p:txBody>
              <a:bodyPr wrap="none" rtlCol="0">
                <a:spAutoFit/>
              </a:bodyPr>
              <a:lstStyle/>
              <a:p>
                <a14:m>
                  <m:oMath xmlns:m="http://schemas.openxmlformats.org/officeDocument/2006/math">
                    <m:sSup>
                      <m:sSupPr>
                        <m:ctrlPr>
                          <a:rPr lang="es-NI" sz="5400" i="1" smtClean="0">
                            <a:latin typeface="Cambria Math" panose="02040503050406030204" pitchFamily="18" charset="0"/>
                          </a:rPr>
                        </m:ctrlPr>
                      </m:sSupPr>
                      <m:e>
                        <m:r>
                          <a:rPr lang="es-NI" sz="5400" i="1">
                            <a:latin typeface="Cambria Math" panose="02040503050406030204" pitchFamily="18" charset="0"/>
                          </a:rPr>
                          <m:t>𝑃</m:t>
                        </m:r>
                      </m:e>
                      <m:sup>
                        <m:r>
                          <a:rPr lang="es-NI" sz="5400" b="0" i="1" smtClean="0">
                            <a:latin typeface="Cambria Math" panose="02040503050406030204" pitchFamily="18" charset="0"/>
                          </a:rPr>
                          <m:t>2</m:t>
                        </m:r>
                      </m:sup>
                    </m:sSup>
                  </m:oMath>
                </a14:m>
                <a:r>
                  <a:rPr lang="es-NI" sz="5400" dirty="0"/>
                  <a:t> = </a:t>
                </a:r>
              </a:p>
            </p:txBody>
          </p:sp>
        </mc:Choice>
        <mc:Fallback xmlns="">
          <p:sp>
            <p:nvSpPr>
              <p:cNvPr id="3" name="CuadroTexto 2">
                <a:extLst>
                  <a:ext uri="{FF2B5EF4-FFF2-40B4-BE49-F238E27FC236}">
                    <a16:creationId xmlns:a16="http://schemas.microsoft.com/office/drawing/2014/main" id="{E74522C3-754B-4208-B56A-32627244613B}"/>
                  </a:ext>
                </a:extLst>
              </p:cNvPr>
              <p:cNvSpPr txBox="1">
                <a:spLocks noRot="1" noChangeAspect="1" noMove="1" noResize="1" noEditPoints="1" noAdjustHandles="1" noChangeArrowheads="1" noChangeShapeType="1" noTextEdit="1"/>
              </p:cNvSpPr>
              <p:nvPr/>
            </p:nvSpPr>
            <p:spPr>
              <a:xfrm>
                <a:off x="492391" y="1065972"/>
                <a:ext cx="1610505" cy="923330"/>
              </a:xfrm>
              <a:prstGeom prst="rect">
                <a:avLst/>
              </a:prstGeom>
              <a:blipFill>
                <a:blip r:embed="rId2"/>
                <a:stretch>
                  <a:fillRect t="-17881" r="-19318" b="-40397"/>
                </a:stretch>
              </a:blipFill>
            </p:spPr>
            <p:txBody>
              <a:bodyPr/>
              <a:lstStyle/>
              <a:p>
                <a:r>
                  <a:rPr lang="es-NI">
                    <a:noFill/>
                  </a:rPr>
                  <a:t> </a:t>
                </a:r>
              </a:p>
            </p:txBody>
          </p:sp>
        </mc:Fallback>
      </mc:AlternateContent>
      <p:sp>
        <p:nvSpPr>
          <p:cNvPr id="13" name="CuadroTexto 12">
            <a:extLst>
              <a:ext uri="{FF2B5EF4-FFF2-40B4-BE49-F238E27FC236}">
                <a16:creationId xmlns:a16="http://schemas.microsoft.com/office/drawing/2014/main" id="{1675F07D-95C4-4EFA-BDEE-1C050667DF68}"/>
              </a:ext>
            </a:extLst>
          </p:cNvPr>
          <p:cNvSpPr txBox="1"/>
          <p:nvPr/>
        </p:nvSpPr>
        <p:spPr>
          <a:xfrm>
            <a:off x="2255129" y="234976"/>
            <a:ext cx="3757760" cy="2585323"/>
          </a:xfrm>
          <a:prstGeom prst="rect">
            <a:avLst/>
          </a:prstGeom>
          <a:noFill/>
        </p:spPr>
        <p:txBody>
          <a:bodyPr wrap="none" rtlCol="0">
            <a:spAutoFit/>
          </a:bodyPr>
          <a:lstStyle/>
          <a:p>
            <a:r>
              <a:rPr lang="es-NI" sz="5400" dirty="0"/>
              <a:t>0.8   0.1   0.1</a:t>
            </a:r>
          </a:p>
          <a:p>
            <a:r>
              <a:rPr lang="es-NI" sz="5400" dirty="0">
                <a:solidFill>
                  <a:srgbClr val="0070C0"/>
                </a:solidFill>
              </a:rPr>
              <a:t>0.1</a:t>
            </a:r>
            <a:r>
              <a:rPr lang="es-NI" sz="5400" dirty="0">
                <a:solidFill>
                  <a:srgbClr val="FFFFFF"/>
                </a:solidFill>
              </a:rPr>
              <a:t>   </a:t>
            </a:r>
            <a:r>
              <a:rPr lang="es-NI" sz="5400" dirty="0">
                <a:solidFill>
                  <a:srgbClr val="92D050"/>
                </a:solidFill>
              </a:rPr>
              <a:t>0.7</a:t>
            </a:r>
            <a:r>
              <a:rPr lang="es-NI" sz="5400" dirty="0">
                <a:solidFill>
                  <a:srgbClr val="FFFFFF"/>
                </a:solidFill>
              </a:rPr>
              <a:t>   </a:t>
            </a:r>
            <a:r>
              <a:rPr lang="es-NI" sz="5400" dirty="0">
                <a:solidFill>
                  <a:srgbClr val="FF00FF"/>
                </a:solidFill>
              </a:rPr>
              <a:t>0.2</a:t>
            </a:r>
          </a:p>
          <a:p>
            <a:r>
              <a:rPr lang="es-NI" sz="5400" dirty="0">
                <a:solidFill>
                  <a:srgbClr val="FFFFFF"/>
                </a:solidFill>
              </a:rPr>
              <a:t>0.2   0.2   0.6</a:t>
            </a:r>
            <a:endParaRPr lang="es-NI" sz="5400" dirty="0"/>
          </a:p>
        </p:txBody>
      </p:sp>
      <p:sp>
        <p:nvSpPr>
          <p:cNvPr id="14" name="Abrir corchete 13">
            <a:extLst>
              <a:ext uri="{FF2B5EF4-FFF2-40B4-BE49-F238E27FC236}">
                <a16:creationId xmlns:a16="http://schemas.microsoft.com/office/drawing/2014/main" id="{977C3035-91F2-4108-954B-7137EE5E0EEE}"/>
              </a:ext>
            </a:extLst>
          </p:cNvPr>
          <p:cNvSpPr/>
          <p:nvPr/>
        </p:nvSpPr>
        <p:spPr>
          <a:xfrm>
            <a:off x="1989760" y="371190"/>
            <a:ext cx="198134" cy="231289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5" name="Cerrar corchete 14">
            <a:extLst>
              <a:ext uri="{FF2B5EF4-FFF2-40B4-BE49-F238E27FC236}">
                <a16:creationId xmlns:a16="http://schemas.microsoft.com/office/drawing/2014/main" id="{DF5D3E5D-1A1E-4D27-91B6-EF5BBD2AAA67}"/>
              </a:ext>
            </a:extLst>
          </p:cNvPr>
          <p:cNvSpPr/>
          <p:nvPr/>
        </p:nvSpPr>
        <p:spPr>
          <a:xfrm>
            <a:off x="6012889" y="371190"/>
            <a:ext cx="166222" cy="231289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7" name="CuadroTexto 16">
            <a:extLst>
              <a:ext uri="{FF2B5EF4-FFF2-40B4-BE49-F238E27FC236}">
                <a16:creationId xmlns:a16="http://schemas.microsoft.com/office/drawing/2014/main" id="{CF14949B-C524-442D-B30C-B15B09E54B7B}"/>
              </a:ext>
            </a:extLst>
          </p:cNvPr>
          <p:cNvSpPr txBox="1"/>
          <p:nvPr/>
        </p:nvSpPr>
        <p:spPr>
          <a:xfrm>
            <a:off x="6580430" y="1205984"/>
            <a:ext cx="529312" cy="923330"/>
          </a:xfrm>
          <a:prstGeom prst="rect">
            <a:avLst/>
          </a:prstGeom>
          <a:noFill/>
        </p:spPr>
        <p:txBody>
          <a:bodyPr wrap="none" rtlCol="0">
            <a:spAutoFit/>
          </a:bodyPr>
          <a:lstStyle/>
          <a:p>
            <a:r>
              <a:rPr lang="es-NI" sz="5400" dirty="0">
                <a:solidFill>
                  <a:srgbClr val="FFFFFF"/>
                </a:solidFill>
              </a:rPr>
              <a:t>*</a:t>
            </a:r>
            <a:endParaRPr lang="es-NI" sz="5400" dirty="0"/>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4BAE8212-3EAB-4B5F-86B5-30BFA78DAEA1}"/>
                  </a:ext>
                </a:extLst>
              </p:cNvPr>
              <p:cNvSpPr txBox="1"/>
              <p:nvPr/>
            </p:nvSpPr>
            <p:spPr>
              <a:xfrm>
                <a:off x="122277" y="4732483"/>
                <a:ext cx="1610505" cy="923330"/>
              </a:xfrm>
              <a:prstGeom prst="rect">
                <a:avLst/>
              </a:prstGeom>
              <a:noFill/>
            </p:spPr>
            <p:txBody>
              <a:bodyPr wrap="none" rtlCol="0">
                <a:spAutoFit/>
              </a:bodyPr>
              <a:lstStyle/>
              <a:p>
                <a14:m>
                  <m:oMath xmlns:m="http://schemas.openxmlformats.org/officeDocument/2006/math">
                    <m:sSup>
                      <m:sSupPr>
                        <m:ctrlPr>
                          <a:rPr lang="es-NI" sz="5400" i="1" smtClean="0">
                            <a:latin typeface="Cambria Math" panose="02040503050406030204" pitchFamily="18" charset="0"/>
                          </a:rPr>
                        </m:ctrlPr>
                      </m:sSupPr>
                      <m:e>
                        <m:r>
                          <a:rPr lang="es-NI" sz="5400" i="1">
                            <a:latin typeface="Cambria Math" panose="02040503050406030204" pitchFamily="18" charset="0"/>
                          </a:rPr>
                          <m:t>𝑃</m:t>
                        </m:r>
                      </m:e>
                      <m:sup>
                        <m:r>
                          <a:rPr lang="es-NI" sz="5400" b="0" i="1" smtClean="0">
                            <a:latin typeface="Cambria Math" panose="02040503050406030204" pitchFamily="18" charset="0"/>
                          </a:rPr>
                          <m:t>2</m:t>
                        </m:r>
                      </m:sup>
                    </m:sSup>
                  </m:oMath>
                </a14:m>
                <a:r>
                  <a:rPr lang="es-NI" sz="5400" dirty="0"/>
                  <a:t> = </a:t>
                </a:r>
              </a:p>
            </p:txBody>
          </p:sp>
        </mc:Choice>
        <mc:Fallback xmlns="">
          <p:sp>
            <p:nvSpPr>
              <p:cNvPr id="12" name="CuadroTexto 11">
                <a:extLst>
                  <a:ext uri="{FF2B5EF4-FFF2-40B4-BE49-F238E27FC236}">
                    <a16:creationId xmlns:a16="http://schemas.microsoft.com/office/drawing/2014/main" id="{4BAE8212-3EAB-4B5F-86B5-30BFA78DAEA1}"/>
                  </a:ext>
                </a:extLst>
              </p:cNvPr>
              <p:cNvSpPr txBox="1">
                <a:spLocks noRot="1" noChangeAspect="1" noMove="1" noResize="1" noEditPoints="1" noAdjustHandles="1" noChangeArrowheads="1" noChangeShapeType="1" noTextEdit="1"/>
              </p:cNvSpPr>
              <p:nvPr/>
            </p:nvSpPr>
            <p:spPr>
              <a:xfrm>
                <a:off x="122277" y="4732483"/>
                <a:ext cx="1610505" cy="923330"/>
              </a:xfrm>
              <a:prstGeom prst="rect">
                <a:avLst/>
              </a:prstGeom>
              <a:blipFill>
                <a:blip r:embed="rId3"/>
                <a:stretch>
                  <a:fillRect t="-17763" r="-19697" b="-39474"/>
                </a:stretch>
              </a:blipFill>
            </p:spPr>
            <p:txBody>
              <a:bodyPr/>
              <a:lstStyle/>
              <a:p>
                <a:r>
                  <a:rPr lang="es-NI">
                    <a:noFill/>
                  </a:rPr>
                  <a:t> </a:t>
                </a:r>
              </a:p>
            </p:txBody>
          </p:sp>
        </mc:Fallback>
      </mc:AlternateContent>
      <p:sp>
        <p:nvSpPr>
          <p:cNvPr id="16" name="CuadroTexto 15">
            <a:extLst>
              <a:ext uri="{FF2B5EF4-FFF2-40B4-BE49-F238E27FC236}">
                <a16:creationId xmlns:a16="http://schemas.microsoft.com/office/drawing/2014/main" id="{0B71AE92-F72E-4755-9612-686BE43F1E29}"/>
              </a:ext>
            </a:extLst>
          </p:cNvPr>
          <p:cNvSpPr txBox="1"/>
          <p:nvPr/>
        </p:nvSpPr>
        <p:spPr>
          <a:xfrm>
            <a:off x="1784934" y="4037701"/>
            <a:ext cx="3603872" cy="1323439"/>
          </a:xfrm>
          <a:prstGeom prst="rect">
            <a:avLst/>
          </a:prstGeom>
          <a:noFill/>
        </p:spPr>
        <p:txBody>
          <a:bodyPr wrap="none" rtlCol="0">
            <a:spAutoFit/>
          </a:bodyPr>
          <a:lstStyle/>
          <a:p>
            <a:r>
              <a:rPr lang="es-NI" sz="4000" dirty="0">
                <a:solidFill>
                  <a:srgbClr val="FFFFFF"/>
                </a:solidFill>
              </a:rPr>
              <a:t>0.67   0.17   0.16</a:t>
            </a:r>
          </a:p>
          <a:p>
            <a:r>
              <a:rPr lang="es-NI" sz="4000" dirty="0">
                <a:solidFill>
                  <a:srgbClr val="FFFFFF"/>
                </a:solidFill>
              </a:rPr>
              <a:t>0.19   0.54</a:t>
            </a:r>
            <a:endParaRPr lang="es-NI" sz="4000" dirty="0"/>
          </a:p>
        </p:txBody>
      </p:sp>
      <p:sp>
        <p:nvSpPr>
          <p:cNvPr id="18" name="Abrir corchete 17">
            <a:extLst>
              <a:ext uri="{FF2B5EF4-FFF2-40B4-BE49-F238E27FC236}">
                <a16:creationId xmlns:a16="http://schemas.microsoft.com/office/drawing/2014/main" id="{35EDC9EE-482A-49E5-A582-A9CABA00C0F5}"/>
              </a:ext>
            </a:extLst>
          </p:cNvPr>
          <p:cNvSpPr/>
          <p:nvPr/>
        </p:nvSpPr>
        <p:spPr>
          <a:xfrm>
            <a:off x="1763339" y="4037701"/>
            <a:ext cx="198134" cy="231289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9" name="Cerrar corchete 18">
            <a:extLst>
              <a:ext uri="{FF2B5EF4-FFF2-40B4-BE49-F238E27FC236}">
                <a16:creationId xmlns:a16="http://schemas.microsoft.com/office/drawing/2014/main" id="{20753631-0BC3-483C-9222-B61E91EC23C7}"/>
              </a:ext>
            </a:extLst>
          </p:cNvPr>
          <p:cNvSpPr/>
          <p:nvPr/>
        </p:nvSpPr>
        <p:spPr>
          <a:xfrm>
            <a:off x="5224759" y="4037701"/>
            <a:ext cx="166222" cy="231289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6C360A2D-8726-43D5-A42E-16EFE1DBD67D}"/>
                  </a:ext>
                </a:extLst>
              </p:cNvPr>
              <p:cNvSpPr txBox="1"/>
              <p:nvPr/>
            </p:nvSpPr>
            <p:spPr>
              <a:xfrm>
                <a:off x="6559931" y="3514481"/>
                <a:ext cx="5374356" cy="2031325"/>
              </a:xfrm>
              <a:prstGeom prst="rect">
                <a:avLst/>
              </a:prstGeom>
              <a:noFill/>
            </p:spPr>
            <p:txBody>
              <a:bodyPr wrap="none" rtlCol="0">
                <a:spAutoFit/>
              </a:bodyPr>
              <a:lstStyle/>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(1,1) = </a:t>
                </a:r>
                <a:r>
                  <a:rPr lang="es-NI" dirty="0">
                    <a:solidFill>
                      <a:srgbClr val="0070C0"/>
                    </a:solidFill>
                  </a:rPr>
                  <a:t>( 0.8 * 0.8 )</a:t>
                </a:r>
                <a:r>
                  <a:rPr lang="es-NI" dirty="0"/>
                  <a:t> + </a:t>
                </a:r>
                <a:r>
                  <a:rPr lang="es-NI" dirty="0">
                    <a:solidFill>
                      <a:srgbClr val="92D050"/>
                    </a:solidFill>
                  </a:rPr>
                  <a:t>( 0.1 * 0.1 )</a:t>
                </a:r>
                <a:r>
                  <a:rPr lang="es-NI" dirty="0"/>
                  <a:t> + </a:t>
                </a:r>
                <a:r>
                  <a:rPr lang="es-NI" dirty="0">
                    <a:solidFill>
                      <a:srgbClr val="FF00FF"/>
                    </a:solidFill>
                  </a:rPr>
                  <a:t>( 0.1 * 0.2 ) </a:t>
                </a:r>
                <a:r>
                  <a:rPr lang="es-NI" dirty="0">
                    <a:solidFill>
                      <a:srgbClr val="FFFFFF"/>
                    </a:solidFill>
                  </a:rPr>
                  <a:t>= 0.67</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(1,2) = </a:t>
                </a:r>
                <a:r>
                  <a:rPr lang="es-NI" dirty="0">
                    <a:solidFill>
                      <a:srgbClr val="0070C0"/>
                    </a:solidFill>
                  </a:rPr>
                  <a:t>( 0.8 * 0.1 )</a:t>
                </a:r>
                <a:r>
                  <a:rPr lang="es-NI" dirty="0"/>
                  <a:t> + </a:t>
                </a:r>
                <a:r>
                  <a:rPr lang="es-NI" dirty="0">
                    <a:solidFill>
                      <a:srgbClr val="92D050"/>
                    </a:solidFill>
                  </a:rPr>
                  <a:t>( 0.1 * 0.7 )</a:t>
                </a:r>
                <a:r>
                  <a:rPr lang="es-NI" dirty="0"/>
                  <a:t> + </a:t>
                </a:r>
                <a:r>
                  <a:rPr lang="es-NI" dirty="0">
                    <a:solidFill>
                      <a:srgbClr val="FF00FF"/>
                    </a:solidFill>
                  </a:rPr>
                  <a:t>( 0.1 * 0.2 ) </a:t>
                </a:r>
                <a:r>
                  <a:rPr lang="es-NI" dirty="0">
                    <a:solidFill>
                      <a:srgbClr val="FFFFFF"/>
                    </a:solidFill>
                  </a:rPr>
                  <a:t>= 0.17</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(1,3) = </a:t>
                </a:r>
                <a:r>
                  <a:rPr lang="es-NI" dirty="0">
                    <a:solidFill>
                      <a:srgbClr val="0070C0"/>
                    </a:solidFill>
                  </a:rPr>
                  <a:t>( 0.8 * 0.1 )</a:t>
                </a:r>
                <a:r>
                  <a:rPr lang="es-NI" dirty="0"/>
                  <a:t> + </a:t>
                </a:r>
                <a:r>
                  <a:rPr lang="es-NI" dirty="0">
                    <a:solidFill>
                      <a:srgbClr val="92D050"/>
                    </a:solidFill>
                  </a:rPr>
                  <a:t>( 0.1 * 0.2 )</a:t>
                </a:r>
                <a:r>
                  <a:rPr lang="es-NI" dirty="0"/>
                  <a:t> + </a:t>
                </a:r>
                <a:r>
                  <a:rPr lang="es-NI" dirty="0">
                    <a:solidFill>
                      <a:srgbClr val="FF00FF"/>
                    </a:solidFill>
                  </a:rPr>
                  <a:t>( 0.1 * 0.6 ) </a:t>
                </a:r>
                <a:r>
                  <a:rPr lang="es-NI" dirty="0">
                    <a:solidFill>
                      <a:srgbClr val="FFFFFF"/>
                    </a:solidFill>
                  </a:rPr>
                  <a:t>= 0.16</a:t>
                </a:r>
              </a:p>
              <a:p>
                <a:endParaRPr lang="es-NI" dirty="0">
                  <a:solidFill>
                    <a:srgbClr val="FFFFFF"/>
                  </a:solidFill>
                </a:endParaRP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(2,1) = </a:t>
                </a:r>
                <a:r>
                  <a:rPr lang="es-NI" dirty="0">
                    <a:solidFill>
                      <a:srgbClr val="0070C0"/>
                    </a:solidFill>
                  </a:rPr>
                  <a:t>( 0.1 * 0.8 )</a:t>
                </a:r>
                <a:r>
                  <a:rPr lang="es-NI" dirty="0"/>
                  <a:t> + </a:t>
                </a:r>
                <a:r>
                  <a:rPr lang="es-NI" dirty="0">
                    <a:solidFill>
                      <a:srgbClr val="92D050"/>
                    </a:solidFill>
                  </a:rPr>
                  <a:t>( 0.7 * 0.1 )</a:t>
                </a:r>
                <a:r>
                  <a:rPr lang="es-NI" dirty="0"/>
                  <a:t> + </a:t>
                </a:r>
                <a:r>
                  <a:rPr lang="es-NI" dirty="0">
                    <a:solidFill>
                      <a:srgbClr val="FF00FF"/>
                    </a:solidFill>
                  </a:rPr>
                  <a:t>( 0.2 * 0.2 ) </a:t>
                </a:r>
                <a:r>
                  <a:rPr lang="es-NI" dirty="0">
                    <a:solidFill>
                      <a:srgbClr val="FFFFFF"/>
                    </a:solidFill>
                  </a:rPr>
                  <a:t>= 0.19</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(2,2) = </a:t>
                </a:r>
                <a:r>
                  <a:rPr lang="es-NI" dirty="0">
                    <a:solidFill>
                      <a:srgbClr val="0070C0"/>
                    </a:solidFill>
                  </a:rPr>
                  <a:t>( 0.1 * 0.1 )</a:t>
                </a:r>
                <a:r>
                  <a:rPr lang="es-NI" dirty="0"/>
                  <a:t> + </a:t>
                </a:r>
                <a:r>
                  <a:rPr lang="es-NI" dirty="0">
                    <a:solidFill>
                      <a:srgbClr val="92D050"/>
                    </a:solidFill>
                  </a:rPr>
                  <a:t>( 0.7 * 0.7 )</a:t>
                </a:r>
                <a:r>
                  <a:rPr lang="es-NI" dirty="0"/>
                  <a:t> + </a:t>
                </a:r>
                <a:r>
                  <a:rPr lang="es-NI" dirty="0">
                    <a:solidFill>
                      <a:srgbClr val="FF00FF"/>
                    </a:solidFill>
                  </a:rPr>
                  <a:t>( 0.2 * 0.2 ) </a:t>
                </a:r>
                <a:r>
                  <a:rPr lang="es-NI" dirty="0">
                    <a:solidFill>
                      <a:srgbClr val="FFFFFF"/>
                    </a:solidFill>
                  </a:rPr>
                  <a:t>= 0.54</a:t>
                </a:r>
              </a:p>
              <a:p>
                <a:endParaRPr lang="es-NI" dirty="0">
                  <a:solidFill>
                    <a:srgbClr val="FFFFFF"/>
                  </a:solidFill>
                </a:endParaRPr>
              </a:p>
            </p:txBody>
          </p:sp>
        </mc:Choice>
        <mc:Fallback xmlns="">
          <p:sp>
            <p:nvSpPr>
              <p:cNvPr id="20" name="CuadroTexto 19">
                <a:extLst>
                  <a:ext uri="{FF2B5EF4-FFF2-40B4-BE49-F238E27FC236}">
                    <a16:creationId xmlns:a16="http://schemas.microsoft.com/office/drawing/2014/main" id="{6C360A2D-8726-43D5-A42E-16EFE1DBD67D}"/>
                  </a:ext>
                </a:extLst>
              </p:cNvPr>
              <p:cNvSpPr txBox="1">
                <a:spLocks noRot="1" noChangeAspect="1" noMove="1" noResize="1" noEditPoints="1" noAdjustHandles="1" noChangeArrowheads="1" noChangeShapeType="1" noTextEdit="1"/>
              </p:cNvSpPr>
              <p:nvPr/>
            </p:nvSpPr>
            <p:spPr>
              <a:xfrm>
                <a:off x="6559931" y="3514481"/>
                <a:ext cx="5374356" cy="2031325"/>
              </a:xfrm>
              <a:prstGeom prst="rect">
                <a:avLst/>
              </a:prstGeom>
              <a:blipFill>
                <a:blip r:embed="rId4"/>
                <a:stretch>
                  <a:fillRect t="-1802" r="-113"/>
                </a:stretch>
              </a:blipFill>
            </p:spPr>
            <p:txBody>
              <a:bodyPr/>
              <a:lstStyle/>
              <a:p>
                <a:r>
                  <a:rPr lang="es-NI">
                    <a:noFill/>
                  </a:rPr>
                  <a:t> </a:t>
                </a:r>
              </a:p>
            </p:txBody>
          </p:sp>
        </mc:Fallback>
      </mc:AlternateContent>
      <p:cxnSp>
        <p:nvCxnSpPr>
          <p:cNvPr id="4" name="Conector recto 3">
            <a:extLst>
              <a:ext uri="{FF2B5EF4-FFF2-40B4-BE49-F238E27FC236}">
                <a16:creationId xmlns:a16="http://schemas.microsoft.com/office/drawing/2014/main" id="{9F162002-694F-4229-B66D-E49E5678CECC}"/>
              </a:ext>
            </a:extLst>
          </p:cNvPr>
          <p:cNvCxnSpPr/>
          <p:nvPr/>
        </p:nvCxnSpPr>
        <p:spPr>
          <a:xfrm>
            <a:off x="6096000" y="3429000"/>
            <a:ext cx="0" cy="3429000"/>
          </a:xfrm>
          <a:prstGeom prst="line">
            <a:avLst/>
          </a:prstGeom>
          <a:ln w="50800" cap="rnd" cmpd="thickThin">
            <a:solidFill>
              <a:schemeClr val="tx1"/>
            </a:solidFill>
            <a:prstDash val="solid"/>
            <a:bevel/>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7F96225C-2F16-4B45-9A88-9D4992EDB4C7}"/>
              </a:ext>
            </a:extLst>
          </p:cNvPr>
          <p:cNvSpPr txBox="1"/>
          <p:nvPr/>
        </p:nvSpPr>
        <p:spPr>
          <a:xfrm>
            <a:off x="7651741" y="234976"/>
            <a:ext cx="3757760" cy="2585323"/>
          </a:xfrm>
          <a:prstGeom prst="rect">
            <a:avLst/>
          </a:prstGeom>
          <a:noFill/>
        </p:spPr>
        <p:txBody>
          <a:bodyPr wrap="none" rtlCol="0">
            <a:spAutoFit/>
          </a:bodyPr>
          <a:lstStyle/>
          <a:p>
            <a:r>
              <a:rPr lang="es-NI" sz="5400" dirty="0">
                <a:solidFill>
                  <a:srgbClr val="FFFFFF"/>
                </a:solidFill>
              </a:rPr>
              <a:t>0.8   </a:t>
            </a:r>
            <a:r>
              <a:rPr lang="es-NI" sz="5400" dirty="0">
                <a:solidFill>
                  <a:srgbClr val="0070C0"/>
                </a:solidFill>
              </a:rPr>
              <a:t>0.1</a:t>
            </a:r>
            <a:r>
              <a:rPr lang="es-NI" sz="5400" dirty="0">
                <a:solidFill>
                  <a:srgbClr val="FFFFFF"/>
                </a:solidFill>
              </a:rPr>
              <a:t>   0.1</a:t>
            </a:r>
          </a:p>
          <a:p>
            <a:r>
              <a:rPr lang="es-NI" sz="5400" dirty="0">
                <a:solidFill>
                  <a:srgbClr val="FFFFFF"/>
                </a:solidFill>
              </a:rPr>
              <a:t>0.1   </a:t>
            </a:r>
            <a:r>
              <a:rPr lang="es-NI" sz="5400" dirty="0">
                <a:solidFill>
                  <a:srgbClr val="92D050"/>
                </a:solidFill>
              </a:rPr>
              <a:t>0.7</a:t>
            </a:r>
            <a:r>
              <a:rPr lang="es-NI" sz="5400" dirty="0">
                <a:solidFill>
                  <a:srgbClr val="FFFFFF"/>
                </a:solidFill>
              </a:rPr>
              <a:t>   0.2</a:t>
            </a:r>
          </a:p>
          <a:p>
            <a:r>
              <a:rPr lang="es-NI" sz="5400" dirty="0">
                <a:solidFill>
                  <a:srgbClr val="FFFFFF"/>
                </a:solidFill>
              </a:rPr>
              <a:t>0.2   </a:t>
            </a:r>
            <a:r>
              <a:rPr lang="es-NI" sz="5400" dirty="0">
                <a:solidFill>
                  <a:srgbClr val="FF00FF"/>
                </a:solidFill>
              </a:rPr>
              <a:t>0.2</a:t>
            </a:r>
            <a:r>
              <a:rPr lang="es-NI" sz="5400" dirty="0">
                <a:solidFill>
                  <a:srgbClr val="FFFFFF"/>
                </a:solidFill>
              </a:rPr>
              <a:t>   0.6</a:t>
            </a:r>
            <a:endParaRPr lang="es-NI" sz="5400" dirty="0"/>
          </a:p>
        </p:txBody>
      </p:sp>
      <p:sp>
        <p:nvSpPr>
          <p:cNvPr id="22" name="Abrir corchete 21">
            <a:extLst>
              <a:ext uri="{FF2B5EF4-FFF2-40B4-BE49-F238E27FC236}">
                <a16:creationId xmlns:a16="http://schemas.microsoft.com/office/drawing/2014/main" id="{BE9759BE-56BC-4F6F-801E-43EE83EB3BDB}"/>
              </a:ext>
            </a:extLst>
          </p:cNvPr>
          <p:cNvSpPr/>
          <p:nvPr/>
        </p:nvSpPr>
        <p:spPr>
          <a:xfrm>
            <a:off x="7386372" y="371190"/>
            <a:ext cx="198134" cy="231289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3" name="Cerrar corchete 22">
            <a:extLst>
              <a:ext uri="{FF2B5EF4-FFF2-40B4-BE49-F238E27FC236}">
                <a16:creationId xmlns:a16="http://schemas.microsoft.com/office/drawing/2014/main" id="{11561345-78B6-4C10-B26B-9F02B466D0EB}"/>
              </a:ext>
            </a:extLst>
          </p:cNvPr>
          <p:cNvSpPr/>
          <p:nvPr/>
        </p:nvSpPr>
        <p:spPr>
          <a:xfrm>
            <a:off x="11409501" y="371190"/>
            <a:ext cx="166222" cy="231289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7" name="CuadroTexto 26">
            <a:extLst>
              <a:ext uri="{FF2B5EF4-FFF2-40B4-BE49-F238E27FC236}">
                <a16:creationId xmlns:a16="http://schemas.microsoft.com/office/drawing/2014/main" id="{0A2A4205-C655-47E8-8D47-ECF668285BB8}"/>
              </a:ext>
            </a:extLst>
          </p:cNvPr>
          <p:cNvSpPr txBox="1"/>
          <p:nvPr/>
        </p:nvSpPr>
        <p:spPr>
          <a:xfrm>
            <a:off x="5388806" y="3429000"/>
            <a:ext cx="535724" cy="923330"/>
          </a:xfrm>
          <a:prstGeom prst="rect">
            <a:avLst/>
          </a:prstGeom>
          <a:noFill/>
        </p:spPr>
        <p:txBody>
          <a:bodyPr wrap="none" rtlCol="0">
            <a:spAutoFit/>
          </a:bodyPr>
          <a:lstStyle/>
          <a:p>
            <a:r>
              <a:rPr lang="es-NI" sz="5400" dirty="0">
                <a:solidFill>
                  <a:srgbClr val="FFFFFF"/>
                </a:solidFill>
              </a:rPr>
              <a:t>2</a:t>
            </a:r>
            <a:endParaRPr lang="es-NI" sz="5400" dirty="0"/>
          </a:p>
        </p:txBody>
      </p:sp>
      <p:sp>
        <p:nvSpPr>
          <p:cNvPr id="28" name="Rectángulo 27">
            <a:extLst>
              <a:ext uri="{FF2B5EF4-FFF2-40B4-BE49-F238E27FC236}">
                <a16:creationId xmlns:a16="http://schemas.microsoft.com/office/drawing/2014/main" id="{FCEED067-B1E4-4FDF-9727-B584530560F4}"/>
              </a:ext>
            </a:extLst>
          </p:cNvPr>
          <p:cNvSpPr/>
          <p:nvPr/>
        </p:nvSpPr>
        <p:spPr>
          <a:xfrm>
            <a:off x="6580430" y="4909628"/>
            <a:ext cx="5254519" cy="27934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9" name="Rectángulo 28">
            <a:extLst>
              <a:ext uri="{FF2B5EF4-FFF2-40B4-BE49-F238E27FC236}">
                <a16:creationId xmlns:a16="http://schemas.microsoft.com/office/drawing/2014/main" id="{5DE0FA73-CA64-4680-AACF-5507EEB821E9}"/>
              </a:ext>
            </a:extLst>
          </p:cNvPr>
          <p:cNvSpPr/>
          <p:nvPr/>
        </p:nvSpPr>
        <p:spPr>
          <a:xfrm>
            <a:off x="3045690" y="4729425"/>
            <a:ext cx="1029923" cy="53863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412234788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18557"/>
    </mc:Choice>
    <mc:Fallback xmlns="">
      <p:transition spd="slow" advTm="118557"/>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E74522C3-754B-4208-B56A-32627244613B}"/>
                  </a:ext>
                </a:extLst>
              </p:cNvPr>
              <p:cNvSpPr txBox="1"/>
              <p:nvPr/>
            </p:nvSpPr>
            <p:spPr>
              <a:xfrm>
                <a:off x="492391" y="1065972"/>
                <a:ext cx="1610505" cy="923330"/>
              </a:xfrm>
              <a:prstGeom prst="rect">
                <a:avLst/>
              </a:prstGeom>
              <a:noFill/>
            </p:spPr>
            <p:txBody>
              <a:bodyPr wrap="none" rtlCol="0">
                <a:spAutoFit/>
              </a:bodyPr>
              <a:lstStyle/>
              <a:p>
                <a14:m>
                  <m:oMath xmlns:m="http://schemas.openxmlformats.org/officeDocument/2006/math">
                    <m:sSup>
                      <m:sSupPr>
                        <m:ctrlPr>
                          <a:rPr lang="es-NI" sz="5400" i="1" smtClean="0">
                            <a:latin typeface="Cambria Math" panose="02040503050406030204" pitchFamily="18" charset="0"/>
                          </a:rPr>
                        </m:ctrlPr>
                      </m:sSupPr>
                      <m:e>
                        <m:r>
                          <a:rPr lang="es-NI" sz="5400" i="1">
                            <a:latin typeface="Cambria Math" panose="02040503050406030204" pitchFamily="18" charset="0"/>
                          </a:rPr>
                          <m:t>𝑃</m:t>
                        </m:r>
                      </m:e>
                      <m:sup>
                        <m:r>
                          <a:rPr lang="es-NI" sz="5400" b="0" i="1" smtClean="0">
                            <a:latin typeface="Cambria Math" panose="02040503050406030204" pitchFamily="18" charset="0"/>
                          </a:rPr>
                          <m:t>2</m:t>
                        </m:r>
                      </m:sup>
                    </m:sSup>
                  </m:oMath>
                </a14:m>
                <a:r>
                  <a:rPr lang="es-NI" sz="5400" dirty="0"/>
                  <a:t> = </a:t>
                </a:r>
              </a:p>
            </p:txBody>
          </p:sp>
        </mc:Choice>
        <mc:Fallback xmlns="">
          <p:sp>
            <p:nvSpPr>
              <p:cNvPr id="3" name="CuadroTexto 2">
                <a:extLst>
                  <a:ext uri="{FF2B5EF4-FFF2-40B4-BE49-F238E27FC236}">
                    <a16:creationId xmlns:a16="http://schemas.microsoft.com/office/drawing/2014/main" id="{E74522C3-754B-4208-B56A-32627244613B}"/>
                  </a:ext>
                </a:extLst>
              </p:cNvPr>
              <p:cNvSpPr txBox="1">
                <a:spLocks noRot="1" noChangeAspect="1" noMove="1" noResize="1" noEditPoints="1" noAdjustHandles="1" noChangeArrowheads="1" noChangeShapeType="1" noTextEdit="1"/>
              </p:cNvSpPr>
              <p:nvPr/>
            </p:nvSpPr>
            <p:spPr>
              <a:xfrm>
                <a:off x="492391" y="1065972"/>
                <a:ext cx="1610505" cy="923330"/>
              </a:xfrm>
              <a:prstGeom prst="rect">
                <a:avLst/>
              </a:prstGeom>
              <a:blipFill>
                <a:blip r:embed="rId2"/>
                <a:stretch>
                  <a:fillRect t="-17881" r="-19318" b="-40397"/>
                </a:stretch>
              </a:blipFill>
            </p:spPr>
            <p:txBody>
              <a:bodyPr/>
              <a:lstStyle/>
              <a:p>
                <a:r>
                  <a:rPr lang="es-NI">
                    <a:noFill/>
                  </a:rPr>
                  <a:t> </a:t>
                </a:r>
              </a:p>
            </p:txBody>
          </p:sp>
        </mc:Fallback>
      </mc:AlternateContent>
      <p:sp>
        <p:nvSpPr>
          <p:cNvPr id="13" name="CuadroTexto 12">
            <a:extLst>
              <a:ext uri="{FF2B5EF4-FFF2-40B4-BE49-F238E27FC236}">
                <a16:creationId xmlns:a16="http://schemas.microsoft.com/office/drawing/2014/main" id="{1675F07D-95C4-4EFA-BDEE-1C050667DF68}"/>
              </a:ext>
            </a:extLst>
          </p:cNvPr>
          <p:cNvSpPr txBox="1"/>
          <p:nvPr/>
        </p:nvSpPr>
        <p:spPr>
          <a:xfrm>
            <a:off x="2255129" y="234976"/>
            <a:ext cx="3757760" cy="2585323"/>
          </a:xfrm>
          <a:prstGeom prst="rect">
            <a:avLst/>
          </a:prstGeom>
          <a:noFill/>
        </p:spPr>
        <p:txBody>
          <a:bodyPr wrap="none" rtlCol="0">
            <a:spAutoFit/>
          </a:bodyPr>
          <a:lstStyle/>
          <a:p>
            <a:r>
              <a:rPr lang="es-NI" sz="5400" dirty="0"/>
              <a:t>0.8   0.1   0.1</a:t>
            </a:r>
          </a:p>
          <a:p>
            <a:r>
              <a:rPr lang="es-NI" sz="5400" dirty="0">
                <a:solidFill>
                  <a:srgbClr val="0070C0"/>
                </a:solidFill>
              </a:rPr>
              <a:t>0.1</a:t>
            </a:r>
            <a:r>
              <a:rPr lang="es-NI" sz="5400" dirty="0">
                <a:solidFill>
                  <a:srgbClr val="FFFFFF"/>
                </a:solidFill>
              </a:rPr>
              <a:t>   </a:t>
            </a:r>
            <a:r>
              <a:rPr lang="es-NI" sz="5400" dirty="0">
                <a:solidFill>
                  <a:srgbClr val="92D050"/>
                </a:solidFill>
              </a:rPr>
              <a:t>0.7</a:t>
            </a:r>
            <a:r>
              <a:rPr lang="es-NI" sz="5400" dirty="0">
                <a:solidFill>
                  <a:srgbClr val="FFFFFF"/>
                </a:solidFill>
              </a:rPr>
              <a:t>   </a:t>
            </a:r>
            <a:r>
              <a:rPr lang="es-NI" sz="5400" dirty="0">
                <a:solidFill>
                  <a:srgbClr val="FF00FF"/>
                </a:solidFill>
              </a:rPr>
              <a:t>0.2</a:t>
            </a:r>
          </a:p>
          <a:p>
            <a:r>
              <a:rPr lang="es-NI" sz="5400" dirty="0">
                <a:solidFill>
                  <a:srgbClr val="FFFFFF"/>
                </a:solidFill>
              </a:rPr>
              <a:t>0.2   0.2   0.6</a:t>
            </a:r>
            <a:endParaRPr lang="es-NI" sz="5400" dirty="0"/>
          </a:p>
        </p:txBody>
      </p:sp>
      <p:sp>
        <p:nvSpPr>
          <p:cNvPr id="14" name="Abrir corchete 13">
            <a:extLst>
              <a:ext uri="{FF2B5EF4-FFF2-40B4-BE49-F238E27FC236}">
                <a16:creationId xmlns:a16="http://schemas.microsoft.com/office/drawing/2014/main" id="{977C3035-91F2-4108-954B-7137EE5E0EEE}"/>
              </a:ext>
            </a:extLst>
          </p:cNvPr>
          <p:cNvSpPr/>
          <p:nvPr/>
        </p:nvSpPr>
        <p:spPr>
          <a:xfrm>
            <a:off x="1989760" y="371190"/>
            <a:ext cx="198134" cy="231289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5" name="Cerrar corchete 14">
            <a:extLst>
              <a:ext uri="{FF2B5EF4-FFF2-40B4-BE49-F238E27FC236}">
                <a16:creationId xmlns:a16="http://schemas.microsoft.com/office/drawing/2014/main" id="{DF5D3E5D-1A1E-4D27-91B6-EF5BBD2AAA67}"/>
              </a:ext>
            </a:extLst>
          </p:cNvPr>
          <p:cNvSpPr/>
          <p:nvPr/>
        </p:nvSpPr>
        <p:spPr>
          <a:xfrm>
            <a:off x="6012889" y="371190"/>
            <a:ext cx="166222" cy="231289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7" name="CuadroTexto 16">
            <a:extLst>
              <a:ext uri="{FF2B5EF4-FFF2-40B4-BE49-F238E27FC236}">
                <a16:creationId xmlns:a16="http://schemas.microsoft.com/office/drawing/2014/main" id="{CF14949B-C524-442D-B30C-B15B09E54B7B}"/>
              </a:ext>
            </a:extLst>
          </p:cNvPr>
          <p:cNvSpPr txBox="1"/>
          <p:nvPr/>
        </p:nvSpPr>
        <p:spPr>
          <a:xfrm>
            <a:off x="6580430" y="1205984"/>
            <a:ext cx="529312" cy="923330"/>
          </a:xfrm>
          <a:prstGeom prst="rect">
            <a:avLst/>
          </a:prstGeom>
          <a:noFill/>
        </p:spPr>
        <p:txBody>
          <a:bodyPr wrap="none" rtlCol="0">
            <a:spAutoFit/>
          </a:bodyPr>
          <a:lstStyle/>
          <a:p>
            <a:r>
              <a:rPr lang="es-NI" sz="5400" dirty="0">
                <a:solidFill>
                  <a:srgbClr val="FFFFFF"/>
                </a:solidFill>
              </a:rPr>
              <a:t>*</a:t>
            </a:r>
            <a:endParaRPr lang="es-NI" sz="5400" dirty="0"/>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4BAE8212-3EAB-4B5F-86B5-30BFA78DAEA1}"/>
                  </a:ext>
                </a:extLst>
              </p:cNvPr>
              <p:cNvSpPr txBox="1"/>
              <p:nvPr/>
            </p:nvSpPr>
            <p:spPr>
              <a:xfrm>
                <a:off x="122277" y="4732483"/>
                <a:ext cx="1610505" cy="923330"/>
              </a:xfrm>
              <a:prstGeom prst="rect">
                <a:avLst/>
              </a:prstGeom>
              <a:noFill/>
            </p:spPr>
            <p:txBody>
              <a:bodyPr wrap="none" rtlCol="0">
                <a:spAutoFit/>
              </a:bodyPr>
              <a:lstStyle/>
              <a:p>
                <a14:m>
                  <m:oMath xmlns:m="http://schemas.openxmlformats.org/officeDocument/2006/math">
                    <m:sSup>
                      <m:sSupPr>
                        <m:ctrlPr>
                          <a:rPr lang="es-NI" sz="5400" i="1" smtClean="0">
                            <a:latin typeface="Cambria Math" panose="02040503050406030204" pitchFamily="18" charset="0"/>
                          </a:rPr>
                        </m:ctrlPr>
                      </m:sSupPr>
                      <m:e>
                        <m:r>
                          <a:rPr lang="es-NI" sz="5400" i="1">
                            <a:latin typeface="Cambria Math" panose="02040503050406030204" pitchFamily="18" charset="0"/>
                          </a:rPr>
                          <m:t>𝑃</m:t>
                        </m:r>
                      </m:e>
                      <m:sup>
                        <m:r>
                          <a:rPr lang="es-NI" sz="5400" b="0" i="1" smtClean="0">
                            <a:latin typeface="Cambria Math" panose="02040503050406030204" pitchFamily="18" charset="0"/>
                          </a:rPr>
                          <m:t>2</m:t>
                        </m:r>
                      </m:sup>
                    </m:sSup>
                  </m:oMath>
                </a14:m>
                <a:r>
                  <a:rPr lang="es-NI" sz="5400" dirty="0"/>
                  <a:t> = </a:t>
                </a:r>
              </a:p>
            </p:txBody>
          </p:sp>
        </mc:Choice>
        <mc:Fallback xmlns="">
          <p:sp>
            <p:nvSpPr>
              <p:cNvPr id="12" name="CuadroTexto 11">
                <a:extLst>
                  <a:ext uri="{FF2B5EF4-FFF2-40B4-BE49-F238E27FC236}">
                    <a16:creationId xmlns:a16="http://schemas.microsoft.com/office/drawing/2014/main" id="{4BAE8212-3EAB-4B5F-86B5-30BFA78DAEA1}"/>
                  </a:ext>
                </a:extLst>
              </p:cNvPr>
              <p:cNvSpPr txBox="1">
                <a:spLocks noRot="1" noChangeAspect="1" noMove="1" noResize="1" noEditPoints="1" noAdjustHandles="1" noChangeArrowheads="1" noChangeShapeType="1" noTextEdit="1"/>
              </p:cNvSpPr>
              <p:nvPr/>
            </p:nvSpPr>
            <p:spPr>
              <a:xfrm>
                <a:off x="122277" y="4732483"/>
                <a:ext cx="1610505" cy="923330"/>
              </a:xfrm>
              <a:prstGeom prst="rect">
                <a:avLst/>
              </a:prstGeom>
              <a:blipFill>
                <a:blip r:embed="rId3"/>
                <a:stretch>
                  <a:fillRect t="-17763" r="-19697" b="-39474"/>
                </a:stretch>
              </a:blipFill>
            </p:spPr>
            <p:txBody>
              <a:bodyPr/>
              <a:lstStyle/>
              <a:p>
                <a:r>
                  <a:rPr lang="es-NI">
                    <a:noFill/>
                  </a:rPr>
                  <a:t> </a:t>
                </a:r>
              </a:p>
            </p:txBody>
          </p:sp>
        </mc:Fallback>
      </mc:AlternateContent>
      <p:sp>
        <p:nvSpPr>
          <p:cNvPr id="16" name="CuadroTexto 15">
            <a:extLst>
              <a:ext uri="{FF2B5EF4-FFF2-40B4-BE49-F238E27FC236}">
                <a16:creationId xmlns:a16="http://schemas.microsoft.com/office/drawing/2014/main" id="{0B71AE92-F72E-4755-9612-686BE43F1E29}"/>
              </a:ext>
            </a:extLst>
          </p:cNvPr>
          <p:cNvSpPr txBox="1"/>
          <p:nvPr/>
        </p:nvSpPr>
        <p:spPr>
          <a:xfrm>
            <a:off x="1784934" y="4037701"/>
            <a:ext cx="3603872" cy="1323439"/>
          </a:xfrm>
          <a:prstGeom prst="rect">
            <a:avLst/>
          </a:prstGeom>
          <a:noFill/>
        </p:spPr>
        <p:txBody>
          <a:bodyPr wrap="none" rtlCol="0">
            <a:spAutoFit/>
          </a:bodyPr>
          <a:lstStyle/>
          <a:p>
            <a:r>
              <a:rPr lang="es-NI" sz="4000" dirty="0">
                <a:solidFill>
                  <a:srgbClr val="FFFFFF"/>
                </a:solidFill>
              </a:rPr>
              <a:t>0.67   0.17   0.16</a:t>
            </a:r>
          </a:p>
          <a:p>
            <a:r>
              <a:rPr lang="es-NI" sz="4000" dirty="0">
                <a:solidFill>
                  <a:srgbClr val="FFFFFF"/>
                </a:solidFill>
              </a:rPr>
              <a:t>0.19   0.54   0.27</a:t>
            </a:r>
            <a:endParaRPr lang="es-NI" sz="4000" dirty="0"/>
          </a:p>
        </p:txBody>
      </p:sp>
      <p:sp>
        <p:nvSpPr>
          <p:cNvPr id="18" name="Abrir corchete 17">
            <a:extLst>
              <a:ext uri="{FF2B5EF4-FFF2-40B4-BE49-F238E27FC236}">
                <a16:creationId xmlns:a16="http://schemas.microsoft.com/office/drawing/2014/main" id="{35EDC9EE-482A-49E5-A582-A9CABA00C0F5}"/>
              </a:ext>
            </a:extLst>
          </p:cNvPr>
          <p:cNvSpPr/>
          <p:nvPr/>
        </p:nvSpPr>
        <p:spPr>
          <a:xfrm>
            <a:off x="1763339" y="4037701"/>
            <a:ext cx="198134" cy="231289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9" name="Cerrar corchete 18">
            <a:extLst>
              <a:ext uri="{FF2B5EF4-FFF2-40B4-BE49-F238E27FC236}">
                <a16:creationId xmlns:a16="http://schemas.microsoft.com/office/drawing/2014/main" id="{20753631-0BC3-483C-9222-B61E91EC23C7}"/>
              </a:ext>
            </a:extLst>
          </p:cNvPr>
          <p:cNvSpPr/>
          <p:nvPr/>
        </p:nvSpPr>
        <p:spPr>
          <a:xfrm>
            <a:off x="5224759" y="4037701"/>
            <a:ext cx="166222" cy="231289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6C360A2D-8726-43D5-A42E-16EFE1DBD67D}"/>
                  </a:ext>
                </a:extLst>
              </p:cNvPr>
              <p:cNvSpPr txBox="1"/>
              <p:nvPr/>
            </p:nvSpPr>
            <p:spPr>
              <a:xfrm>
                <a:off x="6559931" y="3514481"/>
                <a:ext cx="5427255" cy="2585323"/>
              </a:xfrm>
              <a:prstGeom prst="rect">
                <a:avLst/>
              </a:prstGeom>
              <a:noFill/>
            </p:spPr>
            <p:txBody>
              <a:bodyPr wrap="none" rtlCol="0">
                <a:spAutoFit/>
              </a:bodyPr>
              <a:lstStyle/>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(1,1) = </a:t>
                </a:r>
                <a:r>
                  <a:rPr lang="es-NI" dirty="0">
                    <a:solidFill>
                      <a:srgbClr val="0070C0"/>
                    </a:solidFill>
                  </a:rPr>
                  <a:t>( 0.8 * 0.8 )</a:t>
                </a:r>
                <a:r>
                  <a:rPr lang="es-NI" dirty="0"/>
                  <a:t> + </a:t>
                </a:r>
                <a:r>
                  <a:rPr lang="es-NI" dirty="0">
                    <a:solidFill>
                      <a:srgbClr val="92D050"/>
                    </a:solidFill>
                  </a:rPr>
                  <a:t>( 0.1 * 0.1 )</a:t>
                </a:r>
                <a:r>
                  <a:rPr lang="es-NI" dirty="0"/>
                  <a:t> + </a:t>
                </a:r>
                <a:r>
                  <a:rPr lang="es-NI" dirty="0">
                    <a:solidFill>
                      <a:srgbClr val="FF00FF"/>
                    </a:solidFill>
                  </a:rPr>
                  <a:t>( 0.1 * 0.2 ) </a:t>
                </a:r>
                <a:r>
                  <a:rPr lang="es-NI" dirty="0">
                    <a:solidFill>
                      <a:srgbClr val="FFFFFF"/>
                    </a:solidFill>
                  </a:rPr>
                  <a:t>= 0.67</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(1,2) = </a:t>
                </a:r>
                <a:r>
                  <a:rPr lang="es-NI" dirty="0">
                    <a:solidFill>
                      <a:srgbClr val="0070C0"/>
                    </a:solidFill>
                  </a:rPr>
                  <a:t>( 0.8 * 0.1 )</a:t>
                </a:r>
                <a:r>
                  <a:rPr lang="es-NI" dirty="0"/>
                  <a:t> + </a:t>
                </a:r>
                <a:r>
                  <a:rPr lang="es-NI" dirty="0">
                    <a:solidFill>
                      <a:srgbClr val="92D050"/>
                    </a:solidFill>
                  </a:rPr>
                  <a:t>( 0.1 * 0.7 )</a:t>
                </a:r>
                <a:r>
                  <a:rPr lang="es-NI" dirty="0"/>
                  <a:t> + </a:t>
                </a:r>
                <a:r>
                  <a:rPr lang="es-NI" dirty="0">
                    <a:solidFill>
                      <a:srgbClr val="FF00FF"/>
                    </a:solidFill>
                  </a:rPr>
                  <a:t>( 0.1 * 0.2 ) </a:t>
                </a:r>
                <a:r>
                  <a:rPr lang="es-NI" dirty="0">
                    <a:solidFill>
                      <a:srgbClr val="FFFFFF"/>
                    </a:solidFill>
                  </a:rPr>
                  <a:t>= 0.17</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(1,3) = </a:t>
                </a:r>
                <a:r>
                  <a:rPr lang="es-NI" dirty="0">
                    <a:solidFill>
                      <a:srgbClr val="0070C0"/>
                    </a:solidFill>
                  </a:rPr>
                  <a:t>( 0.8 * 0.1 )</a:t>
                </a:r>
                <a:r>
                  <a:rPr lang="es-NI" dirty="0"/>
                  <a:t> + </a:t>
                </a:r>
                <a:r>
                  <a:rPr lang="es-NI" dirty="0">
                    <a:solidFill>
                      <a:srgbClr val="92D050"/>
                    </a:solidFill>
                  </a:rPr>
                  <a:t>( 0.1 * 0.2 )</a:t>
                </a:r>
                <a:r>
                  <a:rPr lang="es-NI" dirty="0"/>
                  <a:t> + </a:t>
                </a:r>
                <a:r>
                  <a:rPr lang="es-NI" dirty="0">
                    <a:solidFill>
                      <a:srgbClr val="FF00FF"/>
                    </a:solidFill>
                  </a:rPr>
                  <a:t>( 0.1 * 0.6 ) </a:t>
                </a:r>
                <a:r>
                  <a:rPr lang="es-NI" dirty="0">
                    <a:solidFill>
                      <a:srgbClr val="FFFFFF"/>
                    </a:solidFill>
                  </a:rPr>
                  <a:t>= 0.16</a:t>
                </a:r>
              </a:p>
              <a:p>
                <a:endParaRPr lang="es-NI" dirty="0">
                  <a:solidFill>
                    <a:srgbClr val="FFFFFF"/>
                  </a:solidFill>
                </a:endParaRP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(2,1) = </a:t>
                </a:r>
                <a:r>
                  <a:rPr lang="es-NI" dirty="0">
                    <a:solidFill>
                      <a:srgbClr val="0070C0"/>
                    </a:solidFill>
                  </a:rPr>
                  <a:t>( 0.1 * 0.8 )</a:t>
                </a:r>
                <a:r>
                  <a:rPr lang="es-NI" dirty="0"/>
                  <a:t> + </a:t>
                </a:r>
                <a:r>
                  <a:rPr lang="es-NI" dirty="0">
                    <a:solidFill>
                      <a:srgbClr val="92D050"/>
                    </a:solidFill>
                  </a:rPr>
                  <a:t>( 0.7 * 0.1 )</a:t>
                </a:r>
                <a:r>
                  <a:rPr lang="es-NI" dirty="0"/>
                  <a:t> + </a:t>
                </a:r>
                <a:r>
                  <a:rPr lang="es-NI" dirty="0">
                    <a:solidFill>
                      <a:srgbClr val="FF00FF"/>
                    </a:solidFill>
                  </a:rPr>
                  <a:t>( 0.2 * 0.2 ) </a:t>
                </a:r>
                <a:r>
                  <a:rPr lang="es-NI" dirty="0">
                    <a:solidFill>
                      <a:srgbClr val="FFFFFF"/>
                    </a:solidFill>
                  </a:rPr>
                  <a:t>= 0.19</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(2,2) = </a:t>
                </a:r>
                <a:r>
                  <a:rPr lang="es-NI" dirty="0">
                    <a:solidFill>
                      <a:srgbClr val="0070C0"/>
                    </a:solidFill>
                  </a:rPr>
                  <a:t>( 0.1 * 0.1 )</a:t>
                </a:r>
                <a:r>
                  <a:rPr lang="es-NI" dirty="0"/>
                  <a:t> + </a:t>
                </a:r>
                <a:r>
                  <a:rPr lang="es-NI" dirty="0">
                    <a:solidFill>
                      <a:srgbClr val="92D050"/>
                    </a:solidFill>
                  </a:rPr>
                  <a:t>( 0.7 * 0.7 )</a:t>
                </a:r>
                <a:r>
                  <a:rPr lang="es-NI" dirty="0"/>
                  <a:t> + </a:t>
                </a:r>
                <a:r>
                  <a:rPr lang="es-NI" dirty="0">
                    <a:solidFill>
                      <a:srgbClr val="FF00FF"/>
                    </a:solidFill>
                  </a:rPr>
                  <a:t>( 0.2 * 0.2 ) </a:t>
                </a:r>
                <a:r>
                  <a:rPr lang="es-NI" dirty="0">
                    <a:solidFill>
                      <a:srgbClr val="FFFFFF"/>
                    </a:solidFill>
                  </a:rPr>
                  <a:t>= 0.54</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(2,3) = </a:t>
                </a:r>
                <a:r>
                  <a:rPr lang="es-NI" dirty="0">
                    <a:solidFill>
                      <a:srgbClr val="0070C0"/>
                    </a:solidFill>
                  </a:rPr>
                  <a:t>( 0.1 * 0.1 )</a:t>
                </a:r>
                <a:r>
                  <a:rPr lang="es-NI" dirty="0"/>
                  <a:t> + </a:t>
                </a:r>
                <a:r>
                  <a:rPr lang="es-NI" dirty="0">
                    <a:solidFill>
                      <a:srgbClr val="92D050"/>
                    </a:solidFill>
                  </a:rPr>
                  <a:t>( 0.7 * 0.2 )</a:t>
                </a:r>
                <a:r>
                  <a:rPr lang="es-NI" dirty="0"/>
                  <a:t> + </a:t>
                </a:r>
                <a:r>
                  <a:rPr lang="es-NI" dirty="0">
                    <a:solidFill>
                      <a:srgbClr val="FF00FF"/>
                    </a:solidFill>
                  </a:rPr>
                  <a:t>( 0.2 * 0.6 ) </a:t>
                </a:r>
                <a:r>
                  <a:rPr lang="es-NI" dirty="0">
                    <a:solidFill>
                      <a:srgbClr val="FFFFFF"/>
                    </a:solidFill>
                  </a:rPr>
                  <a:t>= 0.27</a:t>
                </a:r>
              </a:p>
              <a:p>
                <a:endParaRPr lang="es-NI" dirty="0">
                  <a:solidFill>
                    <a:srgbClr val="FFFFFF"/>
                  </a:solidFill>
                </a:endParaRPr>
              </a:p>
              <a:p>
                <a:endParaRPr lang="es-NI" dirty="0">
                  <a:solidFill>
                    <a:srgbClr val="FFFFFF"/>
                  </a:solidFill>
                </a:endParaRPr>
              </a:p>
            </p:txBody>
          </p:sp>
        </mc:Choice>
        <mc:Fallback xmlns="">
          <p:sp>
            <p:nvSpPr>
              <p:cNvPr id="20" name="CuadroTexto 19">
                <a:extLst>
                  <a:ext uri="{FF2B5EF4-FFF2-40B4-BE49-F238E27FC236}">
                    <a16:creationId xmlns:a16="http://schemas.microsoft.com/office/drawing/2014/main" id="{6C360A2D-8726-43D5-A42E-16EFE1DBD67D}"/>
                  </a:ext>
                </a:extLst>
              </p:cNvPr>
              <p:cNvSpPr txBox="1">
                <a:spLocks noRot="1" noChangeAspect="1" noMove="1" noResize="1" noEditPoints="1" noAdjustHandles="1" noChangeArrowheads="1" noChangeShapeType="1" noTextEdit="1"/>
              </p:cNvSpPr>
              <p:nvPr/>
            </p:nvSpPr>
            <p:spPr>
              <a:xfrm>
                <a:off x="6559931" y="3514481"/>
                <a:ext cx="5427255" cy="2585323"/>
              </a:xfrm>
              <a:prstGeom prst="rect">
                <a:avLst/>
              </a:prstGeom>
              <a:blipFill>
                <a:blip r:embed="rId4"/>
                <a:stretch>
                  <a:fillRect t="-1415"/>
                </a:stretch>
              </a:blipFill>
            </p:spPr>
            <p:txBody>
              <a:bodyPr/>
              <a:lstStyle/>
              <a:p>
                <a:r>
                  <a:rPr lang="es-NI">
                    <a:noFill/>
                  </a:rPr>
                  <a:t> </a:t>
                </a:r>
              </a:p>
            </p:txBody>
          </p:sp>
        </mc:Fallback>
      </mc:AlternateContent>
      <p:cxnSp>
        <p:nvCxnSpPr>
          <p:cNvPr id="4" name="Conector recto 3">
            <a:extLst>
              <a:ext uri="{FF2B5EF4-FFF2-40B4-BE49-F238E27FC236}">
                <a16:creationId xmlns:a16="http://schemas.microsoft.com/office/drawing/2014/main" id="{9F162002-694F-4229-B66D-E49E5678CECC}"/>
              </a:ext>
            </a:extLst>
          </p:cNvPr>
          <p:cNvCxnSpPr/>
          <p:nvPr/>
        </p:nvCxnSpPr>
        <p:spPr>
          <a:xfrm>
            <a:off x="6096000" y="3429000"/>
            <a:ext cx="0" cy="3429000"/>
          </a:xfrm>
          <a:prstGeom prst="line">
            <a:avLst/>
          </a:prstGeom>
          <a:ln w="50800" cap="rnd" cmpd="thickThin">
            <a:solidFill>
              <a:schemeClr val="tx1"/>
            </a:solidFill>
            <a:prstDash val="solid"/>
            <a:bevel/>
          </a:ln>
        </p:spPr>
        <p:style>
          <a:lnRef idx="1">
            <a:schemeClr val="accent1"/>
          </a:lnRef>
          <a:fillRef idx="0">
            <a:schemeClr val="accent1"/>
          </a:fillRef>
          <a:effectRef idx="0">
            <a:schemeClr val="accent1"/>
          </a:effectRef>
          <a:fontRef idx="minor">
            <a:schemeClr val="tx1"/>
          </a:fontRef>
        </p:style>
      </p:cxnSp>
      <p:sp>
        <p:nvSpPr>
          <p:cNvPr id="26" name="CuadroTexto 25">
            <a:extLst>
              <a:ext uri="{FF2B5EF4-FFF2-40B4-BE49-F238E27FC236}">
                <a16:creationId xmlns:a16="http://schemas.microsoft.com/office/drawing/2014/main" id="{B70201C4-C9F0-4FDC-A0A6-A18075F35241}"/>
              </a:ext>
            </a:extLst>
          </p:cNvPr>
          <p:cNvSpPr txBox="1"/>
          <p:nvPr/>
        </p:nvSpPr>
        <p:spPr>
          <a:xfrm>
            <a:off x="7651741" y="234976"/>
            <a:ext cx="3757760" cy="2585323"/>
          </a:xfrm>
          <a:prstGeom prst="rect">
            <a:avLst/>
          </a:prstGeom>
          <a:noFill/>
        </p:spPr>
        <p:txBody>
          <a:bodyPr wrap="none" rtlCol="0">
            <a:spAutoFit/>
          </a:bodyPr>
          <a:lstStyle/>
          <a:p>
            <a:r>
              <a:rPr lang="es-NI" sz="5400" dirty="0">
                <a:solidFill>
                  <a:srgbClr val="FFFFFF"/>
                </a:solidFill>
              </a:rPr>
              <a:t>0.8   </a:t>
            </a:r>
            <a:r>
              <a:rPr lang="es-NI" sz="5400" dirty="0"/>
              <a:t>0.1   </a:t>
            </a:r>
            <a:r>
              <a:rPr lang="es-NI" sz="5400" dirty="0">
                <a:solidFill>
                  <a:srgbClr val="0070C0"/>
                </a:solidFill>
              </a:rPr>
              <a:t>0.1</a:t>
            </a:r>
          </a:p>
          <a:p>
            <a:r>
              <a:rPr lang="es-NI" sz="5400" dirty="0"/>
              <a:t>0.1   0.7   </a:t>
            </a:r>
            <a:r>
              <a:rPr lang="es-NI" sz="5400" dirty="0">
                <a:solidFill>
                  <a:schemeClr val="accent6"/>
                </a:solidFill>
              </a:rPr>
              <a:t>0.2</a:t>
            </a:r>
          </a:p>
          <a:p>
            <a:r>
              <a:rPr lang="es-NI" sz="5400" dirty="0"/>
              <a:t>0.2   0.2   </a:t>
            </a:r>
            <a:r>
              <a:rPr lang="es-NI" sz="5400" dirty="0">
                <a:solidFill>
                  <a:srgbClr val="FF00FF"/>
                </a:solidFill>
              </a:rPr>
              <a:t>0.6</a:t>
            </a:r>
          </a:p>
        </p:txBody>
      </p:sp>
      <p:sp>
        <p:nvSpPr>
          <p:cNvPr id="27" name="Abrir corchete 26">
            <a:extLst>
              <a:ext uri="{FF2B5EF4-FFF2-40B4-BE49-F238E27FC236}">
                <a16:creationId xmlns:a16="http://schemas.microsoft.com/office/drawing/2014/main" id="{68936927-5094-4374-87B8-73BFAA773D38}"/>
              </a:ext>
            </a:extLst>
          </p:cNvPr>
          <p:cNvSpPr/>
          <p:nvPr/>
        </p:nvSpPr>
        <p:spPr>
          <a:xfrm>
            <a:off x="7386372" y="371190"/>
            <a:ext cx="198134" cy="231289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8" name="Cerrar corchete 27">
            <a:extLst>
              <a:ext uri="{FF2B5EF4-FFF2-40B4-BE49-F238E27FC236}">
                <a16:creationId xmlns:a16="http://schemas.microsoft.com/office/drawing/2014/main" id="{0E781D93-F99D-4863-A607-60B40114E07F}"/>
              </a:ext>
            </a:extLst>
          </p:cNvPr>
          <p:cNvSpPr/>
          <p:nvPr/>
        </p:nvSpPr>
        <p:spPr>
          <a:xfrm>
            <a:off x="11409501" y="371190"/>
            <a:ext cx="166222" cy="231289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9" name="CuadroTexto 28">
            <a:extLst>
              <a:ext uri="{FF2B5EF4-FFF2-40B4-BE49-F238E27FC236}">
                <a16:creationId xmlns:a16="http://schemas.microsoft.com/office/drawing/2014/main" id="{18777277-EE13-4901-B105-4D394DBBEA87}"/>
              </a:ext>
            </a:extLst>
          </p:cNvPr>
          <p:cNvSpPr txBox="1"/>
          <p:nvPr/>
        </p:nvSpPr>
        <p:spPr>
          <a:xfrm>
            <a:off x="5388806" y="3546567"/>
            <a:ext cx="444352" cy="707886"/>
          </a:xfrm>
          <a:prstGeom prst="rect">
            <a:avLst/>
          </a:prstGeom>
          <a:noFill/>
        </p:spPr>
        <p:txBody>
          <a:bodyPr wrap="none" rtlCol="0">
            <a:spAutoFit/>
          </a:bodyPr>
          <a:lstStyle/>
          <a:p>
            <a:r>
              <a:rPr lang="es-NI" sz="4000" dirty="0">
                <a:solidFill>
                  <a:srgbClr val="FFFFFF"/>
                </a:solidFill>
              </a:rPr>
              <a:t>2</a:t>
            </a:r>
            <a:endParaRPr lang="es-NI" sz="4000" dirty="0"/>
          </a:p>
        </p:txBody>
      </p:sp>
      <p:sp>
        <p:nvSpPr>
          <p:cNvPr id="6" name="Rectángulo 5">
            <a:extLst>
              <a:ext uri="{FF2B5EF4-FFF2-40B4-BE49-F238E27FC236}">
                <a16:creationId xmlns:a16="http://schemas.microsoft.com/office/drawing/2014/main" id="{8DFCA540-019F-419B-AD68-F372728FA1F9}"/>
              </a:ext>
            </a:extLst>
          </p:cNvPr>
          <p:cNvSpPr/>
          <p:nvPr/>
        </p:nvSpPr>
        <p:spPr>
          <a:xfrm>
            <a:off x="6580430" y="5205048"/>
            <a:ext cx="5254519" cy="27934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0" name="Rectángulo 29">
            <a:extLst>
              <a:ext uri="{FF2B5EF4-FFF2-40B4-BE49-F238E27FC236}">
                <a16:creationId xmlns:a16="http://schemas.microsoft.com/office/drawing/2014/main" id="{1F7B475A-6968-4BA7-B256-BDB7967BBA24}"/>
              </a:ext>
            </a:extLst>
          </p:cNvPr>
          <p:cNvSpPr/>
          <p:nvPr/>
        </p:nvSpPr>
        <p:spPr>
          <a:xfrm>
            <a:off x="4299726" y="4729425"/>
            <a:ext cx="1029923" cy="53863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11277035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18557"/>
    </mc:Choice>
    <mc:Fallback xmlns="">
      <p:transition spd="slow" advTm="118557"/>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E74522C3-754B-4208-B56A-32627244613B}"/>
                  </a:ext>
                </a:extLst>
              </p:cNvPr>
              <p:cNvSpPr txBox="1"/>
              <p:nvPr/>
            </p:nvSpPr>
            <p:spPr>
              <a:xfrm>
                <a:off x="492391" y="1065972"/>
                <a:ext cx="1610505" cy="923330"/>
              </a:xfrm>
              <a:prstGeom prst="rect">
                <a:avLst/>
              </a:prstGeom>
              <a:noFill/>
            </p:spPr>
            <p:txBody>
              <a:bodyPr wrap="none" rtlCol="0">
                <a:spAutoFit/>
              </a:bodyPr>
              <a:lstStyle/>
              <a:p>
                <a14:m>
                  <m:oMath xmlns:m="http://schemas.openxmlformats.org/officeDocument/2006/math">
                    <m:sSup>
                      <m:sSupPr>
                        <m:ctrlPr>
                          <a:rPr lang="es-NI" sz="5400" i="1" smtClean="0">
                            <a:latin typeface="Cambria Math" panose="02040503050406030204" pitchFamily="18" charset="0"/>
                          </a:rPr>
                        </m:ctrlPr>
                      </m:sSupPr>
                      <m:e>
                        <m:r>
                          <a:rPr lang="es-NI" sz="5400" i="1">
                            <a:latin typeface="Cambria Math" panose="02040503050406030204" pitchFamily="18" charset="0"/>
                          </a:rPr>
                          <m:t>𝑃</m:t>
                        </m:r>
                      </m:e>
                      <m:sup>
                        <m:r>
                          <a:rPr lang="es-NI" sz="5400" b="0" i="1" smtClean="0">
                            <a:latin typeface="Cambria Math" panose="02040503050406030204" pitchFamily="18" charset="0"/>
                          </a:rPr>
                          <m:t>2</m:t>
                        </m:r>
                      </m:sup>
                    </m:sSup>
                  </m:oMath>
                </a14:m>
                <a:r>
                  <a:rPr lang="es-NI" sz="5400" dirty="0"/>
                  <a:t> = </a:t>
                </a:r>
              </a:p>
            </p:txBody>
          </p:sp>
        </mc:Choice>
        <mc:Fallback xmlns="">
          <p:sp>
            <p:nvSpPr>
              <p:cNvPr id="3" name="CuadroTexto 2">
                <a:extLst>
                  <a:ext uri="{FF2B5EF4-FFF2-40B4-BE49-F238E27FC236}">
                    <a16:creationId xmlns:a16="http://schemas.microsoft.com/office/drawing/2014/main" id="{E74522C3-754B-4208-B56A-32627244613B}"/>
                  </a:ext>
                </a:extLst>
              </p:cNvPr>
              <p:cNvSpPr txBox="1">
                <a:spLocks noRot="1" noChangeAspect="1" noMove="1" noResize="1" noEditPoints="1" noAdjustHandles="1" noChangeArrowheads="1" noChangeShapeType="1" noTextEdit="1"/>
              </p:cNvSpPr>
              <p:nvPr/>
            </p:nvSpPr>
            <p:spPr>
              <a:xfrm>
                <a:off x="492391" y="1065972"/>
                <a:ext cx="1610505" cy="923330"/>
              </a:xfrm>
              <a:prstGeom prst="rect">
                <a:avLst/>
              </a:prstGeom>
              <a:blipFill>
                <a:blip r:embed="rId2"/>
                <a:stretch>
                  <a:fillRect t="-17881" r="-19318" b="-40397"/>
                </a:stretch>
              </a:blipFill>
            </p:spPr>
            <p:txBody>
              <a:bodyPr/>
              <a:lstStyle/>
              <a:p>
                <a:r>
                  <a:rPr lang="es-NI">
                    <a:noFill/>
                  </a:rPr>
                  <a:t> </a:t>
                </a:r>
              </a:p>
            </p:txBody>
          </p:sp>
        </mc:Fallback>
      </mc:AlternateContent>
      <p:sp>
        <p:nvSpPr>
          <p:cNvPr id="13" name="CuadroTexto 12">
            <a:extLst>
              <a:ext uri="{FF2B5EF4-FFF2-40B4-BE49-F238E27FC236}">
                <a16:creationId xmlns:a16="http://schemas.microsoft.com/office/drawing/2014/main" id="{1675F07D-95C4-4EFA-BDEE-1C050667DF68}"/>
              </a:ext>
            </a:extLst>
          </p:cNvPr>
          <p:cNvSpPr txBox="1"/>
          <p:nvPr/>
        </p:nvSpPr>
        <p:spPr>
          <a:xfrm>
            <a:off x="2255129" y="234976"/>
            <a:ext cx="3757760" cy="2585323"/>
          </a:xfrm>
          <a:prstGeom prst="rect">
            <a:avLst/>
          </a:prstGeom>
          <a:noFill/>
        </p:spPr>
        <p:txBody>
          <a:bodyPr wrap="none" rtlCol="0">
            <a:spAutoFit/>
          </a:bodyPr>
          <a:lstStyle/>
          <a:p>
            <a:r>
              <a:rPr lang="es-NI" sz="5400" dirty="0"/>
              <a:t>0.8   0.1   0.1</a:t>
            </a:r>
          </a:p>
          <a:p>
            <a:r>
              <a:rPr lang="es-NI" sz="5400" dirty="0"/>
              <a:t>0.1   0.7   0.2</a:t>
            </a:r>
          </a:p>
          <a:p>
            <a:r>
              <a:rPr lang="es-NI" sz="5400" dirty="0">
                <a:solidFill>
                  <a:srgbClr val="0070C0"/>
                </a:solidFill>
              </a:rPr>
              <a:t>0.2</a:t>
            </a:r>
            <a:r>
              <a:rPr lang="es-NI" sz="5400" dirty="0">
                <a:solidFill>
                  <a:srgbClr val="FFFFFF"/>
                </a:solidFill>
              </a:rPr>
              <a:t>   </a:t>
            </a:r>
            <a:r>
              <a:rPr lang="es-NI" sz="5400" dirty="0">
                <a:solidFill>
                  <a:srgbClr val="92D050"/>
                </a:solidFill>
              </a:rPr>
              <a:t>0.2</a:t>
            </a:r>
            <a:r>
              <a:rPr lang="es-NI" sz="5400" dirty="0">
                <a:solidFill>
                  <a:srgbClr val="FFFFFF"/>
                </a:solidFill>
              </a:rPr>
              <a:t>   </a:t>
            </a:r>
            <a:r>
              <a:rPr lang="es-NI" sz="5400" dirty="0">
                <a:solidFill>
                  <a:srgbClr val="FF00FF"/>
                </a:solidFill>
              </a:rPr>
              <a:t>0.6</a:t>
            </a:r>
          </a:p>
        </p:txBody>
      </p:sp>
      <p:sp>
        <p:nvSpPr>
          <p:cNvPr id="14" name="Abrir corchete 13">
            <a:extLst>
              <a:ext uri="{FF2B5EF4-FFF2-40B4-BE49-F238E27FC236}">
                <a16:creationId xmlns:a16="http://schemas.microsoft.com/office/drawing/2014/main" id="{977C3035-91F2-4108-954B-7137EE5E0EEE}"/>
              </a:ext>
            </a:extLst>
          </p:cNvPr>
          <p:cNvSpPr/>
          <p:nvPr/>
        </p:nvSpPr>
        <p:spPr>
          <a:xfrm>
            <a:off x="1989760" y="371190"/>
            <a:ext cx="198134" cy="231289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5" name="Cerrar corchete 14">
            <a:extLst>
              <a:ext uri="{FF2B5EF4-FFF2-40B4-BE49-F238E27FC236}">
                <a16:creationId xmlns:a16="http://schemas.microsoft.com/office/drawing/2014/main" id="{DF5D3E5D-1A1E-4D27-91B6-EF5BBD2AAA67}"/>
              </a:ext>
            </a:extLst>
          </p:cNvPr>
          <p:cNvSpPr/>
          <p:nvPr/>
        </p:nvSpPr>
        <p:spPr>
          <a:xfrm>
            <a:off x="6012889" y="371190"/>
            <a:ext cx="166222" cy="231289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7" name="CuadroTexto 16">
            <a:extLst>
              <a:ext uri="{FF2B5EF4-FFF2-40B4-BE49-F238E27FC236}">
                <a16:creationId xmlns:a16="http://schemas.microsoft.com/office/drawing/2014/main" id="{CF14949B-C524-442D-B30C-B15B09E54B7B}"/>
              </a:ext>
            </a:extLst>
          </p:cNvPr>
          <p:cNvSpPr txBox="1"/>
          <p:nvPr/>
        </p:nvSpPr>
        <p:spPr>
          <a:xfrm>
            <a:off x="6580430" y="1205984"/>
            <a:ext cx="529312" cy="923330"/>
          </a:xfrm>
          <a:prstGeom prst="rect">
            <a:avLst/>
          </a:prstGeom>
          <a:noFill/>
        </p:spPr>
        <p:txBody>
          <a:bodyPr wrap="none" rtlCol="0">
            <a:spAutoFit/>
          </a:bodyPr>
          <a:lstStyle/>
          <a:p>
            <a:r>
              <a:rPr lang="es-NI" sz="5400" dirty="0">
                <a:solidFill>
                  <a:srgbClr val="FFFFFF"/>
                </a:solidFill>
              </a:rPr>
              <a:t>*</a:t>
            </a:r>
            <a:endParaRPr lang="es-NI" sz="5400" dirty="0"/>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4BAE8212-3EAB-4B5F-86B5-30BFA78DAEA1}"/>
                  </a:ext>
                </a:extLst>
              </p:cNvPr>
              <p:cNvSpPr txBox="1"/>
              <p:nvPr/>
            </p:nvSpPr>
            <p:spPr>
              <a:xfrm>
                <a:off x="525371" y="4699420"/>
                <a:ext cx="1237968" cy="707886"/>
              </a:xfrm>
              <a:prstGeom prst="rect">
                <a:avLst/>
              </a:prstGeom>
              <a:noFill/>
            </p:spPr>
            <p:txBody>
              <a:bodyPr wrap="none" rtlCol="0">
                <a:spAutoFit/>
              </a:bodyPr>
              <a:lstStyle/>
              <a:p>
                <a14:m>
                  <m:oMath xmlns:m="http://schemas.openxmlformats.org/officeDocument/2006/math">
                    <m:sSup>
                      <m:sSupPr>
                        <m:ctrlPr>
                          <a:rPr lang="es-NI" sz="4000" i="1" smtClean="0">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2</m:t>
                        </m:r>
                      </m:sup>
                    </m:sSup>
                  </m:oMath>
                </a14:m>
                <a:r>
                  <a:rPr lang="es-NI" sz="4000" dirty="0"/>
                  <a:t> = </a:t>
                </a:r>
              </a:p>
            </p:txBody>
          </p:sp>
        </mc:Choice>
        <mc:Fallback xmlns="">
          <p:sp>
            <p:nvSpPr>
              <p:cNvPr id="12" name="CuadroTexto 11">
                <a:extLst>
                  <a:ext uri="{FF2B5EF4-FFF2-40B4-BE49-F238E27FC236}">
                    <a16:creationId xmlns:a16="http://schemas.microsoft.com/office/drawing/2014/main" id="{4BAE8212-3EAB-4B5F-86B5-30BFA78DAEA1}"/>
                  </a:ext>
                </a:extLst>
              </p:cNvPr>
              <p:cNvSpPr txBox="1">
                <a:spLocks noRot="1" noChangeAspect="1" noMove="1" noResize="1" noEditPoints="1" noAdjustHandles="1" noChangeArrowheads="1" noChangeShapeType="1" noTextEdit="1"/>
              </p:cNvSpPr>
              <p:nvPr/>
            </p:nvSpPr>
            <p:spPr>
              <a:xfrm>
                <a:off x="525371" y="4699420"/>
                <a:ext cx="1237968" cy="707886"/>
              </a:xfrm>
              <a:prstGeom prst="rect">
                <a:avLst/>
              </a:prstGeom>
              <a:blipFill>
                <a:blip r:embed="rId3"/>
                <a:stretch>
                  <a:fillRect t="-14655" r="-16749" b="-37069"/>
                </a:stretch>
              </a:blipFill>
            </p:spPr>
            <p:txBody>
              <a:bodyPr/>
              <a:lstStyle/>
              <a:p>
                <a:r>
                  <a:rPr lang="es-NI">
                    <a:noFill/>
                  </a:rPr>
                  <a:t> </a:t>
                </a:r>
              </a:p>
            </p:txBody>
          </p:sp>
        </mc:Fallback>
      </mc:AlternateContent>
      <p:sp>
        <p:nvSpPr>
          <p:cNvPr id="16" name="CuadroTexto 15">
            <a:extLst>
              <a:ext uri="{FF2B5EF4-FFF2-40B4-BE49-F238E27FC236}">
                <a16:creationId xmlns:a16="http://schemas.microsoft.com/office/drawing/2014/main" id="{0B71AE92-F72E-4755-9612-686BE43F1E29}"/>
              </a:ext>
            </a:extLst>
          </p:cNvPr>
          <p:cNvSpPr txBox="1"/>
          <p:nvPr/>
        </p:nvSpPr>
        <p:spPr>
          <a:xfrm>
            <a:off x="1784934" y="4136177"/>
            <a:ext cx="3603872" cy="1938992"/>
          </a:xfrm>
          <a:prstGeom prst="rect">
            <a:avLst/>
          </a:prstGeom>
          <a:noFill/>
        </p:spPr>
        <p:txBody>
          <a:bodyPr wrap="none" rtlCol="0">
            <a:spAutoFit/>
          </a:bodyPr>
          <a:lstStyle/>
          <a:p>
            <a:r>
              <a:rPr lang="es-NI" sz="4000" dirty="0">
                <a:solidFill>
                  <a:srgbClr val="FFFFFF"/>
                </a:solidFill>
              </a:rPr>
              <a:t>0.67   0.17   0.16</a:t>
            </a:r>
          </a:p>
          <a:p>
            <a:r>
              <a:rPr lang="es-NI" sz="4000" dirty="0">
                <a:solidFill>
                  <a:srgbClr val="FFFFFF"/>
                </a:solidFill>
              </a:rPr>
              <a:t>0.19   0.54   0.27</a:t>
            </a:r>
          </a:p>
          <a:p>
            <a:r>
              <a:rPr lang="es-NI" sz="4000" dirty="0"/>
              <a:t>0.3</a:t>
            </a:r>
          </a:p>
        </p:txBody>
      </p:sp>
      <p:sp>
        <p:nvSpPr>
          <p:cNvPr id="18" name="Abrir corchete 17">
            <a:extLst>
              <a:ext uri="{FF2B5EF4-FFF2-40B4-BE49-F238E27FC236}">
                <a16:creationId xmlns:a16="http://schemas.microsoft.com/office/drawing/2014/main" id="{35EDC9EE-482A-49E5-A582-A9CABA00C0F5}"/>
              </a:ext>
            </a:extLst>
          </p:cNvPr>
          <p:cNvSpPr/>
          <p:nvPr/>
        </p:nvSpPr>
        <p:spPr>
          <a:xfrm>
            <a:off x="1763338" y="4037701"/>
            <a:ext cx="226421" cy="2062103"/>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9" name="Cerrar corchete 18">
            <a:extLst>
              <a:ext uri="{FF2B5EF4-FFF2-40B4-BE49-F238E27FC236}">
                <a16:creationId xmlns:a16="http://schemas.microsoft.com/office/drawing/2014/main" id="{20753631-0BC3-483C-9222-B61E91EC23C7}"/>
              </a:ext>
            </a:extLst>
          </p:cNvPr>
          <p:cNvSpPr/>
          <p:nvPr/>
        </p:nvSpPr>
        <p:spPr>
          <a:xfrm>
            <a:off x="5224759" y="4037701"/>
            <a:ext cx="163156" cy="2062103"/>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6C360A2D-8726-43D5-A42E-16EFE1DBD67D}"/>
                  </a:ext>
                </a:extLst>
              </p:cNvPr>
              <p:cNvSpPr txBox="1"/>
              <p:nvPr/>
            </p:nvSpPr>
            <p:spPr>
              <a:xfrm>
                <a:off x="6559931" y="3514481"/>
                <a:ext cx="5427255" cy="2585323"/>
              </a:xfrm>
              <a:prstGeom prst="rect">
                <a:avLst/>
              </a:prstGeom>
              <a:noFill/>
            </p:spPr>
            <p:txBody>
              <a:bodyPr wrap="none" rtlCol="0">
                <a:spAutoFit/>
              </a:bodyPr>
              <a:lstStyle/>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(1,1) = </a:t>
                </a:r>
                <a:r>
                  <a:rPr lang="es-NI" dirty="0">
                    <a:solidFill>
                      <a:srgbClr val="0070C0"/>
                    </a:solidFill>
                  </a:rPr>
                  <a:t>( 0.8 * 0.8 )</a:t>
                </a:r>
                <a:r>
                  <a:rPr lang="es-NI" dirty="0"/>
                  <a:t> + </a:t>
                </a:r>
                <a:r>
                  <a:rPr lang="es-NI" dirty="0">
                    <a:solidFill>
                      <a:srgbClr val="92D050"/>
                    </a:solidFill>
                  </a:rPr>
                  <a:t>( 0.1 * 0.1 )</a:t>
                </a:r>
                <a:r>
                  <a:rPr lang="es-NI" dirty="0"/>
                  <a:t> + </a:t>
                </a:r>
                <a:r>
                  <a:rPr lang="es-NI" dirty="0">
                    <a:solidFill>
                      <a:srgbClr val="FF00FF"/>
                    </a:solidFill>
                  </a:rPr>
                  <a:t>( 0.1 * 0.2 ) </a:t>
                </a:r>
                <a:r>
                  <a:rPr lang="es-NI" dirty="0">
                    <a:solidFill>
                      <a:srgbClr val="FFFFFF"/>
                    </a:solidFill>
                  </a:rPr>
                  <a:t>= 0.67</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(1,2) = </a:t>
                </a:r>
                <a:r>
                  <a:rPr lang="es-NI" dirty="0">
                    <a:solidFill>
                      <a:srgbClr val="0070C0"/>
                    </a:solidFill>
                  </a:rPr>
                  <a:t>( 0.8 * 0.1 )</a:t>
                </a:r>
                <a:r>
                  <a:rPr lang="es-NI" dirty="0"/>
                  <a:t> + </a:t>
                </a:r>
                <a:r>
                  <a:rPr lang="es-NI" dirty="0">
                    <a:solidFill>
                      <a:srgbClr val="92D050"/>
                    </a:solidFill>
                  </a:rPr>
                  <a:t>( 0.1 * 0.7 )</a:t>
                </a:r>
                <a:r>
                  <a:rPr lang="es-NI" dirty="0"/>
                  <a:t> + </a:t>
                </a:r>
                <a:r>
                  <a:rPr lang="es-NI" dirty="0">
                    <a:solidFill>
                      <a:srgbClr val="FF00FF"/>
                    </a:solidFill>
                  </a:rPr>
                  <a:t>( 0.1 * 0.2 ) </a:t>
                </a:r>
                <a:r>
                  <a:rPr lang="es-NI" dirty="0">
                    <a:solidFill>
                      <a:srgbClr val="FFFFFF"/>
                    </a:solidFill>
                  </a:rPr>
                  <a:t>= 0.17</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(1,3) = </a:t>
                </a:r>
                <a:r>
                  <a:rPr lang="es-NI" dirty="0">
                    <a:solidFill>
                      <a:srgbClr val="0070C0"/>
                    </a:solidFill>
                  </a:rPr>
                  <a:t>( 0.8 * 0.1 )</a:t>
                </a:r>
                <a:r>
                  <a:rPr lang="es-NI" dirty="0"/>
                  <a:t> + </a:t>
                </a:r>
                <a:r>
                  <a:rPr lang="es-NI" dirty="0">
                    <a:solidFill>
                      <a:srgbClr val="92D050"/>
                    </a:solidFill>
                  </a:rPr>
                  <a:t>( 0.1 * 0.2 )</a:t>
                </a:r>
                <a:r>
                  <a:rPr lang="es-NI" dirty="0"/>
                  <a:t> + </a:t>
                </a:r>
                <a:r>
                  <a:rPr lang="es-NI" dirty="0">
                    <a:solidFill>
                      <a:srgbClr val="FF00FF"/>
                    </a:solidFill>
                  </a:rPr>
                  <a:t>( 0.1 * 0.6 ) </a:t>
                </a:r>
                <a:r>
                  <a:rPr lang="es-NI" dirty="0">
                    <a:solidFill>
                      <a:srgbClr val="FFFFFF"/>
                    </a:solidFill>
                  </a:rPr>
                  <a:t>= 0.16</a:t>
                </a:r>
              </a:p>
              <a:p>
                <a:endParaRPr lang="es-NI" dirty="0">
                  <a:solidFill>
                    <a:srgbClr val="FFFFFF"/>
                  </a:solidFill>
                </a:endParaRP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(2,1) = </a:t>
                </a:r>
                <a:r>
                  <a:rPr lang="es-NI" dirty="0">
                    <a:solidFill>
                      <a:srgbClr val="0070C0"/>
                    </a:solidFill>
                  </a:rPr>
                  <a:t>( 0.1 * 0.8 )</a:t>
                </a:r>
                <a:r>
                  <a:rPr lang="es-NI" dirty="0"/>
                  <a:t> + </a:t>
                </a:r>
                <a:r>
                  <a:rPr lang="es-NI" dirty="0">
                    <a:solidFill>
                      <a:srgbClr val="92D050"/>
                    </a:solidFill>
                  </a:rPr>
                  <a:t>( 0.7 * 0.1 )</a:t>
                </a:r>
                <a:r>
                  <a:rPr lang="es-NI" dirty="0"/>
                  <a:t> + </a:t>
                </a:r>
                <a:r>
                  <a:rPr lang="es-NI" dirty="0">
                    <a:solidFill>
                      <a:srgbClr val="FF00FF"/>
                    </a:solidFill>
                  </a:rPr>
                  <a:t>( 0.2 * 0.2 ) </a:t>
                </a:r>
                <a:r>
                  <a:rPr lang="es-NI" dirty="0">
                    <a:solidFill>
                      <a:srgbClr val="FFFFFF"/>
                    </a:solidFill>
                  </a:rPr>
                  <a:t>= 0.19</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(2,2) = </a:t>
                </a:r>
                <a:r>
                  <a:rPr lang="es-NI" dirty="0">
                    <a:solidFill>
                      <a:srgbClr val="0070C0"/>
                    </a:solidFill>
                  </a:rPr>
                  <a:t>( 0.1 * 0.1 )</a:t>
                </a:r>
                <a:r>
                  <a:rPr lang="es-NI" dirty="0"/>
                  <a:t> + </a:t>
                </a:r>
                <a:r>
                  <a:rPr lang="es-NI" dirty="0">
                    <a:solidFill>
                      <a:srgbClr val="92D050"/>
                    </a:solidFill>
                  </a:rPr>
                  <a:t>( 0.7 * 0.7 )</a:t>
                </a:r>
                <a:r>
                  <a:rPr lang="es-NI" dirty="0"/>
                  <a:t> + </a:t>
                </a:r>
                <a:r>
                  <a:rPr lang="es-NI" dirty="0">
                    <a:solidFill>
                      <a:srgbClr val="FF00FF"/>
                    </a:solidFill>
                  </a:rPr>
                  <a:t>( 0.2 * 0.2 ) </a:t>
                </a:r>
                <a:r>
                  <a:rPr lang="es-NI" dirty="0">
                    <a:solidFill>
                      <a:srgbClr val="FFFFFF"/>
                    </a:solidFill>
                  </a:rPr>
                  <a:t>= 0.54</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(2,3) = </a:t>
                </a:r>
                <a:r>
                  <a:rPr lang="es-NI" dirty="0">
                    <a:solidFill>
                      <a:srgbClr val="0070C0"/>
                    </a:solidFill>
                  </a:rPr>
                  <a:t>( 0.1 * 0.1 )</a:t>
                </a:r>
                <a:r>
                  <a:rPr lang="es-NI" dirty="0"/>
                  <a:t> + </a:t>
                </a:r>
                <a:r>
                  <a:rPr lang="es-NI" dirty="0">
                    <a:solidFill>
                      <a:srgbClr val="92D050"/>
                    </a:solidFill>
                  </a:rPr>
                  <a:t>( 0.7 * 0.2 )</a:t>
                </a:r>
                <a:r>
                  <a:rPr lang="es-NI" dirty="0"/>
                  <a:t> + </a:t>
                </a:r>
                <a:r>
                  <a:rPr lang="es-NI" dirty="0">
                    <a:solidFill>
                      <a:srgbClr val="FF00FF"/>
                    </a:solidFill>
                  </a:rPr>
                  <a:t>( 0.2 * 0.6 ) </a:t>
                </a:r>
                <a:r>
                  <a:rPr lang="es-NI" dirty="0">
                    <a:solidFill>
                      <a:srgbClr val="FFFFFF"/>
                    </a:solidFill>
                  </a:rPr>
                  <a:t>= 0.27</a:t>
                </a:r>
              </a:p>
              <a:p>
                <a:endParaRPr lang="es-NI" dirty="0">
                  <a:solidFill>
                    <a:srgbClr val="FFFFFF"/>
                  </a:solidFill>
                </a:endParaRP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(3,1) = </a:t>
                </a:r>
                <a:r>
                  <a:rPr lang="es-NI" dirty="0">
                    <a:solidFill>
                      <a:srgbClr val="0070C0"/>
                    </a:solidFill>
                  </a:rPr>
                  <a:t>( 0.2 * 0.8 )</a:t>
                </a:r>
                <a:r>
                  <a:rPr lang="es-NI" dirty="0"/>
                  <a:t> + </a:t>
                </a:r>
                <a:r>
                  <a:rPr lang="es-NI" dirty="0">
                    <a:solidFill>
                      <a:srgbClr val="92D050"/>
                    </a:solidFill>
                  </a:rPr>
                  <a:t>( 0.2 * 0.1 )</a:t>
                </a:r>
                <a:r>
                  <a:rPr lang="es-NI" dirty="0"/>
                  <a:t> + </a:t>
                </a:r>
                <a:r>
                  <a:rPr lang="es-NI" dirty="0">
                    <a:solidFill>
                      <a:srgbClr val="FF00FF"/>
                    </a:solidFill>
                  </a:rPr>
                  <a:t>( 0.6 * 0.2 ) </a:t>
                </a:r>
                <a:r>
                  <a:rPr lang="es-NI" dirty="0">
                    <a:solidFill>
                      <a:srgbClr val="FFFFFF"/>
                    </a:solidFill>
                  </a:rPr>
                  <a:t>= 0.3</a:t>
                </a:r>
              </a:p>
            </p:txBody>
          </p:sp>
        </mc:Choice>
        <mc:Fallback xmlns="">
          <p:sp>
            <p:nvSpPr>
              <p:cNvPr id="20" name="CuadroTexto 19">
                <a:extLst>
                  <a:ext uri="{FF2B5EF4-FFF2-40B4-BE49-F238E27FC236}">
                    <a16:creationId xmlns:a16="http://schemas.microsoft.com/office/drawing/2014/main" id="{6C360A2D-8726-43D5-A42E-16EFE1DBD67D}"/>
                  </a:ext>
                </a:extLst>
              </p:cNvPr>
              <p:cNvSpPr txBox="1">
                <a:spLocks noRot="1" noChangeAspect="1" noMove="1" noResize="1" noEditPoints="1" noAdjustHandles="1" noChangeArrowheads="1" noChangeShapeType="1" noTextEdit="1"/>
              </p:cNvSpPr>
              <p:nvPr/>
            </p:nvSpPr>
            <p:spPr>
              <a:xfrm>
                <a:off x="6559931" y="3514481"/>
                <a:ext cx="5427255" cy="2585323"/>
              </a:xfrm>
              <a:prstGeom prst="rect">
                <a:avLst/>
              </a:prstGeom>
              <a:blipFill>
                <a:blip r:embed="rId4"/>
                <a:stretch>
                  <a:fillRect t="-1415" b="-2830"/>
                </a:stretch>
              </a:blipFill>
            </p:spPr>
            <p:txBody>
              <a:bodyPr/>
              <a:lstStyle/>
              <a:p>
                <a:r>
                  <a:rPr lang="es-NI">
                    <a:noFill/>
                  </a:rPr>
                  <a:t> </a:t>
                </a:r>
              </a:p>
            </p:txBody>
          </p:sp>
        </mc:Fallback>
      </mc:AlternateContent>
      <p:cxnSp>
        <p:nvCxnSpPr>
          <p:cNvPr id="4" name="Conector recto 3">
            <a:extLst>
              <a:ext uri="{FF2B5EF4-FFF2-40B4-BE49-F238E27FC236}">
                <a16:creationId xmlns:a16="http://schemas.microsoft.com/office/drawing/2014/main" id="{9F162002-694F-4229-B66D-E49E5678CECC}"/>
              </a:ext>
            </a:extLst>
          </p:cNvPr>
          <p:cNvCxnSpPr/>
          <p:nvPr/>
        </p:nvCxnSpPr>
        <p:spPr>
          <a:xfrm>
            <a:off x="6096000" y="3429000"/>
            <a:ext cx="0" cy="3429000"/>
          </a:xfrm>
          <a:prstGeom prst="line">
            <a:avLst/>
          </a:prstGeom>
          <a:ln w="50800" cap="rnd" cmpd="thickThin">
            <a:solidFill>
              <a:schemeClr val="tx1"/>
            </a:solidFill>
            <a:prstDash val="solid"/>
            <a:bevel/>
          </a:ln>
        </p:spPr>
        <p:style>
          <a:lnRef idx="1">
            <a:schemeClr val="accent1"/>
          </a:lnRef>
          <a:fillRef idx="0">
            <a:schemeClr val="accent1"/>
          </a:fillRef>
          <a:effectRef idx="0">
            <a:schemeClr val="accent1"/>
          </a:effectRef>
          <a:fontRef idx="minor">
            <a:schemeClr val="tx1"/>
          </a:fontRef>
        </p:style>
      </p:cxnSp>
      <p:sp>
        <p:nvSpPr>
          <p:cNvPr id="29" name="CuadroTexto 28">
            <a:extLst>
              <a:ext uri="{FF2B5EF4-FFF2-40B4-BE49-F238E27FC236}">
                <a16:creationId xmlns:a16="http://schemas.microsoft.com/office/drawing/2014/main" id="{18777277-EE13-4901-B105-4D394DBBEA87}"/>
              </a:ext>
            </a:extLst>
          </p:cNvPr>
          <p:cNvSpPr txBox="1"/>
          <p:nvPr/>
        </p:nvSpPr>
        <p:spPr>
          <a:xfrm>
            <a:off x="5388806" y="3546567"/>
            <a:ext cx="444352" cy="707886"/>
          </a:xfrm>
          <a:prstGeom prst="rect">
            <a:avLst/>
          </a:prstGeom>
          <a:noFill/>
        </p:spPr>
        <p:txBody>
          <a:bodyPr wrap="none" rtlCol="0">
            <a:spAutoFit/>
          </a:bodyPr>
          <a:lstStyle/>
          <a:p>
            <a:r>
              <a:rPr lang="es-NI" sz="4000" dirty="0">
                <a:solidFill>
                  <a:srgbClr val="FFFFFF"/>
                </a:solidFill>
              </a:rPr>
              <a:t>2</a:t>
            </a:r>
            <a:endParaRPr lang="es-NI" sz="4000" dirty="0"/>
          </a:p>
        </p:txBody>
      </p:sp>
      <p:sp>
        <p:nvSpPr>
          <p:cNvPr id="21" name="Rectángulo 20">
            <a:extLst>
              <a:ext uri="{FF2B5EF4-FFF2-40B4-BE49-F238E27FC236}">
                <a16:creationId xmlns:a16="http://schemas.microsoft.com/office/drawing/2014/main" id="{77F3DA73-8F12-4DDF-B634-601E52B5C59D}"/>
              </a:ext>
            </a:extLst>
          </p:cNvPr>
          <p:cNvSpPr/>
          <p:nvPr/>
        </p:nvSpPr>
        <p:spPr>
          <a:xfrm>
            <a:off x="6592150" y="5723208"/>
            <a:ext cx="5254519" cy="27934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2" name="CuadroTexto 21">
            <a:extLst>
              <a:ext uri="{FF2B5EF4-FFF2-40B4-BE49-F238E27FC236}">
                <a16:creationId xmlns:a16="http://schemas.microsoft.com/office/drawing/2014/main" id="{47A30CDD-13B3-4B4B-AD69-97BCB577DE5D}"/>
              </a:ext>
            </a:extLst>
          </p:cNvPr>
          <p:cNvSpPr txBox="1"/>
          <p:nvPr/>
        </p:nvSpPr>
        <p:spPr>
          <a:xfrm>
            <a:off x="7651741" y="234976"/>
            <a:ext cx="3757760" cy="2585323"/>
          </a:xfrm>
          <a:prstGeom prst="rect">
            <a:avLst/>
          </a:prstGeom>
          <a:noFill/>
        </p:spPr>
        <p:txBody>
          <a:bodyPr wrap="none" rtlCol="0">
            <a:spAutoFit/>
          </a:bodyPr>
          <a:lstStyle/>
          <a:p>
            <a:r>
              <a:rPr lang="es-NI" sz="5400" dirty="0">
                <a:solidFill>
                  <a:srgbClr val="0070C0"/>
                </a:solidFill>
              </a:rPr>
              <a:t>0.8</a:t>
            </a:r>
            <a:r>
              <a:rPr lang="es-NI" sz="5400" dirty="0">
                <a:solidFill>
                  <a:srgbClr val="FFFFFF"/>
                </a:solidFill>
              </a:rPr>
              <a:t>   0.1   0.1</a:t>
            </a:r>
          </a:p>
          <a:p>
            <a:r>
              <a:rPr lang="es-NI" sz="5400" dirty="0">
                <a:solidFill>
                  <a:srgbClr val="92D050"/>
                </a:solidFill>
              </a:rPr>
              <a:t>0.1</a:t>
            </a:r>
            <a:r>
              <a:rPr lang="es-NI" sz="5400" dirty="0">
                <a:solidFill>
                  <a:srgbClr val="FFFFFF"/>
                </a:solidFill>
              </a:rPr>
              <a:t>   0.7   0.2</a:t>
            </a:r>
          </a:p>
          <a:p>
            <a:r>
              <a:rPr lang="es-NI" sz="5400" dirty="0">
                <a:solidFill>
                  <a:srgbClr val="FF00FF"/>
                </a:solidFill>
              </a:rPr>
              <a:t>0.2</a:t>
            </a:r>
            <a:r>
              <a:rPr lang="es-NI" sz="5400" dirty="0">
                <a:solidFill>
                  <a:srgbClr val="FFFFFF"/>
                </a:solidFill>
              </a:rPr>
              <a:t>   0.2   0.6</a:t>
            </a:r>
            <a:endParaRPr lang="es-NI" sz="5400" dirty="0"/>
          </a:p>
        </p:txBody>
      </p:sp>
      <p:sp>
        <p:nvSpPr>
          <p:cNvPr id="23" name="Abrir corchete 22">
            <a:extLst>
              <a:ext uri="{FF2B5EF4-FFF2-40B4-BE49-F238E27FC236}">
                <a16:creationId xmlns:a16="http://schemas.microsoft.com/office/drawing/2014/main" id="{2A83C3EB-0693-4E60-A6B7-3A7CAC7A5B3A}"/>
              </a:ext>
            </a:extLst>
          </p:cNvPr>
          <p:cNvSpPr/>
          <p:nvPr/>
        </p:nvSpPr>
        <p:spPr>
          <a:xfrm>
            <a:off x="7386372" y="371190"/>
            <a:ext cx="198134" cy="231289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4" name="Cerrar corchete 23">
            <a:extLst>
              <a:ext uri="{FF2B5EF4-FFF2-40B4-BE49-F238E27FC236}">
                <a16:creationId xmlns:a16="http://schemas.microsoft.com/office/drawing/2014/main" id="{91F9F702-0401-4E0C-A36D-8C2360452611}"/>
              </a:ext>
            </a:extLst>
          </p:cNvPr>
          <p:cNvSpPr/>
          <p:nvPr/>
        </p:nvSpPr>
        <p:spPr>
          <a:xfrm>
            <a:off x="11409501" y="371190"/>
            <a:ext cx="166222" cy="231289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5" name="Rectángulo 24">
            <a:extLst>
              <a:ext uri="{FF2B5EF4-FFF2-40B4-BE49-F238E27FC236}">
                <a16:creationId xmlns:a16="http://schemas.microsoft.com/office/drawing/2014/main" id="{A57E8732-490D-4D7A-AD8E-F0F17F21A2F1}"/>
              </a:ext>
            </a:extLst>
          </p:cNvPr>
          <p:cNvSpPr/>
          <p:nvPr/>
        </p:nvSpPr>
        <p:spPr>
          <a:xfrm>
            <a:off x="1830844" y="5421761"/>
            <a:ext cx="866110" cy="53863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22805010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18557"/>
    </mc:Choice>
    <mc:Fallback xmlns="">
      <p:transition spd="slow" advTm="118557"/>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E74522C3-754B-4208-B56A-32627244613B}"/>
                  </a:ext>
                </a:extLst>
              </p:cNvPr>
              <p:cNvSpPr txBox="1"/>
              <p:nvPr/>
            </p:nvSpPr>
            <p:spPr>
              <a:xfrm>
                <a:off x="492391" y="1065972"/>
                <a:ext cx="1610505" cy="923330"/>
              </a:xfrm>
              <a:prstGeom prst="rect">
                <a:avLst/>
              </a:prstGeom>
              <a:noFill/>
            </p:spPr>
            <p:txBody>
              <a:bodyPr wrap="none" rtlCol="0">
                <a:spAutoFit/>
              </a:bodyPr>
              <a:lstStyle/>
              <a:p>
                <a14:m>
                  <m:oMath xmlns:m="http://schemas.openxmlformats.org/officeDocument/2006/math">
                    <m:sSup>
                      <m:sSupPr>
                        <m:ctrlPr>
                          <a:rPr lang="es-NI" sz="5400" i="1" smtClean="0">
                            <a:latin typeface="Cambria Math" panose="02040503050406030204" pitchFamily="18" charset="0"/>
                          </a:rPr>
                        </m:ctrlPr>
                      </m:sSupPr>
                      <m:e>
                        <m:r>
                          <a:rPr lang="es-NI" sz="5400" i="1">
                            <a:latin typeface="Cambria Math" panose="02040503050406030204" pitchFamily="18" charset="0"/>
                          </a:rPr>
                          <m:t>𝑃</m:t>
                        </m:r>
                      </m:e>
                      <m:sup>
                        <m:r>
                          <a:rPr lang="es-NI" sz="5400" b="0" i="1" smtClean="0">
                            <a:latin typeface="Cambria Math" panose="02040503050406030204" pitchFamily="18" charset="0"/>
                          </a:rPr>
                          <m:t>2</m:t>
                        </m:r>
                      </m:sup>
                    </m:sSup>
                  </m:oMath>
                </a14:m>
                <a:r>
                  <a:rPr lang="es-NI" sz="5400" dirty="0"/>
                  <a:t> = </a:t>
                </a:r>
              </a:p>
            </p:txBody>
          </p:sp>
        </mc:Choice>
        <mc:Fallback xmlns="">
          <p:sp>
            <p:nvSpPr>
              <p:cNvPr id="3" name="CuadroTexto 2">
                <a:extLst>
                  <a:ext uri="{FF2B5EF4-FFF2-40B4-BE49-F238E27FC236}">
                    <a16:creationId xmlns:a16="http://schemas.microsoft.com/office/drawing/2014/main" id="{E74522C3-754B-4208-B56A-32627244613B}"/>
                  </a:ext>
                </a:extLst>
              </p:cNvPr>
              <p:cNvSpPr txBox="1">
                <a:spLocks noRot="1" noChangeAspect="1" noMove="1" noResize="1" noEditPoints="1" noAdjustHandles="1" noChangeArrowheads="1" noChangeShapeType="1" noTextEdit="1"/>
              </p:cNvSpPr>
              <p:nvPr/>
            </p:nvSpPr>
            <p:spPr>
              <a:xfrm>
                <a:off x="492391" y="1065972"/>
                <a:ext cx="1610505" cy="923330"/>
              </a:xfrm>
              <a:prstGeom prst="rect">
                <a:avLst/>
              </a:prstGeom>
              <a:blipFill>
                <a:blip r:embed="rId2"/>
                <a:stretch>
                  <a:fillRect t="-17881" r="-19318" b="-40397"/>
                </a:stretch>
              </a:blipFill>
            </p:spPr>
            <p:txBody>
              <a:bodyPr/>
              <a:lstStyle/>
              <a:p>
                <a:r>
                  <a:rPr lang="es-NI">
                    <a:noFill/>
                  </a:rPr>
                  <a:t> </a:t>
                </a:r>
              </a:p>
            </p:txBody>
          </p:sp>
        </mc:Fallback>
      </mc:AlternateContent>
      <p:sp>
        <p:nvSpPr>
          <p:cNvPr id="13" name="CuadroTexto 12">
            <a:extLst>
              <a:ext uri="{FF2B5EF4-FFF2-40B4-BE49-F238E27FC236}">
                <a16:creationId xmlns:a16="http://schemas.microsoft.com/office/drawing/2014/main" id="{1675F07D-95C4-4EFA-BDEE-1C050667DF68}"/>
              </a:ext>
            </a:extLst>
          </p:cNvPr>
          <p:cNvSpPr txBox="1"/>
          <p:nvPr/>
        </p:nvSpPr>
        <p:spPr>
          <a:xfrm>
            <a:off x="2255129" y="234976"/>
            <a:ext cx="3757760" cy="2585323"/>
          </a:xfrm>
          <a:prstGeom prst="rect">
            <a:avLst/>
          </a:prstGeom>
          <a:noFill/>
        </p:spPr>
        <p:txBody>
          <a:bodyPr wrap="none" rtlCol="0">
            <a:spAutoFit/>
          </a:bodyPr>
          <a:lstStyle/>
          <a:p>
            <a:r>
              <a:rPr lang="es-NI" sz="5400" dirty="0"/>
              <a:t>0.8   0.1   0.1</a:t>
            </a:r>
          </a:p>
          <a:p>
            <a:r>
              <a:rPr lang="es-NI" sz="5400" dirty="0"/>
              <a:t>0.1   0.7   0.2</a:t>
            </a:r>
          </a:p>
          <a:p>
            <a:r>
              <a:rPr lang="es-NI" sz="5400" dirty="0">
                <a:solidFill>
                  <a:srgbClr val="0070C0"/>
                </a:solidFill>
              </a:rPr>
              <a:t>0.2</a:t>
            </a:r>
            <a:r>
              <a:rPr lang="es-NI" sz="5400" dirty="0">
                <a:solidFill>
                  <a:srgbClr val="FFFFFF"/>
                </a:solidFill>
              </a:rPr>
              <a:t>   </a:t>
            </a:r>
            <a:r>
              <a:rPr lang="es-NI" sz="5400" dirty="0">
                <a:solidFill>
                  <a:srgbClr val="92D050"/>
                </a:solidFill>
              </a:rPr>
              <a:t>0.2</a:t>
            </a:r>
            <a:r>
              <a:rPr lang="es-NI" sz="5400" dirty="0">
                <a:solidFill>
                  <a:srgbClr val="FFFFFF"/>
                </a:solidFill>
              </a:rPr>
              <a:t>   </a:t>
            </a:r>
            <a:r>
              <a:rPr lang="es-NI" sz="5400" dirty="0">
                <a:solidFill>
                  <a:srgbClr val="FF00FF"/>
                </a:solidFill>
              </a:rPr>
              <a:t>0.6</a:t>
            </a:r>
          </a:p>
        </p:txBody>
      </p:sp>
      <p:sp>
        <p:nvSpPr>
          <p:cNvPr id="14" name="Abrir corchete 13">
            <a:extLst>
              <a:ext uri="{FF2B5EF4-FFF2-40B4-BE49-F238E27FC236}">
                <a16:creationId xmlns:a16="http://schemas.microsoft.com/office/drawing/2014/main" id="{977C3035-91F2-4108-954B-7137EE5E0EEE}"/>
              </a:ext>
            </a:extLst>
          </p:cNvPr>
          <p:cNvSpPr/>
          <p:nvPr/>
        </p:nvSpPr>
        <p:spPr>
          <a:xfrm>
            <a:off x="1989760" y="371190"/>
            <a:ext cx="198134" cy="231289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5" name="Cerrar corchete 14">
            <a:extLst>
              <a:ext uri="{FF2B5EF4-FFF2-40B4-BE49-F238E27FC236}">
                <a16:creationId xmlns:a16="http://schemas.microsoft.com/office/drawing/2014/main" id="{DF5D3E5D-1A1E-4D27-91B6-EF5BBD2AAA67}"/>
              </a:ext>
            </a:extLst>
          </p:cNvPr>
          <p:cNvSpPr/>
          <p:nvPr/>
        </p:nvSpPr>
        <p:spPr>
          <a:xfrm>
            <a:off x="6012889" y="371190"/>
            <a:ext cx="166222" cy="231289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7" name="CuadroTexto 16">
            <a:extLst>
              <a:ext uri="{FF2B5EF4-FFF2-40B4-BE49-F238E27FC236}">
                <a16:creationId xmlns:a16="http://schemas.microsoft.com/office/drawing/2014/main" id="{CF14949B-C524-442D-B30C-B15B09E54B7B}"/>
              </a:ext>
            </a:extLst>
          </p:cNvPr>
          <p:cNvSpPr txBox="1"/>
          <p:nvPr/>
        </p:nvSpPr>
        <p:spPr>
          <a:xfrm>
            <a:off x="6580430" y="1205984"/>
            <a:ext cx="529312" cy="923330"/>
          </a:xfrm>
          <a:prstGeom prst="rect">
            <a:avLst/>
          </a:prstGeom>
          <a:noFill/>
        </p:spPr>
        <p:txBody>
          <a:bodyPr wrap="none" rtlCol="0">
            <a:spAutoFit/>
          </a:bodyPr>
          <a:lstStyle/>
          <a:p>
            <a:r>
              <a:rPr lang="es-NI" sz="5400" dirty="0">
                <a:solidFill>
                  <a:srgbClr val="FFFFFF"/>
                </a:solidFill>
              </a:rPr>
              <a:t>*</a:t>
            </a:r>
            <a:endParaRPr lang="es-NI" sz="5400" dirty="0"/>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4BAE8212-3EAB-4B5F-86B5-30BFA78DAEA1}"/>
                  </a:ext>
                </a:extLst>
              </p:cNvPr>
              <p:cNvSpPr txBox="1"/>
              <p:nvPr/>
            </p:nvSpPr>
            <p:spPr>
              <a:xfrm>
                <a:off x="525371" y="4699420"/>
                <a:ext cx="1237968" cy="707886"/>
              </a:xfrm>
              <a:prstGeom prst="rect">
                <a:avLst/>
              </a:prstGeom>
              <a:noFill/>
            </p:spPr>
            <p:txBody>
              <a:bodyPr wrap="none" rtlCol="0">
                <a:spAutoFit/>
              </a:bodyPr>
              <a:lstStyle/>
              <a:p>
                <a14:m>
                  <m:oMath xmlns:m="http://schemas.openxmlformats.org/officeDocument/2006/math">
                    <m:sSup>
                      <m:sSupPr>
                        <m:ctrlPr>
                          <a:rPr lang="es-NI" sz="4000" i="1" smtClean="0">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2</m:t>
                        </m:r>
                      </m:sup>
                    </m:sSup>
                  </m:oMath>
                </a14:m>
                <a:r>
                  <a:rPr lang="es-NI" sz="4000" dirty="0"/>
                  <a:t> = </a:t>
                </a:r>
              </a:p>
            </p:txBody>
          </p:sp>
        </mc:Choice>
        <mc:Fallback xmlns="">
          <p:sp>
            <p:nvSpPr>
              <p:cNvPr id="12" name="CuadroTexto 11">
                <a:extLst>
                  <a:ext uri="{FF2B5EF4-FFF2-40B4-BE49-F238E27FC236}">
                    <a16:creationId xmlns:a16="http://schemas.microsoft.com/office/drawing/2014/main" id="{4BAE8212-3EAB-4B5F-86B5-30BFA78DAEA1}"/>
                  </a:ext>
                </a:extLst>
              </p:cNvPr>
              <p:cNvSpPr txBox="1">
                <a:spLocks noRot="1" noChangeAspect="1" noMove="1" noResize="1" noEditPoints="1" noAdjustHandles="1" noChangeArrowheads="1" noChangeShapeType="1" noTextEdit="1"/>
              </p:cNvSpPr>
              <p:nvPr/>
            </p:nvSpPr>
            <p:spPr>
              <a:xfrm>
                <a:off x="525371" y="4699420"/>
                <a:ext cx="1237968" cy="707886"/>
              </a:xfrm>
              <a:prstGeom prst="rect">
                <a:avLst/>
              </a:prstGeom>
              <a:blipFill>
                <a:blip r:embed="rId3"/>
                <a:stretch>
                  <a:fillRect t="-14655" r="-16749" b="-37069"/>
                </a:stretch>
              </a:blipFill>
            </p:spPr>
            <p:txBody>
              <a:bodyPr/>
              <a:lstStyle/>
              <a:p>
                <a:r>
                  <a:rPr lang="es-NI">
                    <a:noFill/>
                  </a:rPr>
                  <a:t> </a:t>
                </a:r>
              </a:p>
            </p:txBody>
          </p:sp>
        </mc:Fallback>
      </mc:AlternateContent>
      <p:sp>
        <p:nvSpPr>
          <p:cNvPr id="16" name="CuadroTexto 15">
            <a:extLst>
              <a:ext uri="{FF2B5EF4-FFF2-40B4-BE49-F238E27FC236}">
                <a16:creationId xmlns:a16="http://schemas.microsoft.com/office/drawing/2014/main" id="{0B71AE92-F72E-4755-9612-686BE43F1E29}"/>
              </a:ext>
            </a:extLst>
          </p:cNvPr>
          <p:cNvSpPr txBox="1"/>
          <p:nvPr/>
        </p:nvSpPr>
        <p:spPr>
          <a:xfrm>
            <a:off x="1784934" y="4136177"/>
            <a:ext cx="3603872" cy="1938992"/>
          </a:xfrm>
          <a:prstGeom prst="rect">
            <a:avLst/>
          </a:prstGeom>
          <a:noFill/>
        </p:spPr>
        <p:txBody>
          <a:bodyPr wrap="none" rtlCol="0">
            <a:spAutoFit/>
          </a:bodyPr>
          <a:lstStyle/>
          <a:p>
            <a:r>
              <a:rPr lang="es-NI" sz="4000" dirty="0">
                <a:solidFill>
                  <a:srgbClr val="FFFFFF"/>
                </a:solidFill>
              </a:rPr>
              <a:t>0.67   0.17   0.16</a:t>
            </a:r>
          </a:p>
          <a:p>
            <a:r>
              <a:rPr lang="es-NI" sz="4000" dirty="0">
                <a:solidFill>
                  <a:srgbClr val="FFFFFF"/>
                </a:solidFill>
              </a:rPr>
              <a:t>0.19   0.54   0.27</a:t>
            </a:r>
          </a:p>
          <a:p>
            <a:r>
              <a:rPr lang="es-NI" sz="4000" dirty="0"/>
              <a:t>0.3     0.28</a:t>
            </a:r>
          </a:p>
        </p:txBody>
      </p:sp>
      <p:sp>
        <p:nvSpPr>
          <p:cNvPr id="18" name="Abrir corchete 17">
            <a:extLst>
              <a:ext uri="{FF2B5EF4-FFF2-40B4-BE49-F238E27FC236}">
                <a16:creationId xmlns:a16="http://schemas.microsoft.com/office/drawing/2014/main" id="{35EDC9EE-482A-49E5-A582-A9CABA00C0F5}"/>
              </a:ext>
            </a:extLst>
          </p:cNvPr>
          <p:cNvSpPr/>
          <p:nvPr/>
        </p:nvSpPr>
        <p:spPr>
          <a:xfrm>
            <a:off x="1763338" y="4037701"/>
            <a:ext cx="226421" cy="2062103"/>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9" name="Cerrar corchete 18">
            <a:extLst>
              <a:ext uri="{FF2B5EF4-FFF2-40B4-BE49-F238E27FC236}">
                <a16:creationId xmlns:a16="http://schemas.microsoft.com/office/drawing/2014/main" id="{20753631-0BC3-483C-9222-B61E91EC23C7}"/>
              </a:ext>
            </a:extLst>
          </p:cNvPr>
          <p:cNvSpPr/>
          <p:nvPr/>
        </p:nvSpPr>
        <p:spPr>
          <a:xfrm>
            <a:off x="5224759" y="4037701"/>
            <a:ext cx="163156" cy="2062103"/>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6C360A2D-8726-43D5-A42E-16EFE1DBD67D}"/>
                  </a:ext>
                </a:extLst>
              </p:cNvPr>
              <p:cNvSpPr txBox="1"/>
              <p:nvPr/>
            </p:nvSpPr>
            <p:spPr>
              <a:xfrm>
                <a:off x="6559931" y="3514481"/>
                <a:ext cx="5374356" cy="3139321"/>
              </a:xfrm>
              <a:prstGeom prst="rect">
                <a:avLst/>
              </a:prstGeom>
              <a:noFill/>
            </p:spPr>
            <p:txBody>
              <a:bodyPr wrap="none" rtlCol="0">
                <a:spAutoFit/>
              </a:bodyPr>
              <a:lstStyle/>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(1,1) = </a:t>
                </a:r>
                <a:r>
                  <a:rPr lang="es-NI" dirty="0">
                    <a:solidFill>
                      <a:srgbClr val="0070C0"/>
                    </a:solidFill>
                  </a:rPr>
                  <a:t>( 0.8 * 0.8 )</a:t>
                </a:r>
                <a:r>
                  <a:rPr lang="es-NI" dirty="0"/>
                  <a:t> + </a:t>
                </a:r>
                <a:r>
                  <a:rPr lang="es-NI" dirty="0">
                    <a:solidFill>
                      <a:srgbClr val="92D050"/>
                    </a:solidFill>
                  </a:rPr>
                  <a:t>( 0.1 * 0.1 )</a:t>
                </a:r>
                <a:r>
                  <a:rPr lang="es-NI" dirty="0"/>
                  <a:t> + </a:t>
                </a:r>
                <a:r>
                  <a:rPr lang="es-NI" dirty="0">
                    <a:solidFill>
                      <a:srgbClr val="FF00FF"/>
                    </a:solidFill>
                  </a:rPr>
                  <a:t>( 0.1 * 0.2 ) </a:t>
                </a:r>
                <a:r>
                  <a:rPr lang="es-NI" dirty="0">
                    <a:solidFill>
                      <a:srgbClr val="FFFFFF"/>
                    </a:solidFill>
                  </a:rPr>
                  <a:t>= 0.67</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(1,2) = </a:t>
                </a:r>
                <a:r>
                  <a:rPr lang="es-NI" dirty="0">
                    <a:solidFill>
                      <a:srgbClr val="0070C0"/>
                    </a:solidFill>
                  </a:rPr>
                  <a:t>( 0.8 * 0.1 )</a:t>
                </a:r>
                <a:r>
                  <a:rPr lang="es-NI" dirty="0"/>
                  <a:t> + </a:t>
                </a:r>
                <a:r>
                  <a:rPr lang="es-NI" dirty="0">
                    <a:solidFill>
                      <a:srgbClr val="92D050"/>
                    </a:solidFill>
                  </a:rPr>
                  <a:t>( 0.1 * 0.7 )</a:t>
                </a:r>
                <a:r>
                  <a:rPr lang="es-NI" dirty="0"/>
                  <a:t> + </a:t>
                </a:r>
                <a:r>
                  <a:rPr lang="es-NI" dirty="0">
                    <a:solidFill>
                      <a:srgbClr val="FF00FF"/>
                    </a:solidFill>
                  </a:rPr>
                  <a:t>( 0.1 * 0.2 ) </a:t>
                </a:r>
                <a:r>
                  <a:rPr lang="es-NI" dirty="0">
                    <a:solidFill>
                      <a:srgbClr val="FFFFFF"/>
                    </a:solidFill>
                  </a:rPr>
                  <a:t>= 0.17</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(1,3) = </a:t>
                </a:r>
                <a:r>
                  <a:rPr lang="es-NI" dirty="0">
                    <a:solidFill>
                      <a:srgbClr val="0070C0"/>
                    </a:solidFill>
                  </a:rPr>
                  <a:t>( 0.8 * 0.1 )</a:t>
                </a:r>
                <a:r>
                  <a:rPr lang="es-NI" dirty="0"/>
                  <a:t> + </a:t>
                </a:r>
                <a:r>
                  <a:rPr lang="es-NI" dirty="0">
                    <a:solidFill>
                      <a:srgbClr val="92D050"/>
                    </a:solidFill>
                  </a:rPr>
                  <a:t>( 0.1 * 0.2 )</a:t>
                </a:r>
                <a:r>
                  <a:rPr lang="es-NI" dirty="0"/>
                  <a:t> + </a:t>
                </a:r>
                <a:r>
                  <a:rPr lang="es-NI" dirty="0">
                    <a:solidFill>
                      <a:srgbClr val="FF00FF"/>
                    </a:solidFill>
                  </a:rPr>
                  <a:t>( 0.1 * 0.6 ) </a:t>
                </a:r>
                <a:r>
                  <a:rPr lang="es-NI" dirty="0">
                    <a:solidFill>
                      <a:srgbClr val="FFFFFF"/>
                    </a:solidFill>
                  </a:rPr>
                  <a:t>= 0.16</a:t>
                </a:r>
              </a:p>
              <a:p>
                <a:endParaRPr lang="es-NI" dirty="0">
                  <a:solidFill>
                    <a:srgbClr val="FFFFFF"/>
                  </a:solidFill>
                </a:endParaRP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(2,1) = </a:t>
                </a:r>
                <a:r>
                  <a:rPr lang="es-NI" dirty="0">
                    <a:solidFill>
                      <a:srgbClr val="0070C0"/>
                    </a:solidFill>
                  </a:rPr>
                  <a:t>( 0.1 * 0.8 )</a:t>
                </a:r>
                <a:r>
                  <a:rPr lang="es-NI" dirty="0"/>
                  <a:t> + </a:t>
                </a:r>
                <a:r>
                  <a:rPr lang="es-NI" dirty="0">
                    <a:solidFill>
                      <a:srgbClr val="92D050"/>
                    </a:solidFill>
                  </a:rPr>
                  <a:t>( 0.7 * 0.1 )</a:t>
                </a:r>
                <a:r>
                  <a:rPr lang="es-NI" dirty="0"/>
                  <a:t> + </a:t>
                </a:r>
                <a:r>
                  <a:rPr lang="es-NI" dirty="0">
                    <a:solidFill>
                      <a:srgbClr val="FF00FF"/>
                    </a:solidFill>
                  </a:rPr>
                  <a:t>( 0.2 * 0.2 ) </a:t>
                </a:r>
                <a:r>
                  <a:rPr lang="es-NI" dirty="0">
                    <a:solidFill>
                      <a:srgbClr val="FFFFFF"/>
                    </a:solidFill>
                  </a:rPr>
                  <a:t>= 0.19</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(2,2) = </a:t>
                </a:r>
                <a:r>
                  <a:rPr lang="es-NI" dirty="0">
                    <a:solidFill>
                      <a:srgbClr val="0070C0"/>
                    </a:solidFill>
                  </a:rPr>
                  <a:t>( 0.1 * 0.1 )</a:t>
                </a:r>
                <a:r>
                  <a:rPr lang="es-NI" dirty="0"/>
                  <a:t> + </a:t>
                </a:r>
                <a:r>
                  <a:rPr lang="es-NI" dirty="0">
                    <a:solidFill>
                      <a:srgbClr val="92D050"/>
                    </a:solidFill>
                  </a:rPr>
                  <a:t>( 0.7 * 0.7 )</a:t>
                </a:r>
                <a:r>
                  <a:rPr lang="es-NI" dirty="0"/>
                  <a:t> + </a:t>
                </a:r>
                <a:r>
                  <a:rPr lang="es-NI" dirty="0">
                    <a:solidFill>
                      <a:srgbClr val="FF00FF"/>
                    </a:solidFill>
                  </a:rPr>
                  <a:t>( 0.2 * 0.2 ) </a:t>
                </a:r>
                <a:r>
                  <a:rPr lang="es-NI" dirty="0">
                    <a:solidFill>
                      <a:srgbClr val="FFFFFF"/>
                    </a:solidFill>
                  </a:rPr>
                  <a:t>= 0.54</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(2,3) = </a:t>
                </a:r>
                <a:r>
                  <a:rPr lang="es-NI" dirty="0">
                    <a:solidFill>
                      <a:srgbClr val="0070C0"/>
                    </a:solidFill>
                  </a:rPr>
                  <a:t>( 0.1 * 0.1 )</a:t>
                </a:r>
                <a:r>
                  <a:rPr lang="es-NI" dirty="0"/>
                  <a:t> + </a:t>
                </a:r>
                <a:r>
                  <a:rPr lang="es-NI" dirty="0">
                    <a:solidFill>
                      <a:srgbClr val="92D050"/>
                    </a:solidFill>
                  </a:rPr>
                  <a:t>( 0.7 * 0.2 )</a:t>
                </a:r>
                <a:r>
                  <a:rPr lang="es-NI" dirty="0"/>
                  <a:t> + </a:t>
                </a:r>
                <a:r>
                  <a:rPr lang="es-NI" dirty="0">
                    <a:solidFill>
                      <a:srgbClr val="FF00FF"/>
                    </a:solidFill>
                  </a:rPr>
                  <a:t>( 0.2 * 0.6 ) </a:t>
                </a:r>
                <a:r>
                  <a:rPr lang="es-NI" dirty="0">
                    <a:solidFill>
                      <a:srgbClr val="FFFFFF"/>
                    </a:solidFill>
                  </a:rPr>
                  <a:t>= 0.27</a:t>
                </a:r>
              </a:p>
              <a:p>
                <a:endParaRPr lang="es-NI" dirty="0">
                  <a:solidFill>
                    <a:srgbClr val="FFFFFF"/>
                  </a:solidFill>
                </a:endParaRP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(3,1) = </a:t>
                </a:r>
                <a:r>
                  <a:rPr lang="es-NI" dirty="0">
                    <a:solidFill>
                      <a:srgbClr val="0070C0"/>
                    </a:solidFill>
                  </a:rPr>
                  <a:t>( 0.2 * 0.8 )</a:t>
                </a:r>
                <a:r>
                  <a:rPr lang="es-NI" dirty="0"/>
                  <a:t> + </a:t>
                </a:r>
                <a:r>
                  <a:rPr lang="es-NI" dirty="0">
                    <a:solidFill>
                      <a:srgbClr val="92D050"/>
                    </a:solidFill>
                  </a:rPr>
                  <a:t>( 0.2 * 0.1 )</a:t>
                </a:r>
                <a:r>
                  <a:rPr lang="es-NI" dirty="0"/>
                  <a:t> + </a:t>
                </a:r>
                <a:r>
                  <a:rPr lang="es-NI" dirty="0">
                    <a:solidFill>
                      <a:srgbClr val="FF00FF"/>
                    </a:solidFill>
                  </a:rPr>
                  <a:t>( 0.6 * 0.2 ) </a:t>
                </a:r>
                <a:r>
                  <a:rPr lang="es-NI" dirty="0">
                    <a:solidFill>
                      <a:srgbClr val="FFFFFF"/>
                    </a:solidFill>
                  </a:rPr>
                  <a:t>= 0.3</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(3,2) = </a:t>
                </a:r>
                <a:r>
                  <a:rPr lang="es-NI" dirty="0">
                    <a:solidFill>
                      <a:srgbClr val="0070C0"/>
                    </a:solidFill>
                  </a:rPr>
                  <a:t>( 0.2 * 0.1 )</a:t>
                </a:r>
                <a:r>
                  <a:rPr lang="es-NI" dirty="0"/>
                  <a:t> + </a:t>
                </a:r>
                <a:r>
                  <a:rPr lang="es-NI" dirty="0">
                    <a:solidFill>
                      <a:srgbClr val="92D050"/>
                    </a:solidFill>
                  </a:rPr>
                  <a:t>( 0.2 * 0.7 )</a:t>
                </a:r>
                <a:r>
                  <a:rPr lang="es-NI" dirty="0"/>
                  <a:t> + </a:t>
                </a:r>
                <a:r>
                  <a:rPr lang="es-NI" dirty="0">
                    <a:solidFill>
                      <a:srgbClr val="FF00FF"/>
                    </a:solidFill>
                  </a:rPr>
                  <a:t>( 0.6 * 0.2 ) </a:t>
                </a:r>
                <a:r>
                  <a:rPr lang="es-NI" dirty="0">
                    <a:solidFill>
                      <a:srgbClr val="FFFFFF"/>
                    </a:solidFill>
                  </a:rPr>
                  <a:t>= 0.28</a:t>
                </a:r>
              </a:p>
              <a:p>
                <a:endParaRPr lang="es-NI" dirty="0">
                  <a:solidFill>
                    <a:srgbClr val="FFFFFF"/>
                  </a:solidFill>
                </a:endParaRPr>
              </a:p>
            </p:txBody>
          </p:sp>
        </mc:Choice>
        <mc:Fallback xmlns="">
          <p:sp>
            <p:nvSpPr>
              <p:cNvPr id="20" name="CuadroTexto 19">
                <a:extLst>
                  <a:ext uri="{FF2B5EF4-FFF2-40B4-BE49-F238E27FC236}">
                    <a16:creationId xmlns:a16="http://schemas.microsoft.com/office/drawing/2014/main" id="{6C360A2D-8726-43D5-A42E-16EFE1DBD67D}"/>
                  </a:ext>
                </a:extLst>
              </p:cNvPr>
              <p:cNvSpPr txBox="1">
                <a:spLocks noRot="1" noChangeAspect="1" noMove="1" noResize="1" noEditPoints="1" noAdjustHandles="1" noChangeArrowheads="1" noChangeShapeType="1" noTextEdit="1"/>
              </p:cNvSpPr>
              <p:nvPr/>
            </p:nvSpPr>
            <p:spPr>
              <a:xfrm>
                <a:off x="6559931" y="3514481"/>
                <a:ext cx="5374356" cy="3139321"/>
              </a:xfrm>
              <a:prstGeom prst="rect">
                <a:avLst/>
              </a:prstGeom>
              <a:blipFill>
                <a:blip r:embed="rId4"/>
                <a:stretch>
                  <a:fillRect t="-1165" r="-113"/>
                </a:stretch>
              </a:blipFill>
            </p:spPr>
            <p:txBody>
              <a:bodyPr/>
              <a:lstStyle/>
              <a:p>
                <a:r>
                  <a:rPr lang="es-NI">
                    <a:noFill/>
                  </a:rPr>
                  <a:t> </a:t>
                </a:r>
              </a:p>
            </p:txBody>
          </p:sp>
        </mc:Fallback>
      </mc:AlternateContent>
      <p:cxnSp>
        <p:nvCxnSpPr>
          <p:cNvPr id="4" name="Conector recto 3">
            <a:extLst>
              <a:ext uri="{FF2B5EF4-FFF2-40B4-BE49-F238E27FC236}">
                <a16:creationId xmlns:a16="http://schemas.microsoft.com/office/drawing/2014/main" id="{9F162002-694F-4229-B66D-E49E5678CECC}"/>
              </a:ext>
            </a:extLst>
          </p:cNvPr>
          <p:cNvCxnSpPr/>
          <p:nvPr/>
        </p:nvCxnSpPr>
        <p:spPr>
          <a:xfrm>
            <a:off x="6096000" y="3429000"/>
            <a:ext cx="0" cy="3429000"/>
          </a:xfrm>
          <a:prstGeom prst="line">
            <a:avLst/>
          </a:prstGeom>
          <a:ln w="50800" cap="rnd" cmpd="thickThin">
            <a:solidFill>
              <a:schemeClr val="tx1"/>
            </a:solidFill>
            <a:prstDash val="solid"/>
            <a:bevel/>
          </a:ln>
        </p:spPr>
        <p:style>
          <a:lnRef idx="1">
            <a:schemeClr val="accent1"/>
          </a:lnRef>
          <a:fillRef idx="0">
            <a:schemeClr val="accent1"/>
          </a:fillRef>
          <a:effectRef idx="0">
            <a:schemeClr val="accent1"/>
          </a:effectRef>
          <a:fontRef idx="minor">
            <a:schemeClr val="tx1"/>
          </a:fontRef>
        </p:style>
      </p:cxnSp>
      <p:sp>
        <p:nvSpPr>
          <p:cNvPr id="29" name="CuadroTexto 28">
            <a:extLst>
              <a:ext uri="{FF2B5EF4-FFF2-40B4-BE49-F238E27FC236}">
                <a16:creationId xmlns:a16="http://schemas.microsoft.com/office/drawing/2014/main" id="{18777277-EE13-4901-B105-4D394DBBEA87}"/>
              </a:ext>
            </a:extLst>
          </p:cNvPr>
          <p:cNvSpPr txBox="1"/>
          <p:nvPr/>
        </p:nvSpPr>
        <p:spPr>
          <a:xfrm>
            <a:off x="5388806" y="3546567"/>
            <a:ext cx="444352" cy="707886"/>
          </a:xfrm>
          <a:prstGeom prst="rect">
            <a:avLst/>
          </a:prstGeom>
          <a:noFill/>
        </p:spPr>
        <p:txBody>
          <a:bodyPr wrap="none" rtlCol="0">
            <a:spAutoFit/>
          </a:bodyPr>
          <a:lstStyle/>
          <a:p>
            <a:r>
              <a:rPr lang="es-NI" sz="4000" dirty="0">
                <a:solidFill>
                  <a:srgbClr val="FFFFFF"/>
                </a:solidFill>
              </a:rPr>
              <a:t>2</a:t>
            </a:r>
            <a:endParaRPr lang="es-NI" sz="4000" dirty="0"/>
          </a:p>
        </p:txBody>
      </p:sp>
      <p:sp>
        <p:nvSpPr>
          <p:cNvPr id="21" name="Rectángulo 20">
            <a:extLst>
              <a:ext uri="{FF2B5EF4-FFF2-40B4-BE49-F238E27FC236}">
                <a16:creationId xmlns:a16="http://schemas.microsoft.com/office/drawing/2014/main" id="{77F3DA73-8F12-4DDF-B634-601E52B5C59D}"/>
              </a:ext>
            </a:extLst>
          </p:cNvPr>
          <p:cNvSpPr/>
          <p:nvPr/>
        </p:nvSpPr>
        <p:spPr>
          <a:xfrm>
            <a:off x="6592150" y="6018632"/>
            <a:ext cx="5254519" cy="27934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8" name="CuadroTexto 27">
            <a:extLst>
              <a:ext uri="{FF2B5EF4-FFF2-40B4-BE49-F238E27FC236}">
                <a16:creationId xmlns:a16="http://schemas.microsoft.com/office/drawing/2014/main" id="{64E0EBF6-0AE2-4A25-9A74-DF874D6BAE53}"/>
              </a:ext>
            </a:extLst>
          </p:cNvPr>
          <p:cNvSpPr txBox="1"/>
          <p:nvPr/>
        </p:nvSpPr>
        <p:spPr>
          <a:xfrm>
            <a:off x="7651741" y="234976"/>
            <a:ext cx="3757760" cy="2585323"/>
          </a:xfrm>
          <a:prstGeom prst="rect">
            <a:avLst/>
          </a:prstGeom>
          <a:noFill/>
        </p:spPr>
        <p:txBody>
          <a:bodyPr wrap="none" rtlCol="0">
            <a:spAutoFit/>
          </a:bodyPr>
          <a:lstStyle/>
          <a:p>
            <a:r>
              <a:rPr lang="es-NI" sz="5400" dirty="0">
                <a:solidFill>
                  <a:srgbClr val="FFFFFF"/>
                </a:solidFill>
              </a:rPr>
              <a:t>0.8   </a:t>
            </a:r>
            <a:r>
              <a:rPr lang="es-NI" sz="5400" dirty="0">
                <a:solidFill>
                  <a:srgbClr val="0070C0"/>
                </a:solidFill>
              </a:rPr>
              <a:t>0.1</a:t>
            </a:r>
            <a:r>
              <a:rPr lang="es-NI" sz="5400" dirty="0">
                <a:solidFill>
                  <a:srgbClr val="FFFFFF"/>
                </a:solidFill>
              </a:rPr>
              <a:t>   0.1</a:t>
            </a:r>
          </a:p>
          <a:p>
            <a:r>
              <a:rPr lang="es-NI" sz="5400" dirty="0">
                <a:solidFill>
                  <a:srgbClr val="FFFFFF"/>
                </a:solidFill>
              </a:rPr>
              <a:t>0.1   </a:t>
            </a:r>
            <a:r>
              <a:rPr lang="es-NI" sz="5400" dirty="0">
                <a:solidFill>
                  <a:srgbClr val="92D050"/>
                </a:solidFill>
              </a:rPr>
              <a:t>0.7</a:t>
            </a:r>
            <a:r>
              <a:rPr lang="es-NI" sz="5400" dirty="0">
                <a:solidFill>
                  <a:srgbClr val="FFFFFF"/>
                </a:solidFill>
              </a:rPr>
              <a:t>   0.2</a:t>
            </a:r>
          </a:p>
          <a:p>
            <a:r>
              <a:rPr lang="es-NI" sz="5400" dirty="0">
                <a:solidFill>
                  <a:srgbClr val="FFFFFF"/>
                </a:solidFill>
              </a:rPr>
              <a:t>0.2   </a:t>
            </a:r>
            <a:r>
              <a:rPr lang="es-NI" sz="5400" dirty="0">
                <a:solidFill>
                  <a:srgbClr val="FF00FF"/>
                </a:solidFill>
              </a:rPr>
              <a:t>0.2</a:t>
            </a:r>
            <a:r>
              <a:rPr lang="es-NI" sz="5400" dirty="0">
                <a:solidFill>
                  <a:srgbClr val="FFFFFF"/>
                </a:solidFill>
              </a:rPr>
              <a:t>   0.6</a:t>
            </a:r>
            <a:endParaRPr lang="es-NI" sz="5400" dirty="0"/>
          </a:p>
        </p:txBody>
      </p:sp>
      <p:sp>
        <p:nvSpPr>
          <p:cNvPr id="30" name="Abrir corchete 29">
            <a:extLst>
              <a:ext uri="{FF2B5EF4-FFF2-40B4-BE49-F238E27FC236}">
                <a16:creationId xmlns:a16="http://schemas.microsoft.com/office/drawing/2014/main" id="{B1A23A34-0443-4F29-8F7B-1BBB77B75EED}"/>
              </a:ext>
            </a:extLst>
          </p:cNvPr>
          <p:cNvSpPr/>
          <p:nvPr/>
        </p:nvSpPr>
        <p:spPr>
          <a:xfrm>
            <a:off x="7386372" y="371190"/>
            <a:ext cx="198134" cy="231289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1" name="Cerrar corchete 30">
            <a:extLst>
              <a:ext uri="{FF2B5EF4-FFF2-40B4-BE49-F238E27FC236}">
                <a16:creationId xmlns:a16="http://schemas.microsoft.com/office/drawing/2014/main" id="{EF846207-4B34-4AD7-A6DA-48D6C0BC33BB}"/>
              </a:ext>
            </a:extLst>
          </p:cNvPr>
          <p:cNvSpPr/>
          <p:nvPr/>
        </p:nvSpPr>
        <p:spPr>
          <a:xfrm>
            <a:off x="11409501" y="371190"/>
            <a:ext cx="166222" cy="231289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2" name="Rectángulo 31">
            <a:extLst>
              <a:ext uri="{FF2B5EF4-FFF2-40B4-BE49-F238E27FC236}">
                <a16:creationId xmlns:a16="http://schemas.microsoft.com/office/drawing/2014/main" id="{AC91746A-E88B-4526-A815-52B4F6EE96DB}"/>
              </a:ext>
            </a:extLst>
          </p:cNvPr>
          <p:cNvSpPr/>
          <p:nvPr/>
        </p:nvSpPr>
        <p:spPr>
          <a:xfrm>
            <a:off x="3006502" y="5421761"/>
            <a:ext cx="1016858" cy="53863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6670891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18557"/>
    </mc:Choice>
    <mc:Fallback xmlns="">
      <p:transition spd="slow" advTm="118557"/>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E74522C3-754B-4208-B56A-32627244613B}"/>
                  </a:ext>
                </a:extLst>
              </p:cNvPr>
              <p:cNvSpPr txBox="1"/>
              <p:nvPr/>
            </p:nvSpPr>
            <p:spPr>
              <a:xfrm>
                <a:off x="492391" y="1065972"/>
                <a:ext cx="1610505" cy="923330"/>
              </a:xfrm>
              <a:prstGeom prst="rect">
                <a:avLst/>
              </a:prstGeom>
              <a:noFill/>
            </p:spPr>
            <p:txBody>
              <a:bodyPr wrap="none" rtlCol="0">
                <a:spAutoFit/>
              </a:bodyPr>
              <a:lstStyle/>
              <a:p>
                <a14:m>
                  <m:oMath xmlns:m="http://schemas.openxmlformats.org/officeDocument/2006/math">
                    <m:sSup>
                      <m:sSupPr>
                        <m:ctrlPr>
                          <a:rPr lang="es-NI" sz="5400" i="1" smtClean="0">
                            <a:latin typeface="Cambria Math" panose="02040503050406030204" pitchFamily="18" charset="0"/>
                          </a:rPr>
                        </m:ctrlPr>
                      </m:sSupPr>
                      <m:e>
                        <m:r>
                          <a:rPr lang="es-NI" sz="5400" i="1">
                            <a:latin typeface="Cambria Math" panose="02040503050406030204" pitchFamily="18" charset="0"/>
                          </a:rPr>
                          <m:t>𝑃</m:t>
                        </m:r>
                      </m:e>
                      <m:sup>
                        <m:r>
                          <a:rPr lang="es-NI" sz="5400" b="0" i="1" smtClean="0">
                            <a:latin typeface="Cambria Math" panose="02040503050406030204" pitchFamily="18" charset="0"/>
                          </a:rPr>
                          <m:t>2</m:t>
                        </m:r>
                      </m:sup>
                    </m:sSup>
                  </m:oMath>
                </a14:m>
                <a:r>
                  <a:rPr lang="es-NI" sz="5400" dirty="0"/>
                  <a:t> = </a:t>
                </a:r>
              </a:p>
            </p:txBody>
          </p:sp>
        </mc:Choice>
        <mc:Fallback xmlns="">
          <p:sp>
            <p:nvSpPr>
              <p:cNvPr id="3" name="CuadroTexto 2">
                <a:extLst>
                  <a:ext uri="{FF2B5EF4-FFF2-40B4-BE49-F238E27FC236}">
                    <a16:creationId xmlns:a16="http://schemas.microsoft.com/office/drawing/2014/main" id="{E74522C3-754B-4208-B56A-32627244613B}"/>
                  </a:ext>
                </a:extLst>
              </p:cNvPr>
              <p:cNvSpPr txBox="1">
                <a:spLocks noRot="1" noChangeAspect="1" noMove="1" noResize="1" noEditPoints="1" noAdjustHandles="1" noChangeArrowheads="1" noChangeShapeType="1" noTextEdit="1"/>
              </p:cNvSpPr>
              <p:nvPr/>
            </p:nvSpPr>
            <p:spPr>
              <a:xfrm>
                <a:off x="492391" y="1065972"/>
                <a:ext cx="1610505" cy="923330"/>
              </a:xfrm>
              <a:prstGeom prst="rect">
                <a:avLst/>
              </a:prstGeom>
              <a:blipFill>
                <a:blip r:embed="rId2"/>
                <a:stretch>
                  <a:fillRect t="-17881" r="-19318" b="-40397"/>
                </a:stretch>
              </a:blipFill>
            </p:spPr>
            <p:txBody>
              <a:bodyPr/>
              <a:lstStyle/>
              <a:p>
                <a:r>
                  <a:rPr lang="es-NI">
                    <a:noFill/>
                  </a:rPr>
                  <a:t> </a:t>
                </a:r>
              </a:p>
            </p:txBody>
          </p:sp>
        </mc:Fallback>
      </mc:AlternateContent>
      <p:sp>
        <p:nvSpPr>
          <p:cNvPr id="13" name="CuadroTexto 12">
            <a:extLst>
              <a:ext uri="{FF2B5EF4-FFF2-40B4-BE49-F238E27FC236}">
                <a16:creationId xmlns:a16="http://schemas.microsoft.com/office/drawing/2014/main" id="{1675F07D-95C4-4EFA-BDEE-1C050667DF68}"/>
              </a:ext>
            </a:extLst>
          </p:cNvPr>
          <p:cNvSpPr txBox="1"/>
          <p:nvPr/>
        </p:nvSpPr>
        <p:spPr>
          <a:xfrm>
            <a:off x="2255129" y="234976"/>
            <a:ext cx="3757760" cy="2585323"/>
          </a:xfrm>
          <a:prstGeom prst="rect">
            <a:avLst/>
          </a:prstGeom>
          <a:noFill/>
        </p:spPr>
        <p:txBody>
          <a:bodyPr wrap="none" rtlCol="0">
            <a:spAutoFit/>
          </a:bodyPr>
          <a:lstStyle/>
          <a:p>
            <a:r>
              <a:rPr lang="es-NI" sz="5400" dirty="0"/>
              <a:t>0.8   0.1   0.1</a:t>
            </a:r>
          </a:p>
          <a:p>
            <a:r>
              <a:rPr lang="es-NI" sz="5400" dirty="0"/>
              <a:t>0.1   0.7   0.2</a:t>
            </a:r>
          </a:p>
          <a:p>
            <a:r>
              <a:rPr lang="es-NI" sz="5400" dirty="0">
                <a:solidFill>
                  <a:srgbClr val="0070C0"/>
                </a:solidFill>
              </a:rPr>
              <a:t>0.2</a:t>
            </a:r>
            <a:r>
              <a:rPr lang="es-NI" sz="5400" dirty="0">
                <a:solidFill>
                  <a:srgbClr val="FFFFFF"/>
                </a:solidFill>
              </a:rPr>
              <a:t>   </a:t>
            </a:r>
            <a:r>
              <a:rPr lang="es-NI" sz="5400" dirty="0">
                <a:solidFill>
                  <a:srgbClr val="92D050"/>
                </a:solidFill>
              </a:rPr>
              <a:t>0.2</a:t>
            </a:r>
            <a:r>
              <a:rPr lang="es-NI" sz="5400" dirty="0">
                <a:solidFill>
                  <a:srgbClr val="FFFFFF"/>
                </a:solidFill>
              </a:rPr>
              <a:t>   </a:t>
            </a:r>
            <a:r>
              <a:rPr lang="es-NI" sz="5400" dirty="0">
                <a:solidFill>
                  <a:srgbClr val="FF00FF"/>
                </a:solidFill>
              </a:rPr>
              <a:t>0.6</a:t>
            </a:r>
          </a:p>
        </p:txBody>
      </p:sp>
      <p:sp>
        <p:nvSpPr>
          <p:cNvPr id="14" name="Abrir corchete 13">
            <a:extLst>
              <a:ext uri="{FF2B5EF4-FFF2-40B4-BE49-F238E27FC236}">
                <a16:creationId xmlns:a16="http://schemas.microsoft.com/office/drawing/2014/main" id="{977C3035-91F2-4108-954B-7137EE5E0EEE}"/>
              </a:ext>
            </a:extLst>
          </p:cNvPr>
          <p:cNvSpPr/>
          <p:nvPr/>
        </p:nvSpPr>
        <p:spPr>
          <a:xfrm>
            <a:off x="1989760" y="371190"/>
            <a:ext cx="198134" cy="231289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5" name="Cerrar corchete 14">
            <a:extLst>
              <a:ext uri="{FF2B5EF4-FFF2-40B4-BE49-F238E27FC236}">
                <a16:creationId xmlns:a16="http://schemas.microsoft.com/office/drawing/2014/main" id="{DF5D3E5D-1A1E-4D27-91B6-EF5BBD2AAA67}"/>
              </a:ext>
            </a:extLst>
          </p:cNvPr>
          <p:cNvSpPr/>
          <p:nvPr/>
        </p:nvSpPr>
        <p:spPr>
          <a:xfrm>
            <a:off x="6012889" y="371190"/>
            <a:ext cx="166222" cy="231289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7" name="CuadroTexto 16">
            <a:extLst>
              <a:ext uri="{FF2B5EF4-FFF2-40B4-BE49-F238E27FC236}">
                <a16:creationId xmlns:a16="http://schemas.microsoft.com/office/drawing/2014/main" id="{CF14949B-C524-442D-B30C-B15B09E54B7B}"/>
              </a:ext>
            </a:extLst>
          </p:cNvPr>
          <p:cNvSpPr txBox="1"/>
          <p:nvPr/>
        </p:nvSpPr>
        <p:spPr>
          <a:xfrm>
            <a:off x="6580430" y="1205984"/>
            <a:ext cx="529312" cy="923330"/>
          </a:xfrm>
          <a:prstGeom prst="rect">
            <a:avLst/>
          </a:prstGeom>
          <a:noFill/>
        </p:spPr>
        <p:txBody>
          <a:bodyPr wrap="none" rtlCol="0">
            <a:spAutoFit/>
          </a:bodyPr>
          <a:lstStyle/>
          <a:p>
            <a:r>
              <a:rPr lang="es-NI" sz="5400" dirty="0">
                <a:solidFill>
                  <a:srgbClr val="FFFFFF"/>
                </a:solidFill>
              </a:rPr>
              <a:t>*</a:t>
            </a:r>
            <a:endParaRPr lang="es-NI" sz="5400" dirty="0"/>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4BAE8212-3EAB-4B5F-86B5-30BFA78DAEA1}"/>
                  </a:ext>
                </a:extLst>
              </p:cNvPr>
              <p:cNvSpPr txBox="1"/>
              <p:nvPr/>
            </p:nvSpPr>
            <p:spPr>
              <a:xfrm>
                <a:off x="525371" y="4699420"/>
                <a:ext cx="1237968" cy="707886"/>
              </a:xfrm>
              <a:prstGeom prst="rect">
                <a:avLst/>
              </a:prstGeom>
              <a:noFill/>
            </p:spPr>
            <p:txBody>
              <a:bodyPr wrap="none" rtlCol="0">
                <a:spAutoFit/>
              </a:bodyPr>
              <a:lstStyle/>
              <a:p>
                <a14:m>
                  <m:oMath xmlns:m="http://schemas.openxmlformats.org/officeDocument/2006/math">
                    <m:sSup>
                      <m:sSupPr>
                        <m:ctrlPr>
                          <a:rPr lang="es-NI" sz="4000" i="1" smtClean="0">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2</m:t>
                        </m:r>
                      </m:sup>
                    </m:sSup>
                  </m:oMath>
                </a14:m>
                <a:r>
                  <a:rPr lang="es-NI" sz="4000" dirty="0"/>
                  <a:t> = </a:t>
                </a:r>
              </a:p>
            </p:txBody>
          </p:sp>
        </mc:Choice>
        <mc:Fallback xmlns="">
          <p:sp>
            <p:nvSpPr>
              <p:cNvPr id="12" name="CuadroTexto 11">
                <a:extLst>
                  <a:ext uri="{FF2B5EF4-FFF2-40B4-BE49-F238E27FC236}">
                    <a16:creationId xmlns:a16="http://schemas.microsoft.com/office/drawing/2014/main" id="{4BAE8212-3EAB-4B5F-86B5-30BFA78DAEA1}"/>
                  </a:ext>
                </a:extLst>
              </p:cNvPr>
              <p:cNvSpPr txBox="1">
                <a:spLocks noRot="1" noChangeAspect="1" noMove="1" noResize="1" noEditPoints="1" noAdjustHandles="1" noChangeArrowheads="1" noChangeShapeType="1" noTextEdit="1"/>
              </p:cNvSpPr>
              <p:nvPr/>
            </p:nvSpPr>
            <p:spPr>
              <a:xfrm>
                <a:off x="525371" y="4699420"/>
                <a:ext cx="1237968" cy="707886"/>
              </a:xfrm>
              <a:prstGeom prst="rect">
                <a:avLst/>
              </a:prstGeom>
              <a:blipFill>
                <a:blip r:embed="rId3"/>
                <a:stretch>
                  <a:fillRect t="-14655" r="-16749" b="-37069"/>
                </a:stretch>
              </a:blipFill>
            </p:spPr>
            <p:txBody>
              <a:bodyPr/>
              <a:lstStyle/>
              <a:p>
                <a:r>
                  <a:rPr lang="es-NI">
                    <a:noFill/>
                  </a:rPr>
                  <a:t> </a:t>
                </a:r>
              </a:p>
            </p:txBody>
          </p:sp>
        </mc:Fallback>
      </mc:AlternateContent>
      <p:sp>
        <p:nvSpPr>
          <p:cNvPr id="16" name="CuadroTexto 15">
            <a:extLst>
              <a:ext uri="{FF2B5EF4-FFF2-40B4-BE49-F238E27FC236}">
                <a16:creationId xmlns:a16="http://schemas.microsoft.com/office/drawing/2014/main" id="{0B71AE92-F72E-4755-9612-686BE43F1E29}"/>
              </a:ext>
            </a:extLst>
          </p:cNvPr>
          <p:cNvSpPr txBox="1"/>
          <p:nvPr/>
        </p:nvSpPr>
        <p:spPr>
          <a:xfrm>
            <a:off x="1784934" y="4136177"/>
            <a:ext cx="3603872" cy="1938992"/>
          </a:xfrm>
          <a:prstGeom prst="rect">
            <a:avLst/>
          </a:prstGeom>
          <a:noFill/>
        </p:spPr>
        <p:txBody>
          <a:bodyPr wrap="none" rtlCol="0">
            <a:spAutoFit/>
          </a:bodyPr>
          <a:lstStyle/>
          <a:p>
            <a:r>
              <a:rPr lang="es-NI" sz="4000" dirty="0">
                <a:solidFill>
                  <a:srgbClr val="FFFFFF"/>
                </a:solidFill>
              </a:rPr>
              <a:t>0.67   0.17   0.16</a:t>
            </a:r>
          </a:p>
          <a:p>
            <a:r>
              <a:rPr lang="es-NI" sz="4000" dirty="0">
                <a:solidFill>
                  <a:srgbClr val="FFFFFF"/>
                </a:solidFill>
              </a:rPr>
              <a:t>0.19   0.54   0.27</a:t>
            </a:r>
          </a:p>
          <a:p>
            <a:r>
              <a:rPr lang="es-NI" sz="4000" dirty="0"/>
              <a:t>0.3     0.28   0.42</a:t>
            </a:r>
          </a:p>
        </p:txBody>
      </p:sp>
      <p:sp>
        <p:nvSpPr>
          <p:cNvPr id="18" name="Abrir corchete 17">
            <a:extLst>
              <a:ext uri="{FF2B5EF4-FFF2-40B4-BE49-F238E27FC236}">
                <a16:creationId xmlns:a16="http://schemas.microsoft.com/office/drawing/2014/main" id="{35EDC9EE-482A-49E5-A582-A9CABA00C0F5}"/>
              </a:ext>
            </a:extLst>
          </p:cNvPr>
          <p:cNvSpPr/>
          <p:nvPr/>
        </p:nvSpPr>
        <p:spPr>
          <a:xfrm>
            <a:off x="1763338" y="4037701"/>
            <a:ext cx="226421" cy="2062103"/>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9" name="Cerrar corchete 18">
            <a:extLst>
              <a:ext uri="{FF2B5EF4-FFF2-40B4-BE49-F238E27FC236}">
                <a16:creationId xmlns:a16="http://schemas.microsoft.com/office/drawing/2014/main" id="{20753631-0BC3-483C-9222-B61E91EC23C7}"/>
              </a:ext>
            </a:extLst>
          </p:cNvPr>
          <p:cNvSpPr/>
          <p:nvPr/>
        </p:nvSpPr>
        <p:spPr>
          <a:xfrm>
            <a:off x="5224759" y="4037701"/>
            <a:ext cx="163156" cy="2062103"/>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6C360A2D-8726-43D5-A42E-16EFE1DBD67D}"/>
                  </a:ext>
                </a:extLst>
              </p:cNvPr>
              <p:cNvSpPr txBox="1"/>
              <p:nvPr/>
            </p:nvSpPr>
            <p:spPr>
              <a:xfrm>
                <a:off x="6559931" y="3514481"/>
                <a:ext cx="5374356" cy="3139321"/>
              </a:xfrm>
              <a:prstGeom prst="rect">
                <a:avLst/>
              </a:prstGeom>
              <a:noFill/>
            </p:spPr>
            <p:txBody>
              <a:bodyPr wrap="none" rtlCol="0">
                <a:spAutoFit/>
              </a:bodyPr>
              <a:lstStyle/>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(1,1) = </a:t>
                </a:r>
                <a:r>
                  <a:rPr lang="es-NI" dirty="0">
                    <a:solidFill>
                      <a:srgbClr val="0070C0"/>
                    </a:solidFill>
                  </a:rPr>
                  <a:t>( 0.8 * 0.8 )</a:t>
                </a:r>
                <a:r>
                  <a:rPr lang="es-NI" dirty="0"/>
                  <a:t> + </a:t>
                </a:r>
                <a:r>
                  <a:rPr lang="es-NI" dirty="0">
                    <a:solidFill>
                      <a:srgbClr val="92D050"/>
                    </a:solidFill>
                  </a:rPr>
                  <a:t>( 0.1 * 0.1 )</a:t>
                </a:r>
                <a:r>
                  <a:rPr lang="es-NI" dirty="0"/>
                  <a:t> + </a:t>
                </a:r>
                <a:r>
                  <a:rPr lang="es-NI" dirty="0">
                    <a:solidFill>
                      <a:srgbClr val="FF00FF"/>
                    </a:solidFill>
                  </a:rPr>
                  <a:t>( 0.1 * 0.2 ) </a:t>
                </a:r>
                <a:r>
                  <a:rPr lang="es-NI" dirty="0">
                    <a:solidFill>
                      <a:srgbClr val="FFFFFF"/>
                    </a:solidFill>
                  </a:rPr>
                  <a:t>= 0.67</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(1,2) = </a:t>
                </a:r>
                <a:r>
                  <a:rPr lang="es-NI" dirty="0">
                    <a:solidFill>
                      <a:srgbClr val="0070C0"/>
                    </a:solidFill>
                  </a:rPr>
                  <a:t>( 0.8 * 0.1 )</a:t>
                </a:r>
                <a:r>
                  <a:rPr lang="es-NI" dirty="0"/>
                  <a:t> + </a:t>
                </a:r>
                <a:r>
                  <a:rPr lang="es-NI" dirty="0">
                    <a:solidFill>
                      <a:srgbClr val="92D050"/>
                    </a:solidFill>
                  </a:rPr>
                  <a:t>( 0.1 * 0.7 )</a:t>
                </a:r>
                <a:r>
                  <a:rPr lang="es-NI" dirty="0"/>
                  <a:t> + </a:t>
                </a:r>
                <a:r>
                  <a:rPr lang="es-NI" dirty="0">
                    <a:solidFill>
                      <a:srgbClr val="FF00FF"/>
                    </a:solidFill>
                  </a:rPr>
                  <a:t>( 0.1 * 0.2 ) </a:t>
                </a:r>
                <a:r>
                  <a:rPr lang="es-NI" dirty="0">
                    <a:solidFill>
                      <a:srgbClr val="FFFFFF"/>
                    </a:solidFill>
                  </a:rPr>
                  <a:t>= 0.17</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(1,3) = </a:t>
                </a:r>
                <a:r>
                  <a:rPr lang="es-NI" dirty="0">
                    <a:solidFill>
                      <a:srgbClr val="0070C0"/>
                    </a:solidFill>
                  </a:rPr>
                  <a:t>( 0.8 * 0.1 )</a:t>
                </a:r>
                <a:r>
                  <a:rPr lang="es-NI" dirty="0"/>
                  <a:t> + </a:t>
                </a:r>
                <a:r>
                  <a:rPr lang="es-NI" dirty="0">
                    <a:solidFill>
                      <a:srgbClr val="92D050"/>
                    </a:solidFill>
                  </a:rPr>
                  <a:t>( 0.1 * 0.2 )</a:t>
                </a:r>
                <a:r>
                  <a:rPr lang="es-NI" dirty="0"/>
                  <a:t> + </a:t>
                </a:r>
                <a:r>
                  <a:rPr lang="es-NI" dirty="0">
                    <a:solidFill>
                      <a:srgbClr val="FF00FF"/>
                    </a:solidFill>
                  </a:rPr>
                  <a:t>( 0.1 * 0.6 ) </a:t>
                </a:r>
                <a:r>
                  <a:rPr lang="es-NI" dirty="0">
                    <a:solidFill>
                      <a:srgbClr val="FFFFFF"/>
                    </a:solidFill>
                  </a:rPr>
                  <a:t>= 0.16</a:t>
                </a:r>
              </a:p>
              <a:p>
                <a:endParaRPr lang="es-NI" dirty="0">
                  <a:solidFill>
                    <a:srgbClr val="FFFFFF"/>
                  </a:solidFill>
                </a:endParaRP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(2,1) = </a:t>
                </a:r>
                <a:r>
                  <a:rPr lang="es-NI" dirty="0">
                    <a:solidFill>
                      <a:srgbClr val="0070C0"/>
                    </a:solidFill>
                  </a:rPr>
                  <a:t>( 0.1 * 0.8 )</a:t>
                </a:r>
                <a:r>
                  <a:rPr lang="es-NI" dirty="0"/>
                  <a:t> + </a:t>
                </a:r>
                <a:r>
                  <a:rPr lang="es-NI" dirty="0">
                    <a:solidFill>
                      <a:srgbClr val="92D050"/>
                    </a:solidFill>
                  </a:rPr>
                  <a:t>( 0.7 * 0.1 )</a:t>
                </a:r>
                <a:r>
                  <a:rPr lang="es-NI" dirty="0"/>
                  <a:t> + </a:t>
                </a:r>
                <a:r>
                  <a:rPr lang="es-NI" dirty="0">
                    <a:solidFill>
                      <a:srgbClr val="FF00FF"/>
                    </a:solidFill>
                  </a:rPr>
                  <a:t>( 0.2 * 0.2 ) </a:t>
                </a:r>
                <a:r>
                  <a:rPr lang="es-NI" dirty="0">
                    <a:solidFill>
                      <a:srgbClr val="FFFFFF"/>
                    </a:solidFill>
                  </a:rPr>
                  <a:t>= 0.19</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(2,2) = </a:t>
                </a:r>
                <a:r>
                  <a:rPr lang="es-NI" dirty="0">
                    <a:solidFill>
                      <a:srgbClr val="0070C0"/>
                    </a:solidFill>
                  </a:rPr>
                  <a:t>( 0.1 * 0.1 )</a:t>
                </a:r>
                <a:r>
                  <a:rPr lang="es-NI" dirty="0"/>
                  <a:t> + </a:t>
                </a:r>
                <a:r>
                  <a:rPr lang="es-NI" dirty="0">
                    <a:solidFill>
                      <a:srgbClr val="92D050"/>
                    </a:solidFill>
                  </a:rPr>
                  <a:t>( 0.7 * 0.7 )</a:t>
                </a:r>
                <a:r>
                  <a:rPr lang="es-NI" dirty="0"/>
                  <a:t> + </a:t>
                </a:r>
                <a:r>
                  <a:rPr lang="es-NI" dirty="0">
                    <a:solidFill>
                      <a:srgbClr val="FF00FF"/>
                    </a:solidFill>
                  </a:rPr>
                  <a:t>( 0.2 * 0.2 ) </a:t>
                </a:r>
                <a:r>
                  <a:rPr lang="es-NI" dirty="0">
                    <a:solidFill>
                      <a:srgbClr val="FFFFFF"/>
                    </a:solidFill>
                  </a:rPr>
                  <a:t>= 0.54</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(2,3) = </a:t>
                </a:r>
                <a:r>
                  <a:rPr lang="es-NI" dirty="0">
                    <a:solidFill>
                      <a:srgbClr val="0070C0"/>
                    </a:solidFill>
                  </a:rPr>
                  <a:t>( 0.1 * 0.1 )</a:t>
                </a:r>
                <a:r>
                  <a:rPr lang="es-NI" dirty="0"/>
                  <a:t> + </a:t>
                </a:r>
                <a:r>
                  <a:rPr lang="es-NI" dirty="0">
                    <a:solidFill>
                      <a:srgbClr val="92D050"/>
                    </a:solidFill>
                  </a:rPr>
                  <a:t>( 0.7 * 0.2 )</a:t>
                </a:r>
                <a:r>
                  <a:rPr lang="es-NI" dirty="0"/>
                  <a:t> + </a:t>
                </a:r>
                <a:r>
                  <a:rPr lang="es-NI" dirty="0">
                    <a:solidFill>
                      <a:srgbClr val="FF00FF"/>
                    </a:solidFill>
                  </a:rPr>
                  <a:t>( 0.2 * 0.6 ) </a:t>
                </a:r>
                <a:r>
                  <a:rPr lang="es-NI" dirty="0">
                    <a:solidFill>
                      <a:srgbClr val="FFFFFF"/>
                    </a:solidFill>
                  </a:rPr>
                  <a:t>= 0.27</a:t>
                </a:r>
              </a:p>
              <a:p>
                <a:endParaRPr lang="es-NI" dirty="0">
                  <a:solidFill>
                    <a:srgbClr val="FFFFFF"/>
                  </a:solidFill>
                </a:endParaRP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(3,1) = </a:t>
                </a:r>
                <a:r>
                  <a:rPr lang="es-NI" dirty="0">
                    <a:solidFill>
                      <a:srgbClr val="0070C0"/>
                    </a:solidFill>
                  </a:rPr>
                  <a:t>( 0.2 * 0.8 )</a:t>
                </a:r>
                <a:r>
                  <a:rPr lang="es-NI" dirty="0"/>
                  <a:t> + </a:t>
                </a:r>
                <a:r>
                  <a:rPr lang="es-NI" dirty="0">
                    <a:solidFill>
                      <a:srgbClr val="92D050"/>
                    </a:solidFill>
                  </a:rPr>
                  <a:t>( 0.2 * 0.1 )</a:t>
                </a:r>
                <a:r>
                  <a:rPr lang="es-NI" dirty="0"/>
                  <a:t> + </a:t>
                </a:r>
                <a:r>
                  <a:rPr lang="es-NI" dirty="0">
                    <a:solidFill>
                      <a:srgbClr val="FF00FF"/>
                    </a:solidFill>
                  </a:rPr>
                  <a:t>( 0.6 * 0.2 ) </a:t>
                </a:r>
                <a:r>
                  <a:rPr lang="es-NI" dirty="0">
                    <a:solidFill>
                      <a:srgbClr val="FFFFFF"/>
                    </a:solidFill>
                  </a:rPr>
                  <a:t>= 0.3</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(3,2) = </a:t>
                </a:r>
                <a:r>
                  <a:rPr lang="es-NI" dirty="0">
                    <a:solidFill>
                      <a:srgbClr val="0070C0"/>
                    </a:solidFill>
                  </a:rPr>
                  <a:t>( 0.2 * 0.1 )</a:t>
                </a:r>
                <a:r>
                  <a:rPr lang="es-NI" dirty="0"/>
                  <a:t> + </a:t>
                </a:r>
                <a:r>
                  <a:rPr lang="es-NI" dirty="0">
                    <a:solidFill>
                      <a:srgbClr val="92D050"/>
                    </a:solidFill>
                  </a:rPr>
                  <a:t>( 0.2 * 0.7 )</a:t>
                </a:r>
                <a:r>
                  <a:rPr lang="es-NI" dirty="0"/>
                  <a:t> + </a:t>
                </a:r>
                <a:r>
                  <a:rPr lang="es-NI" dirty="0">
                    <a:solidFill>
                      <a:srgbClr val="FF00FF"/>
                    </a:solidFill>
                  </a:rPr>
                  <a:t>( 0.6 * 0.2 ) </a:t>
                </a:r>
                <a:r>
                  <a:rPr lang="es-NI" dirty="0">
                    <a:solidFill>
                      <a:srgbClr val="FFFFFF"/>
                    </a:solidFill>
                  </a:rPr>
                  <a:t>= 0.28</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2</m:t>
                        </m:r>
                      </m:sup>
                    </m:sSup>
                  </m:oMath>
                </a14:m>
                <a:r>
                  <a:rPr lang="es-NI" dirty="0"/>
                  <a:t> (2,3) = </a:t>
                </a:r>
                <a:r>
                  <a:rPr lang="es-NI" dirty="0">
                    <a:solidFill>
                      <a:srgbClr val="0070C0"/>
                    </a:solidFill>
                  </a:rPr>
                  <a:t>( 0.2 * 0.1 )</a:t>
                </a:r>
                <a:r>
                  <a:rPr lang="es-NI" dirty="0"/>
                  <a:t> + </a:t>
                </a:r>
                <a:r>
                  <a:rPr lang="es-NI" dirty="0">
                    <a:solidFill>
                      <a:srgbClr val="92D050"/>
                    </a:solidFill>
                  </a:rPr>
                  <a:t>( 0.2 * 0.2 )</a:t>
                </a:r>
                <a:r>
                  <a:rPr lang="es-NI" dirty="0"/>
                  <a:t> + </a:t>
                </a:r>
                <a:r>
                  <a:rPr lang="es-NI" dirty="0">
                    <a:solidFill>
                      <a:srgbClr val="FF00FF"/>
                    </a:solidFill>
                  </a:rPr>
                  <a:t>( 0.6 * 0.6 ) </a:t>
                </a:r>
                <a:r>
                  <a:rPr lang="es-NI" dirty="0">
                    <a:solidFill>
                      <a:srgbClr val="FFFFFF"/>
                    </a:solidFill>
                  </a:rPr>
                  <a:t>= 0.42</a:t>
                </a:r>
              </a:p>
            </p:txBody>
          </p:sp>
        </mc:Choice>
        <mc:Fallback xmlns="">
          <p:sp>
            <p:nvSpPr>
              <p:cNvPr id="20" name="CuadroTexto 19">
                <a:extLst>
                  <a:ext uri="{FF2B5EF4-FFF2-40B4-BE49-F238E27FC236}">
                    <a16:creationId xmlns:a16="http://schemas.microsoft.com/office/drawing/2014/main" id="{6C360A2D-8726-43D5-A42E-16EFE1DBD67D}"/>
                  </a:ext>
                </a:extLst>
              </p:cNvPr>
              <p:cNvSpPr txBox="1">
                <a:spLocks noRot="1" noChangeAspect="1" noMove="1" noResize="1" noEditPoints="1" noAdjustHandles="1" noChangeArrowheads="1" noChangeShapeType="1" noTextEdit="1"/>
              </p:cNvSpPr>
              <p:nvPr/>
            </p:nvSpPr>
            <p:spPr>
              <a:xfrm>
                <a:off x="6559931" y="3514481"/>
                <a:ext cx="5374356" cy="3139321"/>
              </a:xfrm>
              <a:prstGeom prst="rect">
                <a:avLst/>
              </a:prstGeom>
              <a:blipFill>
                <a:blip r:embed="rId4"/>
                <a:stretch>
                  <a:fillRect t="-1165" r="-113" b="-2136"/>
                </a:stretch>
              </a:blipFill>
            </p:spPr>
            <p:txBody>
              <a:bodyPr/>
              <a:lstStyle/>
              <a:p>
                <a:r>
                  <a:rPr lang="es-NI">
                    <a:noFill/>
                  </a:rPr>
                  <a:t> </a:t>
                </a:r>
              </a:p>
            </p:txBody>
          </p:sp>
        </mc:Fallback>
      </mc:AlternateContent>
      <p:cxnSp>
        <p:nvCxnSpPr>
          <p:cNvPr id="4" name="Conector recto 3">
            <a:extLst>
              <a:ext uri="{FF2B5EF4-FFF2-40B4-BE49-F238E27FC236}">
                <a16:creationId xmlns:a16="http://schemas.microsoft.com/office/drawing/2014/main" id="{9F162002-694F-4229-B66D-E49E5678CECC}"/>
              </a:ext>
            </a:extLst>
          </p:cNvPr>
          <p:cNvCxnSpPr/>
          <p:nvPr/>
        </p:nvCxnSpPr>
        <p:spPr>
          <a:xfrm>
            <a:off x="6096000" y="3429000"/>
            <a:ext cx="0" cy="3429000"/>
          </a:xfrm>
          <a:prstGeom prst="line">
            <a:avLst/>
          </a:prstGeom>
          <a:ln w="50800" cap="rnd" cmpd="thickThin">
            <a:solidFill>
              <a:schemeClr val="tx1"/>
            </a:solidFill>
            <a:prstDash val="solid"/>
            <a:bevel/>
          </a:ln>
        </p:spPr>
        <p:style>
          <a:lnRef idx="1">
            <a:schemeClr val="accent1"/>
          </a:lnRef>
          <a:fillRef idx="0">
            <a:schemeClr val="accent1"/>
          </a:fillRef>
          <a:effectRef idx="0">
            <a:schemeClr val="accent1"/>
          </a:effectRef>
          <a:fontRef idx="minor">
            <a:schemeClr val="tx1"/>
          </a:fontRef>
        </p:style>
      </p:cxnSp>
      <p:sp>
        <p:nvSpPr>
          <p:cNvPr id="29" name="CuadroTexto 28">
            <a:extLst>
              <a:ext uri="{FF2B5EF4-FFF2-40B4-BE49-F238E27FC236}">
                <a16:creationId xmlns:a16="http://schemas.microsoft.com/office/drawing/2014/main" id="{18777277-EE13-4901-B105-4D394DBBEA87}"/>
              </a:ext>
            </a:extLst>
          </p:cNvPr>
          <p:cNvSpPr txBox="1"/>
          <p:nvPr/>
        </p:nvSpPr>
        <p:spPr>
          <a:xfrm>
            <a:off x="5388806" y="3546567"/>
            <a:ext cx="444352" cy="707886"/>
          </a:xfrm>
          <a:prstGeom prst="rect">
            <a:avLst/>
          </a:prstGeom>
          <a:noFill/>
        </p:spPr>
        <p:txBody>
          <a:bodyPr wrap="none" rtlCol="0">
            <a:spAutoFit/>
          </a:bodyPr>
          <a:lstStyle/>
          <a:p>
            <a:r>
              <a:rPr lang="es-NI" sz="4000" dirty="0">
                <a:solidFill>
                  <a:srgbClr val="FFFFFF"/>
                </a:solidFill>
              </a:rPr>
              <a:t>2</a:t>
            </a:r>
            <a:endParaRPr lang="es-NI" sz="4000" dirty="0"/>
          </a:p>
        </p:txBody>
      </p:sp>
      <p:sp>
        <p:nvSpPr>
          <p:cNvPr id="21" name="Rectángulo 20">
            <a:extLst>
              <a:ext uri="{FF2B5EF4-FFF2-40B4-BE49-F238E27FC236}">
                <a16:creationId xmlns:a16="http://schemas.microsoft.com/office/drawing/2014/main" id="{77F3DA73-8F12-4DDF-B634-601E52B5C59D}"/>
              </a:ext>
            </a:extLst>
          </p:cNvPr>
          <p:cNvSpPr/>
          <p:nvPr/>
        </p:nvSpPr>
        <p:spPr>
          <a:xfrm>
            <a:off x="6592150" y="6306018"/>
            <a:ext cx="5254519" cy="27934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4" name="CuadroTexto 23">
            <a:extLst>
              <a:ext uri="{FF2B5EF4-FFF2-40B4-BE49-F238E27FC236}">
                <a16:creationId xmlns:a16="http://schemas.microsoft.com/office/drawing/2014/main" id="{6E53788B-FDD7-476D-ABBA-C78762559081}"/>
              </a:ext>
            </a:extLst>
          </p:cNvPr>
          <p:cNvSpPr txBox="1"/>
          <p:nvPr/>
        </p:nvSpPr>
        <p:spPr>
          <a:xfrm>
            <a:off x="7651741" y="234976"/>
            <a:ext cx="3757760" cy="2585323"/>
          </a:xfrm>
          <a:prstGeom prst="rect">
            <a:avLst/>
          </a:prstGeom>
          <a:noFill/>
        </p:spPr>
        <p:txBody>
          <a:bodyPr wrap="none" rtlCol="0">
            <a:spAutoFit/>
          </a:bodyPr>
          <a:lstStyle/>
          <a:p>
            <a:r>
              <a:rPr lang="es-NI" sz="5400" dirty="0">
                <a:solidFill>
                  <a:srgbClr val="FFFFFF"/>
                </a:solidFill>
              </a:rPr>
              <a:t>0.8   </a:t>
            </a:r>
            <a:r>
              <a:rPr lang="es-NI" sz="5400" dirty="0"/>
              <a:t>0.1   </a:t>
            </a:r>
            <a:r>
              <a:rPr lang="es-NI" sz="5400" dirty="0">
                <a:solidFill>
                  <a:srgbClr val="0070C0"/>
                </a:solidFill>
              </a:rPr>
              <a:t>0.1</a:t>
            </a:r>
          </a:p>
          <a:p>
            <a:r>
              <a:rPr lang="es-NI" sz="5400" dirty="0"/>
              <a:t>0.1   0.7   </a:t>
            </a:r>
            <a:r>
              <a:rPr lang="es-NI" sz="5400" dirty="0">
                <a:solidFill>
                  <a:schemeClr val="accent6"/>
                </a:solidFill>
              </a:rPr>
              <a:t>0.2</a:t>
            </a:r>
          </a:p>
          <a:p>
            <a:r>
              <a:rPr lang="es-NI" sz="5400" dirty="0"/>
              <a:t>0.2   0.2   </a:t>
            </a:r>
            <a:r>
              <a:rPr lang="es-NI" sz="5400" dirty="0">
                <a:solidFill>
                  <a:srgbClr val="FF00FF"/>
                </a:solidFill>
              </a:rPr>
              <a:t>0.6</a:t>
            </a:r>
          </a:p>
        </p:txBody>
      </p:sp>
      <p:sp>
        <p:nvSpPr>
          <p:cNvPr id="25" name="Abrir corchete 24">
            <a:extLst>
              <a:ext uri="{FF2B5EF4-FFF2-40B4-BE49-F238E27FC236}">
                <a16:creationId xmlns:a16="http://schemas.microsoft.com/office/drawing/2014/main" id="{9900962A-DB2C-4262-B549-F8E0741C51E2}"/>
              </a:ext>
            </a:extLst>
          </p:cNvPr>
          <p:cNvSpPr/>
          <p:nvPr/>
        </p:nvSpPr>
        <p:spPr>
          <a:xfrm>
            <a:off x="7386372" y="371190"/>
            <a:ext cx="198134" cy="231289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6" name="Cerrar corchete 25">
            <a:extLst>
              <a:ext uri="{FF2B5EF4-FFF2-40B4-BE49-F238E27FC236}">
                <a16:creationId xmlns:a16="http://schemas.microsoft.com/office/drawing/2014/main" id="{CF6A93EB-B3E4-40C0-A03C-4657385CD6BC}"/>
              </a:ext>
            </a:extLst>
          </p:cNvPr>
          <p:cNvSpPr/>
          <p:nvPr/>
        </p:nvSpPr>
        <p:spPr>
          <a:xfrm>
            <a:off x="11409501" y="371190"/>
            <a:ext cx="166222" cy="231289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7" name="Rectángulo 26">
            <a:extLst>
              <a:ext uri="{FF2B5EF4-FFF2-40B4-BE49-F238E27FC236}">
                <a16:creationId xmlns:a16="http://schemas.microsoft.com/office/drawing/2014/main" id="{DB017BA3-728D-4B87-A7E6-2ED6DE790720}"/>
              </a:ext>
            </a:extLst>
          </p:cNvPr>
          <p:cNvSpPr/>
          <p:nvPr/>
        </p:nvSpPr>
        <p:spPr>
          <a:xfrm>
            <a:off x="4260547" y="5421761"/>
            <a:ext cx="1016858" cy="53863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10795369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18557"/>
    </mc:Choice>
    <mc:Fallback xmlns="">
      <p:transition spd="slow" advTm="118557"/>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7" name="CuadroTexto 16">
            <a:extLst>
              <a:ext uri="{FF2B5EF4-FFF2-40B4-BE49-F238E27FC236}">
                <a16:creationId xmlns:a16="http://schemas.microsoft.com/office/drawing/2014/main" id="{CF14949B-C524-442D-B30C-B15B09E54B7B}"/>
              </a:ext>
            </a:extLst>
          </p:cNvPr>
          <p:cNvSpPr txBox="1"/>
          <p:nvPr/>
        </p:nvSpPr>
        <p:spPr>
          <a:xfrm>
            <a:off x="5460894" y="1936764"/>
            <a:ext cx="346800" cy="707886"/>
          </a:xfrm>
          <a:prstGeom prst="rect">
            <a:avLst/>
          </a:prstGeom>
          <a:noFill/>
        </p:spPr>
        <p:txBody>
          <a:bodyPr wrap="square" rtlCol="0">
            <a:spAutoFit/>
          </a:bodyPr>
          <a:lstStyle/>
          <a:p>
            <a:r>
              <a:rPr lang="es-NI" sz="4000" dirty="0">
                <a:solidFill>
                  <a:srgbClr val="FFFFFF"/>
                </a:solidFill>
              </a:rPr>
              <a:t>*</a:t>
            </a:r>
            <a:endParaRPr lang="es-NI" sz="4000" dirty="0"/>
          </a:p>
        </p:txBody>
      </p:sp>
      <p:sp>
        <p:nvSpPr>
          <p:cNvPr id="8" name="CuadroTexto 7">
            <a:extLst>
              <a:ext uri="{FF2B5EF4-FFF2-40B4-BE49-F238E27FC236}">
                <a16:creationId xmlns:a16="http://schemas.microsoft.com/office/drawing/2014/main" id="{60219F7B-82F9-4FA2-BB55-8DA8CAA7D66F}"/>
              </a:ext>
            </a:extLst>
          </p:cNvPr>
          <p:cNvSpPr txBox="1"/>
          <p:nvPr/>
        </p:nvSpPr>
        <p:spPr>
          <a:xfrm>
            <a:off x="6387012" y="1126660"/>
            <a:ext cx="2824812" cy="1938992"/>
          </a:xfrm>
          <a:prstGeom prst="rect">
            <a:avLst/>
          </a:prstGeom>
          <a:noFill/>
        </p:spPr>
        <p:txBody>
          <a:bodyPr wrap="none" rtlCol="0">
            <a:spAutoFit/>
          </a:bodyPr>
          <a:lstStyle/>
          <a:p>
            <a:r>
              <a:rPr lang="es-NI" sz="4000" dirty="0">
                <a:solidFill>
                  <a:srgbClr val="0070C0"/>
                </a:solidFill>
              </a:rPr>
              <a:t>0.8</a:t>
            </a:r>
            <a:r>
              <a:rPr lang="es-NI" sz="4000" dirty="0">
                <a:solidFill>
                  <a:srgbClr val="FFFFFF"/>
                </a:solidFill>
              </a:rPr>
              <a:t>   0.1   0.1</a:t>
            </a:r>
          </a:p>
          <a:p>
            <a:r>
              <a:rPr lang="es-NI" sz="4000" dirty="0">
                <a:solidFill>
                  <a:srgbClr val="92D050"/>
                </a:solidFill>
              </a:rPr>
              <a:t>0.1</a:t>
            </a:r>
            <a:r>
              <a:rPr lang="es-NI" sz="4000" dirty="0">
                <a:solidFill>
                  <a:srgbClr val="FFFFFF"/>
                </a:solidFill>
              </a:rPr>
              <a:t>   0.7   0.2</a:t>
            </a:r>
          </a:p>
          <a:p>
            <a:r>
              <a:rPr lang="es-NI" sz="4000" dirty="0">
                <a:solidFill>
                  <a:srgbClr val="FF00FF"/>
                </a:solidFill>
              </a:rPr>
              <a:t>0.2</a:t>
            </a:r>
            <a:r>
              <a:rPr lang="es-NI" sz="4000" dirty="0">
                <a:solidFill>
                  <a:srgbClr val="FFFFFF"/>
                </a:solidFill>
              </a:rPr>
              <a:t>   0.2   0.6</a:t>
            </a:r>
            <a:endParaRPr lang="es-NI" sz="4000" dirty="0"/>
          </a:p>
        </p:txBody>
      </p:sp>
      <p:sp>
        <p:nvSpPr>
          <p:cNvPr id="9" name="Abrir corchete 8">
            <a:extLst>
              <a:ext uri="{FF2B5EF4-FFF2-40B4-BE49-F238E27FC236}">
                <a16:creationId xmlns:a16="http://schemas.microsoft.com/office/drawing/2014/main" id="{A742B220-5FEF-4DB7-B86F-2C79C9DB95C6}"/>
              </a:ext>
            </a:extLst>
          </p:cNvPr>
          <p:cNvSpPr/>
          <p:nvPr/>
        </p:nvSpPr>
        <p:spPr>
          <a:xfrm>
            <a:off x="6161283" y="1126660"/>
            <a:ext cx="224838" cy="2053828"/>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0" name="Cerrar corchete 9">
            <a:extLst>
              <a:ext uri="{FF2B5EF4-FFF2-40B4-BE49-F238E27FC236}">
                <a16:creationId xmlns:a16="http://schemas.microsoft.com/office/drawing/2014/main" id="{6807A4E5-C83D-42EE-B9DC-EFA426491C10}"/>
              </a:ext>
            </a:extLst>
          </p:cNvPr>
          <p:cNvSpPr/>
          <p:nvPr/>
        </p:nvSpPr>
        <p:spPr>
          <a:xfrm>
            <a:off x="9414452" y="1085764"/>
            <a:ext cx="134667" cy="209472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mc:AlternateContent xmlns:mc="http://schemas.openxmlformats.org/markup-compatibility/2006">
        <mc:Choice xmlns:a14="http://schemas.microsoft.com/office/drawing/2010/main" Requires="a14">
          <p:sp>
            <p:nvSpPr>
              <p:cNvPr id="20" name="CuadroTexto 19">
                <a:extLst>
                  <a:ext uri="{FF2B5EF4-FFF2-40B4-BE49-F238E27FC236}">
                    <a16:creationId xmlns:a16="http://schemas.microsoft.com/office/drawing/2014/main" id="{6C360A2D-8726-43D5-A42E-16EFE1DBD67D}"/>
                  </a:ext>
                </a:extLst>
              </p:cNvPr>
              <p:cNvSpPr txBox="1"/>
              <p:nvPr/>
            </p:nvSpPr>
            <p:spPr>
              <a:xfrm>
                <a:off x="6427371" y="3645496"/>
                <a:ext cx="5842433" cy="369332"/>
              </a:xfrm>
              <a:prstGeom prst="rect">
                <a:avLst/>
              </a:prstGeom>
              <a:noFill/>
            </p:spPr>
            <p:txBody>
              <a:bodyPr wrap="none" rtlCol="0">
                <a:spAutoFit/>
              </a:bodyPr>
              <a:lstStyle/>
              <a:p>
                <a14:m>
                  <m:oMath xmlns:m="http://schemas.openxmlformats.org/officeDocument/2006/math">
                    <m:sSup>
                      <m:sSupPr>
                        <m:ctrlPr>
                          <a:rPr lang="es-NI" i="1" smtClean="0">
                            <a:latin typeface="Cambria Math" panose="02040503050406030204" pitchFamily="18" charset="0"/>
                          </a:rPr>
                        </m:ctrlPr>
                      </m:sSupPr>
                      <m:e>
                        <m:r>
                          <a:rPr lang="es-NI" i="1">
                            <a:latin typeface="Cambria Math" panose="02040503050406030204" pitchFamily="18" charset="0"/>
                          </a:rPr>
                          <m:t>𝑃</m:t>
                        </m:r>
                      </m:e>
                      <m:sup>
                        <m:r>
                          <a:rPr lang="es-NI" b="0" i="1" smtClean="0">
                            <a:latin typeface="Cambria Math" panose="02040503050406030204" pitchFamily="18" charset="0"/>
                          </a:rPr>
                          <m:t>3</m:t>
                        </m:r>
                      </m:sup>
                    </m:sSup>
                  </m:oMath>
                </a14:m>
                <a:r>
                  <a:rPr lang="es-NI" dirty="0"/>
                  <a:t> (1,1) = </a:t>
                </a:r>
                <a:r>
                  <a:rPr lang="es-NI" dirty="0">
                    <a:solidFill>
                      <a:srgbClr val="0070C0"/>
                    </a:solidFill>
                  </a:rPr>
                  <a:t>( 0.67 * 0.8 )</a:t>
                </a:r>
                <a:r>
                  <a:rPr lang="es-NI" dirty="0"/>
                  <a:t> + </a:t>
                </a:r>
                <a:r>
                  <a:rPr lang="es-NI" dirty="0">
                    <a:solidFill>
                      <a:srgbClr val="92D050"/>
                    </a:solidFill>
                  </a:rPr>
                  <a:t>( 0.17 * 0.1 )</a:t>
                </a:r>
                <a:r>
                  <a:rPr lang="es-NI" dirty="0"/>
                  <a:t> + </a:t>
                </a:r>
                <a:r>
                  <a:rPr lang="es-NI" dirty="0">
                    <a:solidFill>
                      <a:srgbClr val="FF00FF"/>
                    </a:solidFill>
                  </a:rPr>
                  <a:t>( 0.16 * 0.2 ) </a:t>
                </a:r>
                <a:r>
                  <a:rPr lang="es-NI" dirty="0">
                    <a:solidFill>
                      <a:srgbClr val="FFFFFF"/>
                    </a:solidFill>
                  </a:rPr>
                  <a:t>= 0.585</a:t>
                </a:r>
              </a:p>
            </p:txBody>
          </p:sp>
        </mc:Choice>
        <mc:Fallback>
          <p:sp>
            <p:nvSpPr>
              <p:cNvPr id="20" name="CuadroTexto 19">
                <a:extLst>
                  <a:ext uri="{FF2B5EF4-FFF2-40B4-BE49-F238E27FC236}">
                    <a16:creationId xmlns:a16="http://schemas.microsoft.com/office/drawing/2014/main" id="{6C360A2D-8726-43D5-A42E-16EFE1DBD67D}"/>
                  </a:ext>
                </a:extLst>
              </p:cNvPr>
              <p:cNvSpPr txBox="1">
                <a:spLocks noRot="1" noChangeAspect="1" noMove="1" noResize="1" noEditPoints="1" noAdjustHandles="1" noChangeArrowheads="1" noChangeShapeType="1" noTextEdit="1"/>
              </p:cNvSpPr>
              <p:nvPr/>
            </p:nvSpPr>
            <p:spPr>
              <a:xfrm>
                <a:off x="6427371" y="3645496"/>
                <a:ext cx="5842433" cy="369332"/>
              </a:xfrm>
              <a:prstGeom prst="rect">
                <a:avLst/>
              </a:prstGeom>
              <a:blipFill>
                <a:blip r:embed="rId2"/>
                <a:stretch>
                  <a:fillRect t="-8197" b="-24590"/>
                </a:stretch>
              </a:blipFill>
            </p:spPr>
            <p:txBody>
              <a:bodyPr/>
              <a:lstStyle/>
              <a:p>
                <a:r>
                  <a:rPr lang="es-NI">
                    <a:noFill/>
                  </a:rPr>
                  <a:t> </a:t>
                </a:r>
              </a:p>
            </p:txBody>
          </p:sp>
        </mc:Fallback>
      </mc:AlternateContent>
      <p:cxnSp>
        <p:nvCxnSpPr>
          <p:cNvPr id="4" name="Conector recto 3">
            <a:extLst>
              <a:ext uri="{FF2B5EF4-FFF2-40B4-BE49-F238E27FC236}">
                <a16:creationId xmlns:a16="http://schemas.microsoft.com/office/drawing/2014/main" id="{9F162002-694F-4229-B66D-E49E5678CECC}"/>
              </a:ext>
            </a:extLst>
          </p:cNvPr>
          <p:cNvCxnSpPr/>
          <p:nvPr/>
        </p:nvCxnSpPr>
        <p:spPr>
          <a:xfrm>
            <a:off x="6096000" y="3429000"/>
            <a:ext cx="0" cy="3429000"/>
          </a:xfrm>
          <a:prstGeom prst="line">
            <a:avLst/>
          </a:prstGeom>
          <a:ln w="50800" cap="rnd" cmpd="thickThin">
            <a:solidFill>
              <a:schemeClr val="tx1"/>
            </a:solidFill>
            <a:prstDash val="solid"/>
            <a:bevel/>
          </a:ln>
        </p:spPr>
        <p:style>
          <a:lnRef idx="1">
            <a:schemeClr val="accent1"/>
          </a:lnRef>
          <a:fillRef idx="0">
            <a:schemeClr val="accent1"/>
          </a:fillRef>
          <a:effectRef idx="0">
            <a:schemeClr val="accent1"/>
          </a:effectRef>
          <a:fontRef idx="minor">
            <a:schemeClr val="tx1"/>
          </a:fontRef>
        </p:style>
      </p:cxnSp>
      <p:sp>
        <p:nvSpPr>
          <p:cNvPr id="22" name="Rectángulo 21">
            <a:extLst>
              <a:ext uri="{FF2B5EF4-FFF2-40B4-BE49-F238E27FC236}">
                <a16:creationId xmlns:a16="http://schemas.microsoft.com/office/drawing/2014/main" id="{DFD1B1A4-A117-4743-B851-5A877F644E49}"/>
              </a:ext>
            </a:extLst>
          </p:cNvPr>
          <p:cNvSpPr/>
          <p:nvPr/>
        </p:nvSpPr>
        <p:spPr>
          <a:xfrm>
            <a:off x="6427372" y="3612666"/>
            <a:ext cx="5725716" cy="3693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mc:Choice xmlns:a14="http://schemas.microsoft.com/office/drawing/2010/main" Requires="a14">
          <p:sp>
            <p:nvSpPr>
              <p:cNvPr id="24" name="CuadroTexto 23">
                <a:extLst>
                  <a:ext uri="{FF2B5EF4-FFF2-40B4-BE49-F238E27FC236}">
                    <a16:creationId xmlns:a16="http://schemas.microsoft.com/office/drawing/2014/main" id="{27068FBE-DCE5-48FB-B6EE-0DB08510A5CE}"/>
                  </a:ext>
                </a:extLst>
              </p:cNvPr>
              <p:cNvSpPr txBox="1"/>
              <p:nvPr/>
            </p:nvSpPr>
            <p:spPr>
              <a:xfrm>
                <a:off x="214089" y="1742213"/>
                <a:ext cx="1237968" cy="707886"/>
              </a:xfrm>
              <a:prstGeom prst="rect">
                <a:avLst/>
              </a:prstGeom>
              <a:noFill/>
            </p:spPr>
            <p:txBody>
              <a:bodyPr wrap="none" rtlCol="0">
                <a:spAutoFit/>
              </a:bodyPr>
              <a:lstStyle/>
              <a:p>
                <a14:m>
                  <m:oMath xmlns:m="http://schemas.openxmlformats.org/officeDocument/2006/math">
                    <m:sSup>
                      <m:sSupPr>
                        <m:ctrlPr>
                          <a:rPr lang="es-NI" sz="4000" i="1" smtClean="0">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3</m:t>
                        </m:r>
                      </m:sup>
                    </m:sSup>
                  </m:oMath>
                </a14:m>
                <a:r>
                  <a:rPr lang="es-NI" sz="4000" dirty="0"/>
                  <a:t> = </a:t>
                </a:r>
              </a:p>
            </p:txBody>
          </p:sp>
        </mc:Choice>
        <mc:Fallback>
          <p:sp>
            <p:nvSpPr>
              <p:cNvPr id="24" name="CuadroTexto 23">
                <a:extLst>
                  <a:ext uri="{FF2B5EF4-FFF2-40B4-BE49-F238E27FC236}">
                    <a16:creationId xmlns:a16="http://schemas.microsoft.com/office/drawing/2014/main" id="{27068FBE-DCE5-48FB-B6EE-0DB08510A5CE}"/>
                  </a:ext>
                </a:extLst>
              </p:cNvPr>
              <p:cNvSpPr txBox="1">
                <a:spLocks noRot="1" noChangeAspect="1" noMove="1" noResize="1" noEditPoints="1" noAdjustHandles="1" noChangeArrowheads="1" noChangeShapeType="1" noTextEdit="1"/>
              </p:cNvSpPr>
              <p:nvPr/>
            </p:nvSpPr>
            <p:spPr>
              <a:xfrm>
                <a:off x="214089" y="1742213"/>
                <a:ext cx="1237968" cy="707886"/>
              </a:xfrm>
              <a:prstGeom prst="rect">
                <a:avLst/>
              </a:prstGeom>
              <a:blipFill>
                <a:blip r:embed="rId3"/>
                <a:stretch>
                  <a:fillRect t="-14655" r="-16749" b="-37069"/>
                </a:stretch>
              </a:blipFill>
            </p:spPr>
            <p:txBody>
              <a:bodyPr/>
              <a:lstStyle/>
              <a:p>
                <a:r>
                  <a:rPr lang="es-NI">
                    <a:noFill/>
                  </a:rPr>
                  <a:t> </a:t>
                </a:r>
              </a:p>
            </p:txBody>
          </p:sp>
        </mc:Fallback>
      </mc:AlternateContent>
      <p:sp>
        <p:nvSpPr>
          <p:cNvPr id="25" name="CuadroTexto 24">
            <a:extLst>
              <a:ext uri="{FF2B5EF4-FFF2-40B4-BE49-F238E27FC236}">
                <a16:creationId xmlns:a16="http://schemas.microsoft.com/office/drawing/2014/main" id="{5A684DEA-6813-4E2E-B18C-61ADA167FA32}"/>
              </a:ext>
            </a:extLst>
          </p:cNvPr>
          <p:cNvSpPr txBox="1"/>
          <p:nvPr/>
        </p:nvSpPr>
        <p:spPr>
          <a:xfrm>
            <a:off x="1473652" y="1178970"/>
            <a:ext cx="3603872" cy="1938992"/>
          </a:xfrm>
          <a:prstGeom prst="rect">
            <a:avLst/>
          </a:prstGeom>
          <a:noFill/>
        </p:spPr>
        <p:txBody>
          <a:bodyPr wrap="none" rtlCol="0">
            <a:spAutoFit/>
          </a:bodyPr>
          <a:lstStyle/>
          <a:p>
            <a:r>
              <a:rPr lang="es-NI" sz="4000" dirty="0">
                <a:solidFill>
                  <a:schemeClr val="accent1">
                    <a:lumMod val="75000"/>
                  </a:schemeClr>
                </a:solidFill>
              </a:rPr>
              <a:t>0.67</a:t>
            </a:r>
            <a:r>
              <a:rPr lang="es-NI" sz="4000" dirty="0">
                <a:solidFill>
                  <a:srgbClr val="FFFFFF"/>
                </a:solidFill>
              </a:rPr>
              <a:t>   </a:t>
            </a:r>
            <a:r>
              <a:rPr lang="es-NI" sz="4000" dirty="0">
                <a:solidFill>
                  <a:srgbClr val="92D050"/>
                </a:solidFill>
              </a:rPr>
              <a:t>0.17</a:t>
            </a:r>
            <a:r>
              <a:rPr lang="es-NI" sz="4000" dirty="0">
                <a:solidFill>
                  <a:srgbClr val="FFFFFF"/>
                </a:solidFill>
              </a:rPr>
              <a:t>   </a:t>
            </a:r>
            <a:r>
              <a:rPr lang="es-NI" sz="4000" dirty="0">
                <a:solidFill>
                  <a:srgbClr val="FF00FF"/>
                </a:solidFill>
              </a:rPr>
              <a:t>0.16</a:t>
            </a:r>
          </a:p>
          <a:p>
            <a:r>
              <a:rPr lang="es-NI" sz="4000" dirty="0"/>
              <a:t>0.19   0.54   0.27</a:t>
            </a:r>
          </a:p>
          <a:p>
            <a:r>
              <a:rPr lang="es-NI" sz="4000" dirty="0"/>
              <a:t>0.3     0.28   0.42</a:t>
            </a:r>
          </a:p>
        </p:txBody>
      </p:sp>
      <p:sp>
        <p:nvSpPr>
          <p:cNvPr id="26" name="Abrir corchete 25">
            <a:extLst>
              <a:ext uri="{FF2B5EF4-FFF2-40B4-BE49-F238E27FC236}">
                <a16:creationId xmlns:a16="http://schemas.microsoft.com/office/drawing/2014/main" id="{00603FFD-E417-4BBF-A5C1-84A1AD7E1F97}"/>
              </a:ext>
            </a:extLst>
          </p:cNvPr>
          <p:cNvSpPr/>
          <p:nvPr/>
        </p:nvSpPr>
        <p:spPr>
          <a:xfrm>
            <a:off x="1452056" y="1080494"/>
            <a:ext cx="226421" cy="2062103"/>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7" name="Cerrar corchete 26">
            <a:extLst>
              <a:ext uri="{FF2B5EF4-FFF2-40B4-BE49-F238E27FC236}">
                <a16:creationId xmlns:a16="http://schemas.microsoft.com/office/drawing/2014/main" id="{EEB0A40C-D8B7-4DB0-A86E-9DF371D747AB}"/>
              </a:ext>
            </a:extLst>
          </p:cNvPr>
          <p:cNvSpPr/>
          <p:nvPr/>
        </p:nvSpPr>
        <p:spPr>
          <a:xfrm>
            <a:off x="4913477" y="1080494"/>
            <a:ext cx="163156" cy="2062103"/>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8" name="CuadroTexto 27">
            <a:extLst>
              <a:ext uri="{FF2B5EF4-FFF2-40B4-BE49-F238E27FC236}">
                <a16:creationId xmlns:a16="http://schemas.microsoft.com/office/drawing/2014/main" id="{16FDCCA7-9866-4ECC-B875-B07254B09D4B}"/>
              </a:ext>
            </a:extLst>
          </p:cNvPr>
          <p:cNvSpPr txBox="1"/>
          <p:nvPr/>
        </p:nvSpPr>
        <p:spPr>
          <a:xfrm>
            <a:off x="5077524" y="589360"/>
            <a:ext cx="444352" cy="707886"/>
          </a:xfrm>
          <a:prstGeom prst="rect">
            <a:avLst/>
          </a:prstGeom>
          <a:noFill/>
        </p:spPr>
        <p:txBody>
          <a:bodyPr wrap="none" rtlCol="0">
            <a:spAutoFit/>
          </a:bodyPr>
          <a:lstStyle/>
          <a:p>
            <a:r>
              <a:rPr lang="es-NI" sz="4000" dirty="0">
                <a:solidFill>
                  <a:srgbClr val="FFFFFF"/>
                </a:solidFill>
              </a:rPr>
              <a:t>2</a:t>
            </a:r>
            <a:endParaRPr lang="es-NI" sz="4000" dirty="0"/>
          </a:p>
        </p:txBody>
      </p:sp>
      <mc:AlternateContent xmlns:mc="http://schemas.openxmlformats.org/markup-compatibility/2006">
        <mc:Choice xmlns:a14="http://schemas.microsoft.com/office/drawing/2010/main" Requires="a14">
          <p:sp>
            <p:nvSpPr>
              <p:cNvPr id="31" name="CuadroTexto 30">
                <a:extLst>
                  <a:ext uri="{FF2B5EF4-FFF2-40B4-BE49-F238E27FC236}">
                    <a16:creationId xmlns:a16="http://schemas.microsoft.com/office/drawing/2014/main" id="{EA180982-D28D-4651-AA3D-4B1C930A95F5}"/>
                  </a:ext>
                </a:extLst>
              </p:cNvPr>
              <p:cNvSpPr txBox="1"/>
              <p:nvPr/>
            </p:nvSpPr>
            <p:spPr>
              <a:xfrm>
                <a:off x="2543594" y="77803"/>
                <a:ext cx="7685053" cy="707886"/>
              </a:xfrm>
              <a:prstGeom prst="rect">
                <a:avLst/>
              </a:prstGeom>
              <a:noFill/>
            </p:spPr>
            <p:txBody>
              <a:bodyPr wrap="none" rtlCol="0">
                <a:spAutoFit/>
              </a:bodyPr>
              <a:lstStyle/>
              <a:p>
                <a:r>
                  <a:rPr lang="es-NI" sz="4000" dirty="0"/>
                  <a:t>Ahora debemos calcular </a:t>
                </a:r>
                <a14:m>
                  <m:oMath xmlns:m="http://schemas.openxmlformats.org/officeDocument/2006/math">
                    <m:sSup>
                      <m:sSupPr>
                        <m:ctrlPr>
                          <a:rPr lang="es-NI" sz="4000" i="1">
                            <a:latin typeface="Cambria Math" panose="02040503050406030204" pitchFamily="18" charset="0"/>
                          </a:rPr>
                        </m:ctrlPr>
                      </m:sSupPr>
                      <m:e>
                        <m:r>
                          <a:rPr lang="es-NI" sz="4000" i="1">
                            <a:latin typeface="Cambria Math" panose="02040503050406030204" pitchFamily="18" charset="0"/>
                          </a:rPr>
                          <m:t>𝑃</m:t>
                        </m:r>
                      </m:e>
                      <m:sup>
                        <m:r>
                          <a:rPr lang="es-NI" sz="4000" i="1">
                            <a:latin typeface="Cambria Math" panose="02040503050406030204" pitchFamily="18" charset="0"/>
                          </a:rPr>
                          <m:t>3</m:t>
                        </m:r>
                      </m:sup>
                    </m:sSup>
                  </m:oMath>
                </a14:m>
                <a:r>
                  <a:rPr lang="es-NI" sz="4000" dirty="0"/>
                  <a:t> = </a:t>
                </a:r>
                <a14:m>
                  <m:oMath xmlns:m="http://schemas.openxmlformats.org/officeDocument/2006/math">
                    <m:sSup>
                      <m:sSupPr>
                        <m:ctrlPr>
                          <a:rPr lang="es-NI" sz="4000" i="1">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2</m:t>
                        </m:r>
                      </m:sup>
                    </m:sSup>
                  </m:oMath>
                </a14:m>
                <a:r>
                  <a:rPr lang="es-NI" sz="4000" dirty="0"/>
                  <a:t> * P</a:t>
                </a:r>
              </a:p>
            </p:txBody>
          </p:sp>
        </mc:Choice>
        <mc:Fallback>
          <p:sp>
            <p:nvSpPr>
              <p:cNvPr id="31" name="CuadroTexto 30">
                <a:extLst>
                  <a:ext uri="{FF2B5EF4-FFF2-40B4-BE49-F238E27FC236}">
                    <a16:creationId xmlns:a16="http://schemas.microsoft.com/office/drawing/2014/main" id="{EA180982-D28D-4651-AA3D-4B1C930A95F5}"/>
                  </a:ext>
                </a:extLst>
              </p:cNvPr>
              <p:cNvSpPr txBox="1">
                <a:spLocks noRot="1" noChangeAspect="1" noMove="1" noResize="1" noEditPoints="1" noAdjustHandles="1" noChangeArrowheads="1" noChangeShapeType="1" noTextEdit="1"/>
              </p:cNvSpPr>
              <p:nvPr/>
            </p:nvSpPr>
            <p:spPr>
              <a:xfrm>
                <a:off x="2543594" y="77803"/>
                <a:ext cx="7685053" cy="707886"/>
              </a:xfrm>
              <a:prstGeom prst="rect">
                <a:avLst/>
              </a:prstGeom>
              <a:blipFill>
                <a:blip r:embed="rId4"/>
                <a:stretch>
                  <a:fillRect l="-2776" t="-14655" r="-1824" b="-37069"/>
                </a:stretch>
              </a:blipFill>
            </p:spPr>
            <p:txBody>
              <a:bodyPr/>
              <a:lstStyle/>
              <a:p>
                <a:r>
                  <a:rPr lang="es-NI">
                    <a:noFill/>
                  </a:rPr>
                  <a:t> </a:t>
                </a:r>
              </a:p>
            </p:txBody>
          </p:sp>
        </mc:Fallback>
      </mc:AlternateContent>
      <p:sp>
        <p:nvSpPr>
          <p:cNvPr id="32" name="CuadroTexto 31">
            <a:extLst>
              <a:ext uri="{FF2B5EF4-FFF2-40B4-BE49-F238E27FC236}">
                <a16:creationId xmlns:a16="http://schemas.microsoft.com/office/drawing/2014/main" id="{2563FABE-F80E-4BF4-B8A1-CF0BD4507363}"/>
              </a:ext>
            </a:extLst>
          </p:cNvPr>
          <p:cNvSpPr txBox="1"/>
          <p:nvPr/>
        </p:nvSpPr>
        <p:spPr>
          <a:xfrm>
            <a:off x="1549331" y="4034283"/>
            <a:ext cx="1122423" cy="584775"/>
          </a:xfrm>
          <a:prstGeom prst="rect">
            <a:avLst/>
          </a:prstGeom>
          <a:noFill/>
        </p:spPr>
        <p:txBody>
          <a:bodyPr wrap="none" rtlCol="0">
            <a:spAutoFit/>
          </a:bodyPr>
          <a:lstStyle/>
          <a:p>
            <a:r>
              <a:rPr lang="es-NI" sz="3200" dirty="0"/>
              <a:t>0.585</a:t>
            </a:r>
          </a:p>
        </p:txBody>
      </p:sp>
      <p:sp>
        <p:nvSpPr>
          <p:cNvPr id="33" name="Abrir corchete 32">
            <a:extLst>
              <a:ext uri="{FF2B5EF4-FFF2-40B4-BE49-F238E27FC236}">
                <a16:creationId xmlns:a16="http://schemas.microsoft.com/office/drawing/2014/main" id="{07EE2C34-2562-4D2E-9A8E-9390684664A8}"/>
              </a:ext>
            </a:extLst>
          </p:cNvPr>
          <p:cNvSpPr/>
          <p:nvPr/>
        </p:nvSpPr>
        <p:spPr>
          <a:xfrm>
            <a:off x="1527735" y="3916352"/>
            <a:ext cx="226421" cy="2062103"/>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4" name="Cerrar corchete 33">
            <a:extLst>
              <a:ext uri="{FF2B5EF4-FFF2-40B4-BE49-F238E27FC236}">
                <a16:creationId xmlns:a16="http://schemas.microsoft.com/office/drawing/2014/main" id="{976278D6-82D6-4D68-B5EB-E8BDB57C74A8}"/>
              </a:ext>
            </a:extLst>
          </p:cNvPr>
          <p:cNvSpPr/>
          <p:nvPr/>
        </p:nvSpPr>
        <p:spPr>
          <a:xfrm>
            <a:off x="4989156" y="3916352"/>
            <a:ext cx="163156" cy="2062103"/>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5" name="CuadroTexto 34">
            <a:extLst>
              <a:ext uri="{FF2B5EF4-FFF2-40B4-BE49-F238E27FC236}">
                <a16:creationId xmlns:a16="http://schemas.microsoft.com/office/drawing/2014/main" id="{61298261-F5DA-4D7D-8445-C68B297B4794}"/>
              </a:ext>
            </a:extLst>
          </p:cNvPr>
          <p:cNvSpPr txBox="1"/>
          <p:nvPr/>
        </p:nvSpPr>
        <p:spPr>
          <a:xfrm>
            <a:off x="5153203" y="3425218"/>
            <a:ext cx="444352" cy="707886"/>
          </a:xfrm>
          <a:prstGeom prst="rect">
            <a:avLst/>
          </a:prstGeom>
          <a:noFill/>
        </p:spPr>
        <p:txBody>
          <a:bodyPr wrap="none" rtlCol="0">
            <a:spAutoFit/>
          </a:bodyPr>
          <a:lstStyle/>
          <a:p>
            <a:r>
              <a:rPr lang="es-NI" sz="4000" dirty="0">
                <a:solidFill>
                  <a:srgbClr val="FFFFFF"/>
                </a:solidFill>
              </a:rPr>
              <a:t>3</a:t>
            </a:r>
            <a:endParaRPr lang="es-NI" sz="4000" dirty="0"/>
          </a:p>
        </p:txBody>
      </p:sp>
      <p:sp>
        <p:nvSpPr>
          <p:cNvPr id="36" name="Rectángulo 35">
            <a:extLst>
              <a:ext uri="{FF2B5EF4-FFF2-40B4-BE49-F238E27FC236}">
                <a16:creationId xmlns:a16="http://schemas.microsoft.com/office/drawing/2014/main" id="{65B48E71-E493-4E35-8E40-74D361ACBBBA}"/>
              </a:ext>
            </a:extLst>
          </p:cNvPr>
          <p:cNvSpPr/>
          <p:nvPr/>
        </p:nvSpPr>
        <p:spPr>
          <a:xfrm>
            <a:off x="1584979" y="4080422"/>
            <a:ext cx="1016858" cy="53863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mc:Choice xmlns:a14="http://schemas.microsoft.com/office/drawing/2010/main" Requires="a14">
          <p:sp>
            <p:nvSpPr>
              <p:cNvPr id="37" name="CuadroTexto 36">
                <a:extLst>
                  <a:ext uri="{FF2B5EF4-FFF2-40B4-BE49-F238E27FC236}">
                    <a16:creationId xmlns:a16="http://schemas.microsoft.com/office/drawing/2014/main" id="{78524DFA-CF84-44CC-9304-29F292573032}"/>
                  </a:ext>
                </a:extLst>
              </p:cNvPr>
              <p:cNvSpPr txBox="1"/>
              <p:nvPr/>
            </p:nvSpPr>
            <p:spPr>
              <a:xfrm>
                <a:off x="325415" y="4453795"/>
                <a:ext cx="1237968" cy="707886"/>
              </a:xfrm>
              <a:prstGeom prst="rect">
                <a:avLst/>
              </a:prstGeom>
              <a:noFill/>
            </p:spPr>
            <p:txBody>
              <a:bodyPr wrap="none" rtlCol="0">
                <a:spAutoFit/>
              </a:bodyPr>
              <a:lstStyle/>
              <a:p>
                <a14:m>
                  <m:oMath xmlns:m="http://schemas.openxmlformats.org/officeDocument/2006/math">
                    <m:sSup>
                      <m:sSupPr>
                        <m:ctrlPr>
                          <a:rPr lang="es-NI" sz="4000" i="1" smtClean="0">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3</m:t>
                        </m:r>
                      </m:sup>
                    </m:sSup>
                  </m:oMath>
                </a14:m>
                <a:r>
                  <a:rPr lang="es-NI" sz="4000" dirty="0"/>
                  <a:t> = </a:t>
                </a:r>
              </a:p>
            </p:txBody>
          </p:sp>
        </mc:Choice>
        <mc:Fallback>
          <p:sp>
            <p:nvSpPr>
              <p:cNvPr id="37" name="CuadroTexto 36">
                <a:extLst>
                  <a:ext uri="{FF2B5EF4-FFF2-40B4-BE49-F238E27FC236}">
                    <a16:creationId xmlns:a16="http://schemas.microsoft.com/office/drawing/2014/main" id="{78524DFA-CF84-44CC-9304-29F292573032}"/>
                  </a:ext>
                </a:extLst>
              </p:cNvPr>
              <p:cNvSpPr txBox="1">
                <a:spLocks noRot="1" noChangeAspect="1" noMove="1" noResize="1" noEditPoints="1" noAdjustHandles="1" noChangeArrowheads="1" noChangeShapeType="1" noTextEdit="1"/>
              </p:cNvSpPr>
              <p:nvPr/>
            </p:nvSpPr>
            <p:spPr>
              <a:xfrm>
                <a:off x="325415" y="4453795"/>
                <a:ext cx="1237968" cy="707886"/>
              </a:xfrm>
              <a:prstGeom prst="rect">
                <a:avLst/>
              </a:prstGeom>
              <a:blipFill>
                <a:blip r:embed="rId5"/>
                <a:stretch>
                  <a:fillRect t="-14655" r="-16749" b="-37069"/>
                </a:stretch>
              </a:blipFill>
            </p:spPr>
            <p:txBody>
              <a:bodyPr/>
              <a:lstStyle/>
              <a:p>
                <a:r>
                  <a:rPr lang="es-NI">
                    <a:noFill/>
                  </a:rPr>
                  <a:t> </a:t>
                </a:r>
              </a:p>
            </p:txBody>
          </p:sp>
        </mc:Fallback>
      </mc:AlternateContent>
    </p:spTree>
    <p:extLst>
      <p:ext uri="{BB962C8B-B14F-4D97-AF65-F5344CB8AC3E}">
        <p14:creationId xmlns:p14="http://schemas.microsoft.com/office/powerpoint/2010/main" val="38564420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18557"/>
    </mc:Choice>
    <mc:Fallback xmlns="">
      <p:transition spd="slow" advTm="118557"/>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7" name="CuadroTexto 16">
            <a:extLst>
              <a:ext uri="{FF2B5EF4-FFF2-40B4-BE49-F238E27FC236}">
                <a16:creationId xmlns:a16="http://schemas.microsoft.com/office/drawing/2014/main" id="{CF14949B-C524-442D-B30C-B15B09E54B7B}"/>
              </a:ext>
            </a:extLst>
          </p:cNvPr>
          <p:cNvSpPr txBox="1"/>
          <p:nvPr/>
        </p:nvSpPr>
        <p:spPr>
          <a:xfrm>
            <a:off x="5460894" y="1936764"/>
            <a:ext cx="346800" cy="707886"/>
          </a:xfrm>
          <a:prstGeom prst="rect">
            <a:avLst/>
          </a:prstGeom>
          <a:noFill/>
        </p:spPr>
        <p:txBody>
          <a:bodyPr wrap="square" rtlCol="0">
            <a:spAutoFit/>
          </a:bodyPr>
          <a:lstStyle/>
          <a:p>
            <a:r>
              <a:rPr lang="es-NI" sz="4000" dirty="0">
                <a:solidFill>
                  <a:srgbClr val="FFFFFF"/>
                </a:solidFill>
              </a:rPr>
              <a:t>*</a:t>
            </a:r>
            <a:endParaRPr lang="es-NI" sz="4000" dirty="0"/>
          </a:p>
        </p:txBody>
      </p:sp>
      <p:sp>
        <p:nvSpPr>
          <p:cNvPr id="8" name="CuadroTexto 7">
            <a:extLst>
              <a:ext uri="{FF2B5EF4-FFF2-40B4-BE49-F238E27FC236}">
                <a16:creationId xmlns:a16="http://schemas.microsoft.com/office/drawing/2014/main" id="{60219F7B-82F9-4FA2-BB55-8DA8CAA7D66F}"/>
              </a:ext>
            </a:extLst>
          </p:cNvPr>
          <p:cNvSpPr txBox="1"/>
          <p:nvPr/>
        </p:nvSpPr>
        <p:spPr>
          <a:xfrm>
            <a:off x="6387012" y="1126660"/>
            <a:ext cx="2824812" cy="1938992"/>
          </a:xfrm>
          <a:prstGeom prst="rect">
            <a:avLst/>
          </a:prstGeom>
          <a:noFill/>
        </p:spPr>
        <p:txBody>
          <a:bodyPr wrap="none" rtlCol="0">
            <a:spAutoFit/>
          </a:bodyPr>
          <a:lstStyle/>
          <a:p>
            <a:r>
              <a:rPr lang="es-NI" sz="4000" dirty="0"/>
              <a:t>0.8   </a:t>
            </a:r>
            <a:r>
              <a:rPr lang="es-NI" sz="4000" dirty="0">
                <a:solidFill>
                  <a:schemeClr val="accent1">
                    <a:lumMod val="75000"/>
                  </a:schemeClr>
                </a:solidFill>
              </a:rPr>
              <a:t>0.1</a:t>
            </a:r>
            <a:r>
              <a:rPr lang="es-NI" sz="4000" dirty="0"/>
              <a:t>   0.1</a:t>
            </a:r>
          </a:p>
          <a:p>
            <a:r>
              <a:rPr lang="es-NI" sz="4000" dirty="0"/>
              <a:t>0.1   </a:t>
            </a:r>
            <a:r>
              <a:rPr lang="es-NI" sz="4000" dirty="0">
                <a:solidFill>
                  <a:srgbClr val="92D050"/>
                </a:solidFill>
              </a:rPr>
              <a:t>0.7</a:t>
            </a:r>
            <a:r>
              <a:rPr lang="es-NI" sz="4000" dirty="0"/>
              <a:t>   0.2</a:t>
            </a:r>
          </a:p>
          <a:p>
            <a:r>
              <a:rPr lang="es-NI" sz="4000" dirty="0"/>
              <a:t>0.2   </a:t>
            </a:r>
            <a:r>
              <a:rPr lang="es-NI" sz="4000" dirty="0">
                <a:solidFill>
                  <a:srgbClr val="FF00FF"/>
                </a:solidFill>
              </a:rPr>
              <a:t>0.2</a:t>
            </a:r>
            <a:r>
              <a:rPr lang="es-NI" sz="4000" dirty="0">
                <a:solidFill>
                  <a:srgbClr val="FFFFFF"/>
                </a:solidFill>
              </a:rPr>
              <a:t>   0.6</a:t>
            </a:r>
            <a:endParaRPr lang="es-NI" sz="4000" dirty="0"/>
          </a:p>
        </p:txBody>
      </p:sp>
      <p:sp>
        <p:nvSpPr>
          <p:cNvPr id="9" name="Abrir corchete 8">
            <a:extLst>
              <a:ext uri="{FF2B5EF4-FFF2-40B4-BE49-F238E27FC236}">
                <a16:creationId xmlns:a16="http://schemas.microsoft.com/office/drawing/2014/main" id="{A742B220-5FEF-4DB7-B86F-2C79C9DB95C6}"/>
              </a:ext>
            </a:extLst>
          </p:cNvPr>
          <p:cNvSpPr/>
          <p:nvPr/>
        </p:nvSpPr>
        <p:spPr>
          <a:xfrm>
            <a:off x="6161283" y="1126660"/>
            <a:ext cx="224838" cy="2053828"/>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0" name="Cerrar corchete 9">
            <a:extLst>
              <a:ext uri="{FF2B5EF4-FFF2-40B4-BE49-F238E27FC236}">
                <a16:creationId xmlns:a16="http://schemas.microsoft.com/office/drawing/2014/main" id="{6807A4E5-C83D-42EE-B9DC-EFA426491C10}"/>
              </a:ext>
            </a:extLst>
          </p:cNvPr>
          <p:cNvSpPr/>
          <p:nvPr/>
        </p:nvSpPr>
        <p:spPr>
          <a:xfrm>
            <a:off x="9414452" y="1085764"/>
            <a:ext cx="134667" cy="209472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mc:AlternateContent xmlns:mc="http://schemas.openxmlformats.org/markup-compatibility/2006">
        <mc:Choice xmlns:a14="http://schemas.microsoft.com/office/drawing/2010/main" Requires="a14">
          <p:sp>
            <p:nvSpPr>
              <p:cNvPr id="20" name="CuadroTexto 19">
                <a:extLst>
                  <a:ext uri="{FF2B5EF4-FFF2-40B4-BE49-F238E27FC236}">
                    <a16:creationId xmlns:a16="http://schemas.microsoft.com/office/drawing/2014/main" id="{6C360A2D-8726-43D5-A42E-16EFE1DBD67D}"/>
                  </a:ext>
                </a:extLst>
              </p:cNvPr>
              <p:cNvSpPr txBox="1"/>
              <p:nvPr/>
            </p:nvSpPr>
            <p:spPr>
              <a:xfrm>
                <a:off x="6446826" y="3645496"/>
                <a:ext cx="5842433" cy="646331"/>
              </a:xfrm>
              <a:prstGeom prst="rect">
                <a:avLst/>
              </a:prstGeom>
              <a:noFill/>
            </p:spPr>
            <p:txBody>
              <a:bodyPr wrap="none" rtlCol="0">
                <a:spAutoFit/>
              </a:bodyPr>
              <a:lstStyle/>
              <a:p>
                <a14:m>
                  <m:oMath xmlns:m="http://schemas.openxmlformats.org/officeDocument/2006/math">
                    <m:sSup>
                      <m:sSupPr>
                        <m:ctrlPr>
                          <a:rPr lang="es-NI" i="1" smtClean="0">
                            <a:latin typeface="Cambria Math" panose="02040503050406030204" pitchFamily="18" charset="0"/>
                          </a:rPr>
                        </m:ctrlPr>
                      </m:sSupPr>
                      <m:e>
                        <m:r>
                          <a:rPr lang="es-NI" i="1">
                            <a:latin typeface="Cambria Math" panose="02040503050406030204" pitchFamily="18" charset="0"/>
                          </a:rPr>
                          <m:t>𝑃</m:t>
                        </m:r>
                      </m:e>
                      <m:sup>
                        <m:r>
                          <a:rPr lang="es-NI" b="0" i="1" smtClean="0">
                            <a:latin typeface="Cambria Math" panose="02040503050406030204" pitchFamily="18" charset="0"/>
                          </a:rPr>
                          <m:t>3</m:t>
                        </m:r>
                      </m:sup>
                    </m:sSup>
                  </m:oMath>
                </a14:m>
                <a:r>
                  <a:rPr lang="es-NI" dirty="0"/>
                  <a:t>(1,1) = </a:t>
                </a:r>
                <a:r>
                  <a:rPr lang="es-NI" dirty="0">
                    <a:solidFill>
                      <a:srgbClr val="0070C0"/>
                    </a:solidFill>
                  </a:rPr>
                  <a:t>( 0.67 * 0.8 )</a:t>
                </a:r>
                <a:r>
                  <a:rPr lang="es-NI" dirty="0"/>
                  <a:t> + </a:t>
                </a:r>
                <a:r>
                  <a:rPr lang="es-NI" dirty="0">
                    <a:solidFill>
                      <a:srgbClr val="92D050"/>
                    </a:solidFill>
                  </a:rPr>
                  <a:t>( 0.17 * 0.1 )</a:t>
                </a:r>
                <a:r>
                  <a:rPr lang="es-NI" dirty="0"/>
                  <a:t> + </a:t>
                </a:r>
                <a:r>
                  <a:rPr lang="es-NI" dirty="0">
                    <a:solidFill>
                      <a:srgbClr val="FF00FF"/>
                    </a:solidFill>
                  </a:rPr>
                  <a:t>( 0.16 * 0.2 ) </a:t>
                </a:r>
                <a:r>
                  <a:rPr lang="es-NI" dirty="0">
                    <a:solidFill>
                      <a:srgbClr val="FFFFFF"/>
                    </a:solidFill>
                  </a:rPr>
                  <a:t>= 0.585</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(1,2) = </a:t>
                </a:r>
                <a:r>
                  <a:rPr lang="es-NI" dirty="0">
                    <a:solidFill>
                      <a:srgbClr val="0070C0"/>
                    </a:solidFill>
                  </a:rPr>
                  <a:t>( 0.67 * 0.1 )</a:t>
                </a:r>
                <a:r>
                  <a:rPr lang="es-NI" dirty="0"/>
                  <a:t> + </a:t>
                </a:r>
                <a:r>
                  <a:rPr lang="es-NI" dirty="0">
                    <a:solidFill>
                      <a:srgbClr val="92D050"/>
                    </a:solidFill>
                  </a:rPr>
                  <a:t>( 0.17 * 0.7 )</a:t>
                </a:r>
                <a:r>
                  <a:rPr lang="es-NI" dirty="0"/>
                  <a:t> + </a:t>
                </a:r>
                <a:r>
                  <a:rPr lang="es-NI" dirty="0">
                    <a:solidFill>
                      <a:srgbClr val="FF00FF"/>
                    </a:solidFill>
                  </a:rPr>
                  <a:t>( 0.16 * 0.2 ) </a:t>
                </a:r>
                <a:r>
                  <a:rPr lang="es-NI" dirty="0">
                    <a:solidFill>
                      <a:srgbClr val="FFFFFF"/>
                    </a:solidFill>
                  </a:rPr>
                  <a:t>= 0.218</a:t>
                </a:r>
              </a:p>
            </p:txBody>
          </p:sp>
        </mc:Choice>
        <mc:Fallback>
          <p:sp>
            <p:nvSpPr>
              <p:cNvPr id="20" name="CuadroTexto 19">
                <a:extLst>
                  <a:ext uri="{FF2B5EF4-FFF2-40B4-BE49-F238E27FC236}">
                    <a16:creationId xmlns:a16="http://schemas.microsoft.com/office/drawing/2014/main" id="{6C360A2D-8726-43D5-A42E-16EFE1DBD67D}"/>
                  </a:ext>
                </a:extLst>
              </p:cNvPr>
              <p:cNvSpPr txBox="1">
                <a:spLocks noRot="1" noChangeAspect="1" noMove="1" noResize="1" noEditPoints="1" noAdjustHandles="1" noChangeArrowheads="1" noChangeShapeType="1" noTextEdit="1"/>
              </p:cNvSpPr>
              <p:nvPr/>
            </p:nvSpPr>
            <p:spPr>
              <a:xfrm>
                <a:off x="6446826" y="3645496"/>
                <a:ext cx="5842433" cy="646331"/>
              </a:xfrm>
              <a:prstGeom prst="rect">
                <a:avLst/>
              </a:prstGeom>
              <a:blipFill>
                <a:blip r:embed="rId2"/>
                <a:stretch>
                  <a:fillRect t="-4717" b="-14151"/>
                </a:stretch>
              </a:blipFill>
            </p:spPr>
            <p:txBody>
              <a:bodyPr/>
              <a:lstStyle/>
              <a:p>
                <a:r>
                  <a:rPr lang="es-NI">
                    <a:noFill/>
                  </a:rPr>
                  <a:t> </a:t>
                </a:r>
              </a:p>
            </p:txBody>
          </p:sp>
        </mc:Fallback>
      </mc:AlternateContent>
      <p:cxnSp>
        <p:nvCxnSpPr>
          <p:cNvPr id="4" name="Conector recto 3">
            <a:extLst>
              <a:ext uri="{FF2B5EF4-FFF2-40B4-BE49-F238E27FC236}">
                <a16:creationId xmlns:a16="http://schemas.microsoft.com/office/drawing/2014/main" id="{9F162002-694F-4229-B66D-E49E5678CECC}"/>
              </a:ext>
            </a:extLst>
          </p:cNvPr>
          <p:cNvCxnSpPr/>
          <p:nvPr/>
        </p:nvCxnSpPr>
        <p:spPr>
          <a:xfrm>
            <a:off x="6096000" y="3429000"/>
            <a:ext cx="0" cy="3429000"/>
          </a:xfrm>
          <a:prstGeom prst="line">
            <a:avLst/>
          </a:prstGeom>
          <a:ln w="50800" cap="rnd" cmpd="thickThin">
            <a:solidFill>
              <a:schemeClr val="tx1"/>
            </a:solidFill>
            <a:prstDash val="solid"/>
            <a:bevel/>
          </a:ln>
        </p:spPr>
        <p:style>
          <a:lnRef idx="1">
            <a:schemeClr val="accent1"/>
          </a:lnRef>
          <a:fillRef idx="0">
            <a:schemeClr val="accent1"/>
          </a:fillRef>
          <a:effectRef idx="0">
            <a:schemeClr val="accent1"/>
          </a:effectRef>
          <a:fontRef idx="minor">
            <a:schemeClr val="tx1"/>
          </a:fontRef>
        </p:style>
      </p:cxnSp>
      <p:sp>
        <p:nvSpPr>
          <p:cNvPr id="22" name="Rectángulo 21">
            <a:extLst>
              <a:ext uri="{FF2B5EF4-FFF2-40B4-BE49-F238E27FC236}">
                <a16:creationId xmlns:a16="http://schemas.microsoft.com/office/drawing/2014/main" id="{DFD1B1A4-A117-4743-B851-5A877F644E49}"/>
              </a:ext>
            </a:extLst>
          </p:cNvPr>
          <p:cNvSpPr/>
          <p:nvPr/>
        </p:nvSpPr>
        <p:spPr>
          <a:xfrm>
            <a:off x="6541244" y="3943403"/>
            <a:ext cx="5611844" cy="32896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mc:Choice xmlns:a14="http://schemas.microsoft.com/office/drawing/2010/main" Requires="a14">
          <p:sp>
            <p:nvSpPr>
              <p:cNvPr id="24" name="CuadroTexto 23">
                <a:extLst>
                  <a:ext uri="{FF2B5EF4-FFF2-40B4-BE49-F238E27FC236}">
                    <a16:creationId xmlns:a16="http://schemas.microsoft.com/office/drawing/2014/main" id="{27068FBE-DCE5-48FB-B6EE-0DB08510A5CE}"/>
                  </a:ext>
                </a:extLst>
              </p:cNvPr>
              <p:cNvSpPr txBox="1"/>
              <p:nvPr/>
            </p:nvSpPr>
            <p:spPr>
              <a:xfrm>
                <a:off x="214089" y="1742213"/>
                <a:ext cx="1237968" cy="707886"/>
              </a:xfrm>
              <a:prstGeom prst="rect">
                <a:avLst/>
              </a:prstGeom>
              <a:noFill/>
            </p:spPr>
            <p:txBody>
              <a:bodyPr wrap="none" rtlCol="0">
                <a:spAutoFit/>
              </a:bodyPr>
              <a:lstStyle/>
              <a:p>
                <a14:m>
                  <m:oMath xmlns:m="http://schemas.openxmlformats.org/officeDocument/2006/math">
                    <m:sSup>
                      <m:sSupPr>
                        <m:ctrlPr>
                          <a:rPr lang="es-NI" sz="4000" i="1" smtClean="0">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3</m:t>
                        </m:r>
                      </m:sup>
                    </m:sSup>
                  </m:oMath>
                </a14:m>
                <a:r>
                  <a:rPr lang="es-NI" sz="4000" dirty="0"/>
                  <a:t> = </a:t>
                </a:r>
              </a:p>
            </p:txBody>
          </p:sp>
        </mc:Choice>
        <mc:Fallback>
          <p:sp>
            <p:nvSpPr>
              <p:cNvPr id="24" name="CuadroTexto 23">
                <a:extLst>
                  <a:ext uri="{FF2B5EF4-FFF2-40B4-BE49-F238E27FC236}">
                    <a16:creationId xmlns:a16="http://schemas.microsoft.com/office/drawing/2014/main" id="{27068FBE-DCE5-48FB-B6EE-0DB08510A5CE}"/>
                  </a:ext>
                </a:extLst>
              </p:cNvPr>
              <p:cNvSpPr txBox="1">
                <a:spLocks noRot="1" noChangeAspect="1" noMove="1" noResize="1" noEditPoints="1" noAdjustHandles="1" noChangeArrowheads="1" noChangeShapeType="1" noTextEdit="1"/>
              </p:cNvSpPr>
              <p:nvPr/>
            </p:nvSpPr>
            <p:spPr>
              <a:xfrm>
                <a:off x="214089" y="1742213"/>
                <a:ext cx="1237968" cy="707886"/>
              </a:xfrm>
              <a:prstGeom prst="rect">
                <a:avLst/>
              </a:prstGeom>
              <a:blipFill>
                <a:blip r:embed="rId3"/>
                <a:stretch>
                  <a:fillRect t="-14655" r="-16749" b="-37069"/>
                </a:stretch>
              </a:blipFill>
            </p:spPr>
            <p:txBody>
              <a:bodyPr/>
              <a:lstStyle/>
              <a:p>
                <a:r>
                  <a:rPr lang="es-NI">
                    <a:noFill/>
                  </a:rPr>
                  <a:t> </a:t>
                </a:r>
              </a:p>
            </p:txBody>
          </p:sp>
        </mc:Fallback>
      </mc:AlternateContent>
      <p:sp>
        <p:nvSpPr>
          <p:cNvPr id="25" name="CuadroTexto 24">
            <a:extLst>
              <a:ext uri="{FF2B5EF4-FFF2-40B4-BE49-F238E27FC236}">
                <a16:creationId xmlns:a16="http://schemas.microsoft.com/office/drawing/2014/main" id="{5A684DEA-6813-4E2E-B18C-61ADA167FA32}"/>
              </a:ext>
            </a:extLst>
          </p:cNvPr>
          <p:cNvSpPr txBox="1"/>
          <p:nvPr/>
        </p:nvSpPr>
        <p:spPr>
          <a:xfrm>
            <a:off x="1473652" y="1178970"/>
            <a:ext cx="3603872" cy="1938992"/>
          </a:xfrm>
          <a:prstGeom prst="rect">
            <a:avLst/>
          </a:prstGeom>
          <a:noFill/>
        </p:spPr>
        <p:txBody>
          <a:bodyPr wrap="none" rtlCol="0">
            <a:spAutoFit/>
          </a:bodyPr>
          <a:lstStyle/>
          <a:p>
            <a:r>
              <a:rPr lang="es-NI" sz="4000" dirty="0">
                <a:solidFill>
                  <a:schemeClr val="accent1">
                    <a:lumMod val="75000"/>
                  </a:schemeClr>
                </a:solidFill>
              </a:rPr>
              <a:t>0.67</a:t>
            </a:r>
            <a:r>
              <a:rPr lang="es-NI" sz="4000" dirty="0">
                <a:solidFill>
                  <a:srgbClr val="FFFFFF"/>
                </a:solidFill>
              </a:rPr>
              <a:t>   </a:t>
            </a:r>
            <a:r>
              <a:rPr lang="es-NI" sz="4000" dirty="0">
                <a:solidFill>
                  <a:srgbClr val="92D050"/>
                </a:solidFill>
              </a:rPr>
              <a:t>0.17</a:t>
            </a:r>
            <a:r>
              <a:rPr lang="es-NI" sz="4000" dirty="0">
                <a:solidFill>
                  <a:srgbClr val="FFFFFF"/>
                </a:solidFill>
              </a:rPr>
              <a:t>   </a:t>
            </a:r>
            <a:r>
              <a:rPr lang="es-NI" sz="4000" dirty="0">
                <a:solidFill>
                  <a:srgbClr val="FF00FF"/>
                </a:solidFill>
              </a:rPr>
              <a:t>0.16</a:t>
            </a:r>
          </a:p>
          <a:p>
            <a:r>
              <a:rPr lang="es-NI" sz="4000" dirty="0"/>
              <a:t>0.19   0.54   0.27</a:t>
            </a:r>
          </a:p>
          <a:p>
            <a:r>
              <a:rPr lang="es-NI" sz="4000" dirty="0"/>
              <a:t>0.3     0.28   0.42</a:t>
            </a:r>
          </a:p>
        </p:txBody>
      </p:sp>
      <p:sp>
        <p:nvSpPr>
          <p:cNvPr id="26" name="Abrir corchete 25">
            <a:extLst>
              <a:ext uri="{FF2B5EF4-FFF2-40B4-BE49-F238E27FC236}">
                <a16:creationId xmlns:a16="http://schemas.microsoft.com/office/drawing/2014/main" id="{00603FFD-E417-4BBF-A5C1-84A1AD7E1F97}"/>
              </a:ext>
            </a:extLst>
          </p:cNvPr>
          <p:cNvSpPr/>
          <p:nvPr/>
        </p:nvSpPr>
        <p:spPr>
          <a:xfrm>
            <a:off x="1452056" y="1080494"/>
            <a:ext cx="226421" cy="2062103"/>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7" name="Cerrar corchete 26">
            <a:extLst>
              <a:ext uri="{FF2B5EF4-FFF2-40B4-BE49-F238E27FC236}">
                <a16:creationId xmlns:a16="http://schemas.microsoft.com/office/drawing/2014/main" id="{EEB0A40C-D8B7-4DB0-A86E-9DF371D747AB}"/>
              </a:ext>
            </a:extLst>
          </p:cNvPr>
          <p:cNvSpPr/>
          <p:nvPr/>
        </p:nvSpPr>
        <p:spPr>
          <a:xfrm>
            <a:off x="4913477" y="1080494"/>
            <a:ext cx="163156" cy="2062103"/>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8" name="CuadroTexto 27">
            <a:extLst>
              <a:ext uri="{FF2B5EF4-FFF2-40B4-BE49-F238E27FC236}">
                <a16:creationId xmlns:a16="http://schemas.microsoft.com/office/drawing/2014/main" id="{16FDCCA7-9866-4ECC-B875-B07254B09D4B}"/>
              </a:ext>
            </a:extLst>
          </p:cNvPr>
          <p:cNvSpPr txBox="1"/>
          <p:nvPr/>
        </p:nvSpPr>
        <p:spPr>
          <a:xfrm>
            <a:off x="5077524" y="589360"/>
            <a:ext cx="444352" cy="707886"/>
          </a:xfrm>
          <a:prstGeom prst="rect">
            <a:avLst/>
          </a:prstGeom>
          <a:noFill/>
        </p:spPr>
        <p:txBody>
          <a:bodyPr wrap="none" rtlCol="0">
            <a:spAutoFit/>
          </a:bodyPr>
          <a:lstStyle/>
          <a:p>
            <a:r>
              <a:rPr lang="es-NI" sz="4000" dirty="0">
                <a:solidFill>
                  <a:srgbClr val="FFFFFF"/>
                </a:solidFill>
              </a:rPr>
              <a:t>2</a:t>
            </a:r>
            <a:endParaRPr lang="es-NI" sz="4000" dirty="0"/>
          </a:p>
        </p:txBody>
      </p:sp>
      <mc:AlternateContent xmlns:mc="http://schemas.openxmlformats.org/markup-compatibility/2006">
        <mc:Choice xmlns:a14="http://schemas.microsoft.com/office/drawing/2010/main" Requires="a14">
          <p:sp>
            <p:nvSpPr>
              <p:cNvPr id="31" name="CuadroTexto 30">
                <a:extLst>
                  <a:ext uri="{FF2B5EF4-FFF2-40B4-BE49-F238E27FC236}">
                    <a16:creationId xmlns:a16="http://schemas.microsoft.com/office/drawing/2014/main" id="{EA180982-D28D-4651-AA3D-4B1C930A95F5}"/>
                  </a:ext>
                </a:extLst>
              </p:cNvPr>
              <p:cNvSpPr txBox="1"/>
              <p:nvPr/>
            </p:nvSpPr>
            <p:spPr>
              <a:xfrm>
                <a:off x="2543594" y="77803"/>
                <a:ext cx="7685053" cy="707886"/>
              </a:xfrm>
              <a:prstGeom prst="rect">
                <a:avLst/>
              </a:prstGeom>
              <a:noFill/>
            </p:spPr>
            <p:txBody>
              <a:bodyPr wrap="none" rtlCol="0">
                <a:spAutoFit/>
              </a:bodyPr>
              <a:lstStyle/>
              <a:p>
                <a:r>
                  <a:rPr lang="es-NI" sz="4000" dirty="0"/>
                  <a:t>Ahora debemos calcular </a:t>
                </a:r>
                <a14:m>
                  <m:oMath xmlns:m="http://schemas.openxmlformats.org/officeDocument/2006/math">
                    <m:sSup>
                      <m:sSupPr>
                        <m:ctrlPr>
                          <a:rPr lang="es-NI" sz="4000" i="1">
                            <a:latin typeface="Cambria Math" panose="02040503050406030204" pitchFamily="18" charset="0"/>
                          </a:rPr>
                        </m:ctrlPr>
                      </m:sSupPr>
                      <m:e>
                        <m:r>
                          <a:rPr lang="es-NI" sz="4000" i="1">
                            <a:latin typeface="Cambria Math" panose="02040503050406030204" pitchFamily="18" charset="0"/>
                          </a:rPr>
                          <m:t>𝑃</m:t>
                        </m:r>
                      </m:e>
                      <m:sup>
                        <m:r>
                          <a:rPr lang="es-NI" sz="4000" i="1">
                            <a:latin typeface="Cambria Math" panose="02040503050406030204" pitchFamily="18" charset="0"/>
                          </a:rPr>
                          <m:t>3</m:t>
                        </m:r>
                      </m:sup>
                    </m:sSup>
                  </m:oMath>
                </a14:m>
                <a:r>
                  <a:rPr lang="es-NI" sz="4000" dirty="0"/>
                  <a:t> = </a:t>
                </a:r>
                <a14:m>
                  <m:oMath xmlns:m="http://schemas.openxmlformats.org/officeDocument/2006/math">
                    <m:sSup>
                      <m:sSupPr>
                        <m:ctrlPr>
                          <a:rPr lang="es-NI" sz="4000" i="1">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2</m:t>
                        </m:r>
                      </m:sup>
                    </m:sSup>
                  </m:oMath>
                </a14:m>
                <a:r>
                  <a:rPr lang="es-NI" sz="4000" dirty="0"/>
                  <a:t> * P</a:t>
                </a:r>
              </a:p>
            </p:txBody>
          </p:sp>
        </mc:Choice>
        <mc:Fallback>
          <p:sp>
            <p:nvSpPr>
              <p:cNvPr id="31" name="CuadroTexto 30">
                <a:extLst>
                  <a:ext uri="{FF2B5EF4-FFF2-40B4-BE49-F238E27FC236}">
                    <a16:creationId xmlns:a16="http://schemas.microsoft.com/office/drawing/2014/main" id="{EA180982-D28D-4651-AA3D-4B1C930A95F5}"/>
                  </a:ext>
                </a:extLst>
              </p:cNvPr>
              <p:cNvSpPr txBox="1">
                <a:spLocks noRot="1" noChangeAspect="1" noMove="1" noResize="1" noEditPoints="1" noAdjustHandles="1" noChangeArrowheads="1" noChangeShapeType="1" noTextEdit="1"/>
              </p:cNvSpPr>
              <p:nvPr/>
            </p:nvSpPr>
            <p:spPr>
              <a:xfrm>
                <a:off x="2543594" y="77803"/>
                <a:ext cx="7685053" cy="707886"/>
              </a:xfrm>
              <a:prstGeom prst="rect">
                <a:avLst/>
              </a:prstGeom>
              <a:blipFill>
                <a:blip r:embed="rId4"/>
                <a:stretch>
                  <a:fillRect l="-2776" t="-14655" r="-1824" b="-37069"/>
                </a:stretch>
              </a:blipFill>
            </p:spPr>
            <p:txBody>
              <a:bodyPr/>
              <a:lstStyle/>
              <a:p>
                <a:r>
                  <a:rPr lang="es-NI">
                    <a:noFill/>
                  </a:rPr>
                  <a:t> </a:t>
                </a:r>
              </a:p>
            </p:txBody>
          </p:sp>
        </mc:Fallback>
      </mc:AlternateContent>
      <p:sp>
        <p:nvSpPr>
          <p:cNvPr id="32" name="CuadroTexto 31">
            <a:extLst>
              <a:ext uri="{FF2B5EF4-FFF2-40B4-BE49-F238E27FC236}">
                <a16:creationId xmlns:a16="http://schemas.microsoft.com/office/drawing/2014/main" id="{2563FABE-F80E-4BF4-B8A1-CF0BD4507363}"/>
              </a:ext>
            </a:extLst>
          </p:cNvPr>
          <p:cNvSpPr txBox="1"/>
          <p:nvPr/>
        </p:nvSpPr>
        <p:spPr>
          <a:xfrm>
            <a:off x="1549331" y="4034283"/>
            <a:ext cx="2339102" cy="584775"/>
          </a:xfrm>
          <a:prstGeom prst="rect">
            <a:avLst/>
          </a:prstGeom>
          <a:noFill/>
        </p:spPr>
        <p:txBody>
          <a:bodyPr wrap="none" rtlCol="0">
            <a:spAutoFit/>
          </a:bodyPr>
          <a:lstStyle/>
          <a:p>
            <a:r>
              <a:rPr lang="es-NI" sz="3200" dirty="0"/>
              <a:t>0.585   0.218</a:t>
            </a:r>
          </a:p>
        </p:txBody>
      </p:sp>
      <p:sp>
        <p:nvSpPr>
          <p:cNvPr id="33" name="Abrir corchete 32">
            <a:extLst>
              <a:ext uri="{FF2B5EF4-FFF2-40B4-BE49-F238E27FC236}">
                <a16:creationId xmlns:a16="http://schemas.microsoft.com/office/drawing/2014/main" id="{07EE2C34-2562-4D2E-9A8E-9390684664A8}"/>
              </a:ext>
            </a:extLst>
          </p:cNvPr>
          <p:cNvSpPr/>
          <p:nvPr/>
        </p:nvSpPr>
        <p:spPr>
          <a:xfrm>
            <a:off x="1527735" y="3916352"/>
            <a:ext cx="226421" cy="2062103"/>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4" name="Cerrar corchete 33">
            <a:extLst>
              <a:ext uri="{FF2B5EF4-FFF2-40B4-BE49-F238E27FC236}">
                <a16:creationId xmlns:a16="http://schemas.microsoft.com/office/drawing/2014/main" id="{976278D6-82D6-4D68-B5EB-E8BDB57C74A8}"/>
              </a:ext>
            </a:extLst>
          </p:cNvPr>
          <p:cNvSpPr/>
          <p:nvPr/>
        </p:nvSpPr>
        <p:spPr>
          <a:xfrm>
            <a:off x="4989156" y="3916352"/>
            <a:ext cx="163156" cy="2062103"/>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5" name="CuadroTexto 34">
            <a:extLst>
              <a:ext uri="{FF2B5EF4-FFF2-40B4-BE49-F238E27FC236}">
                <a16:creationId xmlns:a16="http://schemas.microsoft.com/office/drawing/2014/main" id="{61298261-F5DA-4D7D-8445-C68B297B4794}"/>
              </a:ext>
            </a:extLst>
          </p:cNvPr>
          <p:cNvSpPr txBox="1"/>
          <p:nvPr/>
        </p:nvSpPr>
        <p:spPr>
          <a:xfrm>
            <a:off x="5153203" y="3425218"/>
            <a:ext cx="444352" cy="707886"/>
          </a:xfrm>
          <a:prstGeom prst="rect">
            <a:avLst/>
          </a:prstGeom>
          <a:noFill/>
        </p:spPr>
        <p:txBody>
          <a:bodyPr wrap="none" rtlCol="0">
            <a:spAutoFit/>
          </a:bodyPr>
          <a:lstStyle/>
          <a:p>
            <a:r>
              <a:rPr lang="es-NI" sz="4000" dirty="0">
                <a:solidFill>
                  <a:srgbClr val="FFFFFF"/>
                </a:solidFill>
              </a:rPr>
              <a:t>3</a:t>
            </a:r>
            <a:endParaRPr lang="es-NI" sz="4000" dirty="0"/>
          </a:p>
        </p:txBody>
      </p:sp>
      <p:sp>
        <p:nvSpPr>
          <p:cNvPr id="36" name="Rectángulo 35">
            <a:extLst>
              <a:ext uri="{FF2B5EF4-FFF2-40B4-BE49-F238E27FC236}">
                <a16:creationId xmlns:a16="http://schemas.microsoft.com/office/drawing/2014/main" id="{65B48E71-E493-4E35-8E40-74D361ACBBBA}"/>
              </a:ext>
            </a:extLst>
          </p:cNvPr>
          <p:cNvSpPr/>
          <p:nvPr/>
        </p:nvSpPr>
        <p:spPr>
          <a:xfrm>
            <a:off x="2810667" y="4080422"/>
            <a:ext cx="1016858" cy="53863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mc:Choice xmlns:a14="http://schemas.microsoft.com/office/drawing/2010/main" Requires="a14">
          <p:sp>
            <p:nvSpPr>
              <p:cNvPr id="37" name="CuadroTexto 36">
                <a:extLst>
                  <a:ext uri="{FF2B5EF4-FFF2-40B4-BE49-F238E27FC236}">
                    <a16:creationId xmlns:a16="http://schemas.microsoft.com/office/drawing/2014/main" id="{78524DFA-CF84-44CC-9304-29F292573032}"/>
                  </a:ext>
                </a:extLst>
              </p:cNvPr>
              <p:cNvSpPr txBox="1"/>
              <p:nvPr/>
            </p:nvSpPr>
            <p:spPr>
              <a:xfrm>
                <a:off x="325415" y="4453795"/>
                <a:ext cx="1237968" cy="707886"/>
              </a:xfrm>
              <a:prstGeom prst="rect">
                <a:avLst/>
              </a:prstGeom>
              <a:noFill/>
            </p:spPr>
            <p:txBody>
              <a:bodyPr wrap="none" rtlCol="0">
                <a:spAutoFit/>
              </a:bodyPr>
              <a:lstStyle/>
              <a:p>
                <a14:m>
                  <m:oMath xmlns:m="http://schemas.openxmlformats.org/officeDocument/2006/math">
                    <m:sSup>
                      <m:sSupPr>
                        <m:ctrlPr>
                          <a:rPr lang="es-NI" sz="4000" i="1" smtClean="0">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3</m:t>
                        </m:r>
                      </m:sup>
                    </m:sSup>
                  </m:oMath>
                </a14:m>
                <a:r>
                  <a:rPr lang="es-NI" sz="4000" dirty="0"/>
                  <a:t> = </a:t>
                </a:r>
              </a:p>
            </p:txBody>
          </p:sp>
        </mc:Choice>
        <mc:Fallback>
          <p:sp>
            <p:nvSpPr>
              <p:cNvPr id="37" name="CuadroTexto 36">
                <a:extLst>
                  <a:ext uri="{FF2B5EF4-FFF2-40B4-BE49-F238E27FC236}">
                    <a16:creationId xmlns:a16="http://schemas.microsoft.com/office/drawing/2014/main" id="{78524DFA-CF84-44CC-9304-29F292573032}"/>
                  </a:ext>
                </a:extLst>
              </p:cNvPr>
              <p:cNvSpPr txBox="1">
                <a:spLocks noRot="1" noChangeAspect="1" noMove="1" noResize="1" noEditPoints="1" noAdjustHandles="1" noChangeArrowheads="1" noChangeShapeType="1" noTextEdit="1"/>
              </p:cNvSpPr>
              <p:nvPr/>
            </p:nvSpPr>
            <p:spPr>
              <a:xfrm>
                <a:off x="325415" y="4453795"/>
                <a:ext cx="1237968" cy="707886"/>
              </a:xfrm>
              <a:prstGeom prst="rect">
                <a:avLst/>
              </a:prstGeom>
              <a:blipFill>
                <a:blip r:embed="rId5"/>
                <a:stretch>
                  <a:fillRect t="-14655" r="-16749" b="-37069"/>
                </a:stretch>
              </a:blipFill>
            </p:spPr>
            <p:txBody>
              <a:bodyPr/>
              <a:lstStyle/>
              <a:p>
                <a:r>
                  <a:rPr lang="es-NI">
                    <a:noFill/>
                  </a:rPr>
                  <a:t> </a:t>
                </a:r>
              </a:p>
            </p:txBody>
          </p:sp>
        </mc:Fallback>
      </mc:AlternateContent>
    </p:spTree>
    <p:extLst>
      <p:ext uri="{BB962C8B-B14F-4D97-AF65-F5344CB8AC3E}">
        <p14:creationId xmlns:p14="http://schemas.microsoft.com/office/powerpoint/2010/main" val="42844288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18557"/>
    </mc:Choice>
    <mc:Fallback xmlns="">
      <p:transition spd="slow" advTm="118557"/>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7" name="CuadroTexto 16">
            <a:extLst>
              <a:ext uri="{FF2B5EF4-FFF2-40B4-BE49-F238E27FC236}">
                <a16:creationId xmlns:a16="http://schemas.microsoft.com/office/drawing/2014/main" id="{CF14949B-C524-442D-B30C-B15B09E54B7B}"/>
              </a:ext>
            </a:extLst>
          </p:cNvPr>
          <p:cNvSpPr txBox="1"/>
          <p:nvPr/>
        </p:nvSpPr>
        <p:spPr>
          <a:xfrm>
            <a:off x="5460894" y="1936764"/>
            <a:ext cx="346800" cy="707886"/>
          </a:xfrm>
          <a:prstGeom prst="rect">
            <a:avLst/>
          </a:prstGeom>
          <a:noFill/>
        </p:spPr>
        <p:txBody>
          <a:bodyPr wrap="square" rtlCol="0">
            <a:spAutoFit/>
          </a:bodyPr>
          <a:lstStyle/>
          <a:p>
            <a:r>
              <a:rPr lang="es-NI" sz="4000" dirty="0">
                <a:solidFill>
                  <a:srgbClr val="FFFFFF"/>
                </a:solidFill>
              </a:rPr>
              <a:t>*</a:t>
            </a:r>
            <a:endParaRPr lang="es-NI" sz="4000" dirty="0"/>
          </a:p>
        </p:txBody>
      </p:sp>
      <p:sp>
        <p:nvSpPr>
          <p:cNvPr id="8" name="CuadroTexto 7">
            <a:extLst>
              <a:ext uri="{FF2B5EF4-FFF2-40B4-BE49-F238E27FC236}">
                <a16:creationId xmlns:a16="http://schemas.microsoft.com/office/drawing/2014/main" id="{60219F7B-82F9-4FA2-BB55-8DA8CAA7D66F}"/>
              </a:ext>
            </a:extLst>
          </p:cNvPr>
          <p:cNvSpPr txBox="1"/>
          <p:nvPr/>
        </p:nvSpPr>
        <p:spPr>
          <a:xfrm>
            <a:off x="6387012" y="1126660"/>
            <a:ext cx="2824812" cy="1938992"/>
          </a:xfrm>
          <a:prstGeom prst="rect">
            <a:avLst/>
          </a:prstGeom>
          <a:noFill/>
        </p:spPr>
        <p:txBody>
          <a:bodyPr wrap="none" rtlCol="0">
            <a:spAutoFit/>
          </a:bodyPr>
          <a:lstStyle/>
          <a:p>
            <a:r>
              <a:rPr lang="es-NI" sz="4000" dirty="0"/>
              <a:t>0.8   0.1   </a:t>
            </a:r>
            <a:r>
              <a:rPr lang="es-NI" sz="4000" dirty="0">
                <a:solidFill>
                  <a:schemeClr val="accent1">
                    <a:lumMod val="75000"/>
                  </a:schemeClr>
                </a:solidFill>
              </a:rPr>
              <a:t>0.1</a:t>
            </a:r>
          </a:p>
          <a:p>
            <a:r>
              <a:rPr lang="es-NI" sz="4000" dirty="0"/>
              <a:t>0.1   0.7   </a:t>
            </a:r>
            <a:r>
              <a:rPr lang="es-NI" sz="4000" dirty="0">
                <a:solidFill>
                  <a:srgbClr val="92D050"/>
                </a:solidFill>
              </a:rPr>
              <a:t>0.2</a:t>
            </a:r>
          </a:p>
          <a:p>
            <a:r>
              <a:rPr lang="es-NI" sz="4000" dirty="0"/>
              <a:t>0.2   0.2   </a:t>
            </a:r>
            <a:r>
              <a:rPr lang="es-NI" sz="4000" dirty="0">
                <a:solidFill>
                  <a:srgbClr val="FF00FF"/>
                </a:solidFill>
              </a:rPr>
              <a:t>0.6</a:t>
            </a:r>
          </a:p>
        </p:txBody>
      </p:sp>
      <p:sp>
        <p:nvSpPr>
          <p:cNvPr id="9" name="Abrir corchete 8">
            <a:extLst>
              <a:ext uri="{FF2B5EF4-FFF2-40B4-BE49-F238E27FC236}">
                <a16:creationId xmlns:a16="http://schemas.microsoft.com/office/drawing/2014/main" id="{A742B220-5FEF-4DB7-B86F-2C79C9DB95C6}"/>
              </a:ext>
            </a:extLst>
          </p:cNvPr>
          <p:cNvSpPr/>
          <p:nvPr/>
        </p:nvSpPr>
        <p:spPr>
          <a:xfrm>
            <a:off x="6161283" y="1126660"/>
            <a:ext cx="224838" cy="2053828"/>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10" name="Cerrar corchete 9">
            <a:extLst>
              <a:ext uri="{FF2B5EF4-FFF2-40B4-BE49-F238E27FC236}">
                <a16:creationId xmlns:a16="http://schemas.microsoft.com/office/drawing/2014/main" id="{6807A4E5-C83D-42EE-B9DC-EFA426491C10}"/>
              </a:ext>
            </a:extLst>
          </p:cNvPr>
          <p:cNvSpPr/>
          <p:nvPr/>
        </p:nvSpPr>
        <p:spPr>
          <a:xfrm>
            <a:off x="9414452" y="1085764"/>
            <a:ext cx="134667" cy="209472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mc:AlternateContent xmlns:mc="http://schemas.openxmlformats.org/markup-compatibility/2006">
        <mc:Choice xmlns:a14="http://schemas.microsoft.com/office/drawing/2010/main" Requires="a14">
          <p:sp>
            <p:nvSpPr>
              <p:cNvPr id="20" name="CuadroTexto 19">
                <a:extLst>
                  <a:ext uri="{FF2B5EF4-FFF2-40B4-BE49-F238E27FC236}">
                    <a16:creationId xmlns:a16="http://schemas.microsoft.com/office/drawing/2014/main" id="{6C360A2D-8726-43D5-A42E-16EFE1DBD67D}"/>
                  </a:ext>
                </a:extLst>
              </p:cNvPr>
              <p:cNvSpPr txBox="1"/>
              <p:nvPr/>
            </p:nvSpPr>
            <p:spPr>
              <a:xfrm>
                <a:off x="6446826" y="3645496"/>
                <a:ext cx="5789534" cy="923330"/>
              </a:xfrm>
              <a:prstGeom prst="rect">
                <a:avLst/>
              </a:prstGeom>
              <a:noFill/>
            </p:spPr>
            <p:txBody>
              <a:bodyPr wrap="none" rtlCol="0">
                <a:spAutoFit/>
              </a:bodyPr>
              <a:lstStyle/>
              <a:p>
                <a14:m>
                  <m:oMath xmlns:m="http://schemas.openxmlformats.org/officeDocument/2006/math">
                    <m:sSup>
                      <m:sSupPr>
                        <m:ctrlPr>
                          <a:rPr lang="es-NI" i="1" smtClean="0">
                            <a:latin typeface="Cambria Math" panose="02040503050406030204" pitchFamily="18" charset="0"/>
                          </a:rPr>
                        </m:ctrlPr>
                      </m:sSupPr>
                      <m:e>
                        <m:r>
                          <a:rPr lang="es-NI" i="1">
                            <a:latin typeface="Cambria Math" panose="02040503050406030204" pitchFamily="18" charset="0"/>
                          </a:rPr>
                          <m:t>𝑃</m:t>
                        </m:r>
                      </m:e>
                      <m:sup>
                        <m:r>
                          <a:rPr lang="es-NI" b="0" i="1" smtClean="0">
                            <a:latin typeface="Cambria Math" panose="02040503050406030204" pitchFamily="18" charset="0"/>
                          </a:rPr>
                          <m:t>3</m:t>
                        </m:r>
                      </m:sup>
                    </m:sSup>
                  </m:oMath>
                </a14:m>
                <a:r>
                  <a:rPr lang="es-NI" dirty="0"/>
                  <a:t>(1,1) = </a:t>
                </a:r>
                <a:r>
                  <a:rPr lang="es-NI" dirty="0">
                    <a:solidFill>
                      <a:srgbClr val="0070C0"/>
                    </a:solidFill>
                  </a:rPr>
                  <a:t>( 0.67 * 0.8 )</a:t>
                </a:r>
                <a:r>
                  <a:rPr lang="es-NI" dirty="0"/>
                  <a:t> + </a:t>
                </a:r>
                <a:r>
                  <a:rPr lang="es-NI" dirty="0">
                    <a:solidFill>
                      <a:srgbClr val="92D050"/>
                    </a:solidFill>
                  </a:rPr>
                  <a:t>( 0.17 * 0.1 )</a:t>
                </a:r>
                <a:r>
                  <a:rPr lang="es-NI" dirty="0"/>
                  <a:t> + </a:t>
                </a:r>
                <a:r>
                  <a:rPr lang="es-NI" dirty="0">
                    <a:solidFill>
                      <a:srgbClr val="FF00FF"/>
                    </a:solidFill>
                  </a:rPr>
                  <a:t>( 0.16 * 0.2 ) </a:t>
                </a:r>
                <a:r>
                  <a:rPr lang="es-NI" dirty="0">
                    <a:solidFill>
                      <a:srgbClr val="FFFFFF"/>
                    </a:solidFill>
                  </a:rPr>
                  <a:t>= 0.585</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(1,2) = </a:t>
                </a:r>
                <a:r>
                  <a:rPr lang="es-NI" dirty="0">
                    <a:solidFill>
                      <a:srgbClr val="0070C0"/>
                    </a:solidFill>
                  </a:rPr>
                  <a:t>( 0.67 * 0.1 )</a:t>
                </a:r>
                <a:r>
                  <a:rPr lang="es-NI" dirty="0"/>
                  <a:t> + </a:t>
                </a:r>
                <a:r>
                  <a:rPr lang="es-NI" dirty="0">
                    <a:solidFill>
                      <a:srgbClr val="92D050"/>
                    </a:solidFill>
                  </a:rPr>
                  <a:t>( 0.17 * 0.7 )</a:t>
                </a:r>
                <a:r>
                  <a:rPr lang="es-NI" dirty="0"/>
                  <a:t> + </a:t>
                </a:r>
                <a:r>
                  <a:rPr lang="es-NI" dirty="0">
                    <a:solidFill>
                      <a:srgbClr val="FF00FF"/>
                    </a:solidFill>
                  </a:rPr>
                  <a:t>( 0.16 * 0.2 ) </a:t>
                </a:r>
                <a:r>
                  <a:rPr lang="es-NI" dirty="0">
                    <a:solidFill>
                      <a:srgbClr val="FFFFFF"/>
                    </a:solidFill>
                  </a:rPr>
                  <a:t>= 0.218</a:t>
                </a:r>
              </a:p>
              <a:p>
                <a:pPr/>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(1,3) = </a:t>
                </a:r>
                <a:r>
                  <a:rPr lang="es-NI" dirty="0">
                    <a:solidFill>
                      <a:srgbClr val="0070C0"/>
                    </a:solidFill>
                  </a:rPr>
                  <a:t>( 0.67 * 0.1 )</a:t>
                </a:r>
                <a:r>
                  <a:rPr lang="es-NI" dirty="0"/>
                  <a:t> + </a:t>
                </a:r>
                <a:r>
                  <a:rPr lang="es-NI" dirty="0">
                    <a:solidFill>
                      <a:srgbClr val="92D050"/>
                    </a:solidFill>
                  </a:rPr>
                  <a:t>( 0.17 * 0.2 )</a:t>
                </a:r>
                <a:r>
                  <a:rPr lang="es-NI" dirty="0"/>
                  <a:t> + </a:t>
                </a:r>
                <a:r>
                  <a:rPr lang="es-NI" dirty="0">
                    <a:solidFill>
                      <a:srgbClr val="FF00FF"/>
                    </a:solidFill>
                  </a:rPr>
                  <a:t>( 0.16 * 0.6 ) </a:t>
                </a:r>
                <a:r>
                  <a:rPr lang="es-NI" dirty="0">
                    <a:solidFill>
                      <a:srgbClr val="FFFFFF"/>
                    </a:solidFill>
                  </a:rPr>
                  <a:t>= 0.197</a:t>
                </a:r>
              </a:p>
            </p:txBody>
          </p:sp>
        </mc:Choice>
        <mc:Fallback>
          <p:sp>
            <p:nvSpPr>
              <p:cNvPr id="20" name="CuadroTexto 19">
                <a:extLst>
                  <a:ext uri="{FF2B5EF4-FFF2-40B4-BE49-F238E27FC236}">
                    <a16:creationId xmlns:a16="http://schemas.microsoft.com/office/drawing/2014/main" id="{6C360A2D-8726-43D5-A42E-16EFE1DBD67D}"/>
                  </a:ext>
                </a:extLst>
              </p:cNvPr>
              <p:cNvSpPr txBox="1">
                <a:spLocks noRot="1" noChangeAspect="1" noMove="1" noResize="1" noEditPoints="1" noAdjustHandles="1" noChangeArrowheads="1" noChangeShapeType="1" noTextEdit="1"/>
              </p:cNvSpPr>
              <p:nvPr/>
            </p:nvSpPr>
            <p:spPr>
              <a:xfrm>
                <a:off x="6446826" y="3645496"/>
                <a:ext cx="5789534" cy="923330"/>
              </a:xfrm>
              <a:prstGeom prst="rect">
                <a:avLst/>
              </a:prstGeom>
              <a:blipFill>
                <a:blip r:embed="rId2"/>
                <a:stretch>
                  <a:fillRect t="-3311" r="-105" b="-9934"/>
                </a:stretch>
              </a:blipFill>
            </p:spPr>
            <p:txBody>
              <a:bodyPr/>
              <a:lstStyle/>
              <a:p>
                <a:r>
                  <a:rPr lang="es-NI">
                    <a:noFill/>
                  </a:rPr>
                  <a:t> </a:t>
                </a:r>
              </a:p>
            </p:txBody>
          </p:sp>
        </mc:Fallback>
      </mc:AlternateContent>
      <p:cxnSp>
        <p:nvCxnSpPr>
          <p:cNvPr id="4" name="Conector recto 3">
            <a:extLst>
              <a:ext uri="{FF2B5EF4-FFF2-40B4-BE49-F238E27FC236}">
                <a16:creationId xmlns:a16="http://schemas.microsoft.com/office/drawing/2014/main" id="{9F162002-694F-4229-B66D-E49E5678CECC}"/>
              </a:ext>
            </a:extLst>
          </p:cNvPr>
          <p:cNvCxnSpPr/>
          <p:nvPr/>
        </p:nvCxnSpPr>
        <p:spPr>
          <a:xfrm>
            <a:off x="6096000" y="3429000"/>
            <a:ext cx="0" cy="3429000"/>
          </a:xfrm>
          <a:prstGeom prst="line">
            <a:avLst/>
          </a:prstGeom>
          <a:ln w="50800" cap="rnd" cmpd="thickThin">
            <a:solidFill>
              <a:schemeClr val="tx1"/>
            </a:solidFill>
            <a:prstDash val="solid"/>
            <a:bevel/>
          </a:ln>
        </p:spPr>
        <p:style>
          <a:lnRef idx="1">
            <a:schemeClr val="accent1"/>
          </a:lnRef>
          <a:fillRef idx="0">
            <a:schemeClr val="accent1"/>
          </a:fillRef>
          <a:effectRef idx="0">
            <a:schemeClr val="accent1"/>
          </a:effectRef>
          <a:fontRef idx="minor">
            <a:schemeClr val="tx1"/>
          </a:fontRef>
        </p:style>
      </p:cxnSp>
      <p:sp>
        <p:nvSpPr>
          <p:cNvPr id="22" name="Rectángulo 21">
            <a:extLst>
              <a:ext uri="{FF2B5EF4-FFF2-40B4-BE49-F238E27FC236}">
                <a16:creationId xmlns:a16="http://schemas.microsoft.com/office/drawing/2014/main" id="{DFD1B1A4-A117-4743-B851-5A877F644E49}"/>
              </a:ext>
            </a:extLst>
          </p:cNvPr>
          <p:cNvSpPr/>
          <p:nvPr/>
        </p:nvSpPr>
        <p:spPr>
          <a:xfrm>
            <a:off x="6446827" y="4229914"/>
            <a:ext cx="5684732" cy="33891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mc:Choice xmlns:a14="http://schemas.microsoft.com/office/drawing/2010/main" Requires="a14">
          <p:sp>
            <p:nvSpPr>
              <p:cNvPr id="24" name="CuadroTexto 23">
                <a:extLst>
                  <a:ext uri="{FF2B5EF4-FFF2-40B4-BE49-F238E27FC236}">
                    <a16:creationId xmlns:a16="http://schemas.microsoft.com/office/drawing/2014/main" id="{27068FBE-DCE5-48FB-B6EE-0DB08510A5CE}"/>
                  </a:ext>
                </a:extLst>
              </p:cNvPr>
              <p:cNvSpPr txBox="1"/>
              <p:nvPr/>
            </p:nvSpPr>
            <p:spPr>
              <a:xfrm>
                <a:off x="214089" y="1742213"/>
                <a:ext cx="1237968" cy="707886"/>
              </a:xfrm>
              <a:prstGeom prst="rect">
                <a:avLst/>
              </a:prstGeom>
              <a:noFill/>
            </p:spPr>
            <p:txBody>
              <a:bodyPr wrap="none" rtlCol="0">
                <a:spAutoFit/>
              </a:bodyPr>
              <a:lstStyle/>
              <a:p>
                <a14:m>
                  <m:oMath xmlns:m="http://schemas.openxmlformats.org/officeDocument/2006/math">
                    <m:sSup>
                      <m:sSupPr>
                        <m:ctrlPr>
                          <a:rPr lang="es-NI" sz="4000" i="1" smtClean="0">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3</m:t>
                        </m:r>
                      </m:sup>
                    </m:sSup>
                  </m:oMath>
                </a14:m>
                <a:r>
                  <a:rPr lang="es-NI" sz="4000" dirty="0"/>
                  <a:t> = </a:t>
                </a:r>
              </a:p>
            </p:txBody>
          </p:sp>
        </mc:Choice>
        <mc:Fallback>
          <p:sp>
            <p:nvSpPr>
              <p:cNvPr id="24" name="CuadroTexto 23">
                <a:extLst>
                  <a:ext uri="{FF2B5EF4-FFF2-40B4-BE49-F238E27FC236}">
                    <a16:creationId xmlns:a16="http://schemas.microsoft.com/office/drawing/2014/main" id="{27068FBE-DCE5-48FB-B6EE-0DB08510A5CE}"/>
                  </a:ext>
                </a:extLst>
              </p:cNvPr>
              <p:cNvSpPr txBox="1">
                <a:spLocks noRot="1" noChangeAspect="1" noMove="1" noResize="1" noEditPoints="1" noAdjustHandles="1" noChangeArrowheads="1" noChangeShapeType="1" noTextEdit="1"/>
              </p:cNvSpPr>
              <p:nvPr/>
            </p:nvSpPr>
            <p:spPr>
              <a:xfrm>
                <a:off x="214089" y="1742213"/>
                <a:ext cx="1237968" cy="707886"/>
              </a:xfrm>
              <a:prstGeom prst="rect">
                <a:avLst/>
              </a:prstGeom>
              <a:blipFill>
                <a:blip r:embed="rId3"/>
                <a:stretch>
                  <a:fillRect t="-14655" r="-16749" b="-37069"/>
                </a:stretch>
              </a:blipFill>
            </p:spPr>
            <p:txBody>
              <a:bodyPr/>
              <a:lstStyle/>
              <a:p>
                <a:r>
                  <a:rPr lang="es-NI">
                    <a:noFill/>
                  </a:rPr>
                  <a:t> </a:t>
                </a:r>
              </a:p>
            </p:txBody>
          </p:sp>
        </mc:Fallback>
      </mc:AlternateContent>
      <p:sp>
        <p:nvSpPr>
          <p:cNvPr id="25" name="CuadroTexto 24">
            <a:extLst>
              <a:ext uri="{FF2B5EF4-FFF2-40B4-BE49-F238E27FC236}">
                <a16:creationId xmlns:a16="http://schemas.microsoft.com/office/drawing/2014/main" id="{5A684DEA-6813-4E2E-B18C-61ADA167FA32}"/>
              </a:ext>
            </a:extLst>
          </p:cNvPr>
          <p:cNvSpPr txBox="1"/>
          <p:nvPr/>
        </p:nvSpPr>
        <p:spPr>
          <a:xfrm>
            <a:off x="1473652" y="1178970"/>
            <a:ext cx="3603872" cy="1938992"/>
          </a:xfrm>
          <a:prstGeom prst="rect">
            <a:avLst/>
          </a:prstGeom>
          <a:noFill/>
        </p:spPr>
        <p:txBody>
          <a:bodyPr wrap="none" rtlCol="0">
            <a:spAutoFit/>
          </a:bodyPr>
          <a:lstStyle/>
          <a:p>
            <a:r>
              <a:rPr lang="es-NI" sz="4000" dirty="0">
                <a:solidFill>
                  <a:schemeClr val="accent1">
                    <a:lumMod val="75000"/>
                  </a:schemeClr>
                </a:solidFill>
              </a:rPr>
              <a:t>0.67</a:t>
            </a:r>
            <a:r>
              <a:rPr lang="es-NI" sz="4000" dirty="0">
                <a:solidFill>
                  <a:srgbClr val="FFFFFF"/>
                </a:solidFill>
              </a:rPr>
              <a:t>   </a:t>
            </a:r>
            <a:r>
              <a:rPr lang="es-NI" sz="4000" dirty="0">
                <a:solidFill>
                  <a:srgbClr val="92D050"/>
                </a:solidFill>
              </a:rPr>
              <a:t>0.17</a:t>
            </a:r>
            <a:r>
              <a:rPr lang="es-NI" sz="4000" dirty="0">
                <a:solidFill>
                  <a:srgbClr val="FFFFFF"/>
                </a:solidFill>
              </a:rPr>
              <a:t>   </a:t>
            </a:r>
            <a:r>
              <a:rPr lang="es-NI" sz="4000" dirty="0">
                <a:solidFill>
                  <a:srgbClr val="FF00FF"/>
                </a:solidFill>
              </a:rPr>
              <a:t>0.16</a:t>
            </a:r>
          </a:p>
          <a:p>
            <a:r>
              <a:rPr lang="es-NI" sz="4000" dirty="0"/>
              <a:t>0.19   0.54   0.27</a:t>
            </a:r>
          </a:p>
          <a:p>
            <a:r>
              <a:rPr lang="es-NI" sz="4000" dirty="0"/>
              <a:t>0.3     0.28   0.42</a:t>
            </a:r>
          </a:p>
        </p:txBody>
      </p:sp>
      <p:sp>
        <p:nvSpPr>
          <p:cNvPr id="26" name="Abrir corchete 25">
            <a:extLst>
              <a:ext uri="{FF2B5EF4-FFF2-40B4-BE49-F238E27FC236}">
                <a16:creationId xmlns:a16="http://schemas.microsoft.com/office/drawing/2014/main" id="{00603FFD-E417-4BBF-A5C1-84A1AD7E1F97}"/>
              </a:ext>
            </a:extLst>
          </p:cNvPr>
          <p:cNvSpPr/>
          <p:nvPr/>
        </p:nvSpPr>
        <p:spPr>
          <a:xfrm>
            <a:off x="1452056" y="1080494"/>
            <a:ext cx="226421" cy="2062103"/>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7" name="Cerrar corchete 26">
            <a:extLst>
              <a:ext uri="{FF2B5EF4-FFF2-40B4-BE49-F238E27FC236}">
                <a16:creationId xmlns:a16="http://schemas.microsoft.com/office/drawing/2014/main" id="{EEB0A40C-D8B7-4DB0-A86E-9DF371D747AB}"/>
              </a:ext>
            </a:extLst>
          </p:cNvPr>
          <p:cNvSpPr/>
          <p:nvPr/>
        </p:nvSpPr>
        <p:spPr>
          <a:xfrm>
            <a:off x="4913477" y="1080494"/>
            <a:ext cx="163156" cy="2062103"/>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8" name="CuadroTexto 27">
            <a:extLst>
              <a:ext uri="{FF2B5EF4-FFF2-40B4-BE49-F238E27FC236}">
                <a16:creationId xmlns:a16="http://schemas.microsoft.com/office/drawing/2014/main" id="{16FDCCA7-9866-4ECC-B875-B07254B09D4B}"/>
              </a:ext>
            </a:extLst>
          </p:cNvPr>
          <p:cNvSpPr txBox="1"/>
          <p:nvPr/>
        </p:nvSpPr>
        <p:spPr>
          <a:xfrm>
            <a:off x="5077524" y="589360"/>
            <a:ext cx="444352" cy="707886"/>
          </a:xfrm>
          <a:prstGeom prst="rect">
            <a:avLst/>
          </a:prstGeom>
          <a:noFill/>
        </p:spPr>
        <p:txBody>
          <a:bodyPr wrap="none" rtlCol="0">
            <a:spAutoFit/>
          </a:bodyPr>
          <a:lstStyle/>
          <a:p>
            <a:r>
              <a:rPr lang="es-NI" sz="4000" dirty="0">
                <a:solidFill>
                  <a:srgbClr val="FFFFFF"/>
                </a:solidFill>
              </a:rPr>
              <a:t>2</a:t>
            </a:r>
            <a:endParaRPr lang="es-NI" sz="4000" dirty="0"/>
          </a:p>
        </p:txBody>
      </p:sp>
      <mc:AlternateContent xmlns:mc="http://schemas.openxmlformats.org/markup-compatibility/2006">
        <mc:Choice xmlns:a14="http://schemas.microsoft.com/office/drawing/2010/main" Requires="a14">
          <p:sp>
            <p:nvSpPr>
              <p:cNvPr id="31" name="CuadroTexto 30">
                <a:extLst>
                  <a:ext uri="{FF2B5EF4-FFF2-40B4-BE49-F238E27FC236}">
                    <a16:creationId xmlns:a16="http://schemas.microsoft.com/office/drawing/2014/main" id="{EA180982-D28D-4651-AA3D-4B1C930A95F5}"/>
                  </a:ext>
                </a:extLst>
              </p:cNvPr>
              <p:cNvSpPr txBox="1"/>
              <p:nvPr/>
            </p:nvSpPr>
            <p:spPr>
              <a:xfrm>
                <a:off x="2543594" y="77803"/>
                <a:ext cx="7685053" cy="707886"/>
              </a:xfrm>
              <a:prstGeom prst="rect">
                <a:avLst/>
              </a:prstGeom>
              <a:noFill/>
            </p:spPr>
            <p:txBody>
              <a:bodyPr wrap="none" rtlCol="0">
                <a:spAutoFit/>
              </a:bodyPr>
              <a:lstStyle/>
              <a:p>
                <a:r>
                  <a:rPr lang="es-NI" sz="4000" dirty="0"/>
                  <a:t>Ahora debemos calcular </a:t>
                </a:r>
                <a14:m>
                  <m:oMath xmlns:m="http://schemas.openxmlformats.org/officeDocument/2006/math">
                    <m:sSup>
                      <m:sSupPr>
                        <m:ctrlPr>
                          <a:rPr lang="es-NI" sz="4000" i="1">
                            <a:latin typeface="Cambria Math" panose="02040503050406030204" pitchFamily="18" charset="0"/>
                          </a:rPr>
                        </m:ctrlPr>
                      </m:sSupPr>
                      <m:e>
                        <m:r>
                          <a:rPr lang="es-NI" sz="4000" i="1">
                            <a:latin typeface="Cambria Math" panose="02040503050406030204" pitchFamily="18" charset="0"/>
                          </a:rPr>
                          <m:t>𝑃</m:t>
                        </m:r>
                      </m:e>
                      <m:sup>
                        <m:r>
                          <a:rPr lang="es-NI" sz="4000" i="1">
                            <a:latin typeface="Cambria Math" panose="02040503050406030204" pitchFamily="18" charset="0"/>
                          </a:rPr>
                          <m:t>3</m:t>
                        </m:r>
                      </m:sup>
                    </m:sSup>
                  </m:oMath>
                </a14:m>
                <a:r>
                  <a:rPr lang="es-NI" sz="4000" dirty="0"/>
                  <a:t> = </a:t>
                </a:r>
                <a14:m>
                  <m:oMath xmlns:m="http://schemas.openxmlformats.org/officeDocument/2006/math">
                    <m:sSup>
                      <m:sSupPr>
                        <m:ctrlPr>
                          <a:rPr lang="es-NI" sz="4000" i="1">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2</m:t>
                        </m:r>
                      </m:sup>
                    </m:sSup>
                  </m:oMath>
                </a14:m>
                <a:r>
                  <a:rPr lang="es-NI" sz="4000" dirty="0"/>
                  <a:t> * P</a:t>
                </a:r>
              </a:p>
            </p:txBody>
          </p:sp>
        </mc:Choice>
        <mc:Fallback>
          <p:sp>
            <p:nvSpPr>
              <p:cNvPr id="31" name="CuadroTexto 30">
                <a:extLst>
                  <a:ext uri="{FF2B5EF4-FFF2-40B4-BE49-F238E27FC236}">
                    <a16:creationId xmlns:a16="http://schemas.microsoft.com/office/drawing/2014/main" id="{EA180982-D28D-4651-AA3D-4B1C930A95F5}"/>
                  </a:ext>
                </a:extLst>
              </p:cNvPr>
              <p:cNvSpPr txBox="1">
                <a:spLocks noRot="1" noChangeAspect="1" noMove="1" noResize="1" noEditPoints="1" noAdjustHandles="1" noChangeArrowheads="1" noChangeShapeType="1" noTextEdit="1"/>
              </p:cNvSpPr>
              <p:nvPr/>
            </p:nvSpPr>
            <p:spPr>
              <a:xfrm>
                <a:off x="2543594" y="77803"/>
                <a:ext cx="7685053" cy="707886"/>
              </a:xfrm>
              <a:prstGeom prst="rect">
                <a:avLst/>
              </a:prstGeom>
              <a:blipFill>
                <a:blip r:embed="rId4"/>
                <a:stretch>
                  <a:fillRect l="-2776" t="-14655" r="-1824" b="-37069"/>
                </a:stretch>
              </a:blipFill>
            </p:spPr>
            <p:txBody>
              <a:bodyPr/>
              <a:lstStyle/>
              <a:p>
                <a:r>
                  <a:rPr lang="es-NI">
                    <a:noFill/>
                  </a:rPr>
                  <a:t> </a:t>
                </a:r>
              </a:p>
            </p:txBody>
          </p:sp>
        </mc:Fallback>
      </mc:AlternateContent>
      <p:sp>
        <p:nvSpPr>
          <p:cNvPr id="32" name="CuadroTexto 31">
            <a:extLst>
              <a:ext uri="{FF2B5EF4-FFF2-40B4-BE49-F238E27FC236}">
                <a16:creationId xmlns:a16="http://schemas.microsoft.com/office/drawing/2014/main" id="{2563FABE-F80E-4BF4-B8A1-CF0BD4507363}"/>
              </a:ext>
            </a:extLst>
          </p:cNvPr>
          <p:cNvSpPr txBox="1"/>
          <p:nvPr/>
        </p:nvSpPr>
        <p:spPr>
          <a:xfrm>
            <a:off x="1549331" y="4034283"/>
            <a:ext cx="3555782" cy="584775"/>
          </a:xfrm>
          <a:prstGeom prst="rect">
            <a:avLst/>
          </a:prstGeom>
          <a:noFill/>
        </p:spPr>
        <p:txBody>
          <a:bodyPr wrap="none" rtlCol="0">
            <a:spAutoFit/>
          </a:bodyPr>
          <a:lstStyle/>
          <a:p>
            <a:r>
              <a:rPr lang="es-NI" sz="3200" dirty="0"/>
              <a:t>0.585   0.218   0.197</a:t>
            </a:r>
          </a:p>
        </p:txBody>
      </p:sp>
      <p:sp>
        <p:nvSpPr>
          <p:cNvPr id="33" name="Abrir corchete 32">
            <a:extLst>
              <a:ext uri="{FF2B5EF4-FFF2-40B4-BE49-F238E27FC236}">
                <a16:creationId xmlns:a16="http://schemas.microsoft.com/office/drawing/2014/main" id="{07EE2C34-2562-4D2E-9A8E-9390684664A8}"/>
              </a:ext>
            </a:extLst>
          </p:cNvPr>
          <p:cNvSpPr/>
          <p:nvPr/>
        </p:nvSpPr>
        <p:spPr>
          <a:xfrm>
            <a:off x="1527735" y="3916352"/>
            <a:ext cx="226421" cy="2062103"/>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4" name="Cerrar corchete 33">
            <a:extLst>
              <a:ext uri="{FF2B5EF4-FFF2-40B4-BE49-F238E27FC236}">
                <a16:creationId xmlns:a16="http://schemas.microsoft.com/office/drawing/2014/main" id="{976278D6-82D6-4D68-B5EB-E8BDB57C74A8}"/>
              </a:ext>
            </a:extLst>
          </p:cNvPr>
          <p:cNvSpPr/>
          <p:nvPr/>
        </p:nvSpPr>
        <p:spPr>
          <a:xfrm>
            <a:off x="4989156" y="3916352"/>
            <a:ext cx="163156" cy="2062103"/>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5" name="CuadroTexto 34">
            <a:extLst>
              <a:ext uri="{FF2B5EF4-FFF2-40B4-BE49-F238E27FC236}">
                <a16:creationId xmlns:a16="http://schemas.microsoft.com/office/drawing/2014/main" id="{61298261-F5DA-4D7D-8445-C68B297B4794}"/>
              </a:ext>
            </a:extLst>
          </p:cNvPr>
          <p:cNvSpPr txBox="1"/>
          <p:nvPr/>
        </p:nvSpPr>
        <p:spPr>
          <a:xfrm>
            <a:off x="5153203" y="3425218"/>
            <a:ext cx="444352" cy="707886"/>
          </a:xfrm>
          <a:prstGeom prst="rect">
            <a:avLst/>
          </a:prstGeom>
          <a:noFill/>
        </p:spPr>
        <p:txBody>
          <a:bodyPr wrap="none" rtlCol="0">
            <a:spAutoFit/>
          </a:bodyPr>
          <a:lstStyle/>
          <a:p>
            <a:r>
              <a:rPr lang="es-NI" sz="4000" dirty="0">
                <a:solidFill>
                  <a:srgbClr val="FFFFFF"/>
                </a:solidFill>
              </a:rPr>
              <a:t>3</a:t>
            </a:r>
            <a:endParaRPr lang="es-NI" sz="4000" dirty="0"/>
          </a:p>
        </p:txBody>
      </p:sp>
      <p:sp>
        <p:nvSpPr>
          <p:cNvPr id="36" name="Rectángulo 35">
            <a:extLst>
              <a:ext uri="{FF2B5EF4-FFF2-40B4-BE49-F238E27FC236}">
                <a16:creationId xmlns:a16="http://schemas.microsoft.com/office/drawing/2014/main" id="{65B48E71-E493-4E35-8E40-74D361ACBBBA}"/>
              </a:ext>
            </a:extLst>
          </p:cNvPr>
          <p:cNvSpPr/>
          <p:nvPr/>
        </p:nvSpPr>
        <p:spPr>
          <a:xfrm>
            <a:off x="3977982" y="4080422"/>
            <a:ext cx="1016858" cy="53863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mc:Choice xmlns:a14="http://schemas.microsoft.com/office/drawing/2010/main" Requires="a14">
          <p:sp>
            <p:nvSpPr>
              <p:cNvPr id="37" name="CuadroTexto 36">
                <a:extLst>
                  <a:ext uri="{FF2B5EF4-FFF2-40B4-BE49-F238E27FC236}">
                    <a16:creationId xmlns:a16="http://schemas.microsoft.com/office/drawing/2014/main" id="{78524DFA-CF84-44CC-9304-29F292573032}"/>
                  </a:ext>
                </a:extLst>
              </p:cNvPr>
              <p:cNvSpPr txBox="1"/>
              <p:nvPr/>
            </p:nvSpPr>
            <p:spPr>
              <a:xfrm>
                <a:off x="325415" y="4453795"/>
                <a:ext cx="1237968" cy="707886"/>
              </a:xfrm>
              <a:prstGeom prst="rect">
                <a:avLst/>
              </a:prstGeom>
              <a:noFill/>
            </p:spPr>
            <p:txBody>
              <a:bodyPr wrap="none" rtlCol="0">
                <a:spAutoFit/>
              </a:bodyPr>
              <a:lstStyle/>
              <a:p>
                <a14:m>
                  <m:oMath xmlns:m="http://schemas.openxmlformats.org/officeDocument/2006/math">
                    <m:sSup>
                      <m:sSupPr>
                        <m:ctrlPr>
                          <a:rPr lang="es-NI" sz="4000" i="1" smtClean="0">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3</m:t>
                        </m:r>
                      </m:sup>
                    </m:sSup>
                  </m:oMath>
                </a14:m>
                <a:r>
                  <a:rPr lang="es-NI" sz="4000" dirty="0"/>
                  <a:t> = </a:t>
                </a:r>
              </a:p>
            </p:txBody>
          </p:sp>
        </mc:Choice>
        <mc:Fallback>
          <p:sp>
            <p:nvSpPr>
              <p:cNvPr id="37" name="CuadroTexto 36">
                <a:extLst>
                  <a:ext uri="{FF2B5EF4-FFF2-40B4-BE49-F238E27FC236}">
                    <a16:creationId xmlns:a16="http://schemas.microsoft.com/office/drawing/2014/main" id="{78524DFA-CF84-44CC-9304-29F292573032}"/>
                  </a:ext>
                </a:extLst>
              </p:cNvPr>
              <p:cNvSpPr txBox="1">
                <a:spLocks noRot="1" noChangeAspect="1" noMove="1" noResize="1" noEditPoints="1" noAdjustHandles="1" noChangeArrowheads="1" noChangeShapeType="1" noTextEdit="1"/>
              </p:cNvSpPr>
              <p:nvPr/>
            </p:nvSpPr>
            <p:spPr>
              <a:xfrm>
                <a:off x="325415" y="4453795"/>
                <a:ext cx="1237968" cy="707886"/>
              </a:xfrm>
              <a:prstGeom prst="rect">
                <a:avLst/>
              </a:prstGeom>
              <a:blipFill>
                <a:blip r:embed="rId5"/>
                <a:stretch>
                  <a:fillRect t="-14655" r="-16749" b="-37069"/>
                </a:stretch>
              </a:blipFill>
            </p:spPr>
            <p:txBody>
              <a:bodyPr/>
              <a:lstStyle/>
              <a:p>
                <a:r>
                  <a:rPr lang="es-NI">
                    <a:noFill/>
                  </a:rPr>
                  <a:t> </a:t>
                </a:r>
              </a:p>
            </p:txBody>
          </p:sp>
        </mc:Fallback>
      </mc:AlternateContent>
    </p:spTree>
    <p:extLst>
      <p:ext uri="{BB962C8B-B14F-4D97-AF65-F5344CB8AC3E}">
        <p14:creationId xmlns:p14="http://schemas.microsoft.com/office/powerpoint/2010/main" val="358075282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18557"/>
    </mc:Choice>
    <mc:Fallback xmlns="">
      <p:transition spd="slow" advTm="118557"/>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7" name="CuadroTexto 16">
            <a:extLst>
              <a:ext uri="{FF2B5EF4-FFF2-40B4-BE49-F238E27FC236}">
                <a16:creationId xmlns:a16="http://schemas.microsoft.com/office/drawing/2014/main" id="{CF14949B-C524-442D-B30C-B15B09E54B7B}"/>
              </a:ext>
            </a:extLst>
          </p:cNvPr>
          <p:cNvSpPr txBox="1"/>
          <p:nvPr/>
        </p:nvSpPr>
        <p:spPr>
          <a:xfrm>
            <a:off x="5460894" y="1936764"/>
            <a:ext cx="346800" cy="707886"/>
          </a:xfrm>
          <a:prstGeom prst="rect">
            <a:avLst/>
          </a:prstGeom>
          <a:noFill/>
        </p:spPr>
        <p:txBody>
          <a:bodyPr wrap="square" rtlCol="0">
            <a:spAutoFit/>
          </a:bodyPr>
          <a:lstStyle/>
          <a:p>
            <a:r>
              <a:rPr lang="es-NI" sz="4000" dirty="0">
                <a:solidFill>
                  <a:srgbClr val="FFFFFF"/>
                </a:solidFill>
              </a:rPr>
              <a:t>*</a:t>
            </a:r>
            <a:endParaRPr lang="es-NI" sz="4000" dirty="0"/>
          </a:p>
        </p:txBody>
      </p:sp>
      <mc:AlternateContent xmlns:mc="http://schemas.openxmlformats.org/markup-compatibility/2006">
        <mc:Choice xmlns:a14="http://schemas.microsoft.com/office/drawing/2010/main" Requires="a14">
          <p:sp>
            <p:nvSpPr>
              <p:cNvPr id="20" name="CuadroTexto 19">
                <a:extLst>
                  <a:ext uri="{FF2B5EF4-FFF2-40B4-BE49-F238E27FC236}">
                    <a16:creationId xmlns:a16="http://schemas.microsoft.com/office/drawing/2014/main" id="{6C360A2D-8726-43D5-A42E-16EFE1DBD67D}"/>
                  </a:ext>
                </a:extLst>
              </p:cNvPr>
              <p:cNvSpPr txBox="1"/>
              <p:nvPr/>
            </p:nvSpPr>
            <p:spPr>
              <a:xfrm>
                <a:off x="6446826" y="3645496"/>
                <a:ext cx="5789534" cy="1477328"/>
              </a:xfrm>
              <a:prstGeom prst="rect">
                <a:avLst/>
              </a:prstGeom>
              <a:noFill/>
            </p:spPr>
            <p:txBody>
              <a:bodyPr wrap="none" rtlCol="0">
                <a:spAutoFit/>
              </a:bodyPr>
              <a:lstStyle/>
              <a:p>
                <a14:m>
                  <m:oMath xmlns:m="http://schemas.openxmlformats.org/officeDocument/2006/math">
                    <m:sSup>
                      <m:sSupPr>
                        <m:ctrlPr>
                          <a:rPr lang="es-NI" i="1" smtClean="0">
                            <a:latin typeface="Cambria Math" panose="02040503050406030204" pitchFamily="18" charset="0"/>
                          </a:rPr>
                        </m:ctrlPr>
                      </m:sSupPr>
                      <m:e>
                        <m:r>
                          <a:rPr lang="es-NI" i="1">
                            <a:latin typeface="Cambria Math" panose="02040503050406030204" pitchFamily="18" charset="0"/>
                          </a:rPr>
                          <m:t>𝑃</m:t>
                        </m:r>
                      </m:e>
                      <m:sup>
                        <m:r>
                          <a:rPr lang="es-NI" b="0" i="1" smtClean="0">
                            <a:latin typeface="Cambria Math" panose="02040503050406030204" pitchFamily="18" charset="0"/>
                          </a:rPr>
                          <m:t>3</m:t>
                        </m:r>
                      </m:sup>
                    </m:sSup>
                  </m:oMath>
                </a14:m>
                <a:r>
                  <a:rPr lang="es-NI" dirty="0"/>
                  <a:t>(1,1) = </a:t>
                </a:r>
                <a:r>
                  <a:rPr lang="es-NI" dirty="0">
                    <a:solidFill>
                      <a:srgbClr val="0070C0"/>
                    </a:solidFill>
                  </a:rPr>
                  <a:t>( 0.67 * 0.8 )</a:t>
                </a:r>
                <a:r>
                  <a:rPr lang="es-NI" dirty="0"/>
                  <a:t> + </a:t>
                </a:r>
                <a:r>
                  <a:rPr lang="es-NI" dirty="0">
                    <a:solidFill>
                      <a:srgbClr val="92D050"/>
                    </a:solidFill>
                  </a:rPr>
                  <a:t>( 0.17 * 0.1 )</a:t>
                </a:r>
                <a:r>
                  <a:rPr lang="es-NI" dirty="0"/>
                  <a:t> + </a:t>
                </a:r>
                <a:r>
                  <a:rPr lang="es-NI" dirty="0">
                    <a:solidFill>
                      <a:srgbClr val="FF00FF"/>
                    </a:solidFill>
                  </a:rPr>
                  <a:t>( 0.16 * 0.2 ) </a:t>
                </a:r>
                <a:r>
                  <a:rPr lang="es-NI" dirty="0">
                    <a:solidFill>
                      <a:srgbClr val="FFFFFF"/>
                    </a:solidFill>
                  </a:rPr>
                  <a:t>= 0.585</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(1,2) = </a:t>
                </a:r>
                <a:r>
                  <a:rPr lang="es-NI" dirty="0">
                    <a:solidFill>
                      <a:srgbClr val="0070C0"/>
                    </a:solidFill>
                  </a:rPr>
                  <a:t>( 0.67 * 0.1 )</a:t>
                </a:r>
                <a:r>
                  <a:rPr lang="es-NI" dirty="0"/>
                  <a:t> + </a:t>
                </a:r>
                <a:r>
                  <a:rPr lang="es-NI" dirty="0">
                    <a:solidFill>
                      <a:srgbClr val="92D050"/>
                    </a:solidFill>
                  </a:rPr>
                  <a:t>( 0.17 * 0.7 )</a:t>
                </a:r>
                <a:r>
                  <a:rPr lang="es-NI" dirty="0"/>
                  <a:t> + </a:t>
                </a:r>
                <a:r>
                  <a:rPr lang="es-NI" dirty="0">
                    <a:solidFill>
                      <a:srgbClr val="FF00FF"/>
                    </a:solidFill>
                  </a:rPr>
                  <a:t>( 0.16 * 0.2 ) </a:t>
                </a:r>
                <a:r>
                  <a:rPr lang="es-NI" dirty="0">
                    <a:solidFill>
                      <a:srgbClr val="FFFFFF"/>
                    </a:solidFill>
                  </a:rPr>
                  <a:t>= 0.218</a:t>
                </a:r>
              </a:p>
              <a:p>
                <a:pPr/>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(1,3) = </a:t>
                </a:r>
                <a:r>
                  <a:rPr lang="es-NI" dirty="0">
                    <a:solidFill>
                      <a:srgbClr val="0070C0"/>
                    </a:solidFill>
                  </a:rPr>
                  <a:t>( 0.67 * 0.1 )</a:t>
                </a:r>
                <a:r>
                  <a:rPr lang="es-NI" dirty="0"/>
                  <a:t> + </a:t>
                </a:r>
                <a:r>
                  <a:rPr lang="es-NI" dirty="0">
                    <a:solidFill>
                      <a:srgbClr val="92D050"/>
                    </a:solidFill>
                  </a:rPr>
                  <a:t>( 0.17 * 0.2 )</a:t>
                </a:r>
                <a:r>
                  <a:rPr lang="es-NI" dirty="0"/>
                  <a:t> + </a:t>
                </a:r>
                <a:r>
                  <a:rPr lang="es-NI" dirty="0">
                    <a:solidFill>
                      <a:srgbClr val="FF00FF"/>
                    </a:solidFill>
                  </a:rPr>
                  <a:t>( 0.16 * 0.6 ) </a:t>
                </a:r>
                <a:r>
                  <a:rPr lang="es-NI" dirty="0">
                    <a:solidFill>
                      <a:srgbClr val="FFFFFF"/>
                    </a:solidFill>
                  </a:rPr>
                  <a:t>= 0.197</a:t>
                </a:r>
              </a:p>
              <a:p>
                <a:pPr/>
                <a:endParaRPr lang="es-NI" dirty="0">
                  <a:solidFill>
                    <a:srgbClr val="FFFFFF"/>
                  </a:solidFill>
                </a:endParaRPr>
              </a:p>
              <a:p>
                <a:pPr/>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(2,1) = </a:t>
                </a:r>
                <a:r>
                  <a:rPr lang="es-NI" dirty="0">
                    <a:solidFill>
                      <a:srgbClr val="0070C0"/>
                    </a:solidFill>
                  </a:rPr>
                  <a:t>( 0.19* 0.8 )</a:t>
                </a:r>
                <a:r>
                  <a:rPr lang="es-NI" dirty="0"/>
                  <a:t> + </a:t>
                </a:r>
                <a:r>
                  <a:rPr lang="es-NI" dirty="0">
                    <a:solidFill>
                      <a:srgbClr val="92D050"/>
                    </a:solidFill>
                  </a:rPr>
                  <a:t>( 0.54 * 0.1 )</a:t>
                </a:r>
                <a:r>
                  <a:rPr lang="es-NI" dirty="0"/>
                  <a:t> + </a:t>
                </a:r>
                <a:r>
                  <a:rPr lang="es-NI" dirty="0">
                    <a:solidFill>
                      <a:srgbClr val="FF00FF"/>
                    </a:solidFill>
                  </a:rPr>
                  <a:t>( 0.27 * 0.2 ) </a:t>
                </a:r>
                <a:r>
                  <a:rPr lang="es-NI" dirty="0">
                    <a:solidFill>
                      <a:srgbClr val="FFFFFF"/>
                    </a:solidFill>
                  </a:rPr>
                  <a:t>= 0.26</a:t>
                </a:r>
              </a:p>
            </p:txBody>
          </p:sp>
        </mc:Choice>
        <mc:Fallback>
          <p:sp>
            <p:nvSpPr>
              <p:cNvPr id="20" name="CuadroTexto 19">
                <a:extLst>
                  <a:ext uri="{FF2B5EF4-FFF2-40B4-BE49-F238E27FC236}">
                    <a16:creationId xmlns:a16="http://schemas.microsoft.com/office/drawing/2014/main" id="{6C360A2D-8726-43D5-A42E-16EFE1DBD67D}"/>
                  </a:ext>
                </a:extLst>
              </p:cNvPr>
              <p:cNvSpPr txBox="1">
                <a:spLocks noRot="1" noChangeAspect="1" noMove="1" noResize="1" noEditPoints="1" noAdjustHandles="1" noChangeArrowheads="1" noChangeShapeType="1" noTextEdit="1"/>
              </p:cNvSpPr>
              <p:nvPr/>
            </p:nvSpPr>
            <p:spPr>
              <a:xfrm>
                <a:off x="6446826" y="3645496"/>
                <a:ext cx="5789534" cy="1477328"/>
              </a:xfrm>
              <a:prstGeom prst="rect">
                <a:avLst/>
              </a:prstGeom>
              <a:blipFill>
                <a:blip r:embed="rId2"/>
                <a:stretch>
                  <a:fillRect t="-2066" r="-105" b="-5785"/>
                </a:stretch>
              </a:blipFill>
            </p:spPr>
            <p:txBody>
              <a:bodyPr/>
              <a:lstStyle/>
              <a:p>
                <a:r>
                  <a:rPr lang="es-NI">
                    <a:noFill/>
                  </a:rPr>
                  <a:t> </a:t>
                </a:r>
              </a:p>
            </p:txBody>
          </p:sp>
        </mc:Fallback>
      </mc:AlternateContent>
      <p:cxnSp>
        <p:nvCxnSpPr>
          <p:cNvPr id="4" name="Conector recto 3">
            <a:extLst>
              <a:ext uri="{FF2B5EF4-FFF2-40B4-BE49-F238E27FC236}">
                <a16:creationId xmlns:a16="http://schemas.microsoft.com/office/drawing/2014/main" id="{9F162002-694F-4229-B66D-E49E5678CECC}"/>
              </a:ext>
            </a:extLst>
          </p:cNvPr>
          <p:cNvCxnSpPr/>
          <p:nvPr/>
        </p:nvCxnSpPr>
        <p:spPr>
          <a:xfrm>
            <a:off x="6096000" y="3429000"/>
            <a:ext cx="0" cy="3429000"/>
          </a:xfrm>
          <a:prstGeom prst="line">
            <a:avLst/>
          </a:prstGeom>
          <a:ln w="50800" cap="rnd" cmpd="thickThin">
            <a:solidFill>
              <a:schemeClr val="tx1"/>
            </a:solidFill>
            <a:prstDash val="solid"/>
            <a:bevel/>
          </a:ln>
        </p:spPr>
        <p:style>
          <a:lnRef idx="1">
            <a:schemeClr val="accent1"/>
          </a:lnRef>
          <a:fillRef idx="0">
            <a:schemeClr val="accent1"/>
          </a:fillRef>
          <a:effectRef idx="0">
            <a:schemeClr val="accent1"/>
          </a:effectRef>
          <a:fontRef idx="minor">
            <a:schemeClr val="tx1"/>
          </a:fontRef>
        </p:style>
      </p:cxnSp>
      <p:sp>
        <p:nvSpPr>
          <p:cNvPr id="22" name="Rectángulo 21">
            <a:extLst>
              <a:ext uri="{FF2B5EF4-FFF2-40B4-BE49-F238E27FC236}">
                <a16:creationId xmlns:a16="http://schemas.microsoft.com/office/drawing/2014/main" id="{DFD1B1A4-A117-4743-B851-5A877F644E49}"/>
              </a:ext>
            </a:extLst>
          </p:cNvPr>
          <p:cNvSpPr/>
          <p:nvPr/>
        </p:nvSpPr>
        <p:spPr>
          <a:xfrm>
            <a:off x="6386120" y="4777947"/>
            <a:ext cx="5684732" cy="33891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mc:Choice xmlns:a14="http://schemas.microsoft.com/office/drawing/2010/main" Requires="a14">
          <p:sp>
            <p:nvSpPr>
              <p:cNvPr id="24" name="CuadroTexto 23">
                <a:extLst>
                  <a:ext uri="{FF2B5EF4-FFF2-40B4-BE49-F238E27FC236}">
                    <a16:creationId xmlns:a16="http://schemas.microsoft.com/office/drawing/2014/main" id="{27068FBE-DCE5-48FB-B6EE-0DB08510A5CE}"/>
                  </a:ext>
                </a:extLst>
              </p:cNvPr>
              <p:cNvSpPr txBox="1"/>
              <p:nvPr/>
            </p:nvSpPr>
            <p:spPr>
              <a:xfrm>
                <a:off x="214089" y="1742213"/>
                <a:ext cx="1237968" cy="707886"/>
              </a:xfrm>
              <a:prstGeom prst="rect">
                <a:avLst/>
              </a:prstGeom>
              <a:noFill/>
            </p:spPr>
            <p:txBody>
              <a:bodyPr wrap="none" rtlCol="0">
                <a:spAutoFit/>
              </a:bodyPr>
              <a:lstStyle/>
              <a:p>
                <a14:m>
                  <m:oMath xmlns:m="http://schemas.openxmlformats.org/officeDocument/2006/math">
                    <m:sSup>
                      <m:sSupPr>
                        <m:ctrlPr>
                          <a:rPr lang="es-NI" sz="4000" i="1" smtClean="0">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3</m:t>
                        </m:r>
                      </m:sup>
                    </m:sSup>
                  </m:oMath>
                </a14:m>
                <a:r>
                  <a:rPr lang="es-NI" sz="4000" dirty="0"/>
                  <a:t> = </a:t>
                </a:r>
              </a:p>
            </p:txBody>
          </p:sp>
        </mc:Choice>
        <mc:Fallback>
          <p:sp>
            <p:nvSpPr>
              <p:cNvPr id="24" name="CuadroTexto 23">
                <a:extLst>
                  <a:ext uri="{FF2B5EF4-FFF2-40B4-BE49-F238E27FC236}">
                    <a16:creationId xmlns:a16="http://schemas.microsoft.com/office/drawing/2014/main" id="{27068FBE-DCE5-48FB-B6EE-0DB08510A5CE}"/>
                  </a:ext>
                </a:extLst>
              </p:cNvPr>
              <p:cNvSpPr txBox="1">
                <a:spLocks noRot="1" noChangeAspect="1" noMove="1" noResize="1" noEditPoints="1" noAdjustHandles="1" noChangeArrowheads="1" noChangeShapeType="1" noTextEdit="1"/>
              </p:cNvSpPr>
              <p:nvPr/>
            </p:nvSpPr>
            <p:spPr>
              <a:xfrm>
                <a:off x="214089" y="1742213"/>
                <a:ext cx="1237968" cy="707886"/>
              </a:xfrm>
              <a:prstGeom prst="rect">
                <a:avLst/>
              </a:prstGeom>
              <a:blipFill>
                <a:blip r:embed="rId3"/>
                <a:stretch>
                  <a:fillRect t="-14655" r="-16749" b="-37069"/>
                </a:stretch>
              </a:blipFill>
            </p:spPr>
            <p:txBody>
              <a:bodyPr/>
              <a:lstStyle/>
              <a:p>
                <a:r>
                  <a:rPr lang="es-NI">
                    <a:noFill/>
                  </a:rPr>
                  <a:t> </a:t>
                </a:r>
              </a:p>
            </p:txBody>
          </p:sp>
        </mc:Fallback>
      </mc:AlternateContent>
      <p:sp>
        <p:nvSpPr>
          <p:cNvPr id="25" name="CuadroTexto 24">
            <a:extLst>
              <a:ext uri="{FF2B5EF4-FFF2-40B4-BE49-F238E27FC236}">
                <a16:creationId xmlns:a16="http://schemas.microsoft.com/office/drawing/2014/main" id="{5A684DEA-6813-4E2E-B18C-61ADA167FA32}"/>
              </a:ext>
            </a:extLst>
          </p:cNvPr>
          <p:cNvSpPr txBox="1"/>
          <p:nvPr/>
        </p:nvSpPr>
        <p:spPr>
          <a:xfrm>
            <a:off x="1473652" y="1178970"/>
            <a:ext cx="3603872" cy="1938992"/>
          </a:xfrm>
          <a:prstGeom prst="rect">
            <a:avLst/>
          </a:prstGeom>
          <a:noFill/>
        </p:spPr>
        <p:txBody>
          <a:bodyPr wrap="none" rtlCol="0">
            <a:spAutoFit/>
          </a:bodyPr>
          <a:lstStyle/>
          <a:p>
            <a:r>
              <a:rPr lang="es-NI" sz="4000" dirty="0"/>
              <a:t>0.67   0.17   0.16</a:t>
            </a:r>
          </a:p>
          <a:p>
            <a:r>
              <a:rPr lang="es-NI" sz="4000" dirty="0">
                <a:solidFill>
                  <a:schemeClr val="accent5">
                    <a:lumMod val="75000"/>
                  </a:schemeClr>
                </a:solidFill>
              </a:rPr>
              <a:t>0.19</a:t>
            </a:r>
            <a:r>
              <a:rPr lang="es-NI" sz="4000" dirty="0"/>
              <a:t>   </a:t>
            </a:r>
            <a:r>
              <a:rPr lang="es-NI" sz="4000" dirty="0">
                <a:solidFill>
                  <a:srgbClr val="92D050"/>
                </a:solidFill>
              </a:rPr>
              <a:t>0.54</a:t>
            </a:r>
            <a:r>
              <a:rPr lang="es-NI" sz="4000" dirty="0"/>
              <a:t>   </a:t>
            </a:r>
            <a:r>
              <a:rPr lang="es-NI" sz="4000" dirty="0">
                <a:solidFill>
                  <a:srgbClr val="FF00FF"/>
                </a:solidFill>
              </a:rPr>
              <a:t>0.27</a:t>
            </a:r>
          </a:p>
          <a:p>
            <a:r>
              <a:rPr lang="es-NI" sz="4000" dirty="0"/>
              <a:t>0.3     0.28   0.42</a:t>
            </a:r>
          </a:p>
        </p:txBody>
      </p:sp>
      <p:sp>
        <p:nvSpPr>
          <p:cNvPr id="26" name="Abrir corchete 25">
            <a:extLst>
              <a:ext uri="{FF2B5EF4-FFF2-40B4-BE49-F238E27FC236}">
                <a16:creationId xmlns:a16="http://schemas.microsoft.com/office/drawing/2014/main" id="{00603FFD-E417-4BBF-A5C1-84A1AD7E1F97}"/>
              </a:ext>
            </a:extLst>
          </p:cNvPr>
          <p:cNvSpPr/>
          <p:nvPr/>
        </p:nvSpPr>
        <p:spPr>
          <a:xfrm>
            <a:off x="1452056" y="1080494"/>
            <a:ext cx="226421" cy="2062103"/>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7" name="Cerrar corchete 26">
            <a:extLst>
              <a:ext uri="{FF2B5EF4-FFF2-40B4-BE49-F238E27FC236}">
                <a16:creationId xmlns:a16="http://schemas.microsoft.com/office/drawing/2014/main" id="{EEB0A40C-D8B7-4DB0-A86E-9DF371D747AB}"/>
              </a:ext>
            </a:extLst>
          </p:cNvPr>
          <p:cNvSpPr/>
          <p:nvPr/>
        </p:nvSpPr>
        <p:spPr>
          <a:xfrm>
            <a:off x="4913477" y="1080494"/>
            <a:ext cx="163156" cy="2062103"/>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8" name="CuadroTexto 27">
            <a:extLst>
              <a:ext uri="{FF2B5EF4-FFF2-40B4-BE49-F238E27FC236}">
                <a16:creationId xmlns:a16="http://schemas.microsoft.com/office/drawing/2014/main" id="{16FDCCA7-9866-4ECC-B875-B07254B09D4B}"/>
              </a:ext>
            </a:extLst>
          </p:cNvPr>
          <p:cNvSpPr txBox="1"/>
          <p:nvPr/>
        </p:nvSpPr>
        <p:spPr>
          <a:xfrm>
            <a:off x="5077524" y="589360"/>
            <a:ext cx="444352" cy="707886"/>
          </a:xfrm>
          <a:prstGeom prst="rect">
            <a:avLst/>
          </a:prstGeom>
          <a:noFill/>
        </p:spPr>
        <p:txBody>
          <a:bodyPr wrap="none" rtlCol="0">
            <a:spAutoFit/>
          </a:bodyPr>
          <a:lstStyle/>
          <a:p>
            <a:r>
              <a:rPr lang="es-NI" sz="4000" dirty="0">
                <a:solidFill>
                  <a:srgbClr val="FFFFFF"/>
                </a:solidFill>
              </a:rPr>
              <a:t>2</a:t>
            </a:r>
            <a:endParaRPr lang="es-NI" sz="4000" dirty="0"/>
          </a:p>
        </p:txBody>
      </p:sp>
      <mc:AlternateContent xmlns:mc="http://schemas.openxmlformats.org/markup-compatibility/2006">
        <mc:Choice xmlns:a14="http://schemas.microsoft.com/office/drawing/2010/main" Requires="a14">
          <p:sp>
            <p:nvSpPr>
              <p:cNvPr id="31" name="CuadroTexto 30">
                <a:extLst>
                  <a:ext uri="{FF2B5EF4-FFF2-40B4-BE49-F238E27FC236}">
                    <a16:creationId xmlns:a16="http://schemas.microsoft.com/office/drawing/2014/main" id="{EA180982-D28D-4651-AA3D-4B1C930A95F5}"/>
                  </a:ext>
                </a:extLst>
              </p:cNvPr>
              <p:cNvSpPr txBox="1"/>
              <p:nvPr/>
            </p:nvSpPr>
            <p:spPr>
              <a:xfrm>
                <a:off x="2543594" y="77803"/>
                <a:ext cx="7685053" cy="707886"/>
              </a:xfrm>
              <a:prstGeom prst="rect">
                <a:avLst/>
              </a:prstGeom>
              <a:noFill/>
            </p:spPr>
            <p:txBody>
              <a:bodyPr wrap="none" rtlCol="0">
                <a:spAutoFit/>
              </a:bodyPr>
              <a:lstStyle/>
              <a:p>
                <a:r>
                  <a:rPr lang="es-NI" sz="4000" dirty="0"/>
                  <a:t>Ahora debemos calcular </a:t>
                </a:r>
                <a14:m>
                  <m:oMath xmlns:m="http://schemas.openxmlformats.org/officeDocument/2006/math">
                    <m:sSup>
                      <m:sSupPr>
                        <m:ctrlPr>
                          <a:rPr lang="es-NI" sz="4000" i="1">
                            <a:latin typeface="Cambria Math" panose="02040503050406030204" pitchFamily="18" charset="0"/>
                          </a:rPr>
                        </m:ctrlPr>
                      </m:sSupPr>
                      <m:e>
                        <m:r>
                          <a:rPr lang="es-NI" sz="4000" i="1">
                            <a:latin typeface="Cambria Math" panose="02040503050406030204" pitchFamily="18" charset="0"/>
                          </a:rPr>
                          <m:t>𝑃</m:t>
                        </m:r>
                      </m:e>
                      <m:sup>
                        <m:r>
                          <a:rPr lang="es-NI" sz="4000" i="1">
                            <a:latin typeface="Cambria Math" panose="02040503050406030204" pitchFamily="18" charset="0"/>
                          </a:rPr>
                          <m:t>3</m:t>
                        </m:r>
                      </m:sup>
                    </m:sSup>
                  </m:oMath>
                </a14:m>
                <a:r>
                  <a:rPr lang="es-NI" sz="4000" dirty="0"/>
                  <a:t> = </a:t>
                </a:r>
                <a14:m>
                  <m:oMath xmlns:m="http://schemas.openxmlformats.org/officeDocument/2006/math">
                    <m:sSup>
                      <m:sSupPr>
                        <m:ctrlPr>
                          <a:rPr lang="es-NI" sz="4000" i="1">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2</m:t>
                        </m:r>
                      </m:sup>
                    </m:sSup>
                  </m:oMath>
                </a14:m>
                <a:r>
                  <a:rPr lang="es-NI" sz="4000" dirty="0"/>
                  <a:t> * P</a:t>
                </a:r>
              </a:p>
            </p:txBody>
          </p:sp>
        </mc:Choice>
        <mc:Fallback>
          <p:sp>
            <p:nvSpPr>
              <p:cNvPr id="31" name="CuadroTexto 30">
                <a:extLst>
                  <a:ext uri="{FF2B5EF4-FFF2-40B4-BE49-F238E27FC236}">
                    <a16:creationId xmlns:a16="http://schemas.microsoft.com/office/drawing/2014/main" id="{EA180982-D28D-4651-AA3D-4B1C930A95F5}"/>
                  </a:ext>
                </a:extLst>
              </p:cNvPr>
              <p:cNvSpPr txBox="1">
                <a:spLocks noRot="1" noChangeAspect="1" noMove="1" noResize="1" noEditPoints="1" noAdjustHandles="1" noChangeArrowheads="1" noChangeShapeType="1" noTextEdit="1"/>
              </p:cNvSpPr>
              <p:nvPr/>
            </p:nvSpPr>
            <p:spPr>
              <a:xfrm>
                <a:off x="2543594" y="77803"/>
                <a:ext cx="7685053" cy="707886"/>
              </a:xfrm>
              <a:prstGeom prst="rect">
                <a:avLst/>
              </a:prstGeom>
              <a:blipFill>
                <a:blip r:embed="rId4"/>
                <a:stretch>
                  <a:fillRect l="-2776" t="-14655" r="-1824" b="-37069"/>
                </a:stretch>
              </a:blipFill>
            </p:spPr>
            <p:txBody>
              <a:bodyPr/>
              <a:lstStyle/>
              <a:p>
                <a:r>
                  <a:rPr lang="es-NI">
                    <a:noFill/>
                  </a:rPr>
                  <a:t> </a:t>
                </a:r>
              </a:p>
            </p:txBody>
          </p:sp>
        </mc:Fallback>
      </mc:AlternateContent>
      <p:sp>
        <p:nvSpPr>
          <p:cNvPr id="32" name="CuadroTexto 31">
            <a:extLst>
              <a:ext uri="{FF2B5EF4-FFF2-40B4-BE49-F238E27FC236}">
                <a16:creationId xmlns:a16="http://schemas.microsoft.com/office/drawing/2014/main" id="{2563FABE-F80E-4BF4-B8A1-CF0BD4507363}"/>
              </a:ext>
            </a:extLst>
          </p:cNvPr>
          <p:cNvSpPr txBox="1"/>
          <p:nvPr/>
        </p:nvSpPr>
        <p:spPr>
          <a:xfrm>
            <a:off x="1549331" y="4034283"/>
            <a:ext cx="3555782" cy="1077218"/>
          </a:xfrm>
          <a:prstGeom prst="rect">
            <a:avLst/>
          </a:prstGeom>
          <a:noFill/>
        </p:spPr>
        <p:txBody>
          <a:bodyPr wrap="none" rtlCol="0">
            <a:spAutoFit/>
          </a:bodyPr>
          <a:lstStyle/>
          <a:p>
            <a:r>
              <a:rPr lang="es-NI" sz="3200" dirty="0"/>
              <a:t>0.585   0.218   0.197</a:t>
            </a:r>
          </a:p>
          <a:p>
            <a:r>
              <a:rPr lang="es-NI" sz="3200" dirty="0"/>
              <a:t>0.26</a:t>
            </a:r>
          </a:p>
        </p:txBody>
      </p:sp>
      <p:sp>
        <p:nvSpPr>
          <p:cNvPr id="33" name="Abrir corchete 32">
            <a:extLst>
              <a:ext uri="{FF2B5EF4-FFF2-40B4-BE49-F238E27FC236}">
                <a16:creationId xmlns:a16="http://schemas.microsoft.com/office/drawing/2014/main" id="{07EE2C34-2562-4D2E-9A8E-9390684664A8}"/>
              </a:ext>
            </a:extLst>
          </p:cNvPr>
          <p:cNvSpPr/>
          <p:nvPr/>
        </p:nvSpPr>
        <p:spPr>
          <a:xfrm>
            <a:off x="1527735" y="3916352"/>
            <a:ext cx="226421" cy="2062103"/>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4" name="Cerrar corchete 33">
            <a:extLst>
              <a:ext uri="{FF2B5EF4-FFF2-40B4-BE49-F238E27FC236}">
                <a16:creationId xmlns:a16="http://schemas.microsoft.com/office/drawing/2014/main" id="{976278D6-82D6-4D68-B5EB-E8BDB57C74A8}"/>
              </a:ext>
            </a:extLst>
          </p:cNvPr>
          <p:cNvSpPr/>
          <p:nvPr/>
        </p:nvSpPr>
        <p:spPr>
          <a:xfrm>
            <a:off x="4989156" y="3916352"/>
            <a:ext cx="163156" cy="2062103"/>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5" name="CuadroTexto 34">
            <a:extLst>
              <a:ext uri="{FF2B5EF4-FFF2-40B4-BE49-F238E27FC236}">
                <a16:creationId xmlns:a16="http://schemas.microsoft.com/office/drawing/2014/main" id="{61298261-F5DA-4D7D-8445-C68B297B4794}"/>
              </a:ext>
            </a:extLst>
          </p:cNvPr>
          <p:cNvSpPr txBox="1"/>
          <p:nvPr/>
        </p:nvSpPr>
        <p:spPr>
          <a:xfrm>
            <a:off x="5153203" y="3425218"/>
            <a:ext cx="444352" cy="707886"/>
          </a:xfrm>
          <a:prstGeom prst="rect">
            <a:avLst/>
          </a:prstGeom>
          <a:noFill/>
        </p:spPr>
        <p:txBody>
          <a:bodyPr wrap="none" rtlCol="0">
            <a:spAutoFit/>
          </a:bodyPr>
          <a:lstStyle/>
          <a:p>
            <a:r>
              <a:rPr lang="es-NI" sz="4000" dirty="0">
                <a:solidFill>
                  <a:srgbClr val="FFFFFF"/>
                </a:solidFill>
              </a:rPr>
              <a:t>3</a:t>
            </a:r>
            <a:endParaRPr lang="es-NI" sz="4000" dirty="0"/>
          </a:p>
        </p:txBody>
      </p:sp>
      <p:sp>
        <p:nvSpPr>
          <p:cNvPr id="36" name="Rectángulo 35">
            <a:extLst>
              <a:ext uri="{FF2B5EF4-FFF2-40B4-BE49-F238E27FC236}">
                <a16:creationId xmlns:a16="http://schemas.microsoft.com/office/drawing/2014/main" id="{65B48E71-E493-4E35-8E40-74D361ACBBBA}"/>
              </a:ext>
            </a:extLst>
          </p:cNvPr>
          <p:cNvSpPr/>
          <p:nvPr/>
        </p:nvSpPr>
        <p:spPr>
          <a:xfrm>
            <a:off x="1624089" y="4538420"/>
            <a:ext cx="1016858" cy="53863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mc:Choice xmlns:a14="http://schemas.microsoft.com/office/drawing/2010/main" Requires="a14">
          <p:sp>
            <p:nvSpPr>
              <p:cNvPr id="37" name="CuadroTexto 36">
                <a:extLst>
                  <a:ext uri="{FF2B5EF4-FFF2-40B4-BE49-F238E27FC236}">
                    <a16:creationId xmlns:a16="http://schemas.microsoft.com/office/drawing/2014/main" id="{78524DFA-CF84-44CC-9304-29F292573032}"/>
                  </a:ext>
                </a:extLst>
              </p:cNvPr>
              <p:cNvSpPr txBox="1"/>
              <p:nvPr/>
            </p:nvSpPr>
            <p:spPr>
              <a:xfrm>
                <a:off x="325415" y="4453795"/>
                <a:ext cx="1237968" cy="707886"/>
              </a:xfrm>
              <a:prstGeom prst="rect">
                <a:avLst/>
              </a:prstGeom>
              <a:noFill/>
            </p:spPr>
            <p:txBody>
              <a:bodyPr wrap="none" rtlCol="0">
                <a:spAutoFit/>
              </a:bodyPr>
              <a:lstStyle/>
              <a:p>
                <a14:m>
                  <m:oMath xmlns:m="http://schemas.openxmlformats.org/officeDocument/2006/math">
                    <m:sSup>
                      <m:sSupPr>
                        <m:ctrlPr>
                          <a:rPr lang="es-NI" sz="4000" i="1" smtClean="0">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3</m:t>
                        </m:r>
                      </m:sup>
                    </m:sSup>
                  </m:oMath>
                </a14:m>
                <a:r>
                  <a:rPr lang="es-NI" sz="4000" dirty="0"/>
                  <a:t> = </a:t>
                </a:r>
              </a:p>
            </p:txBody>
          </p:sp>
        </mc:Choice>
        <mc:Fallback>
          <p:sp>
            <p:nvSpPr>
              <p:cNvPr id="37" name="CuadroTexto 36">
                <a:extLst>
                  <a:ext uri="{FF2B5EF4-FFF2-40B4-BE49-F238E27FC236}">
                    <a16:creationId xmlns:a16="http://schemas.microsoft.com/office/drawing/2014/main" id="{78524DFA-CF84-44CC-9304-29F292573032}"/>
                  </a:ext>
                </a:extLst>
              </p:cNvPr>
              <p:cNvSpPr txBox="1">
                <a:spLocks noRot="1" noChangeAspect="1" noMove="1" noResize="1" noEditPoints="1" noAdjustHandles="1" noChangeArrowheads="1" noChangeShapeType="1" noTextEdit="1"/>
              </p:cNvSpPr>
              <p:nvPr/>
            </p:nvSpPr>
            <p:spPr>
              <a:xfrm>
                <a:off x="325415" y="4453795"/>
                <a:ext cx="1237968" cy="707886"/>
              </a:xfrm>
              <a:prstGeom prst="rect">
                <a:avLst/>
              </a:prstGeom>
              <a:blipFill>
                <a:blip r:embed="rId5"/>
                <a:stretch>
                  <a:fillRect t="-14655" r="-16749" b="-37069"/>
                </a:stretch>
              </a:blipFill>
            </p:spPr>
            <p:txBody>
              <a:bodyPr/>
              <a:lstStyle/>
              <a:p>
                <a:r>
                  <a:rPr lang="es-NI">
                    <a:noFill/>
                  </a:rPr>
                  <a:t> </a:t>
                </a:r>
              </a:p>
            </p:txBody>
          </p:sp>
        </mc:Fallback>
      </mc:AlternateContent>
      <p:sp>
        <p:nvSpPr>
          <p:cNvPr id="21" name="CuadroTexto 20">
            <a:extLst>
              <a:ext uri="{FF2B5EF4-FFF2-40B4-BE49-F238E27FC236}">
                <a16:creationId xmlns:a16="http://schemas.microsoft.com/office/drawing/2014/main" id="{A6BAEE1A-3233-4C2B-8526-52BFAC7FA5AA}"/>
              </a:ext>
            </a:extLst>
          </p:cNvPr>
          <p:cNvSpPr txBox="1"/>
          <p:nvPr/>
        </p:nvSpPr>
        <p:spPr>
          <a:xfrm>
            <a:off x="6387012" y="1126660"/>
            <a:ext cx="2824812" cy="1938992"/>
          </a:xfrm>
          <a:prstGeom prst="rect">
            <a:avLst/>
          </a:prstGeom>
          <a:noFill/>
        </p:spPr>
        <p:txBody>
          <a:bodyPr wrap="none" rtlCol="0">
            <a:spAutoFit/>
          </a:bodyPr>
          <a:lstStyle/>
          <a:p>
            <a:r>
              <a:rPr lang="es-NI" sz="4000" dirty="0">
                <a:solidFill>
                  <a:srgbClr val="0070C0"/>
                </a:solidFill>
              </a:rPr>
              <a:t>0.8</a:t>
            </a:r>
            <a:r>
              <a:rPr lang="es-NI" sz="4000" dirty="0">
                <a:solidFill>
                  <a:srgbClr val="FFFFFF"/>
                </a:solidFill>
              </a:rPr>
              <a:t>   0.1   0.1</a:t>
            </a:r>
          </a:p>
          <a:p>
            <a:r>
              <a:rPr lang="es-NI" sz="4000" dirty="0">
                <a:solidFill>
                  <a:srgbClr val="92D050"/>
                </a:solidFill>
              </a:rPr>
              <a:t>0.1</a:t>
            </a:r>
            <a:r>
              <a:rPr lang="es-NI" sz="4000" dirty="0">
                <a:solidFill>
                  <a:srgbClr val="FFFFFF"/>
                </a:solidFill>
              </a:rPr>
              <a:t>   0.7   0.2</a:t>
            </a:r>
          </a:p>
          <a:p>
            <a:r>
              <a:rPr lang="es-NI" sz="4000" dirty="0">
                <a:solidFill>
                  <a:srgbClr val="FF00FF"/>
                </a:solidFill>
              </a:rPr>
              <a:t>0.2</a:t>
            </a:r>
            <a:r>
              <a:rPr lang="es-NI" sz="4000" dirty="0">
                <a:solidFill>
                  <a:srgbClr val="FFFFFF"/>
                </a:solidFill>
              </a:rPr>
              <a:t>   0.2   0.6</a:t>
            </a:r>
            <a:endParaRPr lang="es-NI" sz="4000" dirty="0"/>
          </a:p>
        </p:txBody>
      </p:sp>
      <p:sp>
        <p:nvSpPr>
          <p:cNvPr id="23" name="Abrir corchete 22">
            <a:extLst>
              <a:ext uri="{FF2B5EF4-FFF2-40B4-BE49-F238E27FC236}">
                <a16:creationId xmlns:a16="http://schemas.microsoft.com/office/drawing/2014/main" id="{D42DCA26-D909-4C05-BF24-3070A9BCA31E}"/>
              </a:ext>
            </a:extLst>
          </p:cNvPr>
          <p:cNvSpPr/>
          <p:nvPr/>
        </p:nvSpPr>
        <p:spPr>
          <a:xfrm>
            <a:off x="6161283" y="1126660"/>
            <a:ext cx="224838" cy="2053828"/>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9" name="Cerrar corchete 28">
            <a:extLst>
              <a:ext uri="{FF2B5EF4-FFF2-40B4-BE49-F238E27FC236}">
                <a16:creationId xmlns:a16="http://schemas.microsoft.com/office/drawing/2014/main" id="{A39125F9-8AAC-4DAA-8323-D969189A0104}"/>
              </a:ext>
            </a:extLst>
          </p:cNvPr>
          <p:cNvSpPr/>
          <p:nvPr/>
        </p:nvSpPr>
        <p:spPr>
          <a:xfrm>
            <a:off x="9414452" y="1085764"/>
            <a:ext cx="134667" cy="209472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Tree>
    <p:extLst>
      <p:ext uri="{BB962C8B-B14F-4D97-AF65-F5344CB8AC3E}">
        <p14:creationId xmlns:p14="http://schemas.microsoft.com/office/powerpoint/2010/main" val="36113860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18557"/>
    </mc:Choice>
    <mc:Fallback xmlns="">
      <p:transition spd="slow" advTm="118557"/>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7" name="CuadroTexto 16">
            <a:extLst>
              <a:ext uri="{FF2B5EF4-FFF2-40B4-BE49-F238E27FC236}">
                <a16:creationId xmlns:a16="http://schemas.microsoft.com/office/drawing/2014/main" id="{CF14949B-C524-442D-B30C-B15B09E54B7B}"/>
              </a:ext>
            </a:extLst>
          </p:cNvPr>
          <p:cNvSpPr txBox="1"/>
          <p:nvPr/>
        </p:nvSpPr>
        <p:spPr>
          <a:xfrm>
            <a:off x="5460894" y="1936764"/>
            <a:ext cx="346800" cy="707886"/>
          </a:xfrm>
          <a:prstGeom prst="rect">
            <a:avLst/>
          </a:prstGeom>
          <a:noFill/>
        </p:spPr>
        <p:txBody>
          <a:bodyPr wrap="square" rtlCol="0">
            <a:spAutoFit/>
          </a:bodyPr>
          <a:lstStyle/>
          <a:p>
            <a:r>
              <a:rPr lang="es-NI" sz="4000" dirty="0">
                <a:solidFill>
                  <a:srgbClr val="FFFFFF"/>
                </a:solidFill>
              </a:rPr>
              <a:t>*</a:t>
            </a:r>
            <a:endParaRPr lang="es-NI" sz="4000" dirty="0"/>
          </a:p>
        </p:txBody>
      </p:sp>
      <mc:AlternateContent xmlns:mc="http://schemas.openxmlformats.org/markup-compatibility/2006">
        <mc:Choice xmlns:a14="http://schemas.microsoft.com/office/drawing/2010/main" Requires="a14">
          <p:sp>
            <p:nvSpPr>
              <p:cNvPr id="20" name="CuadroTexto 19">
                <a:extLst>
                  <a:ext uri="{FF2B5EF4-FFF2-40B4-BE49-F238E27FC236}">
                    <a16:creationId xmlns:a16="http://schemas.microsoft.com/office/drawing/2014/main" id="{6C360A2D-8726-43D5-A42E-16EFE1DBD67D}"/>
                  </a:ext>
                </a:extLst>
              </p:cNvPr>
              <p:cNvSpPr txBox="1"/>
              <p:nvPr/>
            </p:nvSpPr>
            <p:spPr>
              <a:xfrm>
                <a:off x="6446826" y="3645496"/>
                <a:ext cx="5789534" cy="1754326"/>
              </a:xfrm>
              <a:prstGeom prst="rect">
                <a:avLst/>
              </a:prstGeom>
              <a:noFill/>
            </p:spPr>
            <p:txBody>
              <a:bodyPr wrap="none" rtlCol="0">
                <a:spAutoFit/>
              </a:bodyPr>
              <a:lstStyle/>
              <a:p>
                <a14:m>
                  <m:oMath xmlns:m="http://schemas.openxmlformats.org/officeDocument/2006/math">
                    <m:sSup>
                      <m:sSupPr>
                        <m:ctrlPr>
                          <a:rPr lang="es-NI" i="1" smtClean="0">
                            <a:latin typeface="Cambria Math" panose="02040503050406030204" pitchFamily="18" charset="0"/>
                          </a:rPr>
                        </m:ctrlPr>
                      </m:sSupPr>
                      <m:e>
                        <m:r>
                          <a:rPr lang="es-NI" i="1">
                            <a:latin typeface="Cambria Math" panose="02040503050406030204" pitchFamily="18" charset="0"/>
                          </a:rPr>
                          <m:t>𝑃</m:t>
                        </m:r>
                      </m:e>
                      <m:sup>
                        <m:r>
                          <a:rPr lang="es-NI" b="0" i="1" smtClean="0">
                            <a:latin typeface="Cambria Math" panose="02040503050406030204" pitchFamily="18" charset="0"/>
                          </a:rPr>
                          <m:t>3</m:t>
                        </m:r>
                      </m:sup>
                    </m:sSup>
                  </m:oMath>
                </a14:m>
                <a:r>
                  <a:rPr lang="es-NI" dirty="0"/>
                  <a:t>(1,1) = </a:t>
                </a:r>
                <a:r>
                  <a:rPr lang="es-NI" dirty="0">
                    <a:solidFill>
                      <a:srgbClr val="0070C0"/>
                    </a:solidFill>
                  </a:rPr>
                  <a:t>( 0.67 * 0.8 )</a:t>
                </a:r>
                <a:r>
                  <a:rPr lang="es-NI" dirty="0"/>
                  <a:t> + </a:t>
                </a:r>
                <a:r>
                  <a:rPr lang="es-NI" dirty="0">
                    <a:solidFill>
                      <a:srgbClr val="92D050"/>
                    </a:solidFill>
                  </a:rPr>
                  <a:t>( 0.17 * 0.1 )</a:t>
                </a:r>
                <a:r>
                  <a:rPr lang="es-NI" dirty="0"/>
                  <a:t> + </a:t>
                </a:r>
                <a:r>
                  <a:rPr lang="es-NI" dirty="0">
                    <a:solidFill>
                      <a:srgbClr val="FF00FF"/>
                    </a:solidFill>
                  </a:rPr>
                  <a:t>( 0.16 * 0.2 ) </a:t>
                </a:r>
                <a:r>
                  <a:rPr lang="es-NI" dirty="0">
                    <a:solidFill>
                      <a:srgbClr val="FFFFFF"/>
                    </a:solidFill>
                  </a:rPr>
                  <a:t>= 0.585</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(1,2) = </a:t>
                </a:r>
                <a:r>
                  <a:rPr lang="es-NI" dirty="0">
                    <a:solidFill>
                      <a:srgbClr val="0070C0"/>
                    </a:solidFill>
                  </a:rPr>
                  <a:t>( 0.67 * 0.1 )</a:t>
                </a:r>
                <a:r>
                  <a:rPr lang="es-NI" dirty="0"/>
                  <a:t> + </a:t>
                </a:r>
                <a:r>
                  <a:rPr lang="es-NI" dirty="0">
                    <a:solidFill>
                      <a:srgbClr val="92D050"/>
                    </a:solidFill>
                  </a:rPr>
                  <a:t>( 0.17 * 0.7 )</a:t>
                </a:r>
                <a:r>
                  <a:rPr lang="es-NI" dirty="0"/>
                  <a:t> + </a:t>
                </a:r>
                <a:r>
                  <a:rPr lang="es-NI" dirty="0">
                    <a:solidFill>
                      <a:srgbClr val="FF00FF"/>
                    </a:solidFill>
                  </a:rPr>
                  <a:t>( 0.16 * 0.2 ) </a:t>
                </a:r>
                <a:r>
                  <a:rPr lang="es-NI" dirty="0">
                    <a:solidFill>
                      <a:srgbClr val="FFFFFF"/>
                    </a:solidFill>
                  </a:rPr>
                  <a:t>= 0.218</a:t>
                </a:r>
              </a:p>
              <a:p>
                <a:pPr/>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(1,3) = </a:t>
                </a:r>
                <a:r>
                  <a:rPr lang="es-NI" dirty="0">
                    <a:solidFill>
                      <a:srgbClr val="0070C0"/>
                    </a:solidFill>
                  </a:rPr>
                  <a:t>( 0.67 * 0.1 )</a:t>
                </a:r>
                <a:r>
                  <a:rPr lang="es-NI" dirty="0"/>
                  <a:t> + </a:t>
                </a:r>
                <a:r>
                  <a:rPr lang="es-NI" dirty="0">
                    <a:solidFill>
                      <a:srgbClr val="92D050"/>
                    </a:solidFill>
                  </a:rPr>
                  <a:t>( 0.17 * 0.2 )</a:t>
                </a:r>
                <a:r>
                  <a:rPr lang="es-NI" dirty="0"/>
                  <a:t> + </a:t>
                </a:r>
                <a:r>
                  <a:rPr lang="es-NI" dirty="0">
                    <a:solidFill>
                      <a:srgbClr val="FF00FF"/>
                    </a:solidFill>
                  </a:rPr>
                  <a:t>( 0.16 * 0.6 ) </a:t>
                </a:r>
                <a:r>
                  <a:rPr lang="es-NI" dirty="0">
                    <a:solidFill>
                      <a:srgbClr val="FFFFFF"/>
                    </a:solidFill>
                  </a:rPr>
                  <a:t>= 0.197</a:t>
                </a:r>
              </a:p>
              <a:p>
                <a:pPr/>
                <a:endParaRPr lang="es-NI" dirty="0">
                  <a:solidFill>
                    <a:srgbClr val="FFFFFF"/>
                  </a:solidFill>
                </a:endParaRPr>
              </a:p>
              <a:p>
                <a:pPr/>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(2,1) = </a:t>
                </a:r>
                <a:r>
                  <a:rPr lang="es-NI" dirty="0">
                    <a:solidFill>
                      <a:srgbClr val="0070C0"/>
                    </a:solidFill>
                  </a:rPr>
                  <a:t>( 0.19* 0.8 )</a:t>
                </a:r>
                <a:r>
                  <a:rPr lang="es-NI" dirty="0"/>
                  <a:t> + </a:t>
                </a:r>
                <a:r>
                  <a:rPr lang="es-NI" dirty="0">
                    <a:solidFill>
                      <a:srgbClr val="92D050"/>
                    </a:solidFill>
                  </a:rPr>
                  <a:t>( 0.54 * 0.1 )</a:t>
                </a:r>
                <a:r>
                  <a:rPr lang="es-NI" dirty="0"/>
                  <a:t> + </a:t>
                </a:r>
                <a:r>
                  <a:rPr lang="es-NI" dirty="0">
                    <a:solidFill>
                      <a:srgbClr val="FF00FF"/>
                    </a:solidFill>
                  </a:rPr>
                  <a:t>( 0.27 * 0.2 ) </a:t>
                </a:r>
                <a:r>
                  <a:rPr lang="es-NI" dirty="0">
                    <a:solidFill>
                      <a:srgbClr val="FFFFFF"/>
                    </a:solidFill>
                  </a:rPr>
                  <a:t>= 0.26</a:t>
                </a:r>
              </a:p>
              <a:p>
                <a:pPr/>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(2,2) = </a:t>
                </a:r>
                <a:r>
                  <a:rPr lang="es-NI" dirty="0">
                    <a:solidFill>
                      <a:srgbClr val="0070C0"/>
                    </a:solidFill>
                  </a:rPr>
                  <a:t>( 0.19* 0.1 )</a:t>
                </a:r>
                <a:r>
                  <a:rPr lang="es-NI" dirty="0"/>
                  <a:t> + </a:t>
                </a:r>
                <a:r>
                  <a:rPr lang="es-NI" dirty="0">
                    <a:solidFill>
                      <a:srgbClr val="92D050"/>
                    </a:solidFill>
                  </a:rPr>
                  <a:t>( 0.54 * 0.7 )</a:t>
                </a:r>
                <a:r>
                  <a:rPr lang="es-NI" dirty="0"/>
                  <a:t> + </a:t>
                </a:r>
                <a:r>
                  <a:rPr lang="es-NI" dirty="0">
                    <a:solidFill>
                      <a:srgbClr val="FF00FF"/>
                    </a:solidFill>
                  </a:rPr>
                  <a:t>( 0.27 * 0.2 ) </a:t>
                </a:r>
                <a:r>
                  <a:rPr lang="es-NI" dirty="0">
                    <a:solidFill>
                      <a:srgbClr val="FFFFFF"/>
                    </a:solidFill>
                  </a:rPr>
                  <a:t>= 0.451</a:t>
                </a:r>
              </a:p>
            </p:txBody>
          </p:sp>
        </mc:Choice>
        <mc:Fallback>
          <p:sp>
            <p:nvSpPr>
              <p:cNvPr id="20" name="CuadroTexto 19">
                <a:extLst>
                  <a:ext uri="{FF2B5EF4-FFF2-40B4-BE49-F238E27FC236}">
                    <a16:creationId xmlns:a16="http://schemas.microsoft.com/office/drawing/2014/main" id="{6C360A2D-8726-43D5-A42E-16EFE1DBD67D}"/>
                  </a:ext>
                </a:extLst>
              </p:cNvPr>
              <p:cNvSpPr txBox="1">
                <a:spLocks noRot="1" noChangeAspect="1" noMove="1" noResize="1" noEditPoints="1" noAdjustHandles="1" noChangeArrowheads="1" noChangeShapeType="1" noTextEdit="1"/>
              </p:cNvSpPr>
              <p:nvPr/>
            </p:nvSpPr>
            <p:spPr>
              <a:xfrm>
                <a:off x="6446826" y="3645496"/>
                <a:ext cx="5789534" cy="1754326"/>
              </a:xfrm>
              <a:prstGeom prst="rect">
                <a:avLst/>
              </a:prstGeom>
              <a:blipFill>
                <a:blip r:embed="rId2"/>
                <a:stretch>
                  <a:fillRect t="-1736" r="-105" b="-4514"/>
                </a:stretch>
              </a:blipFill>
            </p:spPr>
            <p:txBody>
              <a:bodyPr/>
              <a:lstStyle/>
              <a:p>
                <a:r>
                  <a:rPr lang="es-NI">
                    <a:noFill/>
                  </a:rPr>
                  <a:t> </a:t>
                </a:r>
              </a:p>
            </p:txBody>
          </p:sp>
        </mc:Fallback>
      </mc:AlternateContent>
      <p:cxnSp>
        <p:nvCxnSpPr>
          <p:cNvPr id="4" name="Conector recto 3">
            <a:extLst>
              <a:ext uri="{FF2B5EF4-FFF2-40B4-BE49-F238E27FC236}">
                <a16:creationId xmlns:a16="http://schemas.microsoft.com/office/drawing/2014/main" id="{9F162002-694F-4229-B66D-E49E5678CECC}"/>
              </a:ext>
            </a:extLst>
          </p:cNvPr>
          <p:cNvCxnSpPr/>
          <p:nvPr/>
        </p:nvCxnSpPr>
        <p:spPr>
          <a:xfrm>
            <a:off x="6096000" y="3429000"/>
            <a:ext cx="0" cy="3429000"/>
          </a:xfrm>
          <a:prstGeom prst="line">
            <a:avLst/>
          </a:prstGeom>
          <a:ln w="50800" cap="rnd" cmpd="thickThin">
            <a:solidFill>
              <a:schemeClr val="tx1"/>
            </a:solidFill>
            <a:prstDash val="solid"/>
            <a:bevel/>
          </a:ln>
        </p:spPr>
        <p:style>
          <a:lnRef idx="1">
            <a:schemeClr val="accent1"/>
          </a:lnRef>
          <a:fillRef idx="0">
            <a:schemeClr val="accent1"/>
          </a:fillRef>
          <a:effectRef idx="0">
            <a:schemeClr val="accent1"/>
          </a:effectRef>
          <a:fontRef idx="minor">
            <a:schemeClr val="tx1"/>
          </a:fontRef>
        </p:style>
      </p:cxnSp>
      <p:sp>
        <p:nvSpPr>
          <p:cNvPr id="22" name="Rectángulo 21">
            <a:extLst>
              <a:ext uri="{FF2B5EF4-FFF2-40B4-BE49-F238E27FC236}">
                <a16:creationId xmlns:a16="http://schemas.microsoft.com/office/drawing/2014/main" id="{DFD1B1A4-A117-4743-B851-5A877F644E49}"/>
              </a:ext>
            </a:extLst>
          </p:cNvPr>
          <p:cNvSpPr/>
          <p:nvPr/>
        </p:nvSpPr>
        <p:spPr>
          <a:xfrm>
            <a:off x="6386120" y="5011680"/>
            <a:ext cx="5684732" cy="33891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mc:Choice xmlns:a14="http://schemas.microsoft.com/office/drawing/2010/main" Requires="a14">
          <p:sp>
            <p:nvSpPr>
              <p:cNvPr id="24" name="CuadroTexto 23">
                <a:extLst>
                  <a:ext uri="{FF2B5EF4-FFF2-40B4-BE49-F238E27FC236}">
                    <a16:creationId xmlns:a16="http://schemas.microsoft.com/office/drawing/2014/main" id="{27068FBE-DCE5-48FB-B6EE-0DB08510A5CE}"/>
                  </a:ext>
                </a:extLst>
              </p:cNvPr>
              <p:cNvSpPr txBox="1"/>
              <p:nvPr/>
            </p:nvSpPr>
            <p:spPr>
              <a:xfrm>
                <a:off x="214089" y="1742213"/>
                <a:ext cx="1237968" cy="707886"/>
              </a:xfrm>
              <a:prstGeom prst="rect">
                <a:avLst/>
              </a:prstGeom>
              <a:noFill/>
            </p:spPr>
            <p:txBody>
              <a:bodyPr wrap="none" rtlCol="0">
                <a:spAutoFit/>
              </a:bodyPr>
              <a:lstStyle/>
              <a:p>
                <a14:m>
                  <m:oMath xmlns:m="http://schemas.openxmlformats.org/officeDocument/2006/math">
                    <m:sSup>
                      <m:sSupPr>
                        <m:ctrlPr>
                          <a:rPr lang="es-NI" sz="4000" i="1" smtClean="0">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3</m:t>
                        </m:r>
                      </m:sup>
                    </m:sSup>
                  </m:oMath>
                </a14:m>
                <a:r>
                  <a:rPr lang="es-NI" sz="4000" dirty="0"/>
                  <a:t> = </a:t>
                </a:r>
              </a:p>
            </p:txBody>
          </p:sp>
        </mc:Choice>
        <mc:Fallback>
          <p:sp>
            <p:nvSpPr>
              <p:cNvPr id="24" name="CuadroTexto 23">
                <a:extLst>
                  <a:ext uri="{FF2B5EF4-FFF2-40B4-BE49-F238E27FC236}">
                    <a16:creationId xmlns:a16="http://schemas.microsoft.com/office/drawing/2014/main" id="{27068FBE-DCE5-48FB-B6EE-0DB08510A5CE}"/>
                  </a:ext>
                </a:extLst>
              </p:cNvPr>
              <p:cNvSpPr txBox="1">
                <a:spLocks noRot="1" noChangeAspect="1" noMove="1" noResize="1" noEditPoints="1" noAdjustHandles="1" noChangeArrowheads="1" noChangeShapeType="1" noTextEdit="1"/>
              </p:cNvSpPr>
              <p:nvPr/>
            </p:nvSpPr>
            <p:spPr>
              <a:xfrm>
                <a:off x="214089" y="1742213"/>
                <a:ext cx="1237968" cy="707886"/>
              </a:xfrm>
              <a:prstGeom prst="rect">
                <a:avLst/>
              </a:prstGeom>
              <a:blipFill>
                <a:blip r:embed="rId3"/>
                <a:stretch>
                  <a:fillRect t="-14655" r="-16749" b="-37069"/>
                </a:stretch>
              </a:blipFill>
            </p:spPr>
            <p:txBody>
              <a:bodyPr/>
              <a:lstStyle/>
              <a:p>
                <a:r>
                  <a:rPr lang="es-NI">
                    <a:noFill/>
                  </a:rPr>
                  <a:t> </a:t>
                </a:r>
              </a:p>
            </p:txBody>
          </p:sp>
        </mc:Fallback>
      </mc:AlternateContent>
      <p:sp>
        <p:nvSpPr>
          <p:cNvPr id="25" name="CuadroTexto 24">
            <a:extLst>
              <a:ext uri="{FF2B5EF4-FFF2-40B4-BE49-F238E27FC236}">
                <a16:creationId xmlns:a16="http://schemas.microsoft.com/office/drawing/2014/main" id="{5A684DEA-6813-4E2E-B18C-61ADA167FA32}"/>
              </a:ext>
            </a:extLst>
          </p:cNvPr>
          <p:cNvSpPr txBox="1"/>
          <p:nvPr/>
        </p:nvSpPr>
        <p:spPr>
          <a:xfrm>
            <a:off x="1473652" y="1178970"/>
            <a:ext cx="3603872" cy="1938992"/>
          </a:xfrm>
          <a:prstGeom prst="rect">
            <a:avLst/>
          </a:prstGeom>
          <a:noFill/>
        </p:spPr>
        <p:txBody>
          <a:bodyPr wrap="none" rtlCol="0">
            <a:spAutoFit/>
          </a:bodyPr>
          <a:lstStyle/>
          <a:p>
            <a:r>
              <a:rPr lang="es-NI" sz="4000" dirty="0"/>
              <a:t>0.67   0.17   0.16</a:t>
            </a:r>
          </a:p>
          <a:p>
            <a:r>
              <a:rPr lang="es-NI" sz="4000" dirty="0">
                <a:solidFill>
                  <a:schemeClr val="accent5">
                    <a:lumMod val="75000"/>
                  </a:schemeClr>
                </a:solidFill>
              </a:rPr>
              <a:t>0.19</a:t>
            </a:r>
            <a:r>
              <a:rPr lang="es-NI" sz="4000" dirty="0"/>
              <a:t>   </a:t>
            </a:r>
            <a:r>
              <a:rPr lang="es-NI" sz="4000" dirty="0">
                <a:solidFill>
                  <a:srgbClr val="92D050"/>
                </a:solidFill>
              </a:rPr>
              <a:t>0.54</a:t>
            </a:r>
            <a:r>
              <a:rPr lang="es-NI" sz="4000" dirty="0"/>
              <a:t>   </a:t>
            </a:r>
            <a:r>
              <a:rPr lang="es-NI" sz="4000" dirty="0">
                <a:solidFill>
                  <a:srgbClr val="FF00FF"/>
                </a:solidFill>
              </a:rPr>
              <a:t>0.27</a:t>
            </a:r>
          </a:p>
          <a:p>
            <a:r>
              <a:rPr lang="es-NI" sz="4000" dirty="0"/>
              <a:t>0.3     0.28   0.42</a:t>
            </a:r>
          </a:p>
        </p:txBody>
      </p:sp>
      <p:sp>
        <p:nvSpPr>
          <p:cNvPr id="26" name="Abrir corchete 25">
            <a:extLst>
              <a:ext uri="{FF2B5EF4-FFF2-40B4-BE49-F238E27FC236}">
                <a16:creationId xmlns:a16="http://schemas.microsoft.com/office/drawing/2014/main" id="{00603FFD-E417-4BBF-A5C1-84A1AD7E1F97}"/>
              </a:ext>
            </a:extLst>
          </p:cNvPr>
          <p:cNvSpPr/>
          <p:nvPr/>
        </p:nvSpPr>
        <p:spPr>
          <a:xfrm>
            <a:off x="1452056" y="1080494"/>
            <a:ext cx="226421" cy="2062103"/>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7" name="Cerrar corchete 26">
            <a:extLst>
              <a:ext uri="{FF2B5EF4-FFF2-40B4-BE49-F238E27FC236}">
                <a16:creationId xmlns:a16="http://schemas.microsoft.com/office/drawing/2014/main" id="{EEB0A40C-D8B7-4DB0-A86E-9DF371D747AB}"/>
              </a:ext>
            </a:extLst>
          </p:cNvPr>
          <p:cNvSpPr/>
          <p:nvPr/>
        </p:nvSpPr>
        <p:spPr>
          <a:xfrm>
            <a:off x="4913477" y="1080494"/>
            <a:ext cx="163156" cy="2062103"/>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8" name="CuadroTexto 27">
            <a:extLst>
              <a:ext uri="{FF2B5EF4-FFF2-40B4-BE49-F238E27FC236}">
                <a16:creationId xmlns:a16="http://schemas.microsoft.com/office/drawing/2014/main" id="{16FDCCA7-9866-4ECC-B875-B07254B09D4B}"/>
              </a:ext>
            </a:extLst>
          </p:cNvPr>
          <p:cNvSpPr txBox="1"/>
          <p:nvPr/>
        </p:nvSpPr>
        <p:spPr>
          <a:xfrm>
            <a:off x="5077524" y="589360"/>
            <a:ext cx="444352" cy="707886"/>
          </a:xfrm>
          <a:prstGeom prst="rect">
            <a:avLst/>
          </a:prstGeom>
          <a:noFill/>
        </p:spPr>
        <p:txBody>
          <a:bodyPr wrap="none" rtlCol="0">
            <a:spAutoFit/>
          </a:bodyPr>
          <a:lstStyle/>
          <a:p>
            <a:r>
              <a:rPr lang="es-NI" sz="4000" dirty="0">
                <a:solidFill>
                  <a:srgbClr val="FFFFFF"/>
                </a:solidFill>
              </a:rPr>
              <a:t>2</a:t>
            </a:r>
            <a:endParaRPr lang="es-NI" sz="4000" dirty="0"/>
          </a:p>
        </p:txBody>
      </p:sp>
      <mc:AlternateContent xmlns:mc="http://schemas.openxmlformats.org/markup-compatibility/2006">
        <mc:Choice xmlns:a14="http://schemas.microsoft.com/office/drawing/2010/main" Requires="a14">
          <p:sp>
            <p:nvSpPr>
              <p:cNvPr id="31" name="CuadroTexto 30">
                <a:extLst>
                  <a:ext uri="{FF2B5EF4-FFF2-40B4-BE49-F238E27FC236}">
                    <a16:creationId xmlns:a16="http://schemas.microsoft.com/office/drawing/2014/main" id="{EA180982-D28D-4651-AA3D-4B1C930A95F5}"/>
                  </a:ext>
                </a:extLst>
              </p:cNvPr>
              <p:cNvSpPr txBox="1"/>
              <p:nvPr/>
            </p:nvSpPr>
            <p:spPr>
              <a:xfrm>
                <a:off x="2543594" y="77803"/>
                <a:ext cx="7685053" cy="707886"/>
              </a:xfrm>
              <a:prstGeom prst="rect">
                <a:avLst/>
              </a:prstGeom>
              <a:noFill/>
            </p:spPr>
            <p:txBody>
              <a:bodyPr wrap="none" rtlCol="0">
                <a:spAutoFit/>
              </a:bodyPr>
              <a:lstStyle/>
              <a:p>
                <a:r>
                  <a:rPr lang="es-NI" sz="4000" dirty="0"/>
                  <a:t>Ahora debemos calcular </a:t>
                </a:r>
                <a14:m>
                  <m:oMath xmlns:m="http://schemas.openxmlformats.org/officeDocument/2006/math">
                    <m:sSup>
                      <m:sSupPr>
                        <m:ctrlPr>
                          <a:rPr lang="es-NI" sz="4000" i="1">
                            <a:latin typeface="Cambria Math" panose="02040503050406030204" pitchFamily="18" charset="0"/>
                          </a:rPr>
                        </m:ctrlPr>
                      </m:sSupPr>
                      <m:e>
                        <m:r>
                          <a:rPr lang="es-NI" sz="4000" i="1">
                            <a:latin typeface="Cambria Math" panose="02040503050406030204" pitchFamily="18" charset="0"/>
                          </a:rPr>
                          <m:t>𝑃</m:t>
                        </m:r>
                      </m:e>
                      <m:sup>
                        <m:r>
                          <a:rPr lang="es-NI" sz="4000" i="1">
                            <a:latin typeface="Cambria Math" panose="02040503050406030204" pitchFamily="18" charset="0"/>
                          </a:rPr>
                          <m:t>3</m:t>
                        </m:r>
                      </m:sup>
                    </m:sSup>
                  </m:oMath>
                </a14:m>
                <a:r>
                  <a:rPr lang="es-NI" sz="4000" dirty="0"/>
                  <a:t> = </a:t>
                </a:r>
                <a14:m>
                  <m:oMath xmlns:m="http://schemas.openxmlformats.org/officeDocument/2006/math">
                    <m:sSup>
                      <m:sSupPr>
                        <m:ctrlPr>
                          <a:rPr lang="es-NI" sz="4000" i="1">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2</m:t>
                        </m:r>
                      </m:sup>
                    </m:sSup>
                  </m:oMath>
                </a14:m>
                <a:r>
                  <a:rPr lang="es-NI" sz="4000" dirty="0"/>
                  <a:t> * P</a:t>
                </a:r>
              </a:p>
            </p:txBody>
          </p:sp>
        </mc:Choice>
        <mc:Fallback>
          <p:sp>
            <p:nvSpPr>
              <p:cNvPr id="31" name="CuadroTexto 30">
                <a:extLst>
                  <a:ext uri="{FF2B5EF4-FFF2-40B4-BE49-F238E27FC236}">
                    <a16:creationId xmlns:a16="http://schemas.microsoft.com/office/drawing/2014/main" id="{EA180982-D28D-4651-AA3D-4B1C930A95F5}"/>
                  </a:ext>
                </a:extLst>
              </p:cNvPr>
              <p:cNvSpPr txBox="1">
                <a:spLocks noRot="1" noChangeAspect="1" noMove="1" noResize="1" noEditPoints="1" noAdjustHandles="1" noChangeArrowheads="1" noChangeShapeType="1" noTextEdit="1"/>
              </p:cNvSpPr>
              <p:nvPr/>
            </p:nvSpPr>
            <p:spPr>
              <a:xfrm>
                <a:off x="2543594" y="77803"/>
                <a:ext cx="7685053" cy="707886"/>
              </a:xfrm>
              <a:prstGeom prst="rect">
                <a:avLst/>
              </a:prstGeom>
              <a:blipFill>
                <a:blip r:embed="rId4"/>
                <a:stretch>
                  <a:fillRect l="-2776" t="-14655" r="-1824" b="-37069"/>
                </a:stretch>
              </a:blipFill>
            </p:spPr>
            <p:txBody>
              <a:bodyPr/>
              <a:lstStyle/>
              <a:p>
                <a:r>
                  <a:rPr lang="es-NI">
                    <a:noFill/>
                  </a:rPr>
                  <a:t> </a:t>
                </a:r>
              </a:p>
            </p:txBody>
          </p:sp>
        </mc:Fallback>
      </mc:AlternateContent>
      <p:sp>
        <p:nvSpPr>
          <p:cNvPr id="32" name="CuadroTexto 31">
            <a:extLst>
              <a:ext uri="{FF2B5EF4-FFF2-40B4-BE49-F238E27FC236}">
                <a16:creationId xmlns:a16="http://schemas.microsoft.com/office/drawing/2014/main" id="{2563FABE-F80E-4BF4-B8A1-CF0BD4507363}"/>
              </a:ext>
            </a:extLst>
          </p:cNvPr>
          <p:cNvSpPr txBox="1"/>
          <p:nvPr/>
        </p:nvSpPr>
        <p:spPr>
          <a:xfrm>
            <a:off x="1549331" y="4034283"/>
            <a:ext cx="3555782" cy="1077218"/>
          </a:xfrm>
          <a:prstGeom prst="rect">
            <a:avLst/>
          </a:prstGeom>
          <a:noFill/>
        </p:spPr>
        <p:txBody>
          <a:bodyPr wrap="none" rtlCol="0">
            <a:spAutoFit/>
          </a:bodyPr>
          <a:lstStyle/>
          <a:p>
            <a:r>
              <a:rPr lang="es-NI" sz="3200" dirty="0"/>
              <a:t>0.585   0.218   0.197</a:t>
            </a:r>
          </a:p>
          <a:p>
            <a:r>
              <a:rPr lang="es-NI" sz="3200" dirty="0"/>
              <a:t>0.26     0.451</a:t>
            </a:r>
          </a:p>
        </p:txBody>
      </p:sp>
      <p:sp>
        <p:nvSpPr>
          <p:cNvPr id="33" name="Abrir corchete 32">
            <a:extLst>
              <a:ext uri="{FF2B5EF4-FFF2-40B4-BE49-F238E27FC236}">
                <a16:creationId xmlns:a16="http://schemas.microsoft.com/office/drawing/2014/main" id="{07EE2C34-2562-4D2E-9A8E-9390684664A8}"/>
              </a:ext>
            </a:extLst>
          </p:cNvPr>
          <p:cNvSpPr/>
          <p:nvPr/>
        </p:nvSpPr>
        <p:spPr>
          <a:xfrm>
            <a:off x="1527735" y="3916352"/>
            <a:ext cx="226421" cy="2062103"/>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4" name="Cerrar corchete 33">
            <a:extLst>
              <a:ext uri="{FF2B5EF4-FFF2-40B4-BE49-F238E27FC236}">
                <a16:creationId xmlns:a16="http://schemas.microsoft.com/office/drawing/2014/main" id="{976278D6-82D6-4D68-B5EB-E8BDB57C74A8}"/>
              </a:ext>
            </a:extLst>
          </p:cNvPr>
          <p:cNvSpPr/>
          <p:nvPr/>
        </p:nvSpPr>
        <p:spPr>
          <a:xfrm>
            <a:off x="4989156" y="3916352"/>
            <a:ext cx="163156" cy="2062103"/>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5" name="CuadroTexto 34">
            <a:extLst>
              <a:ext uri="{FF2B5EF4-FFF2-40B4-BE49-F238E27FC236}">
                <a16:creationId xmlns:a16="http://schemas.microsoft.com/office/drawing/2014/main" id="{61298261-F5DA-4D7D-8445-C68B297B4794}"/>
              </a:ext>
            </a:extLst>
          </p:cNvPr>
          <p:cNvSpPr txBox="1"/>
          <p:nvPr/>
        </p:nvSpPr>
        <p:spPr>
          <a:xfrm>
            <a:off x="5153203" y="3425218"/>
            <a:ext cx="444352" cy="707886"/>
          </a:xfrm>
          <a:prstGeom prst="rect">
            <a:avLst/>
          </a:prstGeom>
          <a:noFill/>
        </p:spPr>
        <p:txBody>
          <a:bodyPr wrap="none" rtlCol="0">
            <a:spAutoFit/>
          </a:bodyPr>
          <a:lstStyle/>
          <a:p>
            <a:r>
              <a:rPr lang="es-NI" sz="4000" dirty="0">
                <a:solidFill>
                  <a:srgbClr val="FFFFFF"/>
                </a:solidFill>
              </a:rPr>
              <a:t>3</a:t>
            </a:r>
            <a:endParaRPr lang="es-NI" sz="4000" dirty="0"/>
          </a:p>
        </p:txBody>
      </p:sp>
      <p:sp>
        <p:nvSpPr>
          <p:cNvPr id="36" name="Rectángulo 35">
            <a:extLst>
              <a:ext uri="{FF2B5EF4-FFF2-40B4-BE49-F238E27FC236}">
                <a16:creationId xmlns:a16="http://schemas.microsoft.com/office/drawing/2014/main" id="{65B48E71-E493-4E35-8E40-74D361ACBBBA}"/>
              </a:ext>
            </a:extLst>
          </p:cNvPr>
          <p:cNvSpPr/>
          <p:nvPr/>
        </p:nvSpPr>
        <p:spPr>
          <a:xfrm>
            <a:off x="2771949" y="4538420"/>
            <a:ext cx="1016858" cy="53863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mc:Choice xmlns:a14="http://schemas.microsoft.com/office/drawing/2010/main" Requires="a14">
          <p:sp>
            <p:nvSpPr>
              <p:cNvPr id="37" name="CuadroTexto 36">
                <a:extLst>
                  <a:ext uri="{FF2B5EF4-FFF2-40B4-BE49-F238E27FC236}">
                    <a16:creationId xmlns:a16="http://schemas.microsoft.com/office/drawing/2014/main" id="{78524DFA-CF84-44CC-9304-29F292573032}"/>
                  </a:ext>
                </a:extLst>
              </p:cNvPr>
              <p:cNvSpPr txBox="1"/>
              <p:nvPr/>
            </p:nvSpPr>
            <p:spPr>
              <a:xfrm>
                <a:off x="325415" y="4453795"/>
                <a:ext cx="1237968" cy="707886"/>
              </a:xfrm>
              <a:prstGeom prst="rect">
                <a:avLst/>
              </a:prstGeom>
              <a:noFill/>
            </p:spPr>
            <p:txBody>
              <a:bodyPr wrap="none" rtlCol="0">
                <a:spAutoFit/>
              </a:bodyPr>
              <a:lstStyle/>
              <a:p>
                <a14:m>
                  <m:oMath xmlns:m="http://schemas.openxmlformats.org/officeDocument/2006/math">
                    <m:sSup>
                      <m:sSupPr>
                        <m:ctrlPr>
                          <a:rPr lang="es-NI" sz="4000" i="1" smtClean="0">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3</m:t>
                        </m:r>
                      </m:sup>
                    </m:sSup>
                  </m:oMath>
                </a14:m>
                <a:r>
                  <a:rPr lang="es-NI" sz="4000" dirty="0"/>
                  <a:t> = </a:t>
                </a:r>
              </a:p>
            </p:txBody>
          </p:sp>
        </mc:Choice>
        <mc:Fallback>
          <p:sp>
            <p:nvSpPr>
              <p:cNvPr id="37" name="CuadroTexto 36">
                <a:extLst>
                  <a:ext uri="{FF2B5EF4-FFF2-40B4-BE49-F238E27FC236}">
                    <a16:creationId xmlns:a16="http://schemas.microsoft.com/office/drawing/2014/main" id="{78524DFA-CF84-44CC-9304-29F292573032}"/>
                  </a:ext>
                </a:extLst>
              </p:cNvPr>
              <p:cNvSpPr txBox="1">
                <a:spLocks noRot="1" noChangeAspect="1" noMove="1" noResize="1" noEditPoints="1" noAdjustHandles="1" noChangeArrowheads="1" noChangeShapeType="1" noTextEdit="1"/>
              </p:cNvSpPr>
              <p:nvPr/>
            </p:nvSpPr>
            <p:spPr>
              <a:xfrm>
                <a:off x="325415" y="4453795"/>
                <a:ext cx="1237968" cy="707886"/>
              </a:xfrm>
              <a:prstGeom prst="rect">
                <a:avLst/>
              </a:prstGeom>
              <a:blipFill>
                <a:blip r:embed="rId5"/>
                <a:stretch>
                  <a:fillRect t="-14655" r="-16749" b="-37069"/>
                </a:stretch>
              </a:blipFill>
            </p:spPr>
            <p:txBody>
              <a:bodyPr/>
              <a:lstStyle/>
              <a:p>
                <a:r>
                  <a:rPr lang="es-NI">
                    <a:noFill/>
                  </a:rPr>
                  <a:t> </a:t>
                </a:r>
              </a:p>
            </p:txBody>
          </p:sp>
        </mc:Fallback>
      </mc:AlternateContent>
      <p:sp>
        <p:nvSpPr>
          <p:cNvPr id="23" name="Abrir corchete 22">
            <a:extLst>
              <a:ext uri="{FF2B5EF4-FFF2-40B4-BE49-F238E27FC236}">
                <a16:creationId xmlns:a16="http://schemas.microsoft.com/office/drawing/2014/main" id="{D42DCA26-D909-4C05-BF24-3070A9BCA31E}"/>
              </a:ext>
            </a:extLst>
          </p:cNvPr>
          <p:cNvSpPr/>
          <p:nvPr/>
        </p:nvSpPr>
        <p:spPr>
          <a:xfrm>
            <a:off x="6161283" y="1126660"/>
            <a:ext cx="224838" cy="2053828"/>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9" name="Cerrar corchete 28">
            <a:extLst>
              <a:ext uri="{FF2B5EF4-FFF2-40B4-BE49-F238E27FC236}">
                <a16:creationId xmlns:a16="http://schemas.microsoft.com/office/drawing/2014/main" id="{A39125F9-8AAC-4DAA-8323-D969189A0104}"/>
              </a:ext>
            </a:extLst>
          </p:cNvPr>
          <p:cNvSpPr/>
          <p:nvPr/>
        </p:nvSpPr>
        <p:spPr>
          <a:xfrm>
            <a:off x="9414452" y="1085764"/>
            <a:ext cx="134667" cy="209472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0" name="CuadroTexto 29">
            <a:extLst>
              <a:ext uri="{FF2B5EF4-FFF2-40B4-BE49-F238E27FC236}">
                <a16:creationId xmlns:a16="http://schemas.microsoft.com/office/drawing/2014/main" id="{6E1BEC92-6CA1-4792-BDBB-0088C930DDE9}"/>
              </a:ext>
            </a:extLst>
          </p:cNvPr>
          <p:cNvSpPr txBox="1"/>
          <p:nvPr/>
        </p:nvSpPr>
        <p:spPr>
          <a:xfrm>
            <a:off x="6387012" y="1126660"/>
            <a:ext cx="2824812" cy="1938992"/>
          </a:xfrm>
          <a:prstGeom prst="rect">
            <a:avLst/>
          </a:prstGeom>
          <a:noFill/>
        </p:spPr>
        <p:txBody>
          <a:bodyPr wrap="none" rtlCol="0">
            <a:spAutoFit/>
          </a:bodyPr>
          <a:lstStyle/>
          <a:p>
            <a:r>
              <a:rPr lang="es-NI" sz="4000" dirty="0"/>
              <a:t>0.8   </a:t>
            </a:r>
            <a:r>
              <a:rPr lang="es-NI" sz="4000" dirty="0">
                <a:solidFill>
                  <a:schemeClr val="accent1">
                    <a:lumMod val="75000"/>
                  </a:schemeClr>
                </a:solidFill>
              </a:rPr>
              <a:t>0.1</a:t>
            </a:r>
            <a:r>
              <a:rPr lang="es-NI" sz="4000" dirty="0"/>
              <a:t>   0.1</a:t>
            </a:r>
          </a:p>
          <a:p>
            <a:r>
              <a:rPr lang="es-NI" sz="4000" dirty="0"/>
              <a:t>0.1   </a:t>
            </a:r>
            <a:r>
              <a:rPr lang="es-NI" sz="4000" dirty="0">
                <a:solidFill>
                  <a:srgbClr val="92D050"/>
                </a:solidFill>
              </a:rPr>
              <a:t>0.7</a:t>
            </a:r>
            <a:r>
              <a:rPr lang="es-NI" sz="4000" dirty="0"/>
              <a:t>   0.2</a:t>
            </a:r>
          </a:p>
          <a:p>
            <a:r>
              <a:rPr lang="es-NI" sz="4000" dirty="0"/>
              <a:t>0.2   </a:t>
            </a:r>
            <a:r>
              <a:rPr lang="es-NI" sz="4000" dirty="0">
                <a:solidFill>
                  <a:srgbClr val="FF00FF"/>
                </a:solidFill>
              </a:rPr>
              <a:t>0.2</a:t>
            </a:r>
            <a:r>
              <a:rPr lang="es-NI" sz="4000" dirty="0">
                <a:solidFill>
                  <a:srgbClr val="FFFFFF"/>
                </a:solidFill>
              </a:rPr>
              <a:t>   0.6</a:t>
            </a:r>
            <a:endParaRPr lang="es-NI" sz="4000" dirty="0"/>
          </a:p>
        </p:txBody>
      </p:sp>
    </p:spTree>
    <p:extLst>
      <p:ext uri="{BB962C8B-B14F-4D97-AF65-F5344CB8AC3E}">
        <p14:creationId xmlns:p14="http://schemas.microsoft.com/office/powerpoint/2010/main" val="4673717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18557"/>
    </mc:Choice>
    <mc:Fallback xmlns="">
      <p:transition spd="slow" advTm="118557"/>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7" name="CuadroTexto 16">
            <a:extLst>
              <a:ext uri="{FF2B5EF4-FFF2-40B4-BE49-F238E27FC236}">
                <a16:creationId xmlns:a16="http://schemas.microsoft.com/office/drawing/2014/main" id="{CF14949B-C524-442D-B30C-B15B09E54B7B}"/>
              </a:ext>
            </a:extLst>
          </p:cNvPr>
          <p:cNvSpPr txBox="1"/>
          <p:nvPr/>
        </p:nvSpPr>
        <p:spPr>
          <a:xfrm>
            <a:off x="5460894" y="1936764"/>
            <a:ext cx="346800" cy="707886"/>
          </a:xfrm>
          <a:prstGeom prst="rect">
            <a:avLst/>
          </a:prstGeom>
          <a:noFill/>
        </p:spPr>
        <p:txBody>
          <a:bodyPr wrap="square" rtlCol="0">
            <a:spAutoFit/>
          </a:bodyPr>
          <a:lstStyle/>
          <a:p>
            <a:r>
              <a:rPr lang="es-NI" sz="4000" dirty="0">
                <a:solidFill>
                  <a:srgbClr val="FFFFFF"/>
                </a:solidFill>
              </a:rPr>
              <a:t>*</a:t>
            </a:r>
            <a:endParaRPr lang="es-NI" sz="4000" dirty="0"/>
          </a:p>
        </p:txBody>
      </p:sp>
      <mc:AlternateContent xmlns:mc="http://schemas.openxmlformats.org/markup-compatibility/2006">
        <mc:Choice xmlns:a14="http://schemas.microsoft.com/office/drawing/2010/main" Requires="a14">
          <p:sp>
            <p:nvSpPr>
              <p:cNvPr id="20" name="CuadroTexto 19">
                <a:extLst>
                  <a:ext uri="{FF2B5EF4-FFF2-40B4-BE49-F238E27FC236}">
                    <a16:creationId xmlns:a16="http://schemas.microsoft.com/office/drawing/2014/main" id="{6C360A2D-8726-43D5-A42E-16EFE1DBD67D}"/>
                  </a:ext>
                </a:extLst>
              </p:cNvPr>
              <p:cNvSpPr txBox="1"/>
              <p:nvPr/>
            </p:nvSpPr>
            <p:spPr>
              <a:xfrm>
                <a:off x="6446826" y="3645496"/>
                <a:ext cx="5789534" cy="2308324"/>
              </a:xfrm>
              <a:prstGeom prst="rect">
                <a:avLst/>
              </a:prstGeom>
              <a:noFill/>
            </p:spPr>
            <p:txBody>
              <a:bodyPr wrap="none" rtlCol="0">
                <a:spAutoFit/>
              </a:bodyPr>
              <a:lstStyle/>
              <a:p>
                <a14:m>
                  <m:oMath xmlns:m="http://schemas.openxmlformats.org/officeDocument/2006/math">
                    <m:sSup>
                      <m:sSupPr>
                        <m:ctrlPr>
                          <a:rPr lang="es-NI" i="1" smtClean="0">
                            <a:latin typeface="Cambria Math" panose="02040503050406030204" pitchFamily="18" charset="0"/>
                          </a:rPr>
                        </m:ctrlPr>
                      </m:sSupPr>
                      <m:e>
                        <m:r>
                          <a:rPr lang="es-NI" i="1">
                            <a:latin typeface="Cambria Math" panose="02040503050406030204" pitchFamily="18" charset="0"/>
                          </a:rPr>
                          <m:t>𝑃</m:t>
                        </m:r>
                      </m:e>
                      <m:sup>
                        <m:r>
                          <a:rPr lang="es-NI" b="0" i="1" smtClean="0">
                            <a:latin typeface="Cambria Math" panose="02040503050406030204" pitchFamily="18" charset="0"/>
                          </a:rPr>
                          <m:t>3</m:t>
                        </m:r>
                      </m:sup>
                    </m:sSup>
                  </m:oMath>
                </a14:m>
                <a:r>
                  <a:rPr lang="es-NI" dirty="0"/>
                  <a:t>(1,1) = </a:t>
                </a:r>
                <a:r>
                  <a:rPr lang="es-NI" dirty="0">
                    <a:solidFill>
                      <a:srgbClr val="0070C0"/>
                    </a:solidFill>
                  </a:rPr>
                  <a:t>( 0.67 * 0.8 )</a:t>
                </a:r>
                <a:r>
                  <a:rPr lang="es-NI" dirty="0"/>
                  <a:t> + </a:t>
                </a:r>
                <a:r>
                  <a:rPr lang="es-NI" dirty="0">
                    <a:solidFill>
                      <a:srgbClr val="92D050"/>
                    </a:solidFill>
                  </a:rPr>
                  <a:t>( 0.17 * 0.1 )</a:t>
                </a:r>
                <a:r>
                  <a:rPr lang="es-NI" dirty="0"/>
                  <a:t> + </a:t>
                </a:r>
                <a:r>
                  <a:rPr lang="es-NI" dirty="0">
                    <a:solidFill>
                      <a:srgbClr val="FF00FF"/>
                    </a:solidFill>
                  </a:rPr>
                  <a:t>( 0.16 * 0.2 ) </a:t>
                </a:r>
                <a:r>
                  <a:rPr lang="es-NI" dirty="0">
                    <a:solidFill>
                      <a:srgbClr val="FFFFFF"/>
                    </a:solidFill>
                  </a:rPr>
                  <a:t>= 0.585</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(1,2) = </a:t>
                </a:r>
                <a:r>
                  <a:rPr lang="es-NI" dirty="0">
                    <a:solidFill>
                      <a:srgbClr val="0070C0"/>
                    </a:solidFill>
                  </a:rPr>
                  <a:t>( 0.67 * 0.1 )</a:t>
                </a:r>
                <a:r>
                  <a:rPr lang="es-NI" dirty="0"/>
                  <a:t> + </a:t>
                </a:r>
                <a:r>
                  <a:rPr lang="es-NI" dirty="0">
                    <a:solidFill>
                      <a:srgbClr val="92D050"/>
                    </a:solidFill>
                  </a:rPr>
                  <a:t>( 0.17 * 0.7 )</a:t>
                </a:r>
                <a:r>
                  <a:rPr lang="es-NI" dirty="0"/>
                  <a:t> + </a:t>
                </a:r>
                <a:r>
                  <a:rPr lang="es-NI" dirty="0">
                    <a:solidFill>
                      <a:srgbClr val="FF00FF"/>
                    </a:solidFill>
                  </a:rPr>
                  <a:t>( 0.16 * 0.2 ) </a:t>
                </a:r>
                <a:r>
                  <a:rPr lang="es-NI" dirty="0">
                    <a:solidFill>
                      <a:srgbClr val="FFFFFF"/>
                    </a:solidFill>
                  </a:rPr>
                  <a:t>= 0.218</a:t>
                </a:r>
              </a:p>
              <a:p>
                <a:pPr/>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(1,3) = </a:t>
                </a:r>
                <a:r>
                  <a:rPr lang="es-NI" dirty="0">
                    <a:solidFill>
                      <a:srgbClr val="0070C0"/>
                    </a:solidFill>
                  </a:rPr>
                  <a:t>( 0.67 * 0.1 )</a:t>
                </a:r>
                <a:r>
                  <a:rPr lang="es-NI" dirty="0"/>
                  <a:t> + </a:t>
                </a:r>
                <a:r>
                  <a:rPr lang="es-NI" dirty="0">
                    <a:solidFill>
                      <a:srgbClr val="92D050"/>
                    </a:solidFill>
                  </a:rPr>
                  <a:t>( 0.17 * 0.2 )</a:t>
                </a:r>
                <a:r>
                  <a:rPr lang="es-NI" dirty="0"/>
                  <a:t> + </a:t>
                </a:r>
                <a:r>
                  <a:rPr lang="es-NI" dirty="0">
                    <a:solidFill>
                      <a:srgbClr val="FF00FF"/>
                    </a:solidFill>
                  </a:rPr>
                  <a:t>( 0.16 * 0.6 ) </a:t>
                </a:r>
                <a:r>
                  <a:rPr lang="es-NI" dirty="0">
                    <a:solidFill>
                      <a:srgbClr val="FFFFFF"/>
                    </a:solidFill>
                  </a:rPr>
                  <a:t>= 0.197</a:t>
                </a:r>
              </a:p>
              <a:p>
                <a:pPr/>
                <a:endParaRPr lang="es-NI" dirty="0">
                  <a:solidFill>
                    <a:srgbClr val="FFFFFF"/>
                  </a:solidFill>
                </a:endParaRPr>
              </a:p>
              <a:p>
                <a:pPr/>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(2,1) = </a:t>
                </a:r>
                <a:r>
                  <a:rPr lang="es-NI" dirty="0">
                    <a:solidFill>
                      <a:srgbClr val="0070C0"/>
                    </a:solidFill>
                  </a:rPr>
                  <a:t>( 0.19* 0.8 )</a:t>
                </a:r>
                <a:r>
                  <a:rPr lang="es-NI" dirty="0"/>
                  <a:t> + </a:t>
                </a:r>
                <a:r>
                  <a:rPr lang="es-NI" dirty="0">
                    <a:solidFill>
                      <a:srgbClr val="92D050"/>
                    </a:solidFill>
                  </a:rPr>
                  <a:t>( 0.54 * 0.1 )</a:t>
                </a:r>
                <a:r>
                  <a:rPr lang="es-NI" dirty="0"/>
                  <a:t> + </a:t>
                </a:r>
                <a:r>
                  <a:rPr lang="es-NI" dirty="0">
                    <a:solidFill>
                      <a:srgbClr val="FF00FF"/>
                    </a:solidFill>
                  </a:rPr>
                  <a:t>( 0.27 * 0.2 ) </a:t>
                </a:r>
                <a:r>
                  <a:rPr lang="es-NI" dirty="0">
                    <a:solidFill>
                      <a:srgbClr val="FFFFFF"/>
                    </a:solidFill>
                  </a:rPr>
                  <a:t>= 0.26</a:t>
                </a:r>
              </a:p>
              <a:p>
                <a:pPr/>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(2,2) = </a:t>
                </a:r>
                <a:r>
                  <a:rPr lang="es-NI" dirty="0">
                    <a:solidFill>
                      <a:srgbClr val="0070C0"/>
                    </a:solidFill>
                  </a:rPr>
                  <a:t>( 0.19* 0.1 )</a:t>
                </a:r>
                <a:r>
                  <a:rPr lang="es-NI" dirty="0"/>
                  <a:t> + </a:t>
                </a:r>
                <a:r>
                  <a:rPr lang="es-NI" dirty="0">
                    <a:solidFill>
                      <a:srgbClr val="92D050"/>
                    </a:solidFill>
                  </a:rPr>
                  <a:t>( 0.54 * 0.7 )</a:t>
                </a:r>
                <a:r>
                  <a:rPr lang="es-NI" dirty="0"/>
                  <a:t> + </a:t>
                </a:r>
                <a:r>
                  <a:rPr lang="es-NI" dirty="0">
                    <a:solidFill>
                      <a:srgbClr val="FF00FF"/>
                    </a:solidFill>
                  </a:rPr>
                  <a:t>( 0.27 * 0.2 ) </a:t>
                </a:r>
                <a:r>
                  <a:rPr lang="es-NI" dirty="0">
                    <a:solidFill>
                      <a:srgbClr val="FFFFFF"/>
                    </a:solidFill>
                  </a:rPr>
                  <a:t>= 0.451</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(2,3) = </a:t>
                </a:r>
                <a:r>
                  <a:rPr lang="es-NI" dirty="0">
                    <a:solidFill>
                      <a:srgbClr val="0070C0"/>
                    </a:solidFill>
                  </a:rPr>
                  <a:t>( 0.19* 0.1 )</a:t>
                </a:r>
                <a:r>
                  <a:rPr lang="es-NI" dirty="0"/>
                  <a:t> + </a:t>
                </a:r>
                <a:r>
                  <a:rPr lang="es-NI" dirty="0">
                    <a:solidFill>
                      <a:srgbClr val="92D050"/>
                    </a:solidFill>
                  </a:rPr>
                  <a:t>( 0.54 * 0.2 )</a:t>
                </a:r>
                <a:r>
                  <a:rPr lang="es-NI" dirty="0"/>
                  <a:t> + </a:t>
                </a:r>
                <a:r>
                  <a:rPr lang="es-NI" dirty="0">
                    <a:solidFill>
                      <a:srgbClr val="FF00FF"/>
                    </a:solidFill>
                  </a:rPr>
                  <a:t>( 0.27 * 0.6 ) </a:t>
                </a:r>
                <a:r>
                  <a:rPr lang="es-NI" dirty="0">
                    <a:solidFill>
                      <a:srgbClr val="FFFFFF"/>
                    </a:solidFill>
                  </a:rPr>
                  <a:t>= 0.289</a:t>
                </a:r>
              </a:p>
              <a:p>
                <a:pPr/>
                <a:endParaRPr lang="es-NI" dirty="0">
                  <a:solidFill>
                    <a:srgbClr val="FFFFFF"/>
                  </a:solidFill>
                </a:endParaRPr>
              </a:p>
            </p:txBody>
          </p:sp>
        </mc:Choice>
        <mc:Fallback>
          <p:sp>
            <p:nvSpPr>
              <p:cNvPr id="20" name="CuadroTexto 19">
                <a:extLst>
                  <a:ext uri="{FF2B5EF4-FFF2-40B4-BE49-F238E27FC236}">
                    <a16:creationId xmlns:a16="http://schemas.microsoft.com/office/drawing/2014/main" id="{6C360A2D-8726-43D5-A42E-16EFE1DBD67D}"/>
                  </a:ext>
                </a:extLst>
              </p:cNvPr>
              <p:cNvSpPr txBox="1">
                <a:spLocks noRot="1" noChangeAspect="1" noMove="1" noResize="1" noEditPoints="1" noAdjustHandles="1" noChangeArrowheads="1" noChangeShapeType="1" noTextEdit="1"/>
              </p:cNvSpPr>
              <p:nvPr/>
            </p:nvSpPr>
            <p:spPr>
              <a:xfrm>
                <a:off x="6446826" y="3645496"/>
                <a:ext cx="5789534" cy="2308324"/>
              </a:xfrm>
              <a:prstGeom prst="rect">
                <a:avLst/>
              </a:prstGeom>
              <a:blipFill>
                <a:blip r:embed="rId2"/>
                <a:stretch>
                  <a:fillRect t="-1319" r="-105"/>
                </a:stretch>
              </a:blipFill>
            </p:spPr>
            <p:txBody>
              <a:bodyPr/>
              <a:lstStyle/>
              <a:p>
                <a:r>
                  <a:rPr lang="es-NI">
                    <a:noFill/>
                  </a:rPr>
                  <a:t> </a:t>
                </a:r>
              </a:p>
            </p:txBody>
          </p:sp>
        </mc:Fallback>
      </mc:AlternateContent>
      <p:cxnSp>
        <p:nvCxnSpPr>
          <p:cNvPr id="4" name="Conector recto 3">
            <a:extLst>
              <a:ext uri="{FF2B5EF4-FFF2-40B4-BE49-F238E27FC236}">
                <a16:creationId xmlns:a16="http://schemas.microsoft.com/office/drawing/2014/main" id="{9F162002-694F-4229-B66D-E49E5678CECC}"/>
              </a:ext>
            </a:extLst>
          </p:cNvPr>
          <p:cNvCxnSpPr/>
          <p:nvPr/>
        </p:nvCxnSpPr>
        <p:spPr>
          <a:xfrm>
            <a:off x="6096000" y="3429000"/>
            <a:ext cx="0" cy="3429000"/>
          </a:xfrm>
          <a:prstGeom prst="line">
            <a:avLst/>
          </a:prstGeom>
          <a:ln w="50800" cap="rnd" cmpd="thickThin">
            <a:solidFill>
              <a:schemeClr val="tx1"/>
            </a:solidFill>
            <a:prstDash val="solid"/>
            <a:bevel/>
          </a:ln>
        </p:spPr>
        <p:style>
          <a:lnRef idx="1">
            <a:schemeClr val="accent1"/>
          </a:lnRef>
          <a:fillRef idx="0">
            <a:schemeClr val="accent1"/>
          </a:fillRef>
          <a:effectRef idx="0">
            <a:schemeClr val="accent1"/>
          </a:effectRef>
          <a:fontRef idx="minor">
            <a:schemeClr val="tx1"/>
          </a:fontRef>
        </p:style>
      </p:cxnSp>
      <p:sp>
        <p:nvSpPr>
          <p:cNvPr id="22" name="Rectángulo 21">
            <a:extLst>
              <a:ext uri="{FF2B5EF4-FFF2-40B4-BE49-F238E27FC236}">
                <a16:creationId xmlns:a16="http://schemas.microsoft.com/office/drawing/2014/main" id="{DFD1B1A4-A117-4743-B851-5A877F644E49}"/>
              </a:ext>
            </a:extLst>
          </p:cNvPr>
          <p:cNvSpPr/>
          <p:nvPr/>
        </p:nvSpPr>
        <p:spPr>
          <a:xfrm>
            <a:off x="6386120" y="5303505"/>
            <a:ext cx="5684732" cy="33891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mc:Choice xmlns:a14="http://schemas.microsoft.com/office/drawing/2010/main" Requires="a14">
          <p:sp>
            <p:nvSpPr>
              <p:cNvPr id="24" name="CuadroTexto 23">
                <a:extLst>
                  <a:ext uri="{FF2B5EF4-FFF2-40B4-BE49-F238E27FC236}">
                    <a16:creationId xmlns:a16="http://schemas.microsoft.com/office/drawing/2014/main" id="{27068FBE-DCE5-48FB-B6EE-0DB08510A5CE}"/>
                  </a:ext>
                </a:extLst>
              </p:cNvPr>
              <p:cNvSpPr txBox="1"/>
              <p:nvPr/>
            </p:nvSpPr>
            <p:spPr>
              <a:xfrm>
                <a:off x="214089" y="1742213"/>
                <a:ext cx="1237968" cy="707886"/>
              </a:xfrm>
              <a:prstGeom prst="rect">
                <a:avLst/>
              </a:prstGeom>
              <a:noFill/>
            </p:spPr>
            <p:txBody>
              <a:bodyPr wrap="none" rtlCol="0">
                <a:spAutoFit/>
              </a:bodyPr>
              <a:lstStyle/>
              <a:p>
                <a14:m>
                  <m:oMath xmlns:m="http://schemas.openxmlformats.org/officeDocument/2006/math">
                    <m:sSup>
                      <m:sSupPr>
                        <m:ctrlPr>
                          <a:rPr lang="es-NI" sz="4000" i="1" smtClean="0">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3</m:t>
                        </m:r>
                      </m:sup>
                    </m:sSup>
                  </m:oMath>
                </a14:m>
                <a:r>
                  <a:rPr lang="es-NI" sz="4000" dirty="0"/>
                  <a:t> = </a:t>
                </a:r>
              </a:p>
            </p:txBody>
          </p:sp>
        </mc:Choice>
        <mc:Fallback>
          <p:sp>
            <p:nvSpPr>
              <p:cNvPr id="24" name="CuadroTexto 23">
                <a:extLst>
                  <a:ext uri="{FF2B5EF4-FFF2-40B4-BE49-F238E27FC236}">
                    <a16:creationId xmlns:a16="http://schemas.microsoft.com/office/drawing/2014/main" id="{27068FBE-DCE5-48FB-B6EE-0DB08510A5CE}"/>
                  </a:ext>
                </a:extLst>
              </p:cNvPr>
              <p:cNvSpPr txBox="1">
                <a:spLocks noRot="1" noChangeAspect="1" noMove="1" noResize="1" noEditPoints="1" noAdjustHandles="1" noChangeArrowheads="1" noChangeShapeType="1" noTextEdit="1"/>
              </p:cNvSpPr>
              <p:nvPr/>
            </p:nvSpPr>
            <p:spPr>
              <a:xfrm>
                <a:off x="214089" y="1742213"/>
                <a:ext cx="1237968" cy="707886"/>
              </a:xfrm>
              <a:prstGeom prst="rect">
                <a:avLst/>
              </a:prstGeom>
              <a:blipFill>
                <a:blip r:embed="rId3"/>
                <a:stretch>
                  <a:fillRect t="-14655" r="-16749" b="-37069"/>
                </a:stretch>
              </a:blipFill>
            </p:spPr>
            <p:txBody>
              <a:bodyPr/>
              <a:lstStyle/>
              <a:p>
                <a:r>
                  <a:rPr lang="es-NI">
                    <a:noFill/>
                  </a:rPr>
                  <a:t> </a:t>
                </a:r>
              </a:p>
            </p:txBody>
          </p:sp>
        </mc:Fallback>
      </mc:AlternateContent>
      <p:sp>
        <p:nvSpPr>
          <p:cNvPr id="25" name="CuadroTexto 24">
            <a:extLst>
              <a:ext uri="{FF2B5EF4-FFF2-40B4-BE49-F238E27FC236}">
                <a16:creationId xmlns:a16="http://schemas.microsoft.com/office/drawing/2014/main" id="{5A684DEA-6813-4E2E-B18C-61ADA167FA32}"/>
              </a:ext>
            </a:extLst>
          </p:cNvPr>
          <p:cNvSpPr txBox="1"/>
          <p:nvPr/>
        </p:nvSpPr>
        <p:spPr>
          <a:xfrm>
            <a:off x="1473652" y="1178970"/>
            <a:ext cx="3603872" cy="1938992"/>
          </a:xfrm>
          <a:prstGeom prst="rect">
            <a:avLst/>
          </a:prstGeom>
          <a:noFill/>
        </p:spPr>
        <p:txBody>
          <a:bodyPr wrap="none" rtlCol="0">
            <a:spAutoFit/>
          </a:bodyPr>
          <a:lstStyle/>
          <a:p>
            <a:r>
              <a:rPr lang="es-NI" sz="4000" dirty="0"/>
              <a:t>0.67   0.17   0.16</a:t>
            </a:r>
          </a:p>
          <a:p>
            <a:r>
              <a:rPr lang="es-NI" sz="4000" dirty="0">
                <a:solidFill>
                  <a:schemeClr val="accent5">
                    <a:lumMod val="75000"/>
                  </a:schemeClr>
                </a:solidFill>
              </a:rPr>
              <a:t>0.19</a:t>
            </a:r>
            <a:r>
              <a:rPr lang="es-NI" sz="4000" dirty="0"/>
              <a:t>   </a:t>
            </a:r>
            <a:r>
              <a:rPr lang="es-NI" sz="4000" dirty="0">
                <a:solidFill>
                  <a:srgbClr val="92D050"/>
                </a:solidFill>
              </a:rPr>
              <a:t>0.54</a:t>
            </a:r>
            <a:r>
              <a:rPr lang="es-NI" sz="4000" dirty="0"/>
              <a:t>   </a:t>
            </a:r>
            <a:r>
              <a:rPr lang="es-NI" sz="4000" dirty="0">
                <a:solidFill>
                  <a:srgbClr val="FF00FF"/>
                </a:solidFill>
              </a:rPr>
              <a:t>0.27</a:t>
            </a:r>
          </a:p>
          <a:p>
            <a:r>
              <a:rPr lang="es-NI" sz="4000" dirty="0"/>
              <a:t>0.3     0.28   0.42</a:t>
            </a:r>
          </a:p>
        </p:txBody>
      </p:sp>
      <p:sp>
        <p:nvSpPr>
          <p:cNvPr id="26" name="Abrir corchete 25">
            <a:extLst>
              <a:ext uri="{FF2B5EF4-FFF2-40B4-BE49-F238E27FC236}">
                <a16:creationId xmlns:a16="http://schemas.microsoft.com/office/drawing/2014/main" id="{00603FFD-E417-4BBF-A5C1-84A1AD7E1F97}"/>
              </a:ext>
            </a:extLst>
          </p:cNvPr>
          <p:cNvSpPr/>
          <p:nvPr/>
        </p:nvSpPr>
        <p:spPr>
          <a:xfrm>
            <a:off x="1452056" y="1080494"/>
            <a:ext cx="226421" cy="2062103"/>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7" name="Cerrar corchete 26">
            <a:extLst>
              <a:ext uri="{FF2B5EF4-FFF2-40B4-BE49-F238E27FC236}">
                <a16:creationId xmlns:a16="http://schemas.microsoft.com/office/drawing/2014/main" id="{EEB0A40C-D8B7-4DB0-A86E-9DF371D747AB}"/>
              </a:ext>
            </a:extLst>
          </p:cNvPr>
          <p:cNvSpPr/>
          <p:nvPr/>
        </p:nvSpPr>
        <p:spPr>
          <a:xfrm>
            <a:off x="4913477" y="1080494"/>
            <a:ext cx="163156" cy="2062103"/>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8" name="CuadroTexto 27">
            <a:extLst>
              <a:ext uri="{FF2B5EF4-FFF2-40B4-BE49-F238E27FC236}">
                <a16:creationId xmlns:a16="http://schemas.microsoft.com/office/drawing/2014/main" id="{16FDCCA7-9866-4ECC-B875-B07254B09D4B}"/>
              </a:ext>
            </a:extLst>
          </p:cNvPr>
          <p:cNvSpPr txBox="1"/>
          <p:nvPr/>
        </p:nvSpPr>
        <p:spPr>
          <a:xfrm>
            <a:off x="5077524" y="589360"/>
            <a:ext cx="444352" cy="707886"/>
          </a:xfrm>
          <a:prstGeom prst="rect">
            <a:avLst/>
          </a:prstGeom>
          <a:noFill/>
        </p:spPr>
        <p:txBody>
          <a:bodyPr wrap="none" rtlCol="0">
            <a:spAutoFit/>
          </a:bodyPr>
          <a:lstStyle/>
          <a:p>
            <a:r>
              <a:rPr lang="es-NI" sz="4000" dirty="0">
                <a:solidFill>
                  <a:srgbClr val="FFFFFF"/>
                </a:solidFill>
              </a:rPr>
              <a:t>2</a:t>
            </a:r>
            <a:endParaRPr lang="es-NI" sz="4000" dirty="0"/>
          </a:p>
        </p:txBody>
      </p:sp>
      <mc:AlternateContent xmlns:mc="http://schemas.openxmlformats.org/markup-compatibility/2006">
        <mc:Choice xmlns:a14="http://schemas.microsoft.com/office/drawing/2010/main" Requires="a14">
          <p:sp>
            <p:nvSpPr>
              <p:cNvPr id="31" name="CuadroTexto 30">
                <a:extLst>
                  <a:ext uri="{FF2B5EF4-FFF2-40B4-BE49-F238E27FC236}">
                    <a16:creationId xmlns:a16="http://schemas.microsoft.com/office/drawing/2014/main" id="{EA180982-D28D-4651-AA3D-4B1C930A95F5}"/>
                  </a:ext>
                </a:extLst>
              </p:cNvPr>
              <p:cNvSpPr txBox="1"/>
              <p:nvPr/>
            </p:nvSpPr>
            <p:spPr>
              <a:xfrm>
                <a:off x="2543594" y="77803"/>
                <a:ext cx="7685053" cy="707886"/>
              </a:xfrm>
              <a:prstGeom prst="rect">
                <a:avLst/>
              </a:prstGeom>
              <a:noFill/>
            </p:spPr>
            <p:txBody>
              <a:bodyPr wrap="none" rtlCol="0">
                <a:spAutoFit/>
              </a:bodyPr>
              <a:lstStyle/>
              <a:p>
                <a:r>
                  <a:rPr lang="es-NI" sz="4000" dirty="0"/>
                  <a:t>Ahora debemos calcular </a:t>
                </a:r>
                <a14:m>
                  <m:oMath xmlns:m="http://schemas.openxmlformats.org/officeDocument/2006/math">
                    <m:sSup>
                      <m:sSupPr>
                        <m:ctrlPr>
                          <a:rPr lang="es-NI" sz="4000" i="1">
                            <a:latin typeface="Cambria Math" panose="02040503050406030204" pitchFamily="18" charset="0"/>
                          </a:rPr>
                        </m:ctrlPr>
                      </m:sSupPr>
                      <m:e>
                        <m:r>
                          <a:rPr lang="es-NI" sz="4000" i="1">
                            <a:latin typeface="Cambria Math" panose="02040503050406030204" pitchFamily="18" charset="0"/>
                          </a:rPr>
                          <m:t>𝑃</m:t>
                        </m:r>
                      </m:e>
                      <m:sup>
                        <m:r>
                          <a:rPr lang="es-NI" sz="4000" i="1">
                            <a:latin typeface="Cambria Math" panose="02040503050406030204" pitchFamily="18" charset="0"/>
                          </a:rPr>
                          <m:t>3</m:t>
                        </m:r>
                      </m:sup>
                    </m:sSup>
                  </m:oMath>
                </a14:m>
                <a:r>
                  <a:rPr lang="es-NI" sz="4000" dirty="0"/>
                  <a:t> = </a:t>
                </a:r>
                <a14:m>
                  <m:oMath xmlns:m="http://schemas.openxmlformats.org/officeDocument/2006/math">
                    <m:sSup>
                      <m:sSupPr>
                        <m:ctrlPr>
                          <a:rPr lang="es-NI" sz="4000" i="1">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2</m:t>
                        </m:r>
                      </m:sup>
                    </m:sSup>
                  </m:oMath>
                </a14:m>
                <a:r>
                  <a:rPr lang="es-NI" sz="4000" dirty="0"/>
                  <a:t> * P</a:t>
                </a:r>
              </a:p>
            </p:txBody>
          </p:sp>
        </mc:Choice>
        <mc:Fallback>
          <p:sp>
            <p:nvSpPr>
              <p:cNvPr id="31" name="CuadroTexto 30">
                <a:extLst>
                  <a:ext uri="{FF2B5EF4-FFF2-40B4-BE49-F238E27FC236}">
                    <a16:creationId xmlns:a16="http://schemas.microsoft.com/office/drawing/2014/main" id="{EA180982-D28D-4651-AA3D-4B1C930A95F5}"/>
                  </a:ext>
                </a:extLst>
              </p:cNvPr>
              <p:cNvSpPr txBox="1">
                <a:spLocks noRot="1" noChangeAspect="1" noMove="1" noResize="1" noEditPoints="1" noAdjustHandles="1" noChangeArrowheads="1" noChangeShapeType="1" noTextEdit="1"/>
              </p:cNvSpPr>
              <p:nvPr/>
            </p:nvSpPr>
            <p:spPr>
              <a:xfrm>
                <a:off x="2543594" y="77803"/>
                <a:ext cx="7685053" cy="707886"/>
              </a:xfrm>
              <a:prstGeom prst="rect">
                <a:avLst/>
              </a:prstGeom>
              <a:blipFill>
                <a:blip r:embed="rId4"/>
                <a:stretch>
                  <a:fillRect l="-2776" t="-14655" r="-1824" b="-37069"/>
                </a:stretch>
              </a:blipFill>
            </p:spPr>
            <p:txBody>
              <a:bodyPr/>
              <a:lstStyle/>
              <a:p>
                <a:r>
                  <a:rPr lang="es-NI">
                    <a:noFill/>
                  </a:rPr>
                  <a:t> </a:t>
                </a:r>
              </a:p>
            </p:txBody>
          </p:sp>
        </mc:Fallback>
      </mc:AlternateContent>
      <p:sp>
        <p:nvSpPr>
          <p:cNvPr id="32" name="CuadroTexto 31">
            <a:extLst>
              <a:ext uri="{FF2B5EF4-FFF2-40B4-BE49-F238E27FC236}">
                <a16:creationId xmlns:a16="http://schemas.microsoft.com/office/drawing/2014/main" id="{2563FABE-F80E-4BF4-B8A1-CF0BD4507363}"/>
              </a:ext>
            </a:extLst>
          </p:cNvPr>
          <p:cNvSpPr txBox="1"/>
          <p:nvPr/>
        </p:nvSpPr>
        <p:spPr>
          <a:xfrm>
            <a:off x="1549331" y="4034283"/>
            <a:ext cx="3555782" cy="1077218"/>
          </a:xfrm>
          <a:prstGeom prst="rect">
            <a:avLst/>
          </a:prstGeom>
          <a:noFill/>
        </p:spPr>
        <p:txBody>
          <a:bodyPr wrap="none" rtlCol="0">
            <a:spAutoFit/>
          </a:bodyPr>
          <a:lstStyle/>
          <a:p>
            <a:r>
              <a:rPr lang="es-NI" sz="3200" dirty="0"/>
              <a:t>0.585   0.218   0.197</a:t>
            </a:r>
          </a:p>
          <a:p>
            <a:r>
              <a:rPr lang="es-NI" sz="3200" dirty="0"/>
              <a:t>0.26     0.451   0.289</a:t>
            </a:r>
          </a:p>
        </p:txBody>
      </p:sp>
      <p:sp>
        <p:nvSpPr>
          <p:cNvPr id="33" name="Abrir corchete 32">
            <a:extLst>
              <a:ext uri="{FF2B5EF4-FFF2-40B4-BE49-F238E27FC236}">
                <a16:creationId xmlns:a16="http://schemas.microsoft.com/office/drawing/2014/main" id="{07EE2C34-2562-4D2E-9A8E-9390684664A8}"/>
              </a:ext>
            </a:extLst>
          </p:cNvPr>
          <p:cNvSpPr/>
          <p:nvPr/>
        </p:nvSpPr>
        <p:spPr>
          <a:xfrm>
            <a:off x="1527735" y="3916352"/>
            <a:ext cx="226421" cy="2062103"/>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4" name="Cerrar corchete 33">
            <a:extLst>
              <a:ext uri="{FF2B5EF4-FFF2-40B4-BE49-F238E27FC236}">
                <a16:creationId xmlns:a16="http://schemas.microsoft.com/office/drawing/2014/main" id="{976278D6-82D6-4D68-B5EB-E8BDB57C74A8}"/>
              </a:ext>
            </a:extLst>
          </p:cNvPr>
          <p:cNvSpPr/>
          <p:nvPr/>
        </p:nvSpPr>
        <p:spPr>
          <a:xfrm>
            <a:off x="4989156" y="3916352"/>
            <a:ext cx="163156" cy="2062103"/>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5" name="CuadroTexto 34">
            <a:extLst>
              <a:ext uri="{FF2B5EF4-FFF2-40B4-BE49-F238E27FC236}">
                <a16:creationId xmlns:a16="http://schemas.microsoft.com/office/drawing/2014/main" id="{61298261-F5DA-4D7D-8445-C68B297B4794}"/>
              </a:ext>
            </a:extLst>
          </p:cNvPr>
          <p:cNvSpPr txBox="1"/>
          <p:nvPr/>
        </p:nvSpPr>
        <p:spPr>
          <a:xfrm>
            <a:off x="5153203" y="3425218"/>
            <a:ext cx="444352" cy="707886"/>
          </a:xfrm>
          <a:prstGeom prst="rect">
            <a:avLst/>
          </a:prstGeom>
          <a:noFill/>
        </p:spPr>
        <p:txBody>
          <a:bodyPr wrap="none" rtlCol="0">
            <a:spAutoFit/>
          </a:bodyPr>
          <a:lstStyle/>
          <a:p>
            <a:r>
              <a:rPr lang="es-NI" sz="4000" dirty="0">
                <a:solidFill>
                  <a:srgbClr val="FFFFFF"/>
                </a:solidFill>
              </a:rPr>
              <a:t>3</a:t>
            </a:r>
            <a:endParaRPr lang="es-NI" sz="4000" dirty="0"/>
          </a:p>
        </p:txBody>
      </p:sp>
      <p:sp>
        <p:nvSpPr>
          <p:cNvPr id="36" name="Rectángulo 35">
            <a:extLst>
              <a:ext uri="{FF2B5EF4-FFF2-40B4-BE49-F238E27FC236}">
                <a16:creationId xmlns:a16="http://schemas.microsoft.com/office/drawing/2014/main" id="{65B48E71-E493-4E35-8E40-74D361ACBBBA}"/>
              </a:ext>
            </a:extLst>
          </p:cNvPr>
          <p:cNvSpPr/>
          <p:nvPr/>
        </p:nvSpPr>
        <p:spPr>
          <a:xfrm>
            <a:off x="3997631" y="4538420"/>
            <a:ext cx="1016858" cy="53863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mc:Choice xmlns:a14="http://schemas.microsoft.com/office/drawing/2010/main" Requires="a14">
          <p:sp>
            <p:nvSpPr>
              <p:cNvPr id="37" name="CuadroTexto 36">
                <a:extLst>
                  <a:ext uri="{FF2B5EF4-FFF2-40B4-BE49-F238E27FC236}">
                    <a16:creationId xmlns:a16="http://schemas.microsoft.com/office/drawing/2014/main" id="{78524DFA-CF84-44CC-9304-29F292573032}"/>
                  </a:ext>
                </a:extLst>
              </p:cNvPr>
              <p:cNvSpPr txBox="1"/>
              <p:nvPr/>
            </p:nvSpPr>
            <p:spPr>
              <a:xfrm>
                <a:off x="325415" y="4453795"/>
                <a:ext cx="1237968" cy="707886"/>
              </a:xfrm>
              <a:prstGeom prst="rect">
                <a:avLst/>
              </a:prstGeom>
              <a:noFill/>
            </p:spPr>
            <p:txBody>
              <a:bodyPr wrap="none" rtlCol="0">
                <a:spAutoFit/>
              </a:bodyPr>
              <a:lstStyle/>
              <a:p>
                <a14:m>
                  <m:oMath xmlns:m="http://schemas.openxmlformats.org/officeDocument/2006/math">
                    <m:sSup>
                      <m:sSupPr>
                        <m:ctrlPr>
                          <a:rPr lang="es-NI" sz="4000" i="1" smtClean="0">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3</m:t>
                        </m:r>
                      </m:sup>
                    </m:sSup>
                  </m:oMath>
                </a14:m>
                <a:r>
                  <a:rPr lang="es-NI" sz="4000" dirty="0"/>
                  <a:t> = </a:t>
                </a:r>
              </a:p>
            </p:txBody>
          </p:sp>
        </mc:Choice>
        <mc:Fallback>
          <p:sp>
            <p:nvSpPr>
              <p:cNvPr id="37" name="CuadroTexto 36">
                <a:extLst>
                  <a:ext uri="{FF2B5EF4-FFF2-40B4-BE49-F238E27FC236}">
                    <a16:creationId xmlns:a16="http://schemas.microsoft.com/office/drawing/2014/main" id="{78524DFA-CF84-44CC-9304-29F292573032}"/>
                  </a:ext>
                </a:extLst>
              </p:cNvPr>
              <p:cNvSpPr txBox="1">
                <a:spLocks noRot="1" noChangeAspect="1" noMove="1" noResize="1" noEditPoints="1" noAdjustHandles="1" noChangeArrowheads="1" noChangeShapeType="1" noTextEdit="1"/>
              </p:cNvSpPr>
              <p:nvPr/>
            </p:nvSpPr>
            <p:spPr>
              <a:xfrm>
                <a:off x="325415" y="4453795"/>
                <a:ext cx="1237968" cy="707886"/>
              </a:xfrm>
              <a:prstGeom prst="rect">
                <a:avLst/>
              </a:prstGeom>
              <a:blipFill>
                <a:blip r:embed="rId5"/>
                <a:stretch>
                  <a:fillRect t="-14655" r="-16749" b="-37069"/>
                </a:stretch>
              </a:blipFill>
            </p:spPr>
            <p:txBody>
              <a:bodyPr/>
              <a:lstStyle/>
              <a:p>
                <a:r>
                  <a:rPr lang="es-NI">
                    <a:noFill/>
                  </a:rPr>
                  <a:t> </a:t>
                </a:r>
              </a:p>
            </p:txBody>
          </p:sp>
        </mc:Fallback>
      </mc:AlternateContent>
      <p:sp>
        <p:nvSpPr>
          <p:cNvPr id="23" name="Abrir corchete 22">
            <a:extLst>
              <a:ext uri="{FF2B5EF4-FFF2-40B4-BE49-F238E27FC236}">
                <a16:creationId xmlns:a16="http://schemas.microsoft.com/office/drawing/2014/main" id="{D42DCA26-D909-4C05-BF24-3070A9BCA31E}"/>
              </a:ext>
            </a:extLst>
          </p:cNvPr>
          <p:cNvSpPr/>
          <p:nvPr/>
        </p:nvSpPr>
        <p:spPr>
          <a:xfrm>
            <a:off x="6161283" y="1126660"/>
            <a:ext cx="224838" cy="2053828"/>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9" name="Cerrar corchete 28">
            <a:extLst>
              <a:ext uri="{FF2B5EF4-FFF2-40B4-BE49-F238E27FC236}">
                <a16:creationId xmlns:a16="http://schemas.microsoft.com/office/drawing/2014/main" id="{A39125F9-8AAC-4DAA-8323-D969189A0104}"/>
              </a:ext>
            </a:extLst>
          </p:cNvPr>
          <p:cNvSpPr/>
          <p:nvPr/>
        </p:nvSpPr>
        <p:spPr>
          <a:xfrm>
            <a:off x="9414452" y="1085764"/>
            <a:ext cx="134667" cy="209472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1" name="CuadroTexto 20">
            <a:extLst>
              <a:ext uri="{FF2B5EF4-FFF2-40B4-BE49-F238E27FC236}">
                <a16:creationId xmlns:a16="http://schemas.microsoft.com/office/drawing/2014/main" id="{253AA8D7-3763-4C13-BEDA-9FA52F075FCF}"/>
              </a:ext>
            </a:extLst>
          </p:cNvPr>
          <p:cNvSpPr txBox="1"/>
          <p:nvPr/>
        </p:nvSpPr>
        <p:spPr>
          <a:xfrm>
            <a:off x="6387012" y="1126660"/>
            <a:ext cx="2824812" cy="1938992"/>
          </a:xfrm>
          <a:prstGeom prst="rect">
            <a:avLst/>
          </a:prstGeom>
          <a:noFill/>
        </p:spPr>
        <p:txBody>
          <a:bodyPr wrap="none" rtlCol="0">
            <a:spAutoFit/>
          </a:bodyPr>
          <a:lstStyle/>
          <a:p>
            <a:r>
              <a:rPr lang="es-NI" sz="4000" dirty="0"/>
              <a:t>0.8   0.1   </a:t>
            </a:r>
            <a:r>
              <a:rPr lang="es-NI" sz="4000" dirty="0">
                <a:solidFill>
                  <a:schemeClr val="accent1">
                    <a:lumMod val="75000"/>
                  </a:schemeClr>
                </a:solidFill>
              </a:rPr>
              <a:t>0.1</a:t>
            </a:r>
          </a:p>
          <a:p>
            <a:r>
              <a:rPr lang="es-NI" sz="4000" dirty="0"/>
              <a:t>0.1   0.7   </a:t>
            </a:r>
            <a:r>
              <a:rPr lang="es-NI" sz="4000" dirty="0">
                <a:solidFill>
                  <a:srgbClr val="92D050"/>
                </a:solidFill>
              </a:rPr>
              <a:t>0.2</a:t>
            </a:r>
          </a:p>
          <a:p>
            <a:r>
              <a:rPr lang="es-NI" sz="4000" dirty="0"/>
              <a:t>0.2   0.2   </a:t>
            </a:r>
            <a:r>
              <a:rPr lang="es-NI" sz="4000" dirty="0">
                <a:solidFill>
                  <a:srgbClr val="FF00FF"/>
                </a:solidFill>
              </a:rPr>
              <a:t>0.6</a:t>
            </a:r>
          </a:p>
        </p:txBody>
      </p:sp>
    </p:spTree>
    <p:extLst>
      <p:ext uri="{BB962C8B-B14F-4D97-AF65-F5344CB8AC3E}">
        <p14:creationId xmlns:p14="http://schemas.microsoft.com/office/powerpoint/2010/main" val="2205765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18557"/>
    </mc:Choice>
    <mc:Fallback xmlns="">
      <p:transition spd="slow" advTm="118557"/>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7" name="CuadroTexto 16">
            <a:extLst>
              <a:ext uri="{FF2B5EF4-FFF2-40B4-BE49-F238E27FC236}">
                <a16:creationId xmlns:a16="http://schemas.microsoft.com/office/drawing/2014/main" id="{CF14949B-C524-442D-B30C-B15B09E54B7B}"/>
              </a:ext>
            </a:extLst>
          </p:cNvPr>
          <p:cNvSpPr txBox="1"/>
          <p:nvPr/>
        </p:nvSpPr>
        <p:spPr>
          <a:xfrm>
            <a:off x="5460894" y="1936764"/>
            <a:ext cx="346800" cy="707886"/>
          </a:xfrm>
          <a:prstGeom prst="rect">
            <a:avLst/>
          </a:prstGeom>
          <a:noFill/>
        </p:spPr>
        <p:txBody>
          <a:bodyPr wrap="square" rtlCol="0">
            <a:spAutoFit/>
          </a:bodyPr>
          <a:lstStyle/>
          <a:p>
            <a:r>
              <a:rPr lang="es-NI" sz="4000" dirty="0">
                <a:solidFill>
                  <a:srgbClr val="FFFFFF"/>
                </a:solidFill>
              </a:rPr>
              <a:t>*</a:t>
            </a:r>
            <a:endParaRPr lang="es-NI" sz="4000" dirty="0"/>
          </a:p>
        </p:txBody>
      </p:sp>
      <mc:AlternateContent xmlns:mc="http://schemas.openxmlformats.org/markup-compatibility/2006">
        <mc:Choice xmlns:a14="http://schemas.microsoft.com/office/drawing/2010/main" Requires="a14">
          <p:sp>
            <p:nvSpPr>
              <p:cNvPr id="20" name="CuadroTexto 19">
                <a:extLst>
                  <a:ext uri="{FF2B5EF4-FFF2-40B4-BE49-F238E27FC236}">
                    <a16:creationId xmlns:a16="http://schemas.microsoft.com/office/drawing/2014/main" id="{6C360A2D-8726-43D5-A42E-16EFE1DBD67D}"/>
                  </a:ext>
                </a:extLst>
              </p:cNvPr>
              <p:cNvSpPr txBox="1"/>
              <p:nvPr/>
            </p:nvSpPr>
            <p:spPr>
              <a:xfrm>
                <a:off x="6446826" y="3645496"/>
                <a:ext cx="5789534" cy="2585323"/>
              </a:xfrm>
              <a:prstGeom prst="rect">
                <a:avLst/>
              </a:prstGeom>
              <a:noFill/>
            </p:spPr>
            <p:txBody>
              <a:bodyPr wrap="none" rtlCol="0">
                <a:spAutoFit/>
              </a:bodyPr>
              <a:lstStyle/>
              <a:p>
                <a14:m>
                  <m:oMath xmlns:m="http://schemas.openxmlformats.org/officeDocument/2006/math">
                    <m:sSup>
                      <m:sSupPr>
                        <m:ctrlPr>
                          <a:rPr lang="es-NI" i="1" smtClean="0">
                            <a:latin typeface="Cambria Math" panose="02040503050406030204" pitchFamily="18" charset="0"/>
                          </a:rPr>
                        </m:ctrlPr>
                      </m:sSupPr>
                      <m:e>
                        <m:r>
                          <a:rPr lang="es-NI" i="1">
                            <a:latin typeface="Cambria Math" panose="02040503050406030204" pitchFamily="18" charset="0"/>
                          </a:rPr>
                          <m:t>𝑃</m:t>
                        </m:r>
                      </m:e>
                      <m:sup>
                        <m:r>
                          <a:rPr lang="es-NI" b="0" i="1" smtClean="0">
                            <a:latin typeface="Cambria Math" panose="02040503050406030204" pitchFamily="18" charset="0"/>
                          </a:rPr>
                          <m:t>3</m:t>
                        </m:r>
                      </m:sup>
                    </m:sSup>
                  </m:oMath>
                </a14:m>
                <a:r>
                  <a:rPr lang="es-NI" dirty="0"/>
                  <a:t>(1,1) = </a:t>
                </a:r>
                <a:r>
                  <a:rPr lang="es-NI" dirty="0">
                    <a:solidFill>
                      <a:srgbClr val="0070C0"/>
                    </a:solidFill>
                  </a:rPr>
                  <a:t>( 0.67 * 0.8 )</a:t>
                </a:r>
                <a:r>
                  <a:rPr lang="es-NI" dirty="0"/>
                  <a:t> + </a:t>
                </a:r>
                <a:r>
                  <a:rPr lang="es-NI" dirty="0">
                    <a:solidFill>
                      <a:srgbClr val="92D050"/>
                    </a:solidFill>
                  </a:rPr>
                  <a:t>( 0.17 * 0.1 )</a:t>
                </a:r>
                <a:r>
                  <a:rPr lang="es-NI" dirty="0"/>
                  <a:t> + </a:t>
                </a:r>
                <a:r>
                  <a:rPr lang="es-NI" dirty="0">
                    <a:solidFill>
                      <a:srgbClr val="FF00FF"/>
                    </a:solidFill>
                  </a:rPr>
                  <a:t>( 0.16 * 0.2 ) </a:t>
                </a:r>
                <a:r>
                  <a:rPr lang="es-NI" dirty="0">
                    <a:solidFill>
                      <a:srgbClr val="FFFFFF"/>
                    </a:solidFill>
                  </a:rPr>
                  <a:t>= 0.585</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(1,2) = </a:t>
                </a:r>
                <a:r>
                  <a:rPr lang="es-NI" dirty="0">
                    <a:solidFill>
                      <a:srgbClr val="0070C0"/>
                    </a:solidFill>
                  </a:rPr>
                  <a:t>( 0.67 * 0.1 )</a:t>
                </a:r>
                <a:r>
                  <a:rPr lang="es-NI" dirty="0"/>
                  <a:t> + </a:t>
                </a:r>
                <a:r>
                  <a:rPr lang="es-NI" dirty="0">
                    <a:solidFill>
                      <a:srgbClr val="92D050"/>
                    </a:solidFill>
                  </a:rPr>
                  <a:t>( 0.17 * 0.7 )</a:t>
                </a:r>
                <a:r>
                  <a:rPr lang="es-NI" dirty="0"/>
                  <a:t> + </a:t>
                </a:r>
                <a:r>
                  <a:rPr lang="es-NI" dirty="0">
                    <a:solidFill>
                      <a:srgbClr val="FF00FF"/>
                    </a:solidFill>
                  </a:rPr>
                  <a:t>( 0.16 * 0.2 ) </a:t>
                </a:r>
                <a:r>
                  <a:rPr lang="es-NI" dirty="0">
                    <a:solidFill>
                      <a:srgbClr val="FFFFFF"/>
                    </a:solidFill>
                  </a:rPr>
                  <a:t>= 0.218</a:t>
                </a:r>
              </a:p>
              <a:p>
                <a:pPr/>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(1,3) = </a:t>
                </a:r>
                <a:r>
                  <a:rPr lang="es-NI" dirty="0">
                    <a:solidFill>
                      <a:srgbClr val="0070C0"/>
                    </a:solidFill>
                  </a:rPr>
                  <a:t>( 0.67 * 0.1 )</a:t>
                </a:r>
                <a:r>
                  <a:rPr lang="es-NI" dirty="0"/>
                  <a:t> + </a:t>
                </a:r>
                <a:r>
                  <a:rPr lang="es-NI" dirty="0">
                    <a:solidFill>
                      <a:srgbClr val="92D050"/>
                    </a:solidFill>
                  </a:rPr>
                  <a:t>( 0.17 * 0.2 )</a:t>
                </a:r>
                <a:r>
                  <a:rPr lang="es-NI" dirty="0"/>
                  <a:t> + </a:t>
                </a:r>
                <a:r>
                  <a:rPr lang="es-NI" dirty="0">
                    <a:solidFill>
                      <a:srgbClr val="FF00FF"/>
                    </a:solidFill>
                  </a:rPr>
                  <a:t>( 0.16 * 0.6 ) </a:t>
                </a:r>
                <a:r>
                  <a:rPr lang="es-NI" dirty="0">
                    <a:solidFill>
                      <a:srgbClr val="FFFFFF"/>
                    </a:solidFill>
                  </a:rPr>
                  <a:t>= 0.197</a:t>
                </a:r>
              </a:p>
              <a:p>
                <a:pPr/>
                <a:endParaRPr lang="es-NI" dirty="0">
                  <a:solidFill>
                    <a:srgbClr val="FFFFFF"/>
                  </a:solidFill>
                </a:endParaRPr>
              </a:p>
              <a:p>
                <a:pPr/>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(2,1) = </a:t>
                </a:r>
                <a:r>
                  <a:rPr lang="es-NI" dirty="0">
                    <a:solidFill>
                      <a:srgbClr val="0070C0"/>
                    </a:solidFill>
                  </a:rPr>
                  <a:t>( 0.19* 0.8 )</a:t>
                </a:r>
                <a:r>
                  <a:rPr lang="es-NI" dirty="0"/>
                  <a:t> + </a:t>
                </a:r>
                <a:r>
                  <a:rPr lang="es-NI" dirty="0">
                    <a:solidFill>
                      <a:srgbClr val="92D050"/>
                    </a:solidFill>
                  </a:rPr>
                  <a:t>( 0.54 * 0.1 )</a:t>
                </a:r>
                <a:r>
                  <a:rPr lang="es-NI" dirty="0"/>
                  <a:t> + </a:t>
                </a:r>
                <a:r>
                  <a:rPr lang="es-NI" dirty="0">
                    <a:solidFill>
                      <a:srgbClr val="FF00FF"/>
                    </a:solidFill>
                  </a:rPr>
                  <a:t>( 0.27 * 0.2 ) </a:t>
                </a:r>
                <a:r>
                  <a:rPr lang="es-NI" dirty="0">
                    <a:solidFill>
                      <a:srgbClr val="FFFFFF"/>
                    </a:solidFill>
                  </a:rPr>
                  <a:t>= 0.26</a:t>
                </a:r>
              </a:p>
              <a:p>
                <a:pPr/>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(2,2) = </a:t>
                </a:r>
                <a:r>
                  <a:rPr lang="es-NI" dirty="0">
                    <a:solidFill>
                      <a:srgbClr val="0070C0"/>
                    </a:solidFill>
                  </a:rPr>
                  <a:t>( 0.19* 0.1 )</a:t>
                </a:r>
                <a:r>
                  <a:rPr lang="es-NI" dirty="0"/>
                  <a:t> + </a:t>
                </a:r>
                <a:r>
                  <a:rPr lang="es-NI" dirty="0">
                    <a:solidFill>
                      <a:srgbClr val="92D050"/>
                    </a:solidFill>
                  </a:rPr>
                  <a:t>( 0.54 * 0.7 )</a:t>
                </a:r>
                <a:r>
                  <a:rPr lang="es-NI" dirty="0"/>
                  <a:t> + </a:t>
                </a:r>
                <a:r>
                  <a:rPr lang="es-NI" dirty="0">
                    <a:solidFill>
                      <a:srgbClr val="FF00FF"/>
                    </a:solidFill>
                  </a:rPr>
                  <a:t>( 0.27 * 0.2 ) </a:t>
                </a:r>
                <a:r>
                  <a:rPr lang="es-NI" dirty="0">
                    <a:solidFill>
                      <a:srgbClr val="FFFFFF"/>
                    </a:solidFill>
                  </a:rPr>
                  <a:t>= 0.451</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(2,3) = </a:t>
                </a:r>
                <a:r>
                  <a:rPr lang="es-NI" dirty="0">
                    <a:solidFill>
                      <a:srgbClr val="0070C0"/>
                    </a:solidFill>
                  </a:rPr>
                  <a:t>( 0.19* 0.1 )</a:t>
                </a:r>
                <a:r>
                  <a:rPr lang="es-NI" dirty="0"/>
                  <a:t> + </a:t>
                </a:r>
                <a:r>
                  <a:rPr lang="es-NI" dirty="0">
                    <a:solidFill>
                      <a:srgbClr val="92D050"/>
                    </a:solidFill>
                  </a:rPr>
                  <a:t>( 0.54 * 0.2 )</a:t>
                </a:r>
                <a:r>
                  <a:rPr lang="es-NI" dirty="0"/>
                  <a:t> + </a:t>
                </a:r>
                <a:r>
                  <a:rPr lang="es-NI" dirty="0">
                    <a:solidFill>
                      <a:srgbClr val="FF00FF"/>
                    </a:solidFill>
                  </a:rPr>
                  <a:t>( 0.27 * 0.6 ) </a:t>
                </a:r>
                <a:r>
                  <a:rPr lang="es-NI" dirty="0">
                    <a:solidFill>
                      <a:srgbClr val="FFFFFF"/>
                    </a:solidFill>
                  </a:rPr>
                  <a:t>= 0.289</a:t>
                </a:r>
              </a:p>
              <a:p>
                <a:pPr/>
                <a:endParaRPr lang="es-NI" dirty="0">
                  <a:solidFill>
                    <a:srgbClr val="FFFFFF"/>
                  </a:solidFill>
                </a:endParaRPr>
              </a:p>
              <a:p>
                <a:pPr/>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(3,1) = </a:t>
                </a:r>
                <a:r>
                  <a:rPr lang="es-NI" dirty="0">
                    <a:solidFill>
                      <a:srgbClr val="0070C0"/>
                    </a:solidFill>
                  </a:rPr>
                  <a:t>( 0.3 * 0.8 )</a:t>
                </a:r>
                <a:r>
                  <a:rPr lang="es-NI" dirty="0"/>
                  <a:t> + </a:t>
                </a:r>
                <a:r>
                  <a:rPr lang="es-NI" dirty="0">
                    <a:solidFill>
                      <a:srgbClr val="92D050"/>
                    </a:solidFill>
                  </a:rPr>
                  <a:t>( 0.28 * 0.1 )</a:t>
                </a:r>
                <a:r>
                  <a:rPr lang="es-NI" dirty="0"/>
                  <a:t> + </a:t>
                </a:r>
                <a:r>
                  <a:rPr lang="es-NI" dirty="0">
                    <a:solidFill>
                      <a:srgbClr val="FF00FF"/>
                    </a:solidFill>
                  </a:rPr>
                  <a:t>( 0.42 * 0.2 ) </a:t>
                </a:r>
                <a:r>
                  <a:rPr lang="es-NI" dirty="0">
                    <a:solidFill>
                      <a:srgbClr val="FFFFFF"/>
                    </a:solidFill>
                  </a:rPr>
                  <a:t>= 0.352</a:t>
                </a:r>
              </a:p>
            </p:txBody>
          </p:sp>
        </mc:Choice>
        <mc:Fallback>
          <p:sp>
            <p:nvSpPr>
              <p:cNvPr id="20" name="CuadroTexto 19">
                <a:extLst>
                  <a:ext uri="{FF2B5EF4-FFF2-40B4-BE49-F238E27FC236}">
                    <a16:creationId xmlns:a16="http://schemas.microsoft.com/office/drawing/2014/main" id="{6C360A2D-8726-43D5-A42E-16EFE1DBD67D}"/>
                  </a:ext>
                </a:extLst>
              </p:cNvPr>
              <p:cNvSpPr txBox="1">
                <a:spLocks noRot="1" noChangeAspect="1" noMove="1" noResize="1" noEditPoints="1" noAdjustHandles="1" noChangeArrowheads="1" noChangeShapeType="1" noTextEdit="1"/>
              </p:cNvSpPr>
              <p:nvPr/>
            </p:nvSpPr>
            <p:spPr>
              <a:xfrm>
                <a:off x="6446826" y="3645496"/>
                <a:ext cx="5789534" cy="2585323"/>
              </a:xfrm>
              <a:prstGeom prst="rect">
                <a:avLst/>
              </a:prstGeom>
              <a:blipFill>
                <a:blip r:embed="rId2"/>
                <a:stretch>
                  <a:fillRect t="-1179" r="-105" b="-2830"/>
                </a:stretch>
              </a:blipFill>
            </p:spPr>
            <p:txBody>
              <a:bodyPr/>
              <a:lstStyle/>
              <a:p>
                <a:r>
                  <a:rPr lang="es-NI">
                    <a:noFill/>
                  </a:rPr>
                  <a:t> </a:t>
                </a:r>
              </a:p>
            </p:txBody>
          </p:sp>
        </mc:Fallback>
      </mc:AlternateContent>
      <p:cxnSp>
        <p:nvCxnSpPr>
          <p:cNvPr id="4" name="Conector recto 3">
            <a:extLst>
              <a:ext uri="{FF2B5EF4-FFF2-40B4-BE49-F238E27FC236}">
                <a16:creationId xmlns:a16="http://schemas.microsoft.com/office/drawing/2014/main" id="{9F162002-694F-4229-B66D-E49E5678CECC}"/>
              </a:ext>
            </a:extLst>
          </p:cNvPr>
          <p:cNvCxnSpPr/>
          <p:nvPr/>
        </p:nvCxnSpPr>
        <p:spPr>
          <a:xfrm>
            <a:off x="6096000" y="3429000"/>
            <a:ext cx="0" cy="3429000"/>
          </a:xfrm>
          <a:prstGeom prst="line">
            <a:avLst/>
          </a:prstGeom>
          <a:ln w="50800" cap="rnd" cmpd="thickThin">
            <a:solidFill>
              <a:schemeClr val="tx1"/>
            </a:solidFill>
            <a:prstDash val="solid"/>
            <a:bevel/>
          </a:ln>
        </p:spPr>
        <p:style>
          <a:lnRef idx="1">
            <a:schemeClr val="accent1"/>
          </a:lnRef>
          <a:fillRef idx="0">
            <a:schemeClr val="accent1"/>
          </a:fillRef>
          <a:effectRef idx="0">
            <a:schemeClr val="accent1"/>
          </a:effectRef>
          <a:fontRef idx="minor">
            <a:schemeClr val="tx1"/>
          </a:fontRef>
        </p:style>
      </p:cxnSp>
      <p:sp>
        <p:nvSpPr>
          <p:cNvPr id="22" name="Rectángulo 21">
            <a:extLst>
              <a:ext uri="{FF2B5EF4-FFF2-40B4-BE49-F238E27FC236}">
                <a16:creationId xmlns:a16="http://schemas.microsoft.com/office/drawing/2014/main" id="{DFD1B1A4-A117-4743-B851-5A877F644E49}"/>
              </a:ext>
            </a:extLst>
          </p:cNvPr>
          <p:cNvSpPr/>
          <p:nvPr/>
        </p:nvSpPr>
        <p:spPr>
          <a:xfrm>
            <a:off x="6369458" y="5870839"/>
            <a:ext cx="5684732" cy="33891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mc:Choice xmlns:a14="http://schemas.microsoft.com/office/drawing/2010/main" Requires="a14">
          <p:sp>
            <p:nvSpPr>
              <p:cNvPr id="24" name="CuadroTexto 23">
                <a:extLst>
                  <a:ext uri="{FF2B5EF4-FFF2-40B4-BE49-F238E27FC236}">
                    <a16:creationId xmlns:a16="http://schemas.microsoft.com/office/drawing/2014/main" id="{27068FBE-DCE5-48FB-B6EE-0DB08510A5CE}"/>
                  </a:ext>
                </a:extLst>
              </p:cNvPr>
              <p:cNvSpPr txBox="1"/>
              <p:nvPr/>
            </p:nvSpPr>
            <p:spPr>
              <a:xfrm>
                <a:off x="214089" y="1742213"/>
                <a:ext cx="1237968" cy="707886"/>
              </a:xfrm>
              <a:prstGeom prst="rect">
                <a:avLst/>
              </a:prstGeom>
              <a:noFill/>
            </p:spPr>
            <p:txBody>
              <a:bodyPr wrap="none" rtlCol="0">
                <a:spAutoFit/>
              </a:bodyPr>
              <a:lstStyle/>
              <a:p>
                <a14:m>
                  <m:oMath xmlns:m="http://schemas.openxmlformats.org/officeDocument/2006/math">
                    <m:sSup>
                      <m:sSupPr>
                        <m:ctrlPr>
                          <a:rPr lang="es-NI" sz="4000" i="1" smtClean="0">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3</m:t>
                        </m:r>
                      </m:sup>
                    </m:sSup>
                  </m:oMath>
                </a14:m>
                <a:r>
                  <a:rPr lang="es-NI" sz="4000" dirty="0"/>
                  <a:t> = </a:t>
                </a:r>
              </a:p>
            </p:txBody>
          </p:sp>
        </mc:Choice>
        <mc:Fallback>
          <p:sp>
            <p:nvSpPr>
              <p:cNvPr id="24" name="CuadroTexto 23">
                <a:extLst>
                  <a:ext uri="{FF2B5EF4-FFF2-40B4-BE49-F238E27FC236}">
                    <a16:creationId xmlns:a16="http://schemas.microsoft.com/office/drawing/2014/main" id="{27068FBE-DCE5-48FB-B6EE-0DB08510A5CE}"/>
                  </a:ext>
                </a:extLst>
              </p:cNvPr>
              <p:cNvSpPr txBox="1">
                <a:spLocks noRot="1" noChangeAspect="1" noMove="1" noResize="1" noEditPoints="1" noAdjustHandles="1" noChangeArrowheads="1" noChangeShapeType="1" noTextEdit="1"/>
              </p:cNvSpPr>
              <p:nvPr/>
            </p:nvSpPr>
            <p:spPr>
              <a:xfrm>
                <a:off x="214089" y="1742213"/>
                <a:ext cx="1237968" cy="707886"/>
              </a:xfrm>
              <a:prstGeom prst="rect">
                <a:avLst/>
              </a:prstGeom>
              <a:blipFill>
                <a:blip r:embed="rId3"/>
                <a:stretch>
                  <a:fillRect t="-14655" r="-16749" b="-37069"/>
                </a:stretch>
              </a:blipFill>
            </p:spPr>
            <p:txBody>
              <a:bodyPr/>
              <a:lstStyle/>
              <a:p>
                <a:r>
                  <a:rPr lang="es-NI">
                    <a:noFill/>
                  </a:rPr>
                  <a:t> </a:t>
                </a:r>
              </a:p>
            </p:txBody>
          </p:sp>
        </mc:Fallback>
      </mc:AlternateContent>
      <p:sp>
        <p:nvSpPr>
          <p:cNvPr id="25" name="CuadroTexto 24">
            <a:extLst>
              <a:ext uri="{FF2B5EF4-FFF2-40B4-BE49-F238E27FC236}">
                <a16:creationId xmlns:a16="http://schemas.microsoft.com/office/drawing/2014/main" id="{5A684DEA-6813-4E2E-B18C-61ADA167FA32}"/>
              </a:ext>
            </a:extLst>
          </p:cNvPr>
          <p:cNvSpPr txBox="1"/>
          <p:nvPr/>
        </p:nvSpPr>
        <p:spPr>
          <a:xfrm>
            <a:off x="1473652" y="1178970"/>
            <a:ext cx="3603872" cy="1938992"/>
          </a:xfrm>
          <a:prstGeom prst="rect">
            <a:avLst/>
          </a:prstGeom>
          <a:noFill/>
        </p:spPr>
        <p:txBody>
          <a:bodyPr wrap="none" rtlCol="0">
            <a:spAutoFit/>
          </a:bodyPr>
          <a:lstStyle/>
          <a:p>
            <a:r>
              <a:rPr lang="es-NI" sz="4000" dirty="0"/>
              <a:t>0.67   0.17   0.16</a:t>
            </a:r>
          </a:p>
          <a:p>
            <a:r>
              <a:rPr lang="es-NI" sz="4000" dirty="0"/>
              <a:t>0.19   0.54   0.27</a:t>
            </a:r>
          </a:p>
          <a:p>
            <a:r>
              <a:rPr lang="es-NI" sz="4000" dirty="0">
                <a:solidFill>
                  <a:schemeClr val="accent5">
                    <a:lumMod val="75000"/>
                  </a:schemeClr>
                </a:solidFill>
              </a:rPr>
              <a:t>0.3</a:t>
            </a:r>
            <a:r>
              <a:rPr lang="es-NI" sz="4000" dirty="0"/>
              <a:t>     </a:t>
            </a:r>
            <a:r>
              <a:rPr lang="es-NI" sz="4000" dirty="0">
                <a:solidFill>
                  <a:srgbClr val="92D050"/>
                </a:solidFill>
              </a:rPr>
              <a:t>0.28</a:t>
            </a:r>
            <a:r>
              <a:rPr lang="es-NI" sz="4000" dirty="0"/>
              <a:t>   </a:t>
            </a:r>
            <a:r>
              <a:rPr lang="es-NI" sz="4000" dirty="0">
                <a:solidFill>
                  <a:srgbClr val="FF00FF"/>
                </a:solidFill>
              </a:rPr>
              <a:t>0.42</a:t>
            </a:r>
          </a:p>
        </p:txBody>
      </p:sp>
      <p:sp>
        <p:nvSpPr>
          <p:cNvPr id="26" name="Abrir corchete 25">
            <a:extLst>
              <a:ext uri="{FF2B5EF4-FFF2-40B4-BE49-F238E27FC236}">
                <a16:creationId xmlns:a16="http://schemas.microsoft.com/office/drawing/2014/main" id="{00603FFD-E417-4BBF-A5C1-84A1AD7E1F97}"/>
              </a:ext>
            </a:extLst>
          </p:cNvPr>
          <p:cNvSpPr/>
          <p:nvPr/>
        </p:nvSpPr>
        <p:spPr>
          <a:xfrm>
            <a:off x="1452056" y="1080494"/>
            <a:ext cx="226421" cy="2062103"/>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7" name="Cerrar corchete 26">
            <a:extLst>
              <a:ext uri="{FF2B5EF4-FFF2-40B4-BE49-F238E27FC236}">
                <a16:creationId xmlns:a16="http://schemas.microsoft.com/office/drawing/2014/main" id="{EEB0A40C-D8B7-4DB0-A86E-9DF371D747AB}"/>
              </a:ext>
            </a:extLst>
          </p:cNvPr>
          <p:cNvSpPr/>
          <p:nvPr/>
        </p:nvSpPr>
        <p:spPr>
          <a:xfrm>
            <a:off x="4913477" y="1080494"/>
            <a:ext cx="163156" cy="2062103"/>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8" name="CuadroTexto 27">
            <a:extLst>
              <a:ext uri="{FF2B5EF4-FFF2-40B4-BE49-F238E27FC236}">
                <a16:creationId xmlns:a16="http://schemas.microsoft.com/office/drawing/2014/main" id="{16FDCCA7-9866-4ECC-B875-B07254B09D4B}"/>
              </a:ext>
            </a:extLst>
          </p:cNvPr>
          <p:cNvSpPr txBox="1"/>
          <p:nvPr/>
        </p:nvSpPr>
        <p:spPr>
          <a:xfrm>
            <a:off x="5077524" y="589360"/>
            <a:ext cx="444352" cy="707886"/>
          </a:xfrm>
          <a:prstGeom prst="rect">
            <a:avLst/>
          </a:prstGeom>
          <a:noFill/>
        </p:spPr>
        <p:txBody>
          <a:bodyPr wrap="none" rtlCol="0">
            <a:spAutoFit/>
          </a:bodyPr>
          <a:lstStyle/>
          <a:p>
            <a:r>
              <a:rPr lang="es-NI" sz="4000" dirty="0">
                <a:solidFill>
                  <a:srgbClr val="FFFFFF"/>
                </a:solidFill>
              </a:rPr>
              <a:t>2</a:t>
            </a:r>
            <a:endParaRPr lang="es-NI" sz="4000" dirty="0"/>
          </a:p>
        </p:txBody>
      </p:sp>
      <mc:AlternateContent xmlns:mc="http://schemas.openxmlformats.org/markup-compatibility/2006">
        <mc:Choice xmlns:a14="http://schemas.microsoft.com/office/drawing/2010/main" Requires="a14">
          <p:sp>
            <p:nvSpPr>
              <p:cNvPr id="31" name="CuadroTexto 30">
                <a:extLst>
                  <a:ext uri="{FF2B5EF4-FFF2-40B4-BE49-F238E27FC236}">
                    <a16:creationId xmlns:a16="http://schemas.microsoft.com/office/drawing/2014/main" id="{EA180982-D28D-4651-AA3D-4B1C930A95F5}"/>
                  </a:ext>
                </a:extLst>
              </p:cNvPr>
              <p:cNvSpPr txBox="1"/>
              <p:nvPr/>
            </p:nvSpPr>
            <p:spPr>
              <a:xfrm>
                <a:off x="2543594" y="77803"/>
                <a:ext cx="7685053" cy="707886"/>
              </a:xfrm>
              <a:prstGeom prst="rect">
                <a:avLst/>
              </a:prstGeom>
              <a:noFill/>
            </p:spPr>
            <p:txBody>
              <a:bodyPr wrap="none" rtlCol="0">
                <a:spAutoFit/>
              </a:bodyPr>
              <a:lstStyle/>
              <a:p>
                <a:r>
                  <a:rPr lang="es-NI" sz="4000" dirty="0"/>
                  <a:t>Ahora debemos calcular </a:t>
                </a:r>
                <a14:m>
                  <m:oMath xmlns:m="http://schemas.openxmlformats.org/officeDocument/2006/math">
                    <m:sSup>
                      <m:sSupPr>
                        <m:ctrlPr>
                          <a:rPr lang="es-NI" sz="4000" i="1">
                            <a:latin typeface="Cambria Math" panose="02040503050406030204" pitchFamily="18" charset="0"/>
                          </a:rPr>
                        </m:ctrlPr>
                      </m:sSupPr>
                      <m:e>
                        <m:r>
                          <a:rPr lang="es-NI" sz="4000" i="1">
                            <a:latin typeface="Cambria Math" panose="02040503050406030204" pitchFamily="18" charset="0"/>
                          </a:rPr>
                          <m:t>𝑃</m:t>
                        </m:r>
                      </m:e>
                      <m:sup>
                        <m:r>
                          <a:rPr lang="es-NI" sz="4000" i="1">
                            <a:latin typeface="Cambria Math" panose="02040503050406030204" pitchFamily="18" charset="0"/>
                          </a:rPr>
                          <m:t>3</m:t>
                        </m:r>
                      </m:sup>
                    </m:sSup>
                  </m:oMath>
                </a14:m>
                <a:r>
                  <a:rPr lang="es-NI" sz="4000" dirty="0"/>
                  <a:t> = </a:t>
                </a:r>
                <a14:m>
                  <m:oMath xmlns:m="http://schemas.openxmlformats.org/officeDocument/2006/math">
                    <m:sSup>
                      <m:sSupPr>
                        <m:ctrlPr>
                          <a:rPr lang="es-NI" sz="4000" i="1">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2</m:t>
                        </m:r>
                      </m:sup>
                    </m:sSup>
                  </m:oMath>
                </a14:m>
                <a:r>
                  <a:rPr lang="es-NI" sz="4000" dirty="0"/>
                  <a:t> * P</a:t>
                </a:r>
              </a:p>
            </p:txBody>
          </p:sp>
        </mc:Choice>
        <mc:Fallback>
          <p:sp>
            <p:nvSpPr>
              <p:cNvPr id="31" name="CuadroTexto 30">
                <a:extLst>
                  <a:ext uri="{FF2B5EF4-FFF2-40B4-BE49-F238E27FC236}">
                    <a16:creationId xmlns:a16="http://schemas.microsoft.com/office/drawing/2014/main" id="{EA180982-D28D-4651-AA3D-4B1C930A95F5}"/>
                  </a:ext>
                </a:extLst>
              </p:cNvPr>
              <p:cNvSpPr txBox="1">
                <a:spLocks noRot="1" noChangeAspect="1" noMove="1" noResize="1" noEditPoints="1" noAdjustHandles="1" noChangeArrowheads="1" noChangeShapeType="1" noTextEdit="1"/>
              </p:cNvSpPr>
              <p:nvPr/>
            </p:nvSpPr>
            <p:spPr>
              <a:xfrm>
                <a:off x="2543594" y="77803"/>
                <a:ext cx="7685053" cy="707886"/>
              </a:xfrm>
              <a:prstGeom prst="rect">
                <a:avLst/>
              </a:prstGeom>
              <a:blipFill>
                <a:blip r:embed="rId4"/>
                <a:stretch>
                  <a:fillRect l="-2776" t="-14655" r="-1824" b="-37069"/>
                </a:stretch>
              </a:blipFill>
            </p:spPr>
            <p:txBody>
              <a:bodyPr/>
              <a:lstStyle/>
              <a:p>
                <a:r>
                  <a:rPr lang="es-NI">
                    <a:noFill/>
                  </a:rPr>
                  <a:t> </a:t>
                </a:r>
              </a:p>
            </p:txBody>
          </p:sp>
        </mc:Fallback>
      </mc:AlternateContent>
      <p:sp>
        <p:nvSpPr>
          <p:cNvPr id="32" name="CuadroTexto 31">
            <a:extLst>
              <a:ext uri="{FF2B5EF4-FFF2-40B4-BE49-F238E27FC236}">
                <a16:creationId xmlns:a16="http://schemas.microsoft.com/office/drawing/2014/main" id="{2563FABE-F80E-4BF4-B8A1-CF0BD4507363}"/>
              </a:ext>
            </a:extLst>
          </p:cNvPr>
          <p:cNvSpPr txBox="1"/>
          <p:nvPr/>
        </p:nvSpPr>
        <p:spPr>
          <a:xfrm>
            <a:off x="1549331" y="3995373"/>
            <a:ext cx="3555782" cy="1569660"/>
          </a:xfrm>
          <a:prstGeom prst="rect">
            <a:avLst/>
          </a:prstGeom>
          <a:noFill/>
        </p:spPr>
        <p:txBody>
          <a:bodyPr wrap="none" rtlCol="0">
            <a:spAutoFit/>
          </a:bodyPr>
          <a:lstStyle/>
          <a:p>
            <a:r>
              <a:rPr lang="es-NI" sz="3200" dirty="0"/>
              <a:t>0.585   0.218   0.197</a:t>
            </a:r>
          </a:p>
          <a:p>
            <a:r>
              <a:rPr lang="es-NI" sz="3200" dirty="0"/>
              <a:t>0.26     0.451   0.289</a:t>
            </a:r>
          </a:p>
          <a:p>
            <a:r>
              <a:rPr lang="es-NI" sz="3200" dirty="0"/>
              <a:t>0.352</a:t>
            </a:r>
          </a:p>
        </p:txBody>
      </p:sp>
      <p:sp>
        <p:nvSpPr>
          <p:cNvPr id="33" name="Abrir corchete 32">
            <a:extLst>
              <a:ext uri="{FF2B5EF4-FFF2-40B4-BE49-F238E27FC236}">
                <a16:creationId xmlns:a16="http://schemas.microsoft.com/office/drawing/2014/main" id="{07EE2C34-2562-4D2E-9A8E-9390684664A8}"/>
              </a:ext>
            </a:extLst>
          </p:cNvPr>
          <p:cNvSpPr/>
          <p:nvPr/>
        </p:nvSpPr>
        <p:spPr>
          <a:xfrm>
            <a:off x="1527736" y="3916353"/>
            <a:ext cx="150742" cy="186115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4" name="Cerrar corchete 33">
            <a:extLst>
              <a:ext uri="{FF2B5EF4-FFF2-40B4-BE49-F238E27FC236}">
                <a16:creationId xmlns:a16="http://schemas.microsoft.com/office/drawing/2014/main" id="{976278D6-82D6-4D68-B5EB-E8BDB57C74A8}"/>
              </a:ext>
            </a:extLst>
          </p:cNvPr>
          <p:cNvSpPr/>
          <p:nvPr/>
        </p:nvSpPr>
        <p:spPr>
          <a:xfrm>
            <a:off x="4989156" y="3916353"/>
            <a:ext cx="73422" cy="1762678"/>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5" name="CuadroTexto 34">
            <a:extLst>
              <a:ext uri="{FF2B5EF4-FFF2-40B4-BE49-F238E27FC236}">
                <a16:creationId xmlns:a16="http://schemas.microsoft.com/office/drawing/2014/main" id="{61298261-F5DA-4D7D-8445-C68B297B4794}"/>
              </a:ext>
            </a:extLst>
          </p:cNvPr>
          <p:cNvSpPr txBox="1"/>
          <p:nvPr/>
        </p:nvSpPr>
        <p:spPr>
          <a:xfrm>
            <a:off x="5153203" y="3425218"/>
            <a:ext cx="444352" cy="707886"/>
          </a:xfrm>
          <a:prstGeom prst="rect">
            <a:avLst/>
          </a:prstGeom>
          <a:noFill/>
        </p:spPr>
        <p:txBody>
          <a:bodyPr wrap="none" rtlCol="0">
            <a:spAutoFit/>
          </a:bodyPr>
          <a:lstStyle/>
          <a:p>
            <a:r>
              <a:rPr lang="es-NI" sz="4000" dirty="0">
                <a:solidFill>
                  <a:srgbClr val="FFFFFF"/>
                </a:solidFill>
              </a:rPr>
              <a:t>3</a:t>
            </a:r>
            <a:endParaRPr lang="es-NI" sz="4000" dirty="0"/>
          </a:p>
        </p:txBody>
      </p:sp>
      <p:sp>
        <p:nvSpPr>
          <p:cNvPr id="36" name="Rectángulo 35">
            <a:extLst>
              <a:ext uri="{FF2B5EF4-FFF2-40B4-BE49-F238E27FC236}">
                <a16:creationId xmlns:a16="http://schemas.microsoft.com/office/drawing/2014/main" id="{65B48E71-E493-4E35-8E40-74D361ACBBBA}"/>
              </a:ext>
            </a:extLst>
          </p:cNvPr>
          <p:cNvSpPr/>
          <p:nvPr/>
        </p:nvSpPr>
        <p:spPr>
          <a:xfrm>
            <a:off x="1601841" y="4986069"/>
            <a:ext cx="1016858" cy="53863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mc:Choice xmlns:a14="http://schemas.microsoft.com/office/drawing/2010/main" Requires="a14">
          <p:sp>
            <p:nvSpPr>
              <p:cNvPr id="37" name="CuadroTexto 36">
                <a:extLst>
                  <a:ext uri="{FF2B5EF4-FFF2-40B4-BE49-F238E27FC236}">
                    <a16:creationId xmlns:a16="http://schemas.microsoft.com/office/drawing/2014/main" id="{78524DFA-CF84-44CC-9304-29F292573032}"/>
                  </a:ext>
                </a:extLst>
              </p:cNvPr>
              <p:cNvSpPr txBox="1"/>
              <p:nvPr/>
            </p:nvSpPr>
            <p:spPr>
              <a:xfrm>
                <a:off x="325415" y="4453795"/>
                <a:ext cx="1237968" cy="707886"/>
              </a:xfrm>
              <a:prstGeom prst="rect">
                <a:avLst/>
              </a:prstGeom>
              <a:noFill/>
            </p:spPr>
            <p:txBody>
              <a:bodyPr wrap="none" rtlCol="0">
                <a:spAutoFit/>
              </a:bodyPr>
              <a:lstStyle/>
              <a:p>
                <a14:m>
                  <m:oMath xmlns:m="http://schemas.openxmlformats.org/officeDocument/2006/math">
                    <m:sSup>
                      <m:sSupPr>
                        <m:ctrlPr>
                          <a:rPr lang="es-NI" sz="4000" i="1" smtClean="0">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3</m:t>
                        </m:r>
                      </m:sup>
                    </m:sSup>
                  </m:oMath>
                </a14:m>
                <a:r>
                  <a:rPr lang="es-NI" sz="4000" dirty="0"/>
                  <a:t> = </a:t>
                </a:r>
              </a:p>
            </p:txBody>
          </p:sp>
        </mc:Choice>
        <mc:Fallback>
          <p:sp>
            <p:nvSpPr>
              <p:cNvPr id="37" name="CuadroTexto 36">
                <a:extLst>
                  <a:ext uri="{FF2B5EF4-FFF2-40B4-BE49-F238E27FC236}">
                    <a16:creationId xmlns:a16="http://schemas.microsoft.com/office/drawing/2014/main" id="{78524DFA-CF84-44CC-9304-29F292573032}"/>
                  </a:ext>
                </a:extLst>
              </p:cNvPr>
              <p:cNvSpPr txBox="1">
                <a:spLocks noRot="1" noChangeAspect="1" noMove="1" noResize="1" noEditPoints="1" noAdjustHandles="1" noChangeArrowheads="1" noChangeShapeType="1" noTextEdit="1"/>
              </p:cNvSpPr>
              <p:nvPr/>
            </p:nvSpPr>
            <p:spPr>
              <a:xfrm>
                <a:off x="325415" y="4453795"/>
                <a:ext cx="1237968" cy="707886"/>
              </a:xfrm>
              <a:prstGeom prst="rect">
                <a:avLst/>
              </a:prstGeom>
              <a:blipFill>
                <a:blip r:embed="rId5"/>
                <a:stretch>
                  <a:fillRect t="-14655" r="-16749" b="-37069"/>
                </a:stretch>
              </a:blipFill>
            </p:spPr>
            <p:txBody>
              <a:bodyPr/>
              <a:lstStyle/>
              <a:p>
                <a:r>
                  <a:rPr lang="es-NI">
                    <a:noFill/>
                  </a:rPr>
                  <a:t> </a:t>
                </a:r>
              </a:p>
            </p:txBody>
          </p:sp>
        </mc:Fallback>
      </mc:AlternateContent>
      <p:sp>
        <p:nvSpPr>
          <p:cNvPr id="23" name="Abrir corchete 22">
            <a:extLst>
              <a:ext uri="{FF2B5EF4-FFF2-40B4-BE49-F238E27FC236}">
                <a16:creationId xmlns:a16="http://schemas.microsoft.com/office/drawing/2014/main" id="{D42DCA26-D909-4C05-BF24-3070A9BCA31E}"/>
              </a:ext>
            </a:extLst>
          </p:cNvPr>
          <p:cNvSpPr/>
          <p:nvPr/>
        </p:nvSpPr>
        <p:spPr>
          <a:xfrm>
            <a:off x="6161283" y="1126660"/>
            <a:ext cx="224838" cy="2053828"/>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9" name="Cerrar corchete 28">
            <a:extLst>
              <a:ext uri="{FF2B5EF4-FFF2-40B4-BE49-F238E27FC236}">
                <a16:creationId xmlns:a16="http://schemas.microsoft.com/office/drawing/2014/main" id="{A39125F9-8AAC-4DAA-8323-D969189A0104}"/>
              </a:ext>
            </a:extLst>
          </p:cNvPr>
          <p:cNvSpPr/>
          <p:nvPr/>
        </p:nvSpPr>
        <p:spPr>
          <a:xfrm>
            <a:off x="9414452" y="1085764"/>
            <a:ext cx="134667" cy="209472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0" name="CuadroTexto 29">
            <a:extLst>
              <a:ext uri="{FF2B5EF4-FFF2-40B4-BE49-F238E27FC236}">
                <a16:creationId xmlns:a16="http://schemas.microsoft.com/office/drawing/2014/main" id="{2ED128FA-1991-45D5-8DE0-F382D80356EE}"/>
              </a:ext>
            </a:extLst>
          </p:cNvPr>
          <p:cNvSpPr txBox="1"/>
          <p:nvPr/>
        </p:nvSpPr>
        <p:spPr>
          <a:xfrm>
            <a:off x="6387012" y="1126660"/>
            <a:ext cx="2824812" cy="1938992"/>
          </a:xfrm>
          <a:prstGeom prst="rect">
            <a:avLst/>
          </a:prstGeom>
          <a:noFill/>
        </p:spPr>
        <p:txBody>
          <a:bodyPr wrap="none" rtlCol="0">
            <a:spAutoFit/>
          </a:bodyPr>
          <a:lstStyle/>
          <a:p>
            <a:r>
              <a:rPr lang="es-NI" sz="4000" dirty="0">
                <a:solidFill>
                  <a:srgbClr val="0070C0"/>
                </a:solidFill>
              </a:rPr>
              <a:t>0.8</a:t>
            </a:r>
            <a:r>
              <a:rPr lang="es-NI" sz="4000" dirty="0">
                <a:solidFill>
                  <a:srgbClr val="FFFFFF"/>
                </a:solidFill>
              </a:rPr>
              <a:t>   0.1   0.1</a:t>
            </a:r>
          </a:p>
          <a:p>
            <a:r>
              <a:rPr lang="es-NI" sz="4000" dirty="0">
                <a:solidFill>
                  <a:srgbClr val="92D050"/>
                </a:solidFill>
              </a:rPr>
              <a:t>0.1</a:t>
            </a:r>
            <a:r>
              <a:rPr lang="es-NI" sz="4000" dirty="0">
                <a:solidFill>
                  <a:srgbClr val="FFFFFF"/>
                </a:solidFill>
              </a:rPr>
              <a:t>   0.7   0.2</a:t>
            </a:r>
          </a:p>
          <a:p>
            <a:r>
              <a:rPr lang="es-NI" sz="4000" dirty="0">
                <a:solidFill>
                  <a:srgbClr val="FF00FF"/>
                </a:solidFill>
              </a:rPr>
              <a:t>0.2</a:t>
            </a:r>
            <a:r>
              <a:rPr lang="es-NI" sz="4000" dirty="0">
                <a:solidFill>
                  <a:srgbClr val="FFFFFF"/>
                </a:solidFill>
              </a:rPr>
              <a:t>   0.2   0.6</a:t>
            </a:r>
            <a:endParaRPr lang="es-NI" sz="4000" dirty="0"/>
          </a:p>
        </p:txBody>
      </p:sp>
    </p:spTree>
    <p:extLst>
      <p:ext uri="{BB962C8B-B14F-4D97-AF65-F5344CB8AC3E}">
        <p14:creationId xmlns:p14="http://schemas.microsoft.com/office/powerpoint/2010/main" val="30080760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18557"/>
    </mc:Choice>
    <mc:Fallback xmlns="">
      <p:transition spd="slow" advTm="118557"/>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7" name="CuadroTexto 16">
            <a:extLst>
              <a:ext uri="{FF2B5EF4-FFF2-40B4-BE49-F238E27FC236}">
                <a16:creationId xmlns:a16="http://schemas.microsoft.com/office/drawing/2014/main" id="{CF14949B-C524-442D-B30C-B15B09E54B7B}"/>
              </a:ext>
            </a:extLst>
          </p:cNvPr>
          <p:cNvSpPr txBox="1"/>
          <p:nvPr/>
        </p:nvSpPr>
        <p:spPr>
          <a:xfrm>
            <a:off x="5460894" y="1936764"/>
            <a:ext cx="346800" cy="707886"/>
          </a:xfrm>
          <a:prstGeom prst="rect">
            <a:avLst/>
          </a:prstGeom>
          <a:noFill/>
        </p:spPr>
        <p:txBody>
          <a:bodyPr wrap="square" rtlCol="0">
            <a:spAutoFit/>
          </a:bodyPr>
          <a:lstStyle/>
          <a:p>
            <a:r>
              <a:rPr lang="es-NI" sz="4000" dirty="0">
                <a:solidFill>
                  <a:srgbClr val="FFFFFF"/>
                </a:solidFill>
              </a:rPr>
              <a:t>*</a:t>
            </a:r>
            <a:endParaRPr lang="es-NI" sz="4000" dirty="0"/>
          </a:p>
        </p:txBody>
      </p:sp>
      <mc:AlternateContent xmlns:mc="http://schemas.openxmlformats.org/markup-compatibility/2006">
        <mc:Choice xmlns:a14="http://schemas.microsoft.com/office/drawing/2010/main" Requires="a14">
          <p:sp>
            <p:nvSpPr>
              <p:cNvPr id="20" name="CuadroTexto 19">
                <a:extLst>
                  <a:ext uri="{FF2B5EF4-FFF2-40B4-BE49-F238E27FC236}">
                    <a16:creationId xmlns:a16="http://schemas.microsoft.com/office/drawing/2014/main" id="{6C360A2D-8726-43D5-A42E-16EFE1DBD67D}"/>
                  </a:ext>
                </a:extLst>
              </p:cNvPr>
              <p:cNvSpPr txBox="1"/>
              <p:nvPr/>
            </p:nvSpPr>
            <p:spPr>
              <a:xfrm>
                <a:off x="6446826" y="3645496"/>
                <a:ext cx="5789534" cy="2862322"/>
              </a:xfrm>
              <a:prstGeom prst="rect">
                <a:avLst/>
              </a:prstGeom>
              <a:noFill/>
            </p:spPr>
            <p:txBody>
              <a:bodyPr wrap="none" rtlCol="0">
                <a:spAutoFit/>
              </a:bodyPr>
              <a:lstStyle/>
              <a:p>
                <a14:m>
                  <m:oMath xmlns:m="http://schemas.openxmlformats.org/officeDocument/2006/math">
                    <m:sSup>
                      <m:sSupPr>
                        <m:ctrlPr>
                          <a:rPr lang="es-NI" i="1" smtClean="0">
                            <a:latin typeface="Cambria Math" panose="02040503050406030204" pitchFamily="18" charset="0"/>
                          </a:rPr>
                        </m:ctrlPr>
                      </m:sSupPr>
                      <m:e>
                        <m:r>
                          <a:rPr lang="es-NI" i="1">
                            <a:latin typeface="Cambria Math" panose="02040503050406030204" pitchFamily="18" charset="0"/>
                          </a:rPr>
                          <m:t>𝑃</m:t>
                        </m:r>
                      </m:e>
                      <m:sup>
                        <m:r>
                          <a:rPr lang="es-NI" b="0" i="1" smtClean="0">
                            <a:latin typeface="Cambria Math" panose="02040503050406030204" pitchFamily="18" charset="0"/>
                          </a:rPr>
                          <m:t>3</m:t>
                        </m:r>
                      </m:sup>
                    </m:sSup>
                  </m:oMath>
                </a14:m>
                <a:r>
                  <a:rPr lang="es-NI" dirty="0"/>
                  <a:t>(1,1) = </a:t>
                </a:r>
                <a:r>
                  <a:rPr lang="es-NI" dirty="0">
                    <a:solidFill>
                      <a:srgbClr val="0070C0"/>
                    </a:solidFill>
                  </a:rPr>
                  <a:t>( 0.67 * 0.8 )</a:t>
                </a:r>
                <a:r>
                  <a:rPr lang="es-NI" dirty="0"/>
                  <a:t> + </a:t>
                </a:r>
                <a:r>
                  <a:rPr lang="es-NI" dirty="0">
                    <a:solidFill>
                      <a:srgbClr val="92D050"/>
                    </a:solidFill>
                  </a:rPr>
                  <a:t>( 0.17 * 0.1 )</a:t>
                </a:r>
                <a:r>
                  <a:rPr lang="es-NI" dirty="0"/>
                  <a:t> + </a:t>
                </a:r>
                <a:r>
                  <a:rPr lang="es-NI" dirty="0">
                    <a:solidFill>
                      <a:srgbClr val="FF00FF"/>
                    </a:solidFill>
                  </a:rPr>
                  <a:t>( 0.16 * 0.2 ) </a:t>
                </a:r>
                <a:r>
                  <a:rPr lang="es-NI" dirty="0">
                    <a:solidFill>
                      <a:srgbClr val="FFFFFF"/>
                    </a:solidFill>
                  </a:rPr>
                  <a:t>= 0.585</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(1,2) = </a:t>
                </a:r>
                <a:r>
                  <a:rPr lang="es-NI" dirty="0">
                    <a:solidFill>
                      <a:srgbClr val="0070C0"/>
                    </a:solidFill>
                  </a:rPr>
                  <a:t>( 0.67 * 0.1 )</a:t>
                </a:r>
                <a:r>
                  <a:rPr lang="es-NI" dirty="0"/>
                  <a:t> + </a:t>
                </a:r>
                <a:r>
                  <a:rPr lang="es-NI" dirty="0">
                    <a:solidFill>
                      <a:srgbClr val="92D050"/>
                    </a:solidFill>
                  </a:rPr>
                  <a:t>( 0.17 * 0.7 )</a:t>
                </a:r>
                <a:r>
                  <a:rPr lang="es-NI" dirty="0"/>
                  <a:t> + </a:t>
                </a:r>
                <a:r>
                  <a:rPr lang="es-NI" dirty="0">
                    <a:solidFill>
                      <a:srgbClr val="FF00FF"/>
                    </a:solidFill>
                  </a:rPr>
                  <a:t>( 0.16 * 0.2 ) </a:t>
                </a:r>
                <a:r>
                  <a:rPr lang="es-NI" dirty="0">
                    <a:solidFill>
                      <a:srgbClr val="FFFFFF"/>
                    </a:solidFill>
                  </a:rPr>
                  <a:t>= 0.218</a:t>
                </a:r>
              </a:p>
              <a:p>
                <a:pPr/>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(1,3) = </a:t>
                </a:r>
                <a:r>
                  <a:rPr lang="es-NI" dirty="0">
                    <a:solidFill>
                      <a:srgbClr val="0070C0"/>
                    </a:solidFill>
                  </a:rPr>
                  <a:t>( 0.67 * 0.1 )</a:t>
                </a:r>
                <a:r>
                  <a:rPr lang="es-NI" dirty="0"/>
                  <a:t> + </a:t>
                </a:r>
                <a:r>
                  <a:rPr lang="es-NI" dirty="0">
                    <a:solidFill>
                      <a:srgbClr val="92D050"/>
                    </a:solidFill>
                  </a:rPr>
                  <a:t>( 0.17 * 0.2 )</a:t>
                </a:r>
                <a:r>
                  <a:rPr lang="es-NI" dirty="0"/>
                  <a:t> + </a:t>
                </a:r>
                <a:r>
                  <a:rPr lang="es-NI" dirty="0">
                    <a:solidFill>
                      <a:srgbClr val="FF00FF"/>
                    </a:solidFill>
                  </a:rPr>
                  <a:t>( 0.16 * 0.6 ) </a:t>
                </a:r>
                <a:r>
                  <a:rPr lang="es-NI" dirty="0">
                    <a:solidFill>
                      <a:srgbClr val="FFFFFF"/>
                    </a:solidFill>
                  </a:rPr>
                  <a:t>= 0.197</a:t>
                </a:r>
              </a:p>
              <a:p>
                <a:pPr/>
                <a:endParaRPr lang="es-NI" dirty="0">
                  <a:solidFill>
                    <a:srgbClr val="FFFFFF"/>
                  </a:solidFill>
                </a:endParaRPr>
              </a:p>
              <a:p>
                <a:pPr/>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(2,1) = </a:t>
                </a:r>
                <a:r>
                  <a:rPr lang="es-NI" dirty="0">
                    <a:solidFill>
                      <a:srgbClr val="0070C0"/>
                    </a:solidFill>
                  </a:rPr>
                  <a:t>( 0.19* 0.8 )</a:t>
                </a:r>
                <a:r>
                  <a:rPr lang="es-NI" dirty="0"/>
                  <a:t> + </a:t>
                </a:r>
                <a:r>
                  <a:rPr lang="es-NI" dirty="0">
                    <a:solidFill>
                      <a:srgbClr val="92D050"/>
                    </a:solidFill>
                  </a:rPr>
                  <a:t>( 0.54 * 0.1 )</a:t>
                </a:r>
                <a:r>
                  <a:rPr lang="es-NI" dirty="0"/>
                  <a:t> + </a:t>
                </a:r>
                <a:r>
                  <a:rPr lang="es-NI" dirty="0">
                    <a:solidFill>
                      <a:srgbClr val="FF00FF"/>
                    </a:solidFill>
                  </a:rPr>
                  <a:t>( 0.27 * 0.2 ) </a:t>
                </a:r>
                <a:r>
                  <a:rPr lang="es-NI" dirty="0">
                    <a:solidFill>
                      <a:srgbClr val="FFFFFF"/>
                    </a:solidFill>
                  </a:rPr>
                  <a:t>= 0.26</a:t>
                </a:r>
              </a:p>
              <a:p>
                <a:pPr/>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(2,2) = </a:t>
                </a:r>
                <a:r>
                  <a:rPr lang="es-NI" dirty="0">
                    <a:solidFill>
                      <a:srgbClr val="0070C0"/>
                    </a:solidFill>
                  </a:rPr>
                  <a:t>( 0.19* 0.1 )</a:t>
                </a:r>
                <a:r>
                  <a:rPr lang="es-NI" dirty="0"/>
                  <a:t> + </a:t>
                </a:r>
                <a:r>
                  <a:rPr lang="es-NI" dirty="0">
                    <a:solidFill>
                      <a:srgbClr val="92D050"/>
                    </a:solidFill>
                  </a:rPr>
                  <a:t>( 0.54 * 0.7 )</a:t>
                </a:r>
                <a:r>
                  <a:rPr lang="es-NI" dirty="0"/>
                  <a:t> + </a:t>
                </a:r>
                <a:r>
                  <a:rPr lang="es-NI" dirty="0">
                    <a:solidFill>
                      <a:srgbClr val="FF00FF"/>
                    </a:solidFill>
                  </a:rPr>
                  <a:t>( 0.27 * 0.2 ) </a:t>
                </a:r>
                <a:r>
                  <a:rPr lang="es-NI" dirty="0">
                    <a:solidFill>
                      <a:srgbClr val="FFFFFF"/>
                    </a:solidFill>
                  </a:rPr>
                  <a:t>= 0.451</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(2,3) = </a:t>
                </a:r>
                <a:r>
                  <a:rPr lang="es-NI" dirty="0">
                    <a:solidFill>
                      <a:srgbClr val="0070C0"/>
                    </a:solidFill>
                  </a:rPr>
                  <a:t>( 0.19* 0.1 )</a:t>
                </a:r>
                <a:r>
                  <a:rPr lang="es-NI" dirty="0"/>
                  <a:t> + </a:t>
                </a:r>
                <a:r>
                  <a:rPr lang="es-NI" dirty="0">
                    <a:solidFill>
                      <a:srgbClr val="92D050"/>
                    </a:solidFill>
                  </a:rPr>
                  <a:t>( 0.54 * 0.2 )</a:t>
                </a:r>
                <a:r>
                  <a:rPr lang="es-NI" dirty="0"/>
                  <a:t> + </a:t>
                </a:r>
                <a:r>
                  <a:rPr lang="es-NI" dirty="0">
                    <a:solidFill>
                      <a:srgbClr val="FF00FF"/>
                    </a:solidFill>
                  </a:rPr>
                  <a:t>( 0.27 * 0.6 ) </a:t>
                </a:r>
                <a:r>
                  <a:rPr lang="es-NI" dirty="0">
                    <a:solidFill>
                      <a:srgbClr val="FFFFFF"/>
                    </a:solidFill>
                  </a:rPr>
                  <a:t>= 0.289</a:t>
                </a:r>
              </a:p>
              <a:p>
                <a:pPr/>
                <a:endParaRPr lang="es-NI" dirty="0">
                  <a:solidFill>
                    <a:srgbClr val="FFFFFF"/>
                  </a:solidFill>
                </a:endParaRPr>
              </a:p>
              <a:p>
                <a:pPr/>
                <a14:m>
                  <m:oMath xmlns:m="http://schemas.openxmlformats.org/officeDocument/2006/math">
                    <m:sSup>
                      <m:sSupPr>
                        <m:ctrlPr>
                          <a:rPr lang="es-NI" i="1" smtClean="0">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(3,1) = </a:t>
                </a:r>
                <a:r>
                  <a:rPr lang="es-NI" dirty="0">
                    <a:solidFill>
                      <a:srgbClr val="0070C0"/>
                    </a:solidFill>
                  </a:rPr>
                  <a:t>( 0.3 * 0.8 )</a:t>
                </a:r>
                <a:r>
                  <a:rPr lang="es-NI" dirty="0"/>
                  <a:t> + </a:t>
                </a:r>
                <a:r>
                  <a:rPr lang="es-NI" dirty="0">
                    <a:solidFill>
                      <a:srgbClr val="92D050"/>
                    </a:solidFill>
                  </a:rPr>
                  <a:t>( 0.28 * 0.1 )</a:t>
                </a:r>
                <a:r>
                  <a:rPr lang="es-NI" dirty="0"/>
                  <a:t> + </a:t>
                </a:r>
                <a:r>
                  <a:rPr lang="es-NI" dirty="0">
                    <a:solidFill>
                      <a:srgbClr val="FF00FF"/>
                    </a:solidFill>
                  </a:rPr>
                  <a:t>( 0.42 * 0.2 ) </a:t>
                </a:r>
                <a:r>
                  <a:rPr lang="es-NI" dirty="0">
                    <a:solidFill>
                      <a:srgbClr val="FFFFFF"/>
                    </a:solidFill>
                  </a:rPr>
                  <a:t>= 0.352</a:t>
                </a:r>
              </a:p>
              <a:p>
                <a:pPr/>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(3,2) = </a:t>
                </a:r>
                <a:r>
                  <a:rPr lang="es-NI" dirty="0">
                    <a:solidFill>
                      <a:srgbClr val="0070C0"/>
                    </a:solidFill>
                  </a:rPr>
                  <a:t>( 0.3 * 0.1 )</a:t>
                </a:r>
                <a:r>
                  <a:rPr lang="es-NI" dirty="0"/>
                  <a:t> + </a:t>
                </a:r>
                <a:r>
                  <a:rPr lang="es-NI" dirty="0">
                    <a:solidFill>
                      <a:srgbClr val="92D050"/>
                    </a:solidFill>
                  </a:rPr>
                  <a:t>( 0.28 * 0.7 )</a:t>
                </a:r>
                <a:r>
                  <a:rPr lang="es-NI" dirty="0"/>
                  <a:t> + </a:t>
                </a:r>
                <a:r>
                  <a:rPr lang="es-NI" dirty="0">
                    <a:solidFill>
                      <a:srgbClr val="FF00FF"/>
                    </a:solidFill>
                  </a:rPr>
                  <a:t>( 0.42 * 0.2 ) </a:t>
                </a:r>
                <a:r>
                  <a:rPr lang="es-NI" dirty="0">
                    <a:solidFill>
                      <a:srgbClr val="FFFFFF"/>
                    </a:solidFill>
                  </a:rPr>
                  <a:t>= 0.31</a:t>
                </a:r>
              </a:p>
            </p:txBody>
          </p:sp>
        </mc:Choice>
        <mc:Fallback>
          <p:sp>
            <p:nvSpPr>
              <p:cNvPr id="20" name="CuadroTexto 19">
                <a:extLst>
                  <a:ext uri="{FF2B5EF4-FFF2-40B4-BE49-F238E27FC236}">
                    <a16:creationId xmlns:a16="http://schemas.microsoft.com/office/drawing/2014/main" id="{6C360A2D-8726-43D5-A42E-16EFE1DBD67D}"/>
                  </a:ext>
                </a:extLst>
              </p:cNvPr>
              <p:cNvSpPr txBox="1">
                <a:spLocks noRot="1" noChangeAspect="1" noMove="1" noResize="1" noEditPoints="1" noAdjustHandles="1" noChangeArrowheads="1" noChangeShapeType="1" noTextEdit="1"/>
              </p:cNvSpPr>
              <p:nvPr/>
            </p:nvSpPr>
            <p:spPr>
              <a:xfrm>
                <a:off x="6446826" y="3645496"/>
                <a:ext cx="5789534" cy="2862322"/>
              </a:xfrm>
              <a:prstGeom prst="rect">
                <a:avLst/>
              </a:prstGeom>
              <a:blipFill>
                <a:blip r:embed="rId2"/>
                <a:stretch>
                  <a:fillRect t="-1064" r="-105" b="-2340"/>
                </a:stretch>
              </a:blipFill>
            </p:spPr>
            <p:txBody>
              <a:bodyPr/>
              <a:lstStyle/>
              <a:p>
                <a:r>
                  <a:rPr lang="es-NI">
                    <a:noFill/>
                  </a:rPr>
                  <a:t> </a:t>
                </a:r>
              </a:p>
            </p:txBody>
          </p:sp>
        </mc:Fallback>
      </mc:AlternateContent>
      <p:cxnSp>
        <p:nvCxnSpPr>
          <p:cNvPr id="4" name="Conector recto 3">
            <a:extLst>
              <a:ext uri="{FF2B5EF4-FFF2-40B4-BE49-F238E27FC236}">
                <a16:creationId xmlns:a16="http://schemas.microsoft.com/office/drawing/2014/main" id="{9F162002-694F-4229-B66D-E49E5678CECC}"/>
              </a:ext>
            </a:extLst>
          </p:cNvPr>
          <p:cNvCxnSpPr/>
          <p:nvPr/>
        </p:nvCxnSpPr>
        <p:spPr>
          <a:xfrm>
            <a:off x="6096000" y="3429000"/>
            <a:ext cx="0" cy="3429000"/>
          </a:xfrm>
          <a:prstGeom prst="line">
            <a:avLst/>
          </a:prstGeom>
          <a:ln w="50800" cap="rnd" cmpd="thickThin">
            <a:solidFill>
              <a:schemeClr val="tx1"/>
            </a:solidFill>
            <a:prstDash val="solid"/>
            <a:bevel/>
          </a:ln>
        </p:spPr>
        <p:style>
          <a:lnRef idx="1">
            <a:schemeClr val="accent1"/>
          </a:lnRef>
          <a:fillRef idx="0">
            <a:schemeClr val="accent1"/>
          </a:fillRef>
          <a:effectRef idx="0">
            <a:schemeClr val="accent1"/>
          </a:effectRef>
          <a:fontRef idx="minor">
            <a:schemeClr val="tx1"/>
          </a:fontRef>
        </p:style>
      </p:cxnSp>
      <p:sp>
        <p:nvSpPr>
          <p:cNvPr id="22" name="Rectángulo 21">
            <a:extLst>
              <a:ext uri="{FF2B5EF4-FFF2-40B4-BE49-F238E27FC236}">
                <a16:creationId xmlns:a16="http://schemas.microsoft.com/office/drawing/2014/main" id="{DFD1B1A4-A117-4743-B851-5A877F644E49}"/>
              </a:ext>
            </a:extLst>
          </p:cNvPr>
          <p:cNvSpPr/>
          <p:nvPr/>
        </p:nvSpPr>
        <p:spPr>
          <a:xfrm>
            <a:off x="6427823" y="6129996"/>
            <a:ext cx="5684732" cy="33891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dirty="0"/>
          </a:p>
          <a:p>
            <a:pPr algn="ctr"/>
            <a:endParaRPr lang="es-NI" dirty="0"/>
          </a:p>
        </p:txBody>
      </p:sp>
      <mc:AlternateContent xmlns:mc="http://schemas.openxmlformats.org/markup-compatibility/2006">
        <mc:Choice xmlns:a14="http://schemas.microsoft.com/office/drawing/2010/main" Requires="a14">
          <p:sp>
            <p:nvSpPr>
              <p:cNvPr id="24" name="CuadroTexto 23">
                <a:extLst>
                  <a:ext uri="{FF2B5EF4-FFF2-40B4-BE49-F238E27FC236}">
                    <a16:creationId xmlns:a16="http://schemas.microsoft.com/office/drawing/2014/main" id="{27068FBE-DCE5-48FB-B6EE-0DB08510A5CE}"/>
                  </a:ext>
                </a:extLst>
              </p:cNvPr>
              <p:cNvSpPr txBox="1"/>
              <p:nvPr/>
            </p:nvSpPr>
            <p:spPr>
              <a:xfrm>
                <a:off x="214089" y="1742213"/>
                <a:ext cx="1237968" cy="707886"/>
              </a:xfrm>
              <a:prstGeom prst="rect">
                <a:avLst/>
              </a:prstGeom>
              <a:noFill/>
            </p:spPr>
            <p:txBody>
              <a:bodyPr wrap="none" rtlCol="0">
                <a:spAutoFit/>
              </a:bodyPr>
              <a:lstStyle/>
              <a:p>
                <a14:m>
                  <m:oMath xmlns:m="http://schemas.openxmlformats.org/officeDocument/2006/math">
                    <m:sSup>
                      <m:sSupPr>
                        <m:ctrlPr>
                          <a:rPr lang="es-NI" sz="4000" i="1" smtClean="0">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3</m:t>
                        </m:r>
                      </m:sup>
                    </m:sSup>
                  </m:oMath>
                </a14:m>
                <a:r>
                  <a:rPr lang="es-NI" sz="4000" dirty="0"/>
                  <a:t> = </a:t>
                </a:r>
              </a:p>
            </p:txBody>
          </p:sp>
        </mc:Choice>
        <mc:Fallback>
          <p:sp>
            <p:nvSpPr>
              <p:cNvPr id="24" name="CuadroTexto 23">
                <a:extLst>
                  <a:ext uri="{FF2B5EF4-FFF2-40B4-BE49-F238E27FC236}">
                    <a16:creationId xmlns:a16="http://schemas.microsoft.com/office/drawing/2014/main" id="{27068FBE-DCE5-48FB-B6EE-0DB08510A5CE}"/>
                  </a:ext>
                </a:extLst>
              </p:cNvPr>
              <p:cNvSpPr txBox="1">
                <a:spLocks noRot="1" noChangeAspect="1" noMove="1" noResize="1" noEditPoints="1" noAdjustHandles="1" noChangeArrowheads="1" noChangeShapeType="1" noTextEdit="1"/>
              </p:cNvSpPr>
              <p:nvPr/>
            </p:nvSpPr>
            <p:spPr>
              <a:xfrm>
                <a:off x="214089" y="1742213"/>
                <a:ext cx="1237968" cy="707886"/>
              </a:xfrm>
              <a:prstGeom prst="rect">
                <a:avLst/>
              </a:prstGeom>
              <a:blipFill>
                <a:blip r:embed="rId3"/>
                <a:stretch>
                  <a:fillRect t="-14655" r="-16749" b="-37069"/>
                </a:stretch>
              </a:blipFill>
            </p:spPr>
            <p:txBody>
              <a:bodyPr/>
              <a:lstStyle/>
              <a:p>
                <a:r>
                  <a:rPr lang="es-NI">
                    <a:noFill/>
                  </a:rPr>
                  <a:t> </a:t>
                </a:r>
              </a:p>
            </p:txBody>
          </p:sp>
        </mc:Fallback>
      </mc:AlternateContent>
      <p:sp>
        <p:nvSpPr>
          <p:cNvPr id="25" name="CuadroTexto 24">
            <a:extLst>
              <a:ext uri="{FF2B5EF4-FFF2-40B4-BE49-F238E27FC236}">
                <a16:creationId xmlns:a16="http://schemas.microsoft.com/office/drawing/2014/main" id="{5A684DEA-6813-4E2E-B18C-61ADA167FA32}"/>
              </a:ext>
            </a:extLst>
          </p:cNvPr>
          <p:cNvSpPr txBox="1"/>
          <p:nvPr/>
        </p:nvSpPr>
        <p:spPr>
          <a:xfrm>
            <a:off x="1473652" y="1178970"/>
            <a:ext cx="3603872" cy="1938992"/>
          </a:xfrm>
          <a:prstGeom prst="rect">
            <a:avLst/>
          </a:prstGeom>
          <a:noFill/>
        </p:spPr>
        <p:txBody>
          <a:bodyPr wrap="none" rtlCol="0">
            <a:spAutoFit/>
          </a:bodyPr>
          <a:lstStyle/>
          <a:p>
            <a:r>
              <a:rPr lang="es-NI" sz="4000" dirty="0"/>
              <a:t>0.67   0.17   0.16</a:t>
            </a:r>
          </a:p>
          <a:p>
            <a:r>
              <a:rPr lang="es-NI" sz="4000" dirty="0"/>
              <a:t>0.19   0.54   0.27</a:t>
            </a:r>
          </a:p>
          <a:p>
            <a:r>
              <a:rPr lang="es-NI" sz="4000" dirty="0">
                <a:solidFill>
                  <a:schemeClr val="accent5">
                    <a:lumMod val="75000"/>
                  </a:schemeClr>
                </a:solidFill>
              </a:rPr>
              <a:t>0.3</a:t>
            </a:r>
            <a:r>
              <a:rPr lang="es-NI" sz="4000" dirty="0"/>
              <a:t>     </a:t>
            </a:r>
            <a:r>
              <a:rPr lang="es-NI" sz="4000" dirty="0">
                <a:solidFill>
                  <a:srgbClr val="92D050"/>
                </a:solidFill>
              </a:rPr>
              <a:t>0.28</a:t>
            </a:r>
            <a:r>
              <a:rPr lang="es-NI" sz="4000" dirty="0"/>
              <a:t>   </a:t>
            </a:r>
            <a:r>
              <a:rPr lang="es-NI" sz="4000" dirty="0">
                <a:solidFill>
                  <a:srgbClr val="FF00FF"/>
                </a:solidFill>
              </a:rPr>
              <a:t>0.42</a:t>
            </a:r>
          </a:p>
        </p:txBody>
      </p:sp>
      <p:sp>
        <p:nvSpPr>
          <p:cNvPr id="26" name="Abrir corchete 25">
            <a:extLst>
              <a:ext uri="{FF2B5EF4-FFF2-40B4-BE49-F238E27FC236}">
                <a16:creationId xmlns:a16="http://schemas.microsoft.com/office/drawing/2014/main" id="{00603FFD-E417-4BBF-A5C1-84A1AD7E1F97}"/>
              </a:ext>
            </a:extLst>
          </p:cNvPr>
          <p:cNvSpPr/>
          <p:nvPr/>
        </p:nvSpPr>
        <p:spPr>
          <a:xfrm>
            <a:off x="1452056" y="1080494"/>
            <a:ext cx="226421" cy="2062103"/>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7" name="Cerrar corchete 26">
            <a:extLst>
              <a:ext uri="{FF2B5EF4-FFF2-40B4-BE49-F238E27FC236}">
                <a16:creationId xmlns:a16="http://schemas.microsoft.com/office/drawing/2014/main" id="{EEB0A40C-D8B7-4DB0-A86E-9DF371D747AB}"/>
              </a:ext>
            </a:extLst>
          </p:cNvPr>
          <p:cNvSpPr/>
          <p:nvPr/>
        </p:nvSpPr>
        <p:spPr>
          <a:xfrm>
            <a:off x="4913477" y="1080494"/>
            <a:ext cx="163156" cy="2062103"/>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8" name="CuadroTexto 27">
            <a:extLst>
              <a:ext uri="{FF2B5EF4-FFF2-40B4-BE49-F238E27FC236}">
                <a16:creationId xmlns:a16="http://schemas.microsoft.com/office/drawing/2014/main" id="{16FDCCA7-9866-4ECC-B875-B07254B09D4B}"/>
              </a:ext>
            </a:extLst>
          </p:cNvPr>
          <p:cNvSpPr txBox="1"/>
          <p:nvPr/>
        </p:nvSpPr>
        <p:spPr>
          <a:xfrm>
            <a:off x="5077524" y="589360"/>
            <a:ext cx="444352" cy="707886"/>
          </a:xfrm>
          <a:prstGeom prst="rect">
            <a:avLst/>
          </a:prstGeom>
          <a:noFill/>
        </p:spPr>
        <p:txBody>
          <a:bodyPr wrap="none" rtlCol="0">
            <a:spAutoFit/>
          </a:bodyPr>
          <a:lstStyle/>
          <a:p>
            <a:r>
              <a:rPr lang="es-NI" sz="4000" dirty="0">
                <a:solidFill>
                  <a:srgbClr val="FFFFFF"/>
                </a:solidFill>
              </a:rPr>
              <a:t>2</a:t>
            </a:r>
            <a:endParaRPr lang="es-NI" sz="4000" dirty="0"/>
          </a:p>
        </p:txBody>
      </p:sp>
      <mc:AlternateContent xmlns:mc="http://schemas.openxmlformats.org/markup-compatibility/2006">
        <mc:Choice xmlns:a14="http://schemas.microsoft.com/office/drawing/2010/main" Requires="a14">
          <p:sp>
            <p:nvSpPr>
              <p:cNvPr id="31" name="CuadroTexto 30">
                <a:extLst>
                  <a:ext uri="{FF2B5EF4-FFF2-40B4-BE49-F238E27FC236}">
                    <a16:creationId xmlns:a16="http://schemas.microsoft.com/office/drawing/2014/main" id="{EA180982-D28D-4651-AA3D-4B1C930A95F5}"/>
                  </a:ext>
                </a:extLst>
              </p:cNvPr>
              <p:cNvSpPr txBox="1"/>
              <p:nvPr/>
            </p:nvSpPr>
            <p:spPr>
              <a:xfrm>
                <a:off x="2543594" y="77803"/>
                <a:ext cx="7685053" cy="707886"/>
              </a:xfrm>
              <a:prstGeom prst="rect">
                <a:avLst/>
              </a:prstGeom>
              <a:noFill/>
            </p:spPr>
            <p:txBody>
              <a:bodyPr wrap="none" rtlCol="0">
                <a:spAutoFit/>
              </a:bodyPr>
              <a:lstStyle/>
              <a:p>
                <a:r>
                  <a:rPr lang="es-NI" sz="4000" dirty="0"/>
                  <a:t>Ahora debemos calcular </a:t>
                </a:r>
                <a14:m>
                  <m:oMath xmlns:m="http://schemas.openxmlformats.org/officeDocument/2006/math">
                    <m:sSup>
                      <m:sSupPr>
                        <m:ctrlPr>
                          <a:rPr lang="es-NI" sz="4000" i="1">
                            <a:latin typeface="Cambria Math" panose="02040503050406030204" pitchFamily="18" charset="0"/>
                          </a:rPr>
                        </m:ctrlPr>
                      </m:sSupPr>
                      <m:e>
                        <m:r>
                          <a:rPr lang="es-NI" sz="4000" i="1">
                            <a:latin typeface="Cambria Math" panose="02040503050406030204" pitchFamily="18" charset="0"/>
                          </a:rPr>
                          <m:t>𝑃</m:t>
                        </m:r>
                      </m:e>
                      <m:sup>
                        <m:r>
                          <a:rPr lang="es-NI" sz="4000" i="1">
                            <a:latin typeface="Cambria Math" panose="02040503050406030204" pitchFamily="18" charset="0"/>
                          </a:rPr>
                          <m:t>3</m:t>
                        </m:r>
                      </m:sup>
                    </m:sSup>
                  </m:oMath>
                </a14:m>
                <a:r>
                  <a:rPr lang="es-NI" sz="4000" dirty="0"/>
                  <a:t> = </a:t>
                </a:r>
                <a14:m>
                  <m:oMath xmlns:m="http://schemas.openxmlformats.org/officeDocument/2006/math">
                    <m:sSup>
                      <m:sSupPr>
                        <m:ctrlPr>
                          <a:rPr lang="es-NI" sz="4000" i="1">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2</m:t>
                        </m:r>
                      </m:sup>
                    </m:sSup>
                  </m:oMath>
                </a14:m>
                <a:r>
                  <a:rPr lang="es-NI" sz="4000" dirty="0"/>
                  <a:t> * P</a:t>
                </a:r>
              </a:p>
            </p:txBody>
          </p:sp>
        </mc:Choice>
        <mc:Fallback>
          <p:sp>
            <p:nvSpPr>
              <p:cNvPr id="31" name="CuadroTexto 30">
                <a:extLst>
                  <a:ext uri="{FF2B5EF4-FFF2-40B4-BE49-F238E27FC236}">
                    <a16:creationId xmlns:a16="http://schemas.microsoft.com/office/drawing/2014/main" id="{EA180982-D28D-4651-AA3D-4B1C930A95F5}"/>
                  </a:ext>
                </a:extLst>
              </p:cNvPr>
              <p:cNvSpPr txBox="1">
                <a:spLocks noRot="1" noChangeAspect="1" noMove="1" noResize="1" noEditPoints="1" noAdjustHandles="1" noChangeArrowheads="1" noChangeShapeType="1" noTextEdit="1"/>
              </p:cNvSpPr>
              <p:nvPr/>
            </p:nvSpPr>
            <p:spPr>
              <a:xfrm>
                <a:off x="2543594" y="77803"/>
                <a:ext cx="7685053" cy="707886"/>
              </a:xfrm>
              <a:prstGeom prst="rect">
                <a:avLst/>
              </a:prstGeom>
              <a:blipFill>
                <a:blip r:embed="rId4"/>
                <a:stretch>
                  <a:fillRect l="-2776" t="-14655" r="-1824" b="-37069"/>
                </a:stretch>
              </a:blipFill>
            </p:spPr>
            <p:txBody>
              <a:bodyPr/>
              <a:lstStyle/>
              <a:p>
                <a:r>
                  <a:rPr lang="es-NI">
                    <a:noFill/>
                  </a:rPr>
                  <a:t> </a:t>
                </a:r>
              </a:p>
            </p:txBody>
          </p:sp>
        </mc:Fallback>
      </mc:AlternateContent>
      <p:sp>
        <p:nvSpPr>
          <p:cNvPr id="32" name="CuadroTexto 31">
            <a:extLst>
              <a:ext uri="{FF2B5EF4-FFF2-40B4-BE49-F238E27FC236}">
                <a16:creationId xmlns:a16="http://schemas.microsoft.com/office/drawing/2014/main" id="{2563FABE-F80E-4BF4-B8A1-CF0BD4507363}"/>
              </a:ext>
            </a:extLst>
          </p:cNvPr>
          <p:cNvSpPr txBox="1"/>
          <p:nvPr/>
        </p:nvSpPr>
        <p:spPr>
          <a:xfrm>
            <a:off x="1549331" y="3995373"/>
            <a:ext cx="3555782" cy="1569660"/>
          </a:xfrm>
          <a:prstGeom prst="rect">
            <a:avLst/>
          </a:prstGeom>
          <a:noFill/>
        </p:spPr>
        <p:txBody>
          <a:bodyPr wrap="none" rtlCol="0">
            <a:spAutoFit/>
          </a:bodyPr>
          <a:lstStyle/>
          <a:p>
            <a:r>
              <a:rPr lang="es-NI" sz="3200" dirty="0"/>
              <a:t>0.585   0.218   0.197</a:t>
            </a:r>
          </a:p>
          <a:p>
            <a:r>
              <a:rPr lang="es-NI" sz="3200" dirty="0"/>
              <a:t>0.26     0.451   0.289</a:t>
            </a:r>
          </a:p>
          <a:p>
            <a:r>
              <a:rPr lang="es-NI" sz="3200" dirty="0"/>
              <a:t>0.352   0.31</a:t>
            </a:r>
          </a:p>
        </p:txBody>
      </p:sp>
      <p:sp>
        <p:nvSpPr>
          <p:cNvPr id="33" name="Abrir corchete 32">
            <a:extLst>
              <a:ext uri="{FF2B5EF4-FFF2-40B4-BE49-F238E27FC236}">
                <a16:creationId xmlns:a16="http://schemas.microsoft.com/office/drawing/2014/main" id="{07EE2C34-2562-4D2E-9A8E-9390684664A8}"/>
              </a:ext>
            </a:extLst>
          </p:cNvPr>
          <p:cNvSpPr/>
          <p:nvPr/>
        </p:nvSpPr>
        <p:spPr>
          <a:xfrm>
            <a:off x="1527736" y="3916353"/>
            <a:ext cx="150742" cy="186115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4" name="Cerrar corchete 33">
            <a:extLst>
              <a:ext uri="{FF2B5EF4-FFF2-40B4-BE49-F238E27FC236}">
                <a16:creationId xmlns:a16="http://schemas.microsoft.com/office/drawing/2014/main" id="{976278D6-82D6-4D68-B5EB-E8BDB57C74A8}"/>
              </a:ext>
            </a:extLst>
          </p:cNvPr>
          <p:cNvSpPr/>
          <p:nvPr/>
        </p:nvSpPr>
        <p:spPr>
          <a:xfrm>
            <a:off x="4989156" y="3916353"/>
            <a:ext cx="73422" cy="1762678"/>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5" name="CuadroTexto 34">
            <a:extLst>
              <a:ext uri="{FF2B5EF4-FFF2-40B4-BE49-F238E27FC236}">
                <a16:creationId xmlns:a16="http://schemas.microsoft.com/office/drawing/2014/main" id="{61298261-F5DA-4D7D-8445-C68B297B4794}"/>
              </a:ext>
            </a:extLst>
          </p:cNvPr>
          <p:cNvSpPr txBox="1"/>
          <p:nvPr/>
        </p:nvSpPr>
        <p:spPr>
          <a:xfrm>
            <a:off x="5153203" y="3425218"/>
            <a:ext cx="444352" cy="707886"/>
          </a:xfrm>
          <a:prstGeom prst="rect">
            <a:avLst/>
          </a:prstGeom>
          <a:noFill/>
        </p:spPr>
        <p:txBody>
          <a:bodyPr wrap="none" rtlCol="0">
            <a:spAutoFit/>
          </a:bodyPr>
          <a:lstStyle/>
          <a:p>
            <a:r>
              <a:rPr lang="es-NI" sz="4000" dirty="0">
                <a:solidFill>
                  <a:srgbClr val="FFFFFF"/>
                </a:solidFill>
              </a:rPr>
              <a:t>3</a:t>
            </a:r>
            <a:endParaRPr lang="es-NI" sz="4000" dirty="0"/>
          </a:p>
        </p:txBody>
      </p:sp>
      <p:sp>
        <p:nvSpPr>
          <p:cNvPr id="36" name="Rectángulo 35">
            <a:extLst>
              <a:ext uri="{FF2B5EF4-FFF2-40B4-BE49-F238E27FC236}">
                <a16:creationId xmlns:a16="http://schemas.microsoft.com/office/drawing/2014/main" id="{65B48E71-E493-4E35-8E40-74D361ACBBBA}"/>
              </a:ext>
            </a:extLst>
          </p:cNvPr>
          <p:cNvSpPr/>
          <p:nvPr/>
        </p:nvSpPr>
        <p:spPr>
          <a:xfrm>
            <a:off x="2755286" y="4986069"/>
            <a:ext cx="1016858" cy="53863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mc:Choice xmlns:a14="http://schemas.microsoft.com/office/drawing/2010/main" Requires="a14">
          <p:sp>
            <p:nvSpPr>
              <p:cNvPr id="37" name="CuadroTexto 36">
                <a:extLst>
                  <a:ext uri="{FF2B5EF4-FFF2-40B4-BE49-F238E27FC236}">
                    <a16:creationId xmlns:a16="http://schemas.microsoft.com/office/drawing/2014/main" id="{78524DFA-CF84-44CC-9304-29F292573032}"/>
                  </a:ext>
                </a:extLst>
              </p:cNvPr>
              <p:cNvSpPr txBox="1"/>
              <p:nvPr/>
            </p:nvSpPr>
            <p:spPr>
              <a:xfrm>
                <a:off x="325415" y="4453795"/>
                <a:ext cx="1237968" cy="707886"/>
              </a:xfrm>
              <a:prstGeom prst="rect">
                <a:avLst/>
              </a:prstGeom>
              <a:noFill/>
            </p:spPr>
            <p:txBody>
              <a:bodyPr wrap="none" rtlCol="0">
                <a:spAutoFit/>
              </a:bodyPr>
              <a:lstStyle/>
              <a:p>
                <a14:m>
                  <m:oMath xmlns:m="http://schemas.openxmlformats.org/officeDocument/2006/math">
                    <m:sSup>
                      <m:sSupPr>
                        <m:ctrlPr>
                          <a:rPr lang="es-NI" sz="4000" i="1" smtClean="0">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3</m:t>
                        </m:r>
                      </m:sup>
                    </m:sSup>
                  </m:oMath>
                </a14:m>
                <a:r>
                  <a:rPr lang="es-NI" sz="4000" dirty="0"/>
                  <a:t> = </a:t>
                </a:r>
              </a:p>
            </p:txBody>
          </p:sp>
        </mc:Choice>
        <mc:Fallback>
          <p:sp>
            <p:nvSpPr>
              <p:cNvPr id="37" name="CuadroTexto 36">
                <a:extLst>
                  <a:ext uri="{FF2B5EF4-FFF2-40B4-BE49-F238E27FC236}">
                    <a16:creationId xmlns:a16="http://schemas.microsoft.com/office/drawing/2014/main" id="{78524DFA-CF84-44CC-9304-29F292573032}"/>
                  </a:ext>
                </a:extLst>
              </p:cNvPr>
              <p:cNvSpPr txBox="1">
                <a:spLocks noRot="1" noChangeAspect="1" noMove="1" noResize="1" noEditPoints="1" noAdjustHandles="1" noChangeArrowheads="1" noChangeShapeType="1" noTextEdit="1"/>
              </p:cNvSpPr>
              <p:nvPr/>
            </p:nvSpPr>
            <p:spPr>
              <a:xfrm>
                <a:off x="325415" y="4453795"/>
                <a:ext cx="1237968" cy="707886"/>
              </a:xfrm>
              <a:prstGeom prst="rect">
                <a:avLst/>
              </a:prstGeom>
              <a:blipFill>
                <a:blip r:embed="rId5"/>
                <a:stretch>
                  <a:fillRect t="-14655" r="-16749" b="-37069"/>
                </a:stretch>
              </a:blipFill>
            </p:spPr>
            <p:txBody>
              <a:bodyPr/>
              <a:lstStyle/>
              <a:p>
                <a:r>
                  <a:rPr lang="es-NI">
                    <a:noFill/>
                  </a:rPr>
                  <a:t> </a:t>
                </a:r>
              </a:p>
            </p:txBody>
          </p:sp>
        </mc:Fallback>
      </mc:AlternateContent>
      <p:sp>
        <p:nvSpPr>
          <p:cNvPr id="23" name="Abrir corchete 22">
            <a:extLst>
              <a:ext uri="{FF2B5EF4-FFF2-40B4-BE49-F238E27FC236}">
                <a16:creationId xmlns:a16="http://schemas.microsoft.com/office/drawing/2014/main" id="{D42DCA26-D909-4C05-BF24-3070A9BCA31E}"/>
              </a:ext>
            </a:extLst>
          </p:cNvPr>
          <p:cNvSpPr/>
          <p:nvPr/>
        </p:nvSpPr>
        <p:spPr>
          <a:xfrm>
            <a:off x="6161283" y="1126660"/>
            <a:ext cx="224838" cy="2053828"/>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9" name="Cerrar corchete 28">
            <a:extLst>
              <a:ext uri="{FF2B5EF4-FFF2-40B4-BE49-F238E27FC236}">
                <a16:creationId xmlns:a16="http://schemas.microsoft.com/office/drawing/2014/main" id="{A39125F9-8AAC-4DAA-8323-D969189A0104}"/>
              </a:ext>
            </a:extLst>
          </p:cNvPr>
          <p:cNvSpPr/>
          <p:nvPr/>
        </p:nvSpPr>
        <p:spPr>
          <a:xfrm>
            <a:off x="9414452" y="1085764"/>
            <a:ext cx="134667" cy="209472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1" name="CuadroTexto 20">
            <a:extLst>
              <a:ext uri="{FF2B5EF4-FFF2-40B4-BE49-F238E27FC236}">
                <a16:creationId xmlns:a16="http://schemas.microsoft.com/office/drawing/2014/main" id="{8914B57C-BC1C-4777-BDD5-71D4719A49B3}"/>
              </a:ext>
            </a:extLst>
          </p:cNvPr>
          <p:cNvSpPr txBox="1"/>
          <p:nvPr/>
        </p:nvSpPr>
        <p:spPr>
          <a:xfrm>
            <a:off x="6387012" y="1126660"/>
            <a:ext cx="2824812" cy="1938992"/>
          </a:xfrm>
          <a:prstGeom prst="rect">
            <a:avLst/>
          </a:prstGeom>
          <a:noFill/>
        </p:spPr>
        <p:txBody>
          <a:bodyPr wrap="none" rtlCol="0">
            <a:spAutoFit/>
          </a:bodyPr>
          <a:lstStyle/>
          <a:p>
            <a:r>
              <a:rPr lang="es-NI" sz="4000" dirty="0"/>
              <a:t>0.8   </a:t>
            </a:r>
            <a:r>
              <a:rPr lang="es-NI" sz="4000" dirty="0">
                <a:solidFill>
                  <a:schemeClr val="accent1">
                    <a:lumMod val="75000"/>
                  </a:schemeClr>
                </a:solidFill>
              </a:rPr>
              <a:t>0.1</a:t>
            </a:r>
            <a:r>
              <a:rPr lang="es-NI" sz="4000" dirty="0"/>
              <a:t>   0.1</a:t>
            </a:r>
          </a:p>
          <a:p>
            <a:r>
              <a:rPr lang="es-NI" sz="4000" dirty="0"/>
              <a:t>0.1   </a:t>
            </a:r>
            <a:r>
              <a:rPr lang="es-NI" sz="4000" dirty="0">
                <a:solidFill>
                  <a:srgbClr val="92D050"/>
                </a:solidFill>
              </a:rPr>
              <a:t>0.7</a:t>
            </a:r>
            <a:r>
              <a:rPr lang="es-NI" sz="4000" dirty="0"/>
              <a:t>   0.2</a:t>
            </a:r>
          </a:p>
          <a:p>
            <a:r>
              <a:rPr lang="es-NI" sz="4000" dirty="0"/>
              <a:t>0.2   </a:t>
            </a:r>
            <a:r>
              <a:rPr lang="es-NI" sz="4000" dirty="0">
                <a:solidFill>
                  <a:srgbClr val="FF00FF"/>
                </a:solidFill>
              </a:rPr>
              <a:t>0.2</a:t>
            </a:r>
            <a:r>
              <a:rPr lang="es-NI" sz="4000" dirty="0">
                <a:solidFill>
                  <a:srgbClr val="FFFFFF"/>
                </a:solidFill>
              </a:rPr>
              <a:t>   0.6</a:t>
            </a:r>
            <a:endParaRPr lang="es-NI" sz="4000" dirty="0"/>
          </a:p>
        </p:txBody>
      </p:sp>
    </p:spTree>
    <p:extLst>
      <p:ext uri="{BB962C8B-B14F-4D97-AF65-F5344CB8AC3E}">
        <p14:creationId xmlns:p14="http://schemas.microsoft.com/office/powerpoint/2010/main" val="17133357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18557"/>
    </mc:Choice>
    <mc:Fallback xmlns="">
      <p:transition spd="slow" advTm="118557"/>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7" name="CuadroTexto 16">
            <a:extLst>
              <a:ext uri="{FF2B5EF4-FFF2-40B4-BE49-F238E27FC236}">
                <a16:creationId xmlns:a16="http://schemas.microsoft.com/office/drawing/2014/main" id="{CF14949B-C524-442D-B30C-B15B09E54B7B}"/>
              </a:ext>
            </a:extLst>
          </p:cNvPr>
          <p:cNvSpPr txBox="1"/>
          <p:nvPr/>
        </p:nvSpPr>
        <p:spPr>
          <a:xfrm>
            <a:off x="5460894" y="1936764"/>
            <a:ext cx="346800" cy="707886"/>
          </a:xfrm>
          <a:prstGeom prst="rect">
            <a:avLst/>
          </a:prstGeom>
          <a:noFill/>
        </p:spPr>
        <p:txBody>
          <a:bodyPr wrap="square" rtlCol="0">
            <a:spAutoFit/>
          </a:bodyPr>
          <a:lstStyle/>
          <a:p>
            <a:r>
              <a:rPr lang="es-NI" sz="4000" dirty="0">
                <a:solidFill>
                  <a:srgbClr val="FFFFFF"/>
                </a:solidFill>
              </a:rPr>
              <a:t>*</a:t>
            </a:r>
            <a:endParaRPr lang="es-NI" sz="4000" dirty="0"/>
          </a:p>
        </p:txBody>
      </p:sp>
      <mc:AlternateContent xmlns:mc="http://schemas.openxmlformats.org/markup-compatibility/2006">
        <mc:Choice xmlns:a14="http://schemas.microsoft.com/office/drawing/2010/main" Requires="a14">
          <p:sp>
            <p:nvSpPr>
              <p:cNvPr id="20" name="CuadroTexto 19">
                <a:extLst>
                  <a:ext uri="{FF2B5EF4-FFF2-40B4-BE49-F238E27FC236}">
                    <a16:creationId xmlns:a16="http://schemas.microsoft.com/office/drawing/2014/main" id="{6C360A2D-8726-43D5-A42E-16EFE1DBD67D}"/>
                  </a:ext>
                </a:extLst>
              </p:cNvPr>
              <p:cNvSpPr txBox="1"/>
              <p:nvPr/>
            </p:nvSpPr>
            <p:spPr>
              <a:xfrm>
                <a:off x="6446826" y="3645496"/>
                <a:ext cx="5789534" cy="3139321"/>
              </a:xfrm>
              <a:prstGeom prst="rect">
                <a:avLst/>
              </a:prstGeom>
              <a:noFill/>
            </p:spPr>
            <p:txBody>
              <a:bodyPr wrap="none" rtlCol="0">
                <a:spAutoFit/>
              </a:bodyPr>
              <a:lstStyle/>
              <a:p>
                <a14:m>
                  <m:oMath xmlns:m="http://schemas.openxmlformats.org/officeDocument/2006/math">
                    <m:sSup>
                      <m:sSupPr>
                        <m:ctrlPr>
                          <a:rPr lang="es-NI" i="1" smtClean="0">
                            <a:latin typeface="Cambria Math" panose="02040503050406030204" pitchFamily="18" charset="0"/>
                          </a:rPr>
                        </m:ctrlPr>
                      </m:sSupPr>
                      <m:e>
                        <m:r>
                          <a:rPr lang="es-NI" i="1">
                            <a:latin typeface="Cambria Math" panose="02040503050406030204" pitchFamily="18" charset="0"/>
                          </a:rPr>
                          <m:t>𝑃</m:t>
                        </m:r>
                      </m:e>
                      <m:sup>
                        <m:r>
                          <a:rPr lang="es-NI" b="0" i="1" smtClean="0">
                            <a:latin typeface="Cambria Math" panose="02040503050406030204" pitchFamily="18" charset="0"/>
                          </a:rPr>
                          <m:t>3</m:t>
                        </m:r>
                      </m:sup>
                    </m:sSup>
                  </m:oMath>
                </a14:m>
                <a:r>
                  <a:rPr lang="es-NI" dirty="0"/>
                  <a:t>(1,1) = </a:t>
                </a:r>
                <a:r>
                  <a:rPr lang="es-NI" dirty="0">
                    <a:solidFill>
                      <a:srgbClr val="0070C0"/>
                    </a:solidFill>
                  </a:rPr>
                  <a:t>( 0.67 * 0.8 )</a:t>
                </a:r>
                <a:r>
                  <a:rPr lang="es-NI" dirty="0"/>
                  <a:t> + </a:t>
                </a:r>
                <a:r>
                  <a:rPr lang="es-NI" dirty="0">
                    <a:solidFill>
                      <a:srgbClr val="92D050"/>
                    </a:solidFill>
                  </a:rPr>
                  <a:t>( 0.17 * 0.1 )</a:t>
                </a:r>
                <a:r>
                  <a:rPr lang="es-NI" dirty="0"/>
                  <a:t> + </a:t>
                </a:r>
                <a:r>
                  <a:rPr lang="es-NI" dirty="0">
                    <a:solidFill>
                      <a:srgbClr val="FF00FF"/>
                    </a:solidFill>
                  </a:rPr>
                  <a:t>( 0.16 * 0.2 ) </a:t>
                </a:r>
                <a:r>
                  <a:rPr lang="es-NI" dirty="0">
                    <a:solidFill>
                      <a:srgbClr val="FFFFFF"/>
                    </a:solidFill>
                  </a:rPr>
                  <a:t>= 0.585</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(1,2) = </a:t>
                </a:r>
                <a:r>
                  <a:rPr lang="es-NI" dirty="0">
                    <a:solidFill>
                      <a:srgbClr val="0070C0"/>
                    </a:solidFill>
                  </a:rPr>
                  <a:t>( 0.67 * 0.1 )</a:t>
                </a:r>
                <a:r>
                  <a:rPr lang="es-NI" dirty="0"/>
                  <a:t> + </a:t>
                </a:r>
                <a:r>
                  <a:rPr lang="es-NI" dirty="0">
                    <a:solidFill>
                      <a:srgbClr val="92D050"/>
                    </a:solidFill>
                  </a:rPr>
                  <a:t>( 0.17 * 0.7 )</a:t>
                </a:r>
                <a:r>
                  <a:rPr lang="es-NI" dirty="0"/>
                  <a:t> + </a:t>
                </a:r>
                <a:r>
                  <a:rPr lang="es-NI" dirty="0">
                    <a:solidFill>
                      <a:srgbClr val="FF00FF"/>
                    </a:solidFill>
                  </a:rPr>
                  <a:t>( 0.16 * 0.2 ) </a:t>
                </a:r>
                <a:r>
                  <a:rPr lang="es-NI" dirty="0">
                    <a:solidFill>
                      <a:srgbClr val="FFFFFF"/>
                    </a:solidFill>
                  </a:rPr>
                  <a:t>= 0.218</a:t>
                </a:r>
              </a:p>
              <a:p>
                <a:pPr/>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(1,3) = </a:t>
                </a:r>
                <a:r>
                  <a:rPr lang="es-NI" dirty="0">
                    <a:solidFill>
                      <a:srgbClr val="0070C0"/>
                    </a:solidFill>
                  </a:rPr>
                  <a:t>( 0.67 * 0.1 )</a:t>
                </a:r>
                <a:r>
                  <a:rPr lang="es-NI" dirty="0"/>
                  <a:t> + </a:t>
                </a:r>
                <a:r>
                  <a:rPr lang="es-NI" dirty="0">
                    <a:solidFill>
                      <a:srgbClr val="92D050"/>
                    </a:solidFill>
                  </a:rPr>
                  <a:t>( 0.17 * 0.2 )</a:t>
                </a:r>
                <a:r>
                  <a:rPr lang="es-NI" dirty="0"/>
                  <a:t> + </a:t>
                </a:r>
                <a:r>
                  <a:rPr lang="es-NI" dirty="0">
                    <a:solidFill>
                      <a:srgbClr val="FF00FF"/>
                    </a:solidFill>
                  </a:rPr>
                  <a:t>( 0.16 * 0.6 ) </a:t>
                </a:r>
                <a:r>
                  <a:rPr lang="es-NI" dirty="0">
                    <a:solidFill>
                      <a:srgbClr val="FFFFFF"/>
                    </a:solidFill>
                  </a:rPr>
                  <a:t>= 0.197</a:t>
                </a:r>
              </a:p>
              <a:p>
                <a:pPr/>
                <a:endParaRPr lang="es-NI" dirty="0">
                  <a:solidFill>
                    <a:srgbClr val="FFFFFF"/>
                  </a:solidFill>
                </a:endParaRPr>
              </a:p>
              <a:p>
                <a:pPr/>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(2,1) = </a:t>
                </a:r>
                <a:r>
                  <a:rPr lang="es-NI" dirty="0">
                    <a:solidFill>
                      <a:srgbClr val="0070C0"/>
                    </a:solidFill>
                  </a:rPr>
                  <a:t>( 0.19* 0.8 )</a:t>
                </a:r>
                <a:r>
                  <a:rPr lang="es-NI" dirty="0"/>
                  <a:t> + </a:t>
                </a:r>
                <a:r>
                  <a:rPr lang="es-NI" dirty="0">
                    <a:solidFill>
                      <a:srgbClr val="92D050"/>
                    </a:solidFill>
                  </a:rPr>
                  <a:t>( 0.54 * 0.1 )</a:t>
                </a:r>
                <a:r>
                  <a:rPr lang="es-NI" dirty="0"/>
                  <a:t> + </a:t>
                </a:r>
                <a:r>
                  <a:rPr lang="es-NI" dirty="0">
                    <a:solidFill>
                      <a:srgbClr val="FF00FF"/>
                    </a:solidFill>
                  </a:rPr>
                  <a:t>( 0.27 * 0.2 ) </a:t>
                </a:r>
                <a:r>
                  <a:rPr lang="es-NI" dirty="0">
                    <a:solidFill>
                      <a:srgbClr val="FFFFFF"/>
                    </a:solidFill>
                  </a:rPr>
                  <a:t>= 0.26</a:t>
                </a:r>
              </a:p>
              <a:p>
                <a:pPr/>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(2,2) = </a:t>
                </a:r>
                <a:r>
                  <a:rPr lang="es-NI" dirty="0">
                    <a:solidFill>
                      <a:srgbClr val="0070C0"/>
                    </a:solidFill>
                  </a:rPr>
                  <a:t>( 0.19* 0.1 )</a:t>
                </a:r>
                <a:r>
                  <a:rPr lang="es-NI" dirty="0"/>
                  <a:t> + </a:t>
                </a:r>
                <a:r>
                  <a:rPr lang="es-NI" dirty="0">
                    <a:solidFill>
                      <a:srgbClr val="92D050"/>
                    </a:solidFill>
                  </a:rPr>
                  <a:t>( 0.54 * 0.7 )</a:t>
                </a:r>
                <a:r>
                  <a:rPr lang="es-NI" dirty="0"/>
                  <a:t> + </a:t>
                </a:r>
                <a:r>
                  <a:rPr lang="es-NI" dirty="0">
                    <a:solidFill>
                      <a:srgbClr val="FF00FF"/>
                    </a:solidFill>
                  </a:rPr>
                  <a:t>( 0.27 * 0.2 ) </a:t>
                </a:r>
                <a:r>
                  <a:rPr lang="es-NI" dirty="0">
                    <a:solidFill>
                      <a:srgbClr val="FFFFFF"/>
                    </a:solidFill>
                  </a:rPr>
                  <a:t>= 0.451</a:t>
                </a:r>
              </a:p>
              <a:p>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(2,3) = </a:t>
                </a:r>
                <a:r>
                  <a:rPr lang="es-NI" dirty="0">
                    <a:solidFill>
                      <a:srgbClr val="0070C0"/>
                    </a:solidFill>
                  </a:rPr>
                  <a:t>( 0.19* 0.1 )</a:t>
                </a:r>
                <a:r>
                  <a:rPr lang="es-NI" dirty="0"/>
                  <a:t> + </a:t>
                </a:r>
                <a:r>
                  <a:rPr lang="es-NI" dirty="0">
                    <a:solidFill>
                      <a:srgbClr val="92D050"/>
                    </a:solidFill>
                  </a:rPr>
                  <a:t>( 0.54 * 0.2 )</a:t>
                </a:r>
                <a:r>
                  <a:rPr lang="es-NI" dirty="0"/>
                  <a:t> + </a:t>
                </a:r>
                <a:r>
                  <a:rPr lang="es-NI" dirty="0">
                    <a:solidFill>
                      <a:srgbClr val="FF00FF"/>
                    </a:solidFill>
                  </a:rPr>
                  <a:t>( 0.27 * 0.6 ) </a:t>
                </a:r>
                <a:r>
                  <a:rPr lang="es-NI" dirty="0">
                    <a:solidFill>
                      <a:srgbClr val="FFFFFF"/>
                    </a:solidFill>
                  </a:rPr>
                  <a:t>= 0.289</a:t>
                </a:r>
              </a:p>
              <a:p>
                <a:pPr/>
                <a:endParaRPr lang="es-NI" dirty="0">
                  <a:solidFill>
                    <a:srgbClr val="FFFFFF"/>
                  </a:solidFill>
                </a:endParaRPr>
              </a:p>
              <a:p>
                <a:pPr/>
                <a14:m>
                  <m:oMath xmlns:m="http://schemas.openxmlformats.org/officeDocument/2006/math">
                    <m:sSup>
                      <m:sSupPr>
                        <m:ctrlPr>
                          <a:rPr lang="es-NI" i="1" smtClean="0">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(3,1) = </a:t>
                </a:r>
                <a:r>
                  <a:rPr lang="es-NI" dirty="0">
                    <a:solidFill>
                      <a:srgbClr val="0070C0"/>
                    </a:solidFill>
                  </a:rPr>
                  <a:t>( 0.3 * 0.8 )</a:t>
                </a:r>
                <a:r>
                  <a:rPr lang="es-NI" dirty="0"/>
                  <a:t> + </a:t>
                </a:r>
                <a:r>
                  <a:rPr lang="es-NI" dirty="0">
                    <a:solidFill>
                      <a:srgbClr val="92D050"/>
                    </a:solidFill>
                  </a:rPr>
                  <a:t>( 0.28 * 0.1 )</a:t>
                </a:r>
                <a:r>
                  <a:rPr lang="es-NI" dirty="0"/>
                  <a:t> + </a:t>
                </a:r>
                <a:r>
                  <a:rPr lang="es-NI" dirty="0">
                    <a:solidFill>
                      <a:srgbClr val="FF00FF"/>
                    </a:solidFill>
                  </a:rPr>
                  <a:t>( 0.42 * 0.2 ) </a:t>
                </a:r>
                <a:r>
                  <a:rPr lang="es-NI" dirty="0">
                    <a:solidFill>
                      <a:srgbClr val="FFFFFF"/>
                    </a:solidFill>
                  </a:rPr>
                  <a:t>= 0.352</a:t>
                </a:r>
              </a:p>
              <a:p>
                <a:pPr/>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(3,2) = </a:t>
                </a:r>
                <a:r>
                  <a:rPr lang="es-NI" dirty="0">
                    <a:solidFill>
                      <a:srgbClr val="0070C0"/>
                    </a:solidFill>
                  </a:rPr>
                  <a:t>( 0.3 * 0.1 )</a:t>
                </a:r>
                <a:r>
                  <a:rPr lang="es-NI" dirty="0"/>
                  <a:t> + </a:t>
                </a:r>
                <a:r>
                  <a:rPr lang="es-NI" dirty="0">
                    <a:solidFill>
                      <a:srgbClr val="92D050"/>
                    </a:solidFill>
                  </a:rPr>
                  <a:t>( 0.28 * 0.7 )</a:t>
                </a:r>
                <a:r>
                  <a:rPr lang="es-NI" dirty="0"/>
                  <a:t> + </a:t>
                </a:r>
                <a:r>
                  <a:rPr lang="es-NI" dirty="0">
                    <a:solidFill>
                      <a:srgbClr val="FF00FF"/>
                    </a:solidFill>
                  </a:rPr>
                  <a:t>( 0.42 * 0.2 ) </a:t>
                </a:r>
                <a:r>
                  <a:rPr lang="es-NI" dirty="0">
                    <a:solidFill>
                      <a:srgbClr val="FFFFFF"/>
                    </a:solidFill>
                  </a:rPr>
                  <a:t>= 0.31</a:t>
                </a:r>
              </a:p>
              <a:p>
                <a:pPr/>
                <a14:m>
                  <m:oMath xmlns:m="http://schemas.openxmlformats.org/officeDocument/2006/math">
                    <m:sSup>
                      <m:sSupPr>
                        <m:ctrlPr>
                          <a:rPr lang="es-NI" i="1">
                            <a:latin typeface="Cambria Math" panose="02040503050406030204" pitchFamily="18" charset="0"/>
                          </a:rPr>
                        </m:ctrlPr>
                      </m:sSupPr>
                      <m:e>
                        <m:r>
                          <a:rPr lang="es-NI" i="1">
                            <a:latin typeface="Cambria Math" panose="02040503050406030204" pitchFamily="18" charset="0"/>
                          </a:rPr>
                          <m:t>𝑃</m:t>
                        </m:r>
                      </m:e>
                      <m:sup>
                        <m:r>
                          <a:rPr lang="es-NI" i="1">
                            <a:latin typeface="Cambria Math" panose="02040503050406030204" pitchFamily="18" charset="0"/>
                          </a:rPr>
                          <m:t>3</m:t>
                        </m:r>
                      </m:sup>
                    </m:sSup>
                  </m:oMath>
                </a14:m>
                <a:r>
                  <a:rPr lang="es-NI" dirty="0"/>
                  <a:t>(3,3) = </a:t>
                </a:r>
                <a:r>
                  <a:rPr lang="es-NI" dirty="0">
                    <a:solidFill>
                      <a:srgbClr val="0070C0"/>
                    </a:solidFill>
                  </a:rPr>
                  <a:t>( 0.3 * 0.1 )</a:t>
                </a:r>
                <a:r>
                  <a:rPr lang="es-NI" dirty="0"/>
                  <a:t> + </a:t>
                </a:r>
                <a:r>
                  <a:rPr lang="es-NI" dirty="0">
                    <a:solidFill>
                      <a:srgbClr val="92D050"/>
                    </a:solidFill>
                  </a:rPr>
                  <a:t>( 0.28 * 0.2 )</a:t>
                </a:r>
                <a:r>
                  <a:rPr lang="es-NI" dirty="0"/>
                  <a:t> + </a:t>
                </a:r>
                <a:r>
                  <a:rPr lang="es-NI" dirty="0">
                    <a:solidFill>
                      <a:srgbClr val="FF00FF"/>
                    </a:solidFill>
                  </a:rPr>
                  <a:t>( 0.42 * 0.6 ) </a:t>
                </a:r>
                <a:r>
                  <a:rPr lang="es-NI" dirty="0">
                    <a:solidFill>
                      <a:srgbClr val="FFFFFF"/>
                    </a:solidFill>
                  </a:rPr>
                  <a:t>= 0.338</a:t>
                </a:r>
              </a:p>
            </p:txBody>
          </p:sp>
        </mc:Choice>
        <mc:Fallback>
          <p:sp>
            <p:nvSpPr>
              <p:cNvPr id="20" name="CuadroTexto 19">
                <a:extLst>
                  <a:ext uri="{FF2B5EF4-FFF2-40B4-BE49-F238E27FC236}">
                    <a16:creationId xmlns:a16="http://schemas.microsoft.com/office/drawing/2014/main" id="{6C360A2D-8726-43D5-A42E-16EFE1DBD67D}"/>
                  </a:ext>
                </a:extLst>
              </p:cNvPr>
              <p:cNvSpPr txBox="1">
                <a:spLocks noRot="1" noChangeAspect="1" noMove="1" noResize="1" noEditPoints="1" noAdjustHandles="1" noChangeArrowheads="1" noChangeShapeType="1" noTextEdit="1"/>
              </p:cNvSpPr>
              <p:nvPr/>
            </p:nvSpPr>
            <p:spPr>
              <a:xfrm>
                <a:off x="6446826" y="3645496"/>
                <a:ext cx="5789534" cy="3139321"/>
              </a:xfrm>
              <a:prstGeom prst="rect">
                <a:avLst/>
              </a:prstGeom>
              <a:blipFill>
                <a:blip r:embed="rId2"/>
                <a:stretch>
                  <a:fillRect t="-971" r="-105" b="-2136"/>
                </a:stretch>
              </a:blipFill>
            </p:spPr>
            <p:txBody>
              <a:bodyPr/>
              <a:lstStyle/>
              <a:p>
                <a:r>
                  <a:rPr lang="es-NI">
                    <a:noFill/>
                  </a:rPr>
                  <a:t> </a:t>
                </a:r>
              </a:p>
            </p:txBody>
          </p:sp>
        </mc:Fallback>
      </mc:AlternateContent>
      <p:cxnSp>
        <p:nvCxnSpPr>
          <p:cNvPr id="4" name="Conector recto 3">
            <a:extLst>
              <a:ext uri="{FF2B5EF4-FFF2-40B4-BE49-F238E27FC236}">
                <a16:creationId xmlns:a16="http://schemas.microsoft.com/office/drawing/2014/main" id="{9F162002-694F-4229-B66D-E49E5678CECC}"/>
              </a:ext>
            </a:extLst>
          </p:cNvPr>
          <p:cNvCxnSpPr/>
          <p:nvPr/>
        </p:nvCxnSpPr>
        <p:spPr>
          <a:xfrm>
            <a:off x="6096000" y="3429000"/>
            <a:ext cx="0" cy="3429000"/>
          </a:xfrm>
          <a:prstGeom prst="line">
            <a:avLst/>
          </a:prstGeom>
          <a:ln w="50800" cap="rnd" cmpd="thickThin">
            <a:solidFill>
              <a:schemeClr val="tx1"/>
            </a:solidFill>
            <a:prstDash val="solid"/>
            <a:bevel/>
          </a:ln>
        </p:spPr>
        <p:style>
          <a:lnRef idx="1">
            <a:schemeClr val="accent1"/>
          </a:lnRef>
          <a:fillRef idx="0">
            <a:schemeClr val="accent1"/>
          </a:fillRef>
          <a:effectRef idx="0">
            <a:schemeClr val="accent1"/>
          </a:effectRef>
          <a:fontRef idx="minor">
            <a:schemeClr val="tx1"/>
          </a:fontRef>
        </p:style>
      </p:cxnSp>
      <p:sp>
        <p:nvSpPr>
          <p:cNvPr id="22" name="Rectángulo 21">
            <a:extLst>
              <a:ext uri="{FF2B5EF4-FFF2-40B4-BE49-F238E27FC236}">
                <a16:creationId xmlns:a16="http://schemas.microsoft.com/office/drawing/2014/main" id="{DFD1B1A4-A117-4743-B851-5A877F644E49}"/>
              </a:ext>
            </a:extLst>
          </p:cNvPr>
          <p:cNvSpPr/>
          <p:nvPr/>
        </p:nvSpPr>
        <p:spPr>
          <a:xfrm>
            <a:off x="6408368" y="6402375"/>
            <a:ext cx="5684732" cy="33891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dirty="0"/>
          </a:p>
          <a:p>
            <a:pPr algn="ctr"/>
            <a:endParaRPr lang="es-NI" dirty="0"/>
          </a:p>
        </p:txBody>
      </p:sp>
      <mc:AlternateContent xmlns:mc="http://schemas.openxmlformats.org/markup-compatibility/2006">
        <mc:Choice xmlns:a14="http://schemas.microsoft.com/office/drawing/2010/main" Requires="a14">
          <p:sp>
            <p:nvSpPr>
              <p:cNvPr id="24" name="CuadroTexto 23">
                <a:extLst>
                  <a:ext uri="{FF2B5EF4-FFF2-40B4-BE49-F238E27FC236}">
                    <a16:creationId xmlns:a16="http://schemas.microsoft.com/office/drawing/2014/main" id="{27068FBE-DCE5-48FB-B6EE-0DB08510A5CE}"/>
                  </a:ext>
                </a:extLst>
              </p:cNvPr>
              <p:cNvSpPr txBox="1"/>
              <p:nvPr/>
            </p:nvSpPr>
            <p:spPr>
              <a:xfrm>
                <a:off x="214089" y="1742213"/>
                <a:ext cx="1237968" cy="707886"/>
              </a:xfrm>
              <a:prstGeom prst="rect">
                <a:avLst/>
              </a:prstGeom>
              <a:noFill/>
            </p:spPr>
            <p:txBody>
              <a:bodyPr wrap="none" rtlCol="0">
                <a:spAutoFit/>
              </a:bodyPr>
              <a:lstStyle/>
              <a:p>
                <a14:m>
                  <m:oMath xmlns:m="http://schemas.openxmlformats.org/officeDocument/2006/math">
                    <m:sSup>
                      <m:sSupPr>
                        <m:ctrlPr>
                          <a:rPr lang="es-NI" sz="4000" i="1" smtClean="0">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3</m:t>
                        </m:r>
                      </m:sup>
                    </m:sSup>
                  </m:oMath>
                </a14:m>
                <a:r>
                  <a:rPr lang="es-NI" sz="4000" dirty="0"/>
                  <a:t> = </a:t>
                </a:r>
              </a:p>
            </p:txBody>
          </p:sp>
        </mc:Choice>
        <mc:Fallback>
          <p:sp>
            <p:nvSpPr>
              <p:cNvPr id="24" name="CuadroTexto 23">
                <a:extLst>
                  <a:ext uri="{FF2B5EF4-FFF2-40B4-BE49-F238E27FC236}">
                    <a16:creationId xmlns:a16="http://schemas.microsoft.com/office/drawing/2014/main" id="{27068FBE-DCE5-48FB-B6EE-0DB08510A5CE}"/>
                  </a:ext>
                </a:extLst>
              </p:cNvPr>
              <p:cNvSpPr txBox="1">
                <a:spLocks noRot="1" noChangeAspect="1" noMove="1" noResize="1" noEditPoints="1" noAdjustHandles="1" noChangeArrowheads="1" noChangeShapeType="1" noTextEdit="1"/>
              </p:cNvSpPr>
              <p:nvPr/>
            </p:nvSpPr>
            <p:spPr>
              <a:xfrm>
                <a:off x="214089" y="1742213"/>
                <a:ext cx="1237968" cy="707886"/>
              </a:xfrm>
              <a:prstGeom prst="rect">
                <a:avLst/>
              </a:prstGeom>
              <a:blipFill>
                <a:blip r:embed="rId3"/>
                <a:stretch>
                  <a:fillRect t="-14655" r="-16749" b="-37069"/>
                </a:stretch>
              </a:blipFill>
            </p:spPr>
            <p:txBody>
              <a:bodyPr/>
              <a:lstStyle/>
              <a:p>
                <a:r>
                  <a:rPr lang="es-NI">
                    <a:noFill/>
                  </a:rPr>
                  <a:t> </a:t>
                </a:r>
              </a:p>
            </p:txBody>
          </p:sp>
        </mc:Fallback>
      </mc:AlternateContent>
      <p:sp>
        <p:nvSpPr>
          <p:cNvPr id="25" name="CuadroTexto 24">
            <a:extLst>
              <a:ext uri="{FF2B5EF4-FFF2-40B4-BE49-F238E27FC236}">
                <a16:creationId xmlns:a16="http://schemas.microsoft.com/office/drawing/2014/main" id="{5A684DEA-6813-4E2E-B18C-61ADA167FA32}"/>
              </a:ext>
            </a:extLst>
          </p:cNvPr>
          <p:cNvSpPr txBox="1"/>
          <p:nvPr/>
        </p:nvSpPr>
        <p:spPr>
          <a:xfrm>
            <a:off x="1473652" y="1178970"/>
            <a:ext cx="3603872" cy="1938992"/>
          </a:xfrm>
          <a:prstGeom prst="rect">
            <a:avLst/>
          </a:prstGeom>
          <a:noFill/>
        </p:spPr>
        <p:txBody>
          <a:bodyPr wrap="none" rtlCol="0">
            <a:spAutoFit/>
          </a:bodyPr>
          <a:lstStyle/>
          <a:p>
            <a:r>
              <a:rPr lang="es-NI" sz="4000" dirty="0"/>
              <a:t>0.67   0.17   0.16</a:t>
            </a:r>
          </a:p>
          <a:p>
            <a:r>
              <a:rPr lang="es-NI" sz="4000" dirty="0"/>
              <a:t>0.19   0.54   0.27</a:t>
            </a:r>
          </a:p>
          <a:p>
            <a:r>
              <a:rPr lang="es-NI" sz="4000" dirty="0">
                <a:solidFill>
                  <a:schemeClr val="accent5">
                    <a:lumMod val="75000"/>
                  </a:schemeClr>
                </a:solidFill>
              </a:rPr>
              <a:t>0.3</a:t>
            </a:r>
            <a:r>
              <a:rPr lang="es-NI" sz="4000" dirty="0"/>
              <a:t>     </a:t>
            </a:r>
            <a:r>
              <a:rPr lang="es-NI" sz="4000" dirty="0">
                <a:solidFill>
                  <a:srgbClr val="92D050"/>
                </a:solidFill>
              </a:rPr>
              <a:t>0.28</a:t>
            </a:r>
            <a:r>
              <a:rPr lang="es-NI" sz="4000" dirty="0"/>
              <a:t>   </a:t>
            </a:r>
            <a:r>
              <a:rPr lang="es-NI" sz="4000" dirty="0">
                <a:solidFill>
                  <a:srgbClr val="FF00FF"/>
                </a:solidFill>
              </a:rPr>
              <a:t>0.42</a:t>
            </a:r>
          </a:p>
        </p:txBody>
      </p:sp>
      <p:sp>
        <p:nvSpPr>
          <p:cNvPr id="26" name="Abrir corchete 25">
            <a:extLst>
              <a:ext uri="{FF2B5EF4-FFF2-40B4-BE49-F238E27FC236}">
                <a16:creationId xmlns:a16="http://schemas.microsoft.com/office/drawing/2014/main" id="{00603FFD-E417-4BBF-A5C1-84A1AD7E1F97}"/>
              </a:ext>
            </a:extLst>
          </p:cNvPr>
          <p:cNvSpPr/>
          <p:nvPr/>
        </p:nvSpPr>
        <p:spPr>
          <a:xfrm>
            <a:off x="1452056" y="1080494"/>
            <a:ext cx="226421" cy="2062103"/>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7" name="Cerrar corchete 26">
            <a:extLst>
              <a:ext uri="{FF2B5EF4-FFF2-40B4-BE49-F238E27FC236}">
                <a16:creationId xmlns:a16="http://schemas.microsoft.com/office/drawing/2014/main" id="{EEB0A40C-D8B7-4DB0-A86E-9DF371D747AB}"/>
              </a:ext>
            </a:extLst>
          </p:cNvPr>
          <p:cNvSpPr/>
          <p:nvPr/>
        </p:nvSpPr>
        <p:spPr>
          <a:xfrm>
            <a:off x="4913477" y="1080494"/>
            <a:ext cx="163156" cy="2062103"/>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8" name="CuadroTexto 27">
            <a:extLst>
              <a:ext uri="{FF2B5EF4-FFF2-40B4-BE49-F238E27FC236}">
                <a16:creationId xmlns:a16="http://schemas.microsoft.com/office/drawing/2014/main" id="{16FDCCA7-9866-4ECC-B875-B07254B09D4B}"/>
              </a:ext>
            </a:extLst>
          </p:cNvPr>
          <p:cNvSpPr txBox="1"/>
          <p:nvPr/>
        </p:nvSpPr>
        <p:spPr>
          <a:xfrm>
            <a:off x="5077524" y="589360"/>
            <a:ext cx="444352" cy="707886"/>
          </a:xfrm>
          <a:prstGeom prst="rect">
            <a:avLst/>
          </a:prstGeom>
          <a:noFill/>
        </p:spPr>
        <p:txBody>
          <a:bodyPr wrap="none" rtlCol="0">
            <a:spAutoFit/>
          </a:bodyPr>
          <a:lstStyle/>
          <a:p>
            <a:r>
              <a:rPr lang="es-NI" sz="4000" dirty="0">
                <a:solidFill>
                  <a:srgbClr val="FFFFFF"/>
                </a:solidFill>
              </a:rPr>
              <a:t>2</a:t>
            </a:r>
            <a:endParaRPr lang="es-NI" sz="4000" dirty="0"/>
          </a:p>
        </p:txBody>
      </p:sp>
      <mc:AlternateContent xmlns:mc="http://schemas.openxmlformats.org/markup-compatibility/2006">
        <mc:Choice xmlns:a14="http://schemas.microsoft.com/office/drawing/2010/main" Requires="a14">
          <p:sp>
            <p:nvSpPr>
              <p:cNvPr id="31" name="CuadroTexto 30">
                <a:extLst>
                  <a:ext uri="{FF2B5EF4-FFF2-40B4-BE49-F238E27FC236}">
                    <a16:creationId xmlns:a16="http://schemas.microsoft.com/office/drawing/2014/main" id="{EA180982-D28D-4651-AA3D-4B1C930A95F5}"/>
                  </a:ext>
                </a:extLst>
              </p:cNvPr>
              <p:cNvSpPr txBox="1"/>
              <p:nvPr/>
            </p:nvSpPr>
            <p:spPr>
              <a:xfrm>
                <a:off x="2543594" y="77803"/>
                <a:ext cx="7685053" cy="707886"/>
              </a:xfrm>
              <a:prstGeom prst="rect">
                <a:avLst/>
              </a:prstGeom>
              <a:noFill/>
            </p:spPr>
            <p:txBody>
              <a:bodyPr wrap="none" rtlCol="0">
                <a:spAutoFit/>
              </a:bodyPr>
              <a:lstStyle/>
              <a:p>
                <a:r>
                  <a:rPr lang="es-NI" sz="4000" dirty="0"/>
                  <a:t>Ahora debemos calcular </a:t>
                </a:r>
                <a14:m>
                  <m:oMath xmlns:m="http://schemas.openxmlformats.org/officeDocument/2006/math">
                    <m:sSup>
                      <m:sSupPr>
                        <m:ctrlPr>
                          <a:rPr lang="es-NI" sz="4000" i="1">
                            <a:latin typeface="Cambria Math" panose="02040503050406030204" pitchFamily="18" charset="0"/>
                          </a:rPr>
                        </m:ctrlPr>
                      </m:sSupPr>
                      <m:e>
                        <m:r>
                          <a:rPr lang="es-NI" sz="4000" i="1">
                            <a:latin typeface="Cambria Math" panose="02040503050406030204" pitchFamily="18" charset="0"/>
                          </a:rPr>
                          <m:t>𝑃</m:t>
                        </m:r>
                      </m:e>
                      <m:sup>
                        <m:r>
                          <a:rPr lang="es-NI" sz="4000" i="1">
                            <a:latin typeface="Cambria Math" panose="02040503050406030204" pitchFamily="18" charset="0"/>
                          </a:rPr>
                          <m:t>3</m:t>
                        </m:r>
                      </m:sup>
                    </m:sSup>
                  </m:oMath>
                </a14:m>
                <a:r>
                  <a:rPr lang="es-NI" sz="4000" dirty="0"/>
                  <a:t> = </a:t>
                </a:r>
                <a14:m>
                  <m:oMath xmlns:m="http://schemas.openxmlformats.org/officeDocument/2006/math">
                    <m:sSup>
                      <m:sSupPr>
                        <m:ctrlPr>
                          <a:rPr lang="es-NI" sz="4000" i="1">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2</m:t>
                        </m:r>
                      </m:sup>
                    </m:sSup>
                  </m:oMath>
                </a14:m>
                <a:r>
                  <a:rPr lang="es-NI" sz="4000" dirty="0"/>
                  <a:t> * P</a:t>
                </a:r>
              </a:p>
            </p:txBody>
          </p:sp>
        </mc:Choice>
        <mc:Fallback>
          <p:sp>
            <p:nvSpPr>
              <p:cNvPr id="31" name="CuadroTexto 30">
                <a:extLst>
                  <a:ext uri="{FF2B5EF4-FFF2-40B4-BE49-F238E27FC236}">
                    <a16:creationId xmlns:a16="http://schemas.microsoft.com/office/drawing/2014/main" id="{EA180982-D28D-4651-AA3D-4B1C930A95F5}"/>
                  </a:ext>
                </a:extLst>
              </p:cNvPr>
              <p:cNvSpPr txBox="1">
                <a:spLocks noRot="1" noChangeAspect="1" noMove="1" noResize="1" noEditPoints="1" noAdjustHandles="1" noChangeArrowheads="1" noChangeShapeType="1" noTextEdit="1"/>
              </p:cNvSpPr>
              <p:nvPr/>
            </p:nvSpPr>
            <p:spPr>
              <a:xfrm>
                <a:off x="2543594" y="77803"/>
                <a:ext cx="7685053" cy="707886"/>
              </a:xfrm>
              <a:prstGeom prst="rect">
                <a:avLst/>
              </a:prstGeom>
              <a:blipFill>
                <a:blip r:embed="rId4"/>
                <a:stretch>
                  <a:fillRect l="-2776" t="-14655" r="-1824" b="-37069"/>
                </a:stretch>
              </a:blipFill>
            </p:spPr>
            <p:txBody>
              <a:bodyPr/>
              <a:lstStyle/>
              <a:p>
                <a:r>
                  <a:rPr lang="es-NI">
                    <a:noFill/>
                  </a:rPr>
                  <a:t> </a:t>
                </a:r>
              </a:p>
            </p:txBody>
          </p:sp>
        </mc:Fallback>
      </mc:AlternateContent>
      <p:sp>
        <p:nvSpPr>
          <p:cNvPr id="32" name="CuadroTexto 31">
            <a:extLst>
              <a:ext uri="{FF2B5EF4-FFF2-40B4-BE49-F238E27FC236}">
                <a16:creationId xmlns:a16="http://schemas.microsoft.com/office/drawing/2014/main" id="{2563FABE-F80E-4BF4-B8A1-CF0BD4507363}"/>
              </a:ext>
            </a:extLst>
          </p:cNvPr>
          <p:cNvSpPr txBox="1"/>
          <p:nvPr/>
        </p:nvSpPr>
        <p:spPr>
          <a:xfrm>
            <a:off x="1549331" y="3995373"/>
            <a:ext cx="3555782" cy="1569660"/>
          </a:xfrm>
          <a:prstGeom prst="rect">
            <a:avLst/>
          </a:prstGeom>
          <a:noFill/>
        </p:spPr>
        <p:txBody>
          <a:bodyPr wrap="none" rtlCol="0">
            <a:spAutoFit/>
          </a:bodyPr>
          <a:lstStyle/>
          <a:p>
            <a:r>
              <a:rPr lang="es-NI" sz="3200" dirty="0"/>
              <a:t>0.585   0.218   0.197</a:t>
            </a:r>
          </a:p>
          <a:p>
            <a:r>
              <a:rPr lang="es-NI" sz="3200" dirty="0"/>
              <a:t>0.26     0.451   0.289</a:t>
            </a:r>
          </a:p>
          <a:p>
            <a:r>
              <a:rPr lang="es-NI" sz="3200" dirty="0"/>
              <a:t>0.352   0.31     0.338</a:t>
            </a:r>
          </a:p>
        </p:txBody>
      </p:sp>
      <p:sp>
        <p:nvSpPr>
          <p:cNvPr id="33" name="Abrir corchete 32">
            <a:extLst>
              <a:ext uri="{FF2B5EF4-FFF2-40B4-BE49-F238E27FC236}">
                <a16:creationId xmlns:a16="http://schemas.microsoft.com/office/drawing/2014/main" id="{07EE2C34-2562-4D2E-9A8E-9390684664A8}"/>
              </a:ext>
            </a:extLst>
          </p:cNvPr>
          <p:cNvSpPr/>
          <p:nvPr/>
        </p:nvSpPr>
        <p:spPr>
          <a:xfrm>
            <a:off x="1527736" y="3916353"/>
            <a:ext cx="150742" cy="186115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4" name="Cerrar corchete 33">
            <a:extLst>
              <a:ext uri="{FF2B5EF4-FFF2-40B4-BE49-F238E27FC236}">
                <a16:creationId xmlns:a16="http://schemas.microsoft.com/office/drawing/2014/main" id="{976278D6-82D6-4D68-B5EB-E8BDB57C74A8}"/>
              </a:ext>
            </a:extLst>
          </p:cNvPr>
          <p:cNvSpPr/>
          <p:nvPr/>
        </p:nvSpPr>
        <p:spPr>
          <a:xfrm>
            <a:off x="4989156" y="3916353"/>
            <a:ext cx="73422" cy="1762678"/>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5" name="CuadroTexto 34">
            <a:extLst>
              <a:ext uri="{FF2B5EF4-FFF2-40B4-BE49-F238E27FC236}">
                <a16:creationId xmlns:a16="http://schemas.microsoft.com/office/drawing/2014/main" id="{61298261-F5DA-4D7D-8445-C68B297B4794}"/>
              </a:ext>
            </a:extLst>
          </p:cNvPr>
          <p:cNvSpPr txBox="1"/>
          <p:nvPr/>
        </p:nvSpPr>
        <p:spPr>
          <a:xfrm>
            <a:off x="5153203" y="3425218"/>
            <a:ext cx="444352" cy="707886"/>
          </a:xfrm>
          <a:prstGeom prst="rect">
            <a:avLst/>
          </a:prstGeom>
          <a:noFill/>
        </p:spPr>
        <p:txBody>
          <a:bodyPr wrap="none" rtlCol="0">
            <a:spAutoFit/>
          </a:bodyPr>
          <a:lstStyle/>
          <a:p>
            <a:r>
              <a:rPr lang="es-NI" sz="4000" dirty="0">
                <a:solidFill>
                  <a:srgbClr val="FFFFFF"/>
                </a:solidFill>
              </a:rPr>
              <a:t>3</a:t>
            </a:r>
            <a:endParaRPr lang="es-NI" sz="4000" dirty="0"/>
          </a:p>
        </p:txBody>
      </p:sp>
      <p:sp>
        <p:nvSpPr>
          <p:cNvPr id="36" name="Rectángulo 35">
            <a:extLst>
              <a:ext uri="{FF2B5EF4-FFF2-40B4-BE49-F238E27FC236}">
                <a16:creationId xmlns:a16="http://schemas.microsoft.com/office/drawing/2014/main" id="{65B48E71-E493-4E35-8E40-74D361ACBBBA}"/>
              </a:ext>
            </a:extLst>
          </p:cNvPr>
          <p:cNvSpPr/>
          <p:nvPr/>
        </p:nvSpPr>
        <p:spPr>
          <a:xfrm>
            <a:off x="4000427" y="4986069"/>
            <a:ext cx="1016858" cy="53863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mc:AlternateContent xmlns:mc="http://schemas.openxmlformats.org/markup-compatibility/2006">
        <mc:Choice xmlns:a14="http://schemas.microsoft.com/office/drawing/2010/main" Requires="a14">
          <p:sp>
            <p:nvSpPr>
              <p:cNvPr id="37" name="CuadroTexto 36">
                <a:extLst>
                  <a:ext uri="{FF2B5EF4-FFF2-40B4-BE49-F238E27FC236}">
                    <a16:creationId xmlns:a16="http://schemas.microsoft.com/office/drawing/2014/main" id="{78524DFA-CF84-44CC-9304-29F292573032}"/>
                  </a:ext>
                </a:extLst>
              </p:cNvPr>
              <p:cNvSpPr txBox="1"/>
              <p:nvPr/>
            </p:nvSpPr>
            <p:spPr>
              <a:xfrm>
                <a:off x="325415" y="4453795"/>
                <a:ext cx="1237968" cy="707886"/>
              </a:xfrm>
              <a:prstGeom prst="rect">
                <a:avLst/>
              </a:prstGeom>
              <a:noFill/>
            </p:spPr>
            <p:txBody>
              <a:bodyPr wrap="none" rtlCol="0">
                <a:spAutoFit/>
              </a:bodyPr>
              <a:lstStyle/>
              <a:p>
                <a14:m>
                  <m:oMath xmlns:m="http://schemas.openxmlformats.org/officeDocument/2006/math">
                    <m:sSup>
                      <m:sSupPr>
                        <m:ctrlPr>
                          <a:rPr lang="es-NI" sz="4000" i="1" smtClean="0">
                            <a:latin typeface="Cambria Math" panose="02040503050406030204" pitchFamily="18" charset="0"/>
                          </a:rPr>
                        </m:ctrlPr>
                      </m:sSupPr>
                      <m:e>
                        <m:r>
                          <a:rPr lang="es-NI" sz="4000" i="1">
                            <a:latin typeface="Cambria Math" panose="02040503050406030204" pitchFamily="18" charset="0"/>
                          </a:rPr>
                          <m:t>𝑃</m:t>
                        </m:r>
                      </m:e>
                      <m:sup>
                        <m:r>
                          <a:rPr lang="es-NI" sz="4000" b="0" i="1" smtClean="0">
                            <a:latin typeface="Cambria Math" panose="02040503050406030204" pitchFamily="18" charset="0"/>
                          </a:rPr>
                          <m:t>3</m:t>
                        </m:r>
                      </m:sup>
                    </m:sSup>
                  </m:oMath>
                </a14:m>
                <a:r>
                  <a:rPr lang="es-NI" sz="4000" dirty="0"/>
                  <a:t> = </a:t>
                </a:r>
              </a:p>
            </p:txBody>
          </p:sp>
        </mc:Choice>
        <mc:Fallback>
          <p:sp>
            <p:nvSpPr>
              <p:cNvPr id="37" name="CuadroTexto 36">
                <a:extLst>
                  <a:ext uri="{FF2B5EF4-FFF2-40B4-BE49-F238E27FC236}">
                    <a16:creationId xmlns:a16="http://schemas.microsoft.com/office/drawing/2014/main" id="{78524DFA-CF84-44CC-9304-29F292573032}"/>
                  </a:ext>
                </a:extLst>
              </p:cNvPr>
              <p:cNvSpPr txBox="1">
                <a:spLocks noRot="1" noChangeAspect="1" noMove="1" noResize="1" noEditPoints="1" noAdjustHandles="1" noChangeArrowheads="1" noChangeShapeType="1" noTextEdit="1"/>
              </p:cNvSpPr>
              <p:nvPr/>
            </p:nvSpPr>
            <p:spPr>
              <a:xfrm>
                <a:off x="325415" y="4453795"/>
                <a:ext cx="1237968" cy="707886"/>
              </a:xfrm>
              <a:prstGeom prst="rect">
                <a:avLst/>
              </a:prstGeom>
              <a:blipFill>
                <a:blip r:embed="rId5"/>
                <a:stretch>
                  <a:fillRect t="-14655" r="-16749" b="-37069"/>
                </a:stretch>
              </a:blipFill>
            </p:spPr>
            <p:txBody>
              <a:bodyPr/>
              <a:lstStyle/>
              <a:p>
                <a:r>
                  <a:rPr lang="es-NI">
                    <a:noFill/>
                  </a:rPr>
                  <a:t> </a:t>
                </a:r>
              </a:p>
            </p:txBody>
          </p:sp>
        </mc:Fallback>
      </mc:AlternateContent>
      <p:sp>
        <p:nvSpPr>
          <p:cNvPr id="23" name="Abrir corchete 22">
            <a:extLst>
              <a:ext uri="{FF2B5EF4-FFF2-40B4-BE49-F238E27FC236}">
                <a16:creationId xmlns:a16="http://schemas.microsoft.com/office/drawing/2014/main" id="{D42DCA26-D909-4C05-BF24-3070A9BCA31E}"/>
              </a:ext>
            </a:extLst>
          </p:cNvPr>
          <p:cNvSpPr/>
          <p:nvPr/>
        </p:nvSpPr>
        <p:spPr>
          <a:xfrm>
            <a:off x="6161283" y="1126660"/>
            <a:ext cx="224838" cy="2053828"/>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29" name="Cerrar corchete 28">
            <a:extLst>
              <a:ext uri="{FF2B5EF4-FFF2-40B4-BE49-F238E27FC236}">
                <a16:creationId xmlns:a16="http://schemas.microsoft.com/office/drawing/2014/main" id="{A39125F9-8AAC-4DAA-8323-D969189A0104}"/>
              </a:ext>
            </a:extLst>
          </p:cNvPr>
          <p:cNvSpPr/>
          <p:nvPr/>
        </p:nvSpPr>
        <p:spPr>
          <a:xfrm>
            <a:off x="9414452" y="1085764"/>
            <a:ext cx="134667" cy="2094724"/>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0" name="CuadroTexto 29">
            <a:extLst>
              <a:ext uri="{FF2B5EF4-FFF2-40B4-BE49-F238E27FC236}">
                <a16:creationId xmlns:a16="http://schemas.microsoft.com/office/drawing/2014/main" id="{287A316A-1D47-45CF-9169-E20947A2F9E2}"/>
              </a:ext>
            </a:extLst>
          </p:cNvPr>
          <p:cNvSpPr txBox="1"/>
          <p:nvPr/>
        </p:nvSpPr>
        <p:spPr>
          <a:xfrm>
            <a:off x="6387012" y="1126660"/>
            <a:ext cx="2824812" cy="1938992"/>
          </a:xfrm>
          <a:prstGeom prst="rect">
            <a:avLst/>
          </a:prstGeom>
          <a:noFill/>
        </p:spPr>
        <p:txBody>
          <a:bodyPr wrap="none" rtlCol="0">
            <a:spAutoFit/>
          </a:bodyPr>
          <a:lstStyle/>
          <a:p>
            <a:r>
              <a:rPr lang="es-NI" sz="4000" dirty="0"/>
              <a:t>0.8   0.1   </a:t>
            </a:r>
            <a:r>
              <a:rPr lang="es-NI" sz="4000" dirty="0">
                <a:solidFill>
                  <a:schemeClr val="accent1">
                    <a:lumMod val="75000"/>
                  </a:schemeClr>
                </a:solidFill>
              </a:rPr>
              <a:t>0.1</a:t>
            </a:r>
          </a:p>
          <a:p>
            <a:r>
              <a:rPr lang="es-NI" sz="4000" dirty="0"/>
              <a:t>0.1   0.7   </a:t>
            </a:r>
            <a:r>
              <a:rPr lang="es-NI" sz="4000" dirty="0">
                <a:solidFill>
                  <a:srgbClr val="92D050"/>
                </a:solidFill>
              </a:rPr>
              <a:t>0.2</a:t>
            </a:r>
          </a:p>
          <a:p>
            <a:r>
              <a:rPr lang="es-NI" sz="4000" dirty="0"/>
              <a:t>0.2   0.2   </a:t>
            </a:r>
            <a:r>
              <a:rPr lang="es-NI" sz="4000" dirty="0">
                <a:solidFill>
                  <a:srgbClr val="FF00FF"/>
                </a:solidFill>
              </a:rPr>
              <a:t>0.6</a:t>
            </a:r>
          </a:p>
        </p:txBody>
      </p:sp>
    </p:spTree>
    <p:extLst>
      <p:ext uri="{BB962C8B-B14F-4D97-AF65-F5344CB8AC3E}">
        <p14:creationId xmlns:p14="http://schemas.microsoft.com/office/powerpoint/2010/main" val="38533754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18557"/>
    </mc:Choice>
    <mc:Fallback xmlns="">
      <p:transition spd="slow" advTm="118557"/>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31" name="CuadroTexto 30">
            <a:extLst>
              <a:ext uri="{FF2B5EF4-FFF2-40B4-BE49-F238E27FC236}">
                <a16:creationId xmlns:a16="http://schemas.microsoft.com/office/drawing/2014/main" id="{EA180982-D28D-4651-AA3D-4B1C930A95F5}"/>
              </a:ext>
            </a:extLst>
          </p:cNvPr>
          <p:cNvSpPr txBox="1"/>
          <p:nvPr/>
        </p:nvSpPr>
        <p:spPr>
          <a:xfrm>
            <a:off x="748407" y="117971"/>
            <a:ext cx="4849148" cy="707886"/>
          </a:xfrm>
          <a:prstGeom prst="rect">
            <a:avLst/>
          </a:prstGeom>
          <a:noFill/>
        </p:spPr>
        <p:txBody>
          <a:bodyPr wrap="none" rtlCol="0">
            <a:spAutoFit/>
          </a:bodyPr>
          <a:lstStyle/>
          <a:p>
            <a:r>
              <a:rPr lang="es-NI" sz="4000" dirty="0"/>
              <a:t>Volviendo a la fórmula</a:t>
            </a:r>
          </a:p>
        </p:txBody>
      </p:sp>
      <p:sp>
        <p:nvSpPr>
          <p:cNvPr id="32" name="CuadroTexto 31">
            <a:extLst>
              <a:ext uri="{FF2B5EF4-FFF2-40B4-BE49-F238E27FC236}">
                <a16:creationId xmlns:a16="http://schemas.microsoft.com/office/drawing/2014/main" id="{2563FABE-F80E-4BF4-B8A1-CF0BD4507363}"/>
              </a:ext>
            </a:extLst>
          </p:cNvPr>
          <p:cNvSpPr txBox="1"/>
          <p:nvPr/>
        </p:nvSpPr>
        <p:spPr>
          <a:xfrm>
            <a:off x="6132513" y="3660575"/>
            <a:ext cx="3555782" cy="1569660"/>
          </a:xfrm>
          <a:prstGeom prst="rect">
            <a:avLst/>
          </a:prstGeom>
          <a:noFill/>
        </p:spPr>
        <p:txBody>
          <a:bodyPr wrap="none" rtlCol="0">
            <a:spAutoFit/>
          </a:bodyPr>
          <a:lstStyle/>
          <a:p>
            <a:r>
              <a:rPr lang="es-NI" sz="3200" dirty="0"/>
              <a:t>0.585   0.218   0.197</a:t>
            </a:r>
          </a:p>
          <a:p>
            <a:r>
              <a:rPr lang="es-NI" sz="3200" dirty="0"/>
              <a:t>0.26     0.451   0.289</a:t>
            </a:r>
          </a:p>
          <a:p>
            <a:r>
              <a:rPr lang="es-NI" sz="3200" dirty="0"/>
              <a:t>0.352   0.31     0.338</a:t>
            </a:r>
          </a:p>
        </p:txBody>
      </p:sp>
      <p:sp>
        <p:nvSpPr>
          <p:cNvPr id="33" name="Abrir corchete 32">
            <a:extLst>
              <a:ext uri="{FF2B5EF4-FFF2-40B4-BE49-F238E27FC236}">
                <a16:creationId xmlns:a16="http://schemas.microsoft.com/office/drawing/2014/main" id="{07EE2C34-2562-4D2E-9A8E-9390684664A8}"/>
              </a:ext>
            </a:extLst>
          </p:cNvPr>
          <p:cNvSpPr/>
          <p:nvPr/>
        </p:nvSpPr>
        <p:spPr>
          <a:xfrm>
            <a:off x="6110918" y="3581555"/>
            <a:ext cx="196772" cy="1762678"/>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4" name="Cerrar corchete 33">
            <a:extLst>
              <a:ext uri="{FF2B5EF4-FFF2-40B4-BE49-F238E27FC236}">
                <a16:creationId xmlns:a16="http://schemas.microsoft.com/office/drawing/2014/main" id="{976278D6-82D6-4D68-B5EB-E8BDB57C74A8}"/>
              </a:ext>
            </a:extLst>
          </p:cNvPr>
          <p:cNvSpPr/>
          <p:nvPr/>
        </p:nvSpPr>
        <p:spPr>
          <a:xfrm>
            <a:off x="9572338" y="3581555"/>
            <a:ext cx="73422" cy="1762678"/>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5" name="CuadroTexto 34">
            <a:extLst>
              <a:ext uri="{FF2B5EF4-FFF2-40B4-BE49-F238E27FC236}">
                <a16:creationId xmlns:a16="http://schemas.microsoft.com/office/drawing/2014/main" id="{61298261-F5DA-4D7D-8445-C68B297B4794}"/>
              </a:ext>
            </a:extLst>
          </p:cNvPr>
          <p:cNvSpPr txBox="1"/>
          <p:nvPr/>
        </p:nvSpPr>
        <p:spPr>
          <a:xfrm>
            <a:off x="9680454" y="3067062"/>
            <a:ext cx="393056" cy="584775"/>
          </a:xfrm>
          <a:prstGeom prst="rect">
            <a:avLst/>
          </a:prstGeom>
          <a:noFill/>
        </p:spPr>
        <p:txBody>
          <a:bodyPr wrap="none" rtlCol="0">
            <a:spAutoFit/>
          </a:bodyPr>
          <a:lstStyle/>
          <a:p>
            <a:r>
              <a:rPr lang="es-NI" sz="3200" dirty="0">
                <a:solidFill>
                  <a:srgbClr val="FFFFFF"/>
                </a:solidFill>
              </a:rPr>
              <a:t>3</a:t>
            </a:r>
            <a:endParaRPr lang="es-NI" sz="3200" dirty="0"/>
          </a:p>
        </p:txBody>
      </p:sp>
      <mc:AlternateContent xmlns:mc="http://schemas.openxmlformats.org/markup-compatibility/2006">
        <mc:Choice xmlns:a14="http://schemas.microsoft.com/office/drawing/2010/main" Requires="a14">
          <p:sp>
            <p:nvSpPr>
              <p:cNvPr id="21" name="CuadroTexto 20">
                <a:extLst>
                  <a:ext uri="{FF2B5EF4-FFF2-40B4-BE49-F238E27FC236}">
                    <a16:creationId xmlns:a16="http://schemas.microsoft.com/office/drawing/2014/main" id="{11ECE46A-D858-4739-8599-89671B5DDB19}"/>
                  </a:ext>
                </a:extLst>
              </p:cNvPr>
              <p:cNvSpPr txBox="1"/>
              <p:nvPr/>
            </p:nvSpPr>
            <p:spPr>
              <a:xfrm>
                <a:off x="893839" y="1025620"/>
                <a:ext cx="4375621" cy="923330"/>
              </a:xfrm>
              <a:prstGeom prst="rect">
                <a:avLst/>
              </a:prstGeom>
              <a:noFill/>
            </p:spPr>
            <p:txBody>
              <a:bodyPr wrap="none" rtlCol="0">
                <a:spAutoFit/>
              </a:bodyPr>
              <a:lstStyle/>
              <a:p>
                <a14:m>
                  <m:oMath xmlns:m="http://schemas.openxmlformats.org/officeDocument/2006/math">
                    <m:r>
                      <a:rPr lang="el-GR" sz="5400" i="1" smtClean="0">
                        <a:solidFill>
                          <a:srgbClr val="FFFFFF"/>
                        </a:solidFill>
                        <a:latin typeface="Cambria Math" panose="02040503050406030204" pitchFamily="18" charset="0"/>
                      </a:rPr>
                      <m:t>𝜋</m:t>
                    </m:r>
                  </m:oMath>
                </a14:m>
                <a:r>
                  <a:rPr lang="es-NI" sz="5400" dirty="0">
                    <a:solidFill>
                      <a:srgbClr val="FFFFFF"/>
                    </a:solidFill>
                  </a:rPr>
                  <a:t>(n) = </a:t>
                </a:r>
                <a14:m>
                  <m:oMath xmlns:m="http://schemas.openxmlformats.org/officeDocument/2006/math">
                    <m:r>
                      <a:rPr lang="el-GR" sz="5400" i="1">
                        <a:solidFill>
                          <a:srgbClr val="FFFFFF"/>
                        </a:solidFill>
                        <a:latin typeface="Cambria Math" panose="02040503050406030204" pitchFamily="18" charset="0"/>
                      </a:rPr>
                      <m:t>𝜋</m:t>
                    </m:r>
                  </m:oMath>
                </a14:m>
                <a:r>
                  <a:rPr lang="es-NI" sz="5400" dirty="0">
                    <a:solidFill>
                      <a:srgbClr val="FFFFFF"/>
                    </a:solidFill>
                  </a:rPr>
                  <a:t>(0) </a:t>
                </a:r>
                <a14:m>
                  <m:oMath xmlns:m="http://schemas.openxmlformats.org/officeDocument/2006/math">
                    <m:sSup>
                      <m:sSupPr>
                        <m:ctrlPr>
                          <a:rPr lang="es-NI" sz="5400" i="1" smtClean="0">
                            <a:solidFill>
                              <a:srgbClr val="FFFFFF"/>
                            </a:solidFill>
                            <a:latin typeface="Cambria Math" panose="02040503050406030204" pitchFamily="18" charset="0"/>
                          </a:rPr>
                        </m:ctrlPr>
                      </m:sSupPr>
                      <m:e>
                        <m:r>
                          <a:rPr lang="es-NI" sz="5400" b="0" i="1" smtClean="0">
                            <a:solidFill>
                              <a:srgbClr val="FFFFFF"/>
                            </a:solidFill>
                            <a:latin typeface="Cambria Math" panose="02040503050406030204" pitchFamily="18" charset="0"/>
                          </a:rPr>
                          <m:t>𝑃</m:t>
                        </m:r>
                      </m:e>
                      <m:sup>
                        <m:r>
                          <a:rPr lang="es-NI" sz="5400" b="0" i="1" smtClean="0">
                            <a:solidFill>
                              <a:srgbClr val="FFFFFF"/>
                            </a:solidFill>
                            <a:latin typeface="Cambria Math" panose="02040503050406030204" pitchFamily="18" charset="0"/>
                          </a:rPr>
                          <m:t>𝑛</m:t>
                        </m:r>
                      </m:sup>
                    </m:sSup>
                  </m:oMath>
                </a14:m>
                <a:endParaRPr lang="es-NI" sz="5400" dirty="0">
                  <a:solidFill>
                    <a:srgbClr val="FFFFFF"/>
                  </a:solidFill>
                </a:endParaRPr>
              </a:p>
            </p:txBody>
          </p:sp>
        </mc:Choice>
        <mc:Fallback>
          <p:sp>
            <p:nvSpPr>
              <p:cNvPr id="21" name="CuadroTexto 20">
                <a:extLst>
                  <a:ext uri="{FF2B5EF4-FFF2-40B4-BE49-F238E27FC236}">
                    <a16:creationId xmlns:a16="http://schemas.microsoft.com/office/drawing/2014/main" id="{11ECE46A-D858-4739-8599-89671B5DDB19}"/>
                  </a:ext>
                </a:extLst>
              </p:cNvPr>
              <p:cNvSpPr txBox="1">
                <a:spLocks noRot="1" noChangeAspect="1" noMove="1" noResize="1" noEditPoints="1" noAdjustHandles="1" noChangeArrowheads="1" noChangeShapeType="1" noTextEdit="1"/>
              </p:cNvSpPr>
              <p:nvPr/>
            </p:nvSpPr>
            <p:spPr>
              <a:xfrm>
                <a:off x="893839" y="1025620"/>
                <a:ext cx="4375621" cy="923330"/>
              </a:xfrm>
              <a:prstGeom prst="rect">
                <a:avLst/>
              </a:prstGeom>
              <a:blipFill>
                <a:blip r:embed="rId2"/>
                <a:stretch>
                  <a:fillRect t="-17763" b="-39474"/>
                </a:stretch>
              </a:blipFill>
            </p:spPr>
            <p:txBody>
              <a:bodyPr/>
              <a:lstStyle/>
              <a:p>
                <a:r>
                  <a:rPr lang="es-NI">
                    <a:noFill/>
                  </a:rPr>
                  <a:t> </a:t>
                </a:r>
              </a:p>
            </p:txBody>
          </p:sp>
        </mc:Fallback>
      </mc:AlternateContent>
      <mc:AlternateContent xmlns:mc="http://schemas.openxmlformats.org/markup-compatibility/2006">
        <mc:Choice xmlns:a14="http://schemas.microsoft.com/office/drawing/2010/main" Requires="a14">
          <p:sp>
            <p:nvSpPr>
              <p:cNvPr id="38" name="CuadroTexto 37">
                <a:extLst>
                  <a:ext uri="{FF2B5EF4-FFF2-40B4-BE49-F238E27FC236}">
                    <a16:creationId xmlns:a16="http://schemas.microsoft.com/office/drawing/2014/main" id="{79D4E395-AAD2-434A-8584-71DA9A10E149}"/>
                  </a:ext>
                </a:extLst>
              </p:cNvPr>
              <p:cNvSpPr txBox="1"/>
              <p:nvPr/>
            </p:nvSpPr>
            <p:spPr>
              <a:xfrm>
                <a:off x="2130527" y="4032105"/>
                <a:ext cx="3753785" cy="584775"/>
              </a:xfrm>
              <a:prstGeom prst="rect">
                <a:avLst/>
              </a:prstGeom>
              <a:noFill/>
            </p:spPr>
            <p:txBody>
              <a:bodyPr wrap="none" rtlCol="0">
                <a:spAutoFit/>
              </a:bodyPr>
              <a:lstStyle/>
              <a:p>
                <a14:m>
                  <m:oMath xmlns:m="http://schemas.openxmlformats.org/officeDocument/2006/math">
                    <m:r>
                      <a:rPr lang="el-GR" sz="3200" i="1">
                        <a:solidFill>
                          <a:srgbClr val="FFFFFF"/>
                        </a:solidFill>
                        <a:latin typeface="Cambria Math" panose="02040503050406030204" pitchFamily="18" charset="0"/>
                      </a:rPr>
                      <m:t>𝜋</m:t>
                    </m:r>
                  </m:oMath>
                </a14:m>
                <a:r>
                  <a:rPr lang="es-NI" sz="3200" dirty="0">
                    <a:solidFill>
                      <a:srgbClr val="FFFFFF"/>
                    </a:solidFill>
                  </a:rPr>
                  <a:t>(3) = [ 0.4   0.3   0.3]</a:t>
                </a:r>
                <a:endParaRPr lang="es-NI" sz="3200" dirty="0"/>
              </a:p>
            </p:txBody>
          </p:sp>
        </mc:Choice>
        <mc:Fallback>
          <p:sp>
            <p:nvSpPr>
              <p:cNvPr id="38" name="CuadroTexto 37">
                <a:extLst>
                  <a:ext uri="{FF2B5EF4-FFF2-40B4-BE49-F238E27FC236}">
                    <a16:creationId xmlns:a16="http://schemas.microsoft.com/office/drawing/2014/main" id="{79D4E395-AAD2-434A-8584-71DA9A10E149}"/>
                  </a:ext>
                </a:extLst>
              </p:cNvPr>
              <p:cNvSpPr txBox="1">
                <a:spLocks noRot="1" noChangeAspect="1" noMove="1" noResize="1" noEditPoints="1" noAdjustHandles="1" noChangeArrowheads="1" noChangeShapeType="1" noTextEdit="1"/>
              </p:cNvSpPr>
              <p:nvPr/>
            </p:nvSpPr>
            <p:spPr>
              <a:xfrm>
                <a:off x="2130527" y="4032105"/>
                <a:ext cx="3753785" cy="584775"/>
              </a:xfrm>
              <a:prstGeom prst="rect">
                <a:avLst/>
              </a:prstGeom>
              <a:blipFill>
                <a:blip r:embed="rId3"/>
                <a:stretch>
                  <a:fillRect t="-12500" r="-3409" b="-34375"/>
                </a:stretch>
              </a:blipFill>
            </p:spPr>
            <p:txBody>
              <a:bodyPr/>
              <a:lstStyle/>
              <a:p>
                <a:r>
                  <a:rPr lang="es-NI">
                    <a:noFill/>
                  </a:rPr>
                  <a:t> </a:t>
                </a:r>
              </a:p>
            </p:txBody>
          </p:sp>
        </mc:Fallback>
      </mc:AlternateContent>
      <p:sp>
        <p:nvSpPr>
          <p:cNvPr id="39" name="CuadroTexto 38">
            <a:extLst>
              <a:ext uri="{FF2B5EF4-FFF2-40B4-BE49-F238E27FC236}">
                <a16:creationId xmlns:a16="http://schemas.microsoft.com/office/drawing/2014/main" id="{1DE5AC6D-6E12-4394-81AB-C44F93107D55}"/>
              </a:ext>
            </a:extLst>
          </p:cNvPr>
          <p:cNvSpPr txBox="1"/>
          <p:nvPr/>
        </p:nvSpPr>
        <p:spPr>
          <a:xfrm>
            <a:off x="7652554" y="77820"/>
            <a:ext cx="3196359" cy="707886"/>
          </a:xfrm>
          <a:prstGeom prst="rect">
            <a:avLst/>
          </a:prstGeom>
          <a:noFill/>
        </p:spPr>
        <p:txBody>
          <a:bodyPr wrap="square" rtlCol="0">
            <a:spAutoFit/>
          </a:bodyPr>
          <a:lstStyle/>
          <a:p>
            <a:r>
              <a:rPr lang="es-NI" sz="4000" dirty="0"/>
              <a:t>Tenemos qué:</a:t>
            </a:r>
          </a:p>
        </p:txBody>
      </p:sp>
      <mc:AlternateContent xmlns:mc="http://schemas.openxmlformats.org/markup-compatibility/2006">
        <mc:Choice xmlns:a14="http://schemas.microsoft.com/office/drawing/2010/main" Requires="a14">
          <p:sp>
            <p:nvSpPr>
              <p:cNvPr id="40" name="CuadroTexto 39">
                <a:extLst>
                  <a:ext uri="{FF2B5EF4-FFF2-40B4-BE49-F238E27FC236}">
                    <a16:creationId xmlns:a16="http://schemas.microsoft.com/office/drawing/2014/main" id="{CF7C4334-3B36-447C-82E8-322BC931C327}"/>
                  </a:ext>
                </a:extLst>
              </p:cNvPr>
              <p:cNvSpPr txBox="1"/>
              <p:nvPr/>
            </p:nvSpPr>
            <p:spPr>
              <a:xfrm>
                <a:off x="6812920" y="956696"/>
                <a:ext cx="4160178" cy="923330"/>
              </a:xfrm>
              <a:prstGeom prst="rect">
                <a:avLst/>
              </a:prstGeom>
              <a:noFill/>
            </p:spPr>
            <p:txBody>
              <a:bodyPr wrap="none" rtlCol="0">
                <a:spAutoFit/>
              </a:bodyPr>
              <a:lstStyle/>
              <a:p>
                <a14:m>
                  <m:oMath xmlns:m="http://schemas.openxmlformats.org/officeDocument/2006/math">
                    <m:r>
                      <a:rPr lang="el-GR" sz="5400" i="1" smtClean="0">
                        <a:solidFill>
                          <a:srgbClr val="FFFFFF"/>
                        </a:solidFill>
                        <a:latin typeface="Cambria Math" panose="02040503050406030204" pitchFamily="18" charset="0"/>
                      </a:rPr>
                      <m:t>𝜋</m:t>
                    </m:r>
                  </m:oMath>
                </a14:m>
                <a:r>
                  <a:rPr lang="es-NI" sz="5400" dirty="0">
                    <a:solidFill>
                      <a:srgbClr val="FFFFFF"/>
                    </a:solidFill>
                  </a:rPr>
                  <a:t>(3) = </a:t>
                </a:r>
                <a14:m>
                  <m:oMath xmlns:m="http://schemas.openxmlformats.org/officeDocument/2006/math">
                    <m:r>
                      <a:rPr lang="el-GR" sz="5400" i="1">
                        <a:solidFill>
                          <a:srgbClr val="FFFFFF"/>
                        </a:solidFill>
                        <a:latin typeface="Cambria Math" panose="02040503050406030204" pitchFamily="18" charset="0"/>
                      </a:rPr>
                      <m:t>𝜋</m:t>
                    </m:r>
                  </m:oMath>
                </a14:m>
                <a:r>
                  <a:rPr lang="es-NI" sz="5400" dirty="0">
                    <a:solidFill>
                      <a:srgbClr val="FFFFFF"/>
                    </a:solidFill>
                  </a:rPr>
                  <a:t>(0) </a:t>
                </a:r>
                <a14:m>
                  <m:oMath xmlns:m="http://schemas.openxmlformats.org/officeDocument/2006/math">
                    <m:sSup>
                      <m:sSupPr>
                        <m:ctrlPr>
                          <a:rPr lang="es-NI" sz="5400" i="1" smtClean="0">
                            <a:solidFill>
                              <a:srgbClr val="FFFFFF"/>
                            </a:solidFill>
                            <a:latin typeface="Cambria Math" panose="02040503050406030204" pitchFamily="18" charset="0"/>
                          </a:rPr>
                        </m:ctrlPr>
                      </m:sSupPr>
                      <m:e>
                        <m:r>
                          <a:rPr lang="es-NI" sz="5400" b="0" i="1" smtClean="0">
                            <a:solidFill>
                              <a:srgbClr val="FFFFFF"/>
                            </a:solidFill>
                            <a:latin typeface="Cambria Math" panose="02040503050406030204" pitchFamily="18" charset="0"/>
                          </a:rPr>
                          <m:t>𝑃</m:t>
                        </m:r>
                      </m:e>
                      <m:sup>
                        <m:r>
                          <a:rPr lang="es-NI" sz="5400" b="0" i="1" smtClean="0">
                            <a:solidFill>
                              <a:srgbClr val="FFFFFF"/>
                            </a:solidFill>
                            <a:latin typeface="Cambria Math" panose="02040503050406030204" pitchFamily="18" charset="0"/>
                          </a:rPr>
                          <m:t>3</m:t>
                        </m:r>
                      </m:sup>
                    </m:sSup>
                  </m:oMath>
                </a14:m>
                <a:endParaRPr lang="es-NI" sz="5400" dirty="0">
                  <a:solidFill>
                    <a:srgbClr val="FFFFFF"/>
                  </a:solidFill>
                </a:endParaRPr>
              </a:p>
            </p:txBody>
          </p:sp>
        </mc:Choice>
        <mc:Fallback>
          <p:sp>
            <p:nvSpPr>
              <p:cNvPr id="40" name="CuadroTexto 39">
                <a:extLst>
                  <a:ext uri="{FF2B5EF4-FFF2-40B4-BE49-F238E27FC236}">
                    <a16:creationId xmlns:a16="http://schemas.microsoft.com/office/drawing/2014/main" id="{CF7C4334-3B36-447C-82E8-322BC931C327}"/>
                  </a:ext>
                </a:extLst>
              </p:cNvPr>
              <p:cNvSpPr txBox="1">
                <a:spLocks noRot="1" noChangeAspect="1" noMove="1" noResize="1" noEditPoints="1" noAdjustHandles="1" noChangeArrowheads="1" noChangeShapeType="1" noTextEdit="1"/>
              </p:cNvSpPr>
              <p:nvPr/>
            </p:nvSpPr>
            <p:spPr>
              <a:xfrm>
                <a:off x="6812920" y="956696"/>
                <a:ext cx="4160178" cy="923330"/>
              </a:xfrm>
              <a:prstGeom prst="rect">
                <a:avLst/>
              </a:prstGeom>
              <a:blipFill>
                <a:blip r:embed="rId4"/>
                <a:stretch>
                  <a:fillRect t="-17881" b="-40397"/>
                </a:stretch>
              </a:blipFill>
            </p:spPr>
            <p:txBody>
              <a:bodyPr/>
              <a:lstStyle/>
              <a:p>
                <a:r>
                  <a:rPr lang="es-NI">
                    <a:noFill/>
                  </a:rPr>
                  <a:t> </a:t>
                </a:r>
              </a:p>
            </p:txBody>
          </p:sp>
        </mc:Fallback>
      </mc:AlternateContent>
      <mc:AlternateContent xmlns:mc="http://schemas.openxmlformats.org/markup-compatibility/2006">
        <mc:Choice xmlns:a14="http://schemas.microsoft.com/office/drawing/2010/main" Requires="a14">
          <p:sp>
            <p:nvSpPr>
              <p:cNvPr id="41" name="CuadroTexto 40">
                <a:extLst>
                  <a:ext uri="{FF2B5EF4-FFF2-40B4-BE49-F238E27FC236}">
                    <a16:creationId xmlns:a16="http://schemas.microsoft.com/office/drawing/2014/main" id="{459C66EA-6186-42DC-A639-19542CD1D5B9}"/>
                  </a:ext>
                </a:extLst>
              </p:cNvPr>
              <p:cNvSpPr txBox="1"/>
              <p:nvPr/>
            </p:nvSpPr>
            <p:spPr>
              <a:xfrm>
                <a:off x="1302771" y="2359176"/>
                <a:ext cx="10211193" cy="707886"/>
              </a:xfrm>
              <a:prstGeom prst="rect">
                <a:avLst/>
              </a:prstGeom>
              <a:noFill/>
            </p:spPr>
            <p:txBody>
              <a:bodyPr wrap="none" rtlCol="0">
                <a:spAutoFit/>
              </a:bodyPr>
              <a:lstStyle/>
              <a:p>
                <a:r>
                  <a:rPr lang="es-NI" sz="4000" dirty="0"/>
                  <a:t>Habiendo calculado </a:t>
                </a:r>
                <a14:m>
                  <m:oMath xmlns:m="http://schemas.openxmlformats.org/officeDocument/2006/math">
                    <m:sSup>
                      <m:sSupPr>
                        <m:ctrlPr>
                          <a:rPr lang="es-NI" sz="4000" i="1">
                            <a:latin typeface="Cambria Math" panose="02040503050406030204" pitchFamily="18" charset="0"/>
                          </a:rPr>
                        </m:ctrlPr>
                      </m:sSupPr>
                      <m:e>
                        <m:r>
                          <a:rPr lang="es-NI" sz="4000" i="1">
                            <a:latin typeface="Cambria Math" panose="02040503050406030204" pitchFamily="18" charset="0"/>
                          </a:rPr>
                          <m:t>𝑃</m:t>
                        </m:r>
                      </m:e>
                      <m:sup>
                        <m:r>
                          <a:rPr lang="es-NI" sz="4000" i="1">
                            <a:latin typeface="Cambria Math" panose="02040503050406030204" pitchFamily="18" charset="0"/>
                          </a:rPr>
                          <m:t>3</m:t>
                        </m:r>
                      </m:sup>
                    </m:sSup>
                  </m:oMath>
                </a14:m>
                <a:r>
                  <a:rPr lang="es-NI" sz="4000" dirty="0"/>
                  <a:t> sustituimos y nos queda:</a:t>
                </a:r>
              </a:p>
            </p:txBody>
          </p:sp>
        </mc:Choice>
        <mc:Fallback>
          <p:sp>
            <p:nvSpPr>
              <p:cNvPr id="41" name="CuadroTexto 40">
                <a:extLst>
                  <a:ext uri="{FF2B5EF4-FFF2-40B4-BE49-F238E27FC236}">
                    <a16:creationId xmlns:a16="http://schemas.microsoft.com/office/drawing/2014/main" id="{459C66EA-6186-42DC-A639-19542CD1D5B9}"/>
                  </a:ext>
                </a:extLst>
              </p:cNvPr>
              <p:cNvSpPr txBox="1">
                <a:spLocks noRot="1" noChangeAspect="1" noMove="1" noResize="1" noEditPoints="1" noAdjustHandles="1" noChangeArrowheads="1" noChangeShapeType="1" noTextEdit="1"/>
              </p:cNvSpPr>
              <p:nvPr/>
            </p:nvSpPr>
            <p:spPr>
              <a:xfrm>
                <a:off x="1302771" y="2359176"/>
                <a:ext cx="10211193" cy="707886"/>
              </a:xfrm>
              <a:prstGeom prst="rect">
                <a:avLst/>
              </a:prstGeom>
              <a:blipFill>
                <a:blip r:embed="rId5"/>
                <a:stretch>
                  <a:fillRect l="-2149" t="-14655" r="-1313" b="-37069"/>
                </a:stretch>
              </a:blipFill>
            </p:spPr>
            <p:txBody>
              <a:bodyPr/>
              <a:lstStyle/>
              <a:p>
                <a:r>
                  <a:rPr lang="es-NI">
                    <a:noFill/>
                  </a:rPr>
                  <a:t> </a:t>
                </a:r>
              </a:p>
            </p:txBody>
          </p:sp>
        </mc:Fallback>
      </mc:AlternateContent>
      <p:sp>
        <p:nvSpPr>
          <p:cNvPr id="42" name="CuadroTexto 41">
            <a:extLst>
              <a:ext uri="{FF2B5EF4-FFF2-40B4-BE49-F238E27FC236}">
                <a16:creationId xmlns:a16="http://schemas.microsoft.com/office/drawing/2014/main" id="{429F6EB6-5A45-4CFA-AF26-1D308729A553}"/>
              </a:ext>
            </a:extLst>
          </p:cNvPr>
          <p:cNvSpPr txBox="1"/>
          <p:nvPr/>
        </p:nvSpPr>
        <p:spPr>
          <a:xfrm>
            <a:off x="311285" y="5823748"/>
            <a:ext cx="11634282" cy="584775"/>
          </a:xfrm>
          <a:prstGeom prst="rect">
            <a:avLst/>
          </a:prstGeom>
          <a:noFill/>
        </p:spPr>
        <p:txBody>
          <a:bodyPr wrap="square" rtlCol="0">
            <a:spAutoFit/>
          </a:bodyPr>
          <a:lstStyle/>
          <a:p>
            <a:r>
              <a:rPr lang="es-NI" sz="3200" dirty="0"/>
              <a:t>En las siguientes láminas resolveremos la multiplicación de matrices</a:t>
            </a:r>
          </a:p>
        </p:txBody>
      </p:sp>
    </p:spTree>
    <p:extLst>
      <p:ext uri="{BB962C8B-B14F-4D97-AF65-F5344CB8AC3E}">
        <p14:creationId xmlns:p14="http://schemas.microsoft.com/office/powerpoint/2010/main" val="4294046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18557"/>
    </mc:Choice>
    <mc:Fallback xmlns="">
      <p:transition spd="slow" advTm="118557"/>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32" name="CuadroTexto 31">
            <a:extLst>
              <a:ext uri="{FF2B5EF4-FFF2-40B4-BE49-F238E27FC236}">
                <a16:creationId xmlns:a16="http://schemas.microsoft.com/office/drawing/2014/main" id="{2563FABE-F80E-4BF4-B8A1-CF0BD4507363}"/>
              </a:ext>
            </a:extLst>
          </p:cNvPr>
          <p:cNvSpPr txBox="1"/>
          <p:nvPr/>
        </p:nvSpPr>
        <p:spPr>
          <a:xfrm>
            <a:off x="3916691" y="593513"/>
            <a:ext cx="3555782" cy="1569660"/>
          </a:xfrm>
          <a:prstGeom prst="rect">
            <a:avLst/>
          </a:prstGeom>
          <a:noFill/>
        </p:spPr>
        <p:txBody>
          <a:bodyPr wrap="none" rtlCol="0">
            <a:spAutoFit/>
          </a:bodyPr>
          <a:lstStyle/>
          <a:p>
            <a:r>
              <a:rPr lang="es-NI" sz="3200" dirty="0">
                <a:solidFill>
                  <a:schemeClr val="accent5">
                    <a:lumMod val="75000"/>
                  </a:schemeClr>
                </a:solidFill>
              </a:rPr>
              <a:t>0.585</a:t>
            </a:r>
            <a:r>
              <a:rPr lang="es-NI" sz="3200" dirty="0"/>
              <a:t>   0.218   0.197</a:t>
            </a:r>
          </a:p>
          <a:p>
            <a:r>
              <a:rPr lang="es-NI" sz="3200" dirty="0">
                <a:solidFill>
                  <a:srgbClr val="92D050"/>
                </a:solidFill>
              </a:rPr>
              <a:t>0.26</a:t>
            </a:r>
            <a:r>
              <a:rPr lang="es-NI" sz="3200" dirty="0"/>
              <a:t>     0.451   0.289</a:t>
            </a:r>
          </a:p>
          <a:p>
            <a:r>
              <a:rPr lang="es-NI" sz="3200" dirty="0">
                <a:solidFill>
                  <a:srgbClr val="FF00FF"/>
                </a:solidFill>
              </a:rPr>
              <a:t>0.352</a:t>
            </a:r>
            <a:r>
              <a:rPr lang="es-NI" sz="3200" dirty="0"/>
              <a:t>   0.31     0.338</a:t>
            </a:r>
          </a:p>
        </p:txBody>
      </p:sp>
      <p:sp>
        <p:nvSpPr>
          <p:cNvPr id="33" name="Abrir corchete 32">
            <a:extLst>
              <a:ext uri="{FF2B5EF4-FFF2-40B4-BE49-F238E27FC236}">
                <a16:creationId xmlns:a16="http://schemas.microsoft.com/office/drawing/2014/main" id="{07EE2C34-2562-4D2E-9A8E-9390684664A8}"/>
              </a:ext>
            </a:extLst>
          </p:cNvPr>
          <p:cNvSpPr/>
          <p:nvPr/>
        </p:nvSpPr>
        <p:spPr>
          <a:xfrm>
            <a:off x="3895096" y="514493"/>
            <a:ext cx="150742" cy="186115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4" name="Cerrar corchete 33">
            <a:extLst>
              <a:ext uri="{FF2B5EF4-FFF2-40B4-BE49-F238E27FC236}">
                <a16:creationId xmlns:a16="http://schemas.microsoft.com/office/drawing/2014/main" id="{976278D6-82D6-4D68-B5EB-E8BDB57C74A8}"/>
              </a:ext>
            </a:extLst>
          </p:cNvPr>
          <p:cNvSpPr/>
          <p:nvPr/>
        </p:nvSpPr>
        <p:spPr>
          <a:xfrm>
            <a:off x="7356516" y="514493"/>
            <a:ext cx="73422" cy="1762678"/>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5" name="CuadroTexto 34">
            <a:extLst>
              <a:ext uri="{FF2B5EF4-FFF2-40B4-BE49-F238E27FC236}">
                <a16:creationId xmlns:a16="http://schemas.microsoft.com/office/drawing/2014/main" id="{61298261-F5DA-4D7D-8445-C68B297B4794}"/>
              </a:ext>
            </a:extLst>
          </p:cNvPr>
          <p:cNvSpPr txBox="1"/>
          <p:nvPr/>
        </p:nvSpPr>
        <p:spPr>
          <a:xfrm>
            <a:off x="7386806" y="155640"/>
            <a:ext cx="393056" cy="584775"/>
          </a:xfrm>
          <a:prstGeom prst="rect">
            <a:avLst/>
          </a:prstGeom>
          <a:noFill/>
        </p:spPr>
        <p:txBody>
          <a:bodyPr wrap="none" rtlCol="0">
            <a:spAutoFit/>
          </a:bodyPr>
          <a:lstStyle/>
          <a:p>
            <a:r>
              <a:rPr lang="es-NI" sz="3200" dirty="0">
                <a:solidFill>
                  <a:srgbClr val="FFFFFF"/>
                </a:solidFill>
              </a:rPr>
              <a:t>3</a:t>
            </a:r>
            <a:endParaRPr lang="es-NI" sz="3200" dirty="0"/>
          </a:p>
        </p:txBody>
      </p:sp>
      <mc:AlternateContent xmlns:mc="http://schemas.openxmlformats.org/markup-compatibility/2006">
        <mc:Choice xmlns:a14="http://schemas.microsoft.com/office/drawing/2010/main" Requires="a14">
          <p:sp>
            <p:nvSpPr>
              <p:cNvPr id="38" name="CuadroTexto 37">
                <a:extLst>
                  <a:ext uri="{FF2B5EF4-FFF2-40B4-BE49-F238E27FC236}">
                    <a16:creationId xmlns:a16="http://schemas.microsoft.com/office/drawing/2014/main" id="{79D4E395-AAD2-434A-8584-71DA9A10E149}"/>
                  </a:ext>
                </a:extLst>
              </p:cNvPr>
              <p:cNvSpPr txBox="1"/>
              <p:nvPr/>
            </p:nvSpPr>
            <p:spPr>
              <a:xfrm>
                <a:off x="167620" y="1062318"/>
                <a:ext cx="3753785" cy="584775"/>
              </a:xfrm>
              <a:prstGeom prst="rect">
                <a:avLst/>
              </a:prstGeom>
              <a:noFill/>
            </p:spPr>
            <p:txBody>
              <a:bodyPr wrap="none" rtlCol="0">
                <a:spAutoFit/>
              </a:bodyPr>
              <a:lstStyle/>
              <a:p>
                <a14:m>
                  <m:oMath xmlns:m="http://schemas.openxmlformats.org/officeDocument/2006/math">
                    <m:r>
                      <a:rPr lang="el-GR" sz="3200" i="1">
                        <a:solidFill>
                          <a:srgbClr val="FFFFFF"/>
                        </a:solidFill>
                        <a:latin typeface="Cambria Math" panose="02040503050406030204" pitchFamily="18" charset="0"/>
                      </a:rPr>
                      <m:t>𝜋</m:t>
                    </m:r>
                  </m:oMath>
                </a14:m>
                <a:r>
                  <a:rPr lang="es-NI" sz="3200" dirty="0">
                    <a:solidFill>
                      <a:srgbClr val="FFFFFF"/>
                    </a:solidFill>
                  </a:rPr>
                  <a:t>(3) = [ </a:t>
                </a:r>
                <a:r>
                  <a:rPr lang="es-NI" sz="3200" dirty="0">
                    <a:solidFill>
                      <a:schemeClr val="accent5">
                        <a:lumMod val="75000"/>
                      </a:schemeClr>
                    </a:solidFill>
                  </a:rPr>
                  <a:t>0.4 </a:t>
                </a:r>
                <a:r>
                  <a:rPr lang="es-NI" sz="3200" dirty="0">
                    <a:solidFill>
                      <a:srgbClr val="FFFFFF"/>
                    </a:solidFill>
                  </a:rPr>
                  <a:t>  </a:t>
                </a:r>
                <a:r>
                  <a:rPr lang="es-NI" sz="3200" dirty="0">
                    <a:solidFill>
                      <a:srgbClr val="92D050"/>
                    </a:solidFill>
                  </a:rPr>
                  <a:t>0.3</a:t>
                </a:r>
                <a:r>
                  <a:rPr lang="es-NI" sz="3200" dirty="0">
                    <a:solidFill>
                      <a:srgbClr val="FFFFFF"/>
                    </a:solidFill>
                  </a:rPr>
                  <a:t>   </a:t>
                </a:r>
                <a:r>
                  <a:rPr lang="es-NI" sz="3200" dirty="0">
                    <a:solidFill>
                      <a:srgbClr val="FF00FF"/>
                    </a:solidFill>
                  </a:rPr>
                  <a:t>0.3</a:t>
                </a:r>
                <a:r>
                  <a:rPr lang="es-NI" sz="3200" dirty="0">
                    <a:solidFill>
                      <a:srgbClr val="FFFFFF"/>
                    </a:solidFill>
                  </a:rPr>
                  <a:t>]</a:t>
                </a:r>
                <a:endParaRPr lang="es-NI" sz="3200" dirty="0"/>
              </a:p>
            </p:txBody>
          </p:sp>
        </mc:Choice>
        <mc:Fallback>
          <p:sp>
            <p:nvSpPr>
              <p:cNvPr id="38" name="CuadroTexto 37">
                <a:extLst>
                  <a:ext uri="{FF2B5EF4-FFF2-40B4-BE49-F238E27FC236}">
                    <a16:creationId xmlns:a16="http://schemas.microsoft.com/office/drawing/2014/main" id="{79D4E395-AAD2-434A-8584-71DA9A10E149}"/>
                  </a:ext>
                </a:extLst>
              </p:cNvPr>
              <p:cNvSpPr txBox="1">
                <a:spLocks noRot="1" noChangeAspect="1" noMove="1" noResize="1" noEditPoints="1" noAdjustHandles="1" noChangeArrowheads="1" noChangeShapeType="1" noTextEdit="1"/>
              </p:cNvSpPr>
              <p:nvPr/>
            </p:nvSpPr>
            <p:spPr>
              <a:xfrm>
                <a:off x="167620" y="1062318"/>
                <a:ext cx="3753785" cy="584775"/>
              </a:xfrm>
              <a:prstGeom prst="rect">
                <a:avLst/>
              </a:prstGeom>
              <a:blipFill>
                <a:blip r:embed="rId2"/>
                <a:stretch>
                  <a:fillRect t="-12500" r="-3409" b="-34375"/>
                </a:stretch>
              </a:blipFill>
            </p:spPr>
            <p:txBody>
              <a:bodyPr/>
              <a:lstStyle/>
              <a:p>
                <a:r>
                  <a:rPr lang="es-NI">
                    <a:noFill/>
                  </a:rPr>
                  <a:t> </a:t>
                </a:r>
              </a:p>
            </p:txBody>
          </p:sp>
        </mc:Fallback>
      </mc:AlternateContent>
      <p:sp>
        <p:nvSpPr>
          <p:cNvPr id="12" name="CuadroTexto 11">
            <a:extLst>
              <a:ext uri="{FF2B5EF4-FFF2-40B4-BE49-F238E27FC236}">
                <a16:creationId xmlns:a16="http://schemas.microsoft.com/office/drawing/2014/main" id="{9D21A4CD-CF9E-4182-9F99-2708D8B77E77}"/>
              </a:ext>
            </a:extLst>
          </p:cNvPr>
          <p:cNvSpPr txBox="1"/>
          <p:nvPr/>
        </p:nvSpPr>
        <p:spPr>
          <a:xfrm>
            <a:off x="7566082" y="1062317"/>
            <a:ext cx="1882247" cy="584775"/>
          </a:xfrm>
          <a:prstGeom prst="rect">
            <a:avLst/>
          </a:prstGeom>
          <a:noFill/>
        </p:spPr>
        <p:txBody>
          <a:bodyPr wrap="none" rtlCol="0">
            <a:spAutoFit/>
          </a:bodyPr>
          <a:lstStyle/>
          <a:p>
            <a:r>
              <a:rPr lang="es-NI" sz="3200" dirty="0">
                <a:solidFill>
                  <a:srgbClr val="FFFFFF"/>
                </a:solidFill>
              </a:rPr>
              <a:t>= [</a:t>
            </a:r>
            <a:r>
              <a:rPr lang="es-NI" sz="3200" dirty="0">
                <a:solidFill>
                  <a:srgbClr val="FFFFFF"/>
                </a:solidFill>
                <a:highlight>
                  <a:srgbClr val="0000FF"/>
                </a:highlight>
              </a:rPr>
              <a:t>0.4176</a:t>
            </a:r>
            <a:r>
              <a:rPr lang="es-NI" sz="3200" dirty="0">
                <a:solidFill>
                  <a:srgbClr val="FFFFFF"/>
                </a:solidFill>
              </a:rPr>
              <a:t>]</a:t>
            </a:r>
            <a:endParaRPr lang="es-NI" sz="3200" dirty="0"/>
          </a:p>
        </p:txBody>
      </p:sp>
      <p:sp>
        <p:nvSpPr>
          <p:cNvPr id="13" name="CuadroTexto 12">
            <a:extLst>
              <a:ext uri="{FF2B5EF4-FFF2-40B4-BE49-F238E27FC236}">
                <a16:creationId xmlns:a16="http://schemas.microsoft.com/office/drawing/2014/main" id="{E927EF56-64DD-4971-BD92-DD306B7657DF}"/>
              </a:ext>
            </a:extLst>
          </p:cNvPr>
          <p:cNvSpPr txBox="1"/>
          <p:nvPr/>
        </p:nvSpPr>
        <p:spPr>
          <a:xfrm>
            <a:off x="519468" y="3636517"/>
            <a:ext cx="11577208" cy="707886"/>
          </a:xfrm>
          <a:prstGeom prst="rect">
            <a:avLst/>
          </a:prstGeom>
          <a:noFill/>
        </p:spPr>
        <p:txBody>
          <a:bodyPr wrap="none" rtlCol="0">
            <a:spAutoFit/>
          </a:bodyPr>
          <a:lstStyle/>
          <a:p>
            <a:r>
              <a:rPr lang="es-NI" sz="4000" dirty="0">
                <a:solidFill>
                  <a:schemeClr val="accent5">
                    <a:lumMod val="75000"/>
                  </a:schemeClr>
                </a:solidFill>
              </a:rPr>
              <a:t>( 0.4 * 0.585 ) </a:t>
            </a:r>
            <a:r>
              <a:rPr lang="es-NI" sz="4000" dirty="0"/>
              <a:t>+ </a:t>
            </a:r>
            <a:r>
              <a:rPr lang="es-NI" sz="4000" dirty="0">
                <a:solidFill>
                  <a:srgbClr val="92D050"/>
                </a:solidFill>
              </a:rPr>
              <a:t>( 0.3 * 0.26 ) </a:t>
            </a:r>
            <a:r>
              <a:rPr lang="es-NI" sz="4000" dirty="0"/>
              <a:t>+ </a:t>
            </a:r>
            <a:r>
              <a:rPr lang="es-NI" sz="4000" dirty="0">
                <a:solidFill>
                  <a:srgbClr val="FF00FF"/>
                </a:solidFill>
              </a:rPr>
              <a:t>( 0.3 * 0.352 ) </a:t>
            </a:r>
            <a:r>
              <a:rPr lang="es-NI" sz="4000" dirty="0"/>
              <a:t>= </a:t>
            </a:r>
            <a:r>
              <a:rPr lang="es-NI" sz="4000" dirty="0">
                <a:highlight>
                  <a:srgbClr val="0000FF"/>
                </a:highlight>
              </a:rPr>
              <a:t>0.4176 </a:t>
            </a:r>
          </a:p>
        </p:txBody>
      </p:sp>
    </p:spTree>
    <p:extLst>
      <p:ext uri="{BB962C8B-B14F-4D97-AF65-F5344CB8AC3E}">
        <p14:creationId xmlns:p14="http://schemas.microsoft.com/office/powerpoint/2010/main" val="476517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18557"/>
    </mc:Choice>
    <mc:Fallback xmlns="">
      <p:transition spd="slow" advTm="118557"/>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32" name="CuadroTexto 31">
            <a:extLst>
              <a:ext uri="{FF2B5EF4-FFF2-40B4-BE49-F238E27FC236}">
                <a16:creationId xmlns:a16="http://schemas.microsoft.com/office/drawing/2014/main" id="{2563FABE-F80E-4BF4-B8A1-CF0BD4507363}"/>
              </a:ext>
            </a:extLst>
          </p:cNvPr>
          <p:cNvSpPr txBox="1"/>
          <p:nvPr/>
        </p:nvSpPr>
        <p:spPr>
          <a:xfrm>
            <a:off x="3916691" y="593513"/>
            <a:ext cx="3555782" cy="1569660"/>
          </a:xfrm>
          <a:prstGeom prst="rect">
            <a:avLst/>
          </a:prstGeom>
          <a:noFill/>
        </p:spPr>
        <p:txBody>
          <a:bodyPr wrap="none" rtlCol="0">
            <a:spAutoFit/>
          </a:bodyPr>
          <a:lstStyle/>
          <a:p>
            <a:r>
              <a:rPr lang="es-NI" sz="3200" dirty="0"/>
              <a:t>0.585   </a:t>
            </a:r>
            <a:r>
              <a:rPr lang="es-NI" sz="3200" dirty="0">
                <a:solidFill>
                  <a:schemeClr val="accent5">
                    <a:lumMod val="75000"/>
                  </a:schemeClr>
                </a:solidFill>
              </a:rPr>
              <a:t>0.218</a:t>
            </a:r>
            <a:r>
              <a:rPr lang="es-NI" sz="3200" dirty="0"/>
              <a:t>   0.197</a:t>
            </a:r>
          </a:p>
          <a:p>
            <a:r>
              <a:rPr lang="es-NI" sz="3200" dirty="0"/>
              <a:t>0.26     </a:t>
            </a:r>
            <a:r>
              <a:rPr lang="es-NI" sz="3200" dirty="0">
                <a:solidFill>
                  <a:srgbClr val="92D050"/>
                </a:solidFill>
              </a:rPr>
              <a:t>0.451</a:t>
            </a:r>
            <a:r>
              <a:rPr lang="es-NI" sz="3200" dirty="0"/>
              <a:t>   0.289</a:t>
            </a:r>
          </a:p>
          <a:p>
            <a:r>
              <a:rPr lang="es-NI" sz="3200" dirty="0"/>
              <a:t>0.352   </a:t>
            </a:r>
            <a:r>
              <a:rPr lang="es-NI" sz="3200" dirty="0">
                <a:solidFill>
                  <a:srgbClr val="FF00FF"/>
                </a:solidFill>
              </a:rPr>
              <a:t>0.31 </a:t>
            </a:r>
            <a:r>
              <a:rPr lang="es-NI" sz="3200" dirty="0"/>
              <a:t>    0.338</a:t>
            </a:r>
          </a:p>
        </p:txBody>
      </p:sp>
      <p:sp>
        <p:nvSpPr>
          <p:cNvPr id="33" name="Abrir corchete 32">
            <a:extLst>
              <a:ext uri="{FF2B5EF4-FFF2-40B4-BE49-F238E27FC236}">
                <a16:creationId xmlns:a16="http://schemas.microsoft.com/office/drawing/2014/main" id="{07EE2C34-2562-4D2E-9A8E-9390684664A8}"/>
              </a:ext>
            </a:extLst>
          </p:cNvPr>
          <p:cNvSpPr/>
          <p:nvPr/>
        </p:nvSpPr>
        <p:spPr>
          <a:xfrm>
            <a:off x="3895096" y="514493"/>
            <a:ext cx="150742" cy="186115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4" name="Cerrar corchete 33">
            <a:extLst>
              <a:ext uri="{FF2B5EF4-FFF2-40B4-BE49-F238E27FC236}">
                <a16:creationId xmlns:a16="http://schemas.microsoft.com/office/drawing/2014/main" id="{976278D6-82D6-4D68-B5EB-E8BDB57C74A8}"/>
              </a:ext>
            </a:extLst>
          </p:cNvPr>
          <p:cNvSpPr/>
          <p:nvPr/>
        </p:nvSpPr>
        <p:spPr>
          <a:xfrm>
            <a:off x="7356516" y="514493"/>
            <a:ext cx="73422" cy="1762678"/>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5" name="CuadroTexto 34">
            <a:extLst>
              <a:ext uri="{FF2B5EF4-FFF2-40B4-BE49-F238E27FC236}">
                <a16:creationId xmlns:a16="http://schemas.microsoft.com/office/drawing/2014/main" id="{61298261-F5DA-4D7D-8445-C68B297B4794}"/>
              </a:ext>
            </a:extLst>
          </p:cNvPr>
          <p:cNvSpPr txBox="1"/>
          <p:nvPr/>
        </p:nvSpPr>
        <p:spPr>
          <a:xfrm>
            <a:off x="7386806" y="155640"/>
            <a:ext cx="393056" cy="584775"/>
          </a:xfrm>
          <a:prstGeom prst="rect">
            <a:avLst/>
          </a:prstGeom>
          <a:noFill/>
        </p:spPr>
        <p:txBody>
          <a:bodyPr wrap="none" rtlCol="0">
            <a:spAutoFit/>
          </a:bodyPr>
          <a:lstStyle/>
          <a:p>
            <a:r>
              <a:rPr lang="es-NI" sz="3200" dirty="0">
                <a:solidFill>
                  <a:srgbClr val="FFFFFF"/>
                </a:solidFill>
              </a:rPr>
              <a:t>3</a:t>
            </a:r>
            <a:endParaRPr lang="es-NI" sz="3200" dirty="0"/>
          </a:p>
        </p:txBody>
      </p:sp>
      <mc:AlternateContent xmlns:mc="http://schemas.openxmlformats.org/markup-compatibility/2006">
        <mc:Choice xmlns:a14="http://schemas.microsoft.com/office/drawing/2010/main" Requires="a14">
          <p:sp>
            <p:nvSpPr>
              <p:cNvPr id="38" name="CuadroTexto 37">
                <a:extLst>
                  <a:ext uri="{FF2B5EF4-FFF2-40B4-BE49-F238E27FC236}">
                    <a16:creationId xmlns:a16="http://schemas.microsoft.com/office/drawing/2014/main" id="{79D4E395-AAD2-434A-8584-71DA9A10E149}"/>
                  </a:ext>
                </a:extLst>
              </p:cNvPr>
              <p:cNvSpPr txBox="1"/>
              <p:nvPr/>
            </p:nvSpPr>
            <p:spPr>
              <a:xfrm>
                <a:off x="167620" y="1062318"/>
                <a:ext cx="3753785" cy="584775"/>
              </a:xfrm>
              <a:prstGeom prst="rect">
                <a:avLst/>
              </a:prstGeom>
              <a:noFill/>
            </p:spPr>
            <p:txBody>
              <a:bodyPr wrap="none" rtlCol="0">
                <a:spAutoFit/>
              </a:bodyPr>
              <a:lstStyle/>
              <a:p>
                <a14:m>
                  <m:oMath xmlns:m="http://schemas.openxmlformats.org/officeDocument/2006/math">
                    <m:r>
                      <a:rPr lang="el-GR" sz="3200" i="1">
                        <a:solidFill>
                          <a:srgbClr val="FFFFFF"/>
                        </a:solidFill>
                        <a:latin typeface="Cambria Math" panose="02040503050406030204" pitchFamily="18" charset="0"/>
                      </a:rPr>
                      <m:t>𝜋</m:t>
                    </m:r>
                  </m:oMath>
                </a14:m>
                <a:r>
                  <a:rPr lang="es-NI" sz="3200" dirty="0">
                    <a:solidFill>
                      <a:srgbClr val="FFFFFF"/>
                    </a:solidFill>
                  </a:rPr>
                  <a:t>(3) = [ </a:t>
                </a:r>
                <a:r>
                  <a:rPr lang="es-NI" sz="3200" dirty="0">
                    <a:solidFill>
                      <a:schemeClr val="accent5">
                        <a:lumMod val="75000"/>
                      </a:schemeClr>
                    </a:solidFill>
                  </a:rPr>
                  <a:t>0.4 </a:t>
                </a:r>
                <a:r>
                  <a:rPr lang="es-NI" sz="3200" dirty="0">
                    <a:solidFill>
                      <a:srgbClr val="FFFFFF"/>
                    </a:solidFill>
                  </a:rPr>
                  <a:t>  </a:t>
                </a:r>
                <a:r>
                  <a:rPr lang="es-NI" sz="3200" dirty="0">
                    <a:solidFill>
                      <a:srgbClr val="92D050"/>
                    </a:solidFill>
                  </a:rPr>
                  <a:t>0.3</a:t>
                </a:r>
                <a:r>
                  <a:rPr lang="es-NI" sz="3200" dirty="0">
                    <a:solidFill>
                      <a:srgbClr val="FFFFFF"/>
                    </a:solidFill>
                  </a:rPr>
                  <a:t>   </a:t>
                </a:r>
                <a:r>
                  <a:rPr lang="es-NI" sz="3200" dirty="0">
                    <a:solidFill>
                      <a:srgbClr val="FF00FF"/>
                    </a:solidFill>
                  </a:rPr>
                  <a:t>0.3</a:t>
                </a:r>
                <a:r>
                  <a:rPr lang="es-NI" sz="3200" dirty="0">
                    <a:solidFill>
                      <a:srgbClr val="FFFFFF"/>
                    </a:solidFill>
                  </a:rPr>
                  <a:t>]</a:t>
                </a:r>
                <a:endParaRPr lang="es-NI" sz="3200" dirty="0"/>
              </a:p>
            </p:txBody>
          </p:sp>
        </mc:Choice>
        <mc:Fallback>
          <p:sp>
            <p:nvSpPr>
              <p:cNvPr id="38" name="CuadroTexto 37">
                <a:extLst>
                  <a:ext uri="{FF2B5EF4-FFF2-40B4-BE49-F238E27FC236}">
                    <a16:creationId xmlns:a16="http://schemas.microsoft.com/office/drawing/2014/main" id="{79D4E395-AAD2-434A-8584-71DA9A10E149}"/>
                  </a:ext>
                </a:extLst>
              </p:cNvPr>
              <p:cNvSpPr txBox="1">
                <a:spLocks noRot="1" noChangeAspect="1" noMove="1" noResize="1" noEditPoints="1" noAdjustHandles="1" noChangeArrowheads="1" noChangeShapeType="1" noTextEdit="1"/>
              </p:cNvSpPr>
              <p:nvPr/>
            </p:nvSpPr>
            <p:spPr>
              <a:xfrm>
                <a:off x="167620" y="1062318"/>
                <a:ext cx="3753785" cy="584775"/>
              </a:xfrm>
              <a:prstGeom prst="rect">
                <a:avLst/>
              </a:prstGeom>
              <a:blipFill>
                <a:blip r:embed="rId2"/>
                <a:stretch>
                  <a:fillRect t="-12500" r="-3409" b="-34375"/>
                </a:stretch>
              </a:blipFill>
            </p:spPr>
            <p:txBody>
              <a:bodyPr/>
              <a:lstStyle/>
              <a:p>
                <a:r>
                  <a:rPr lang="es-NI">
                    <a:noFill/>
                  </a:rPr>
                  <a:t> </a:t>
                </a:r>
              </a:p>
            </p:txBody>
          </p:sp>
        </mc:Fallback>
      </mc:AlternateContent>
      <p:sp>
        <p:nvSpPr>
          <p:cNvPr id="12" name="CuadroTexto 11">
            <a:extLst>
              <a:ext uri="{FF2B5EF4-FFF2-40B4-BE49-F238E27FC236}">
                <a16:creationId xmlns:a16="http://schemas.microsoft.com/office/drawing/2014/main" id="{9D21A4CD-CF9E-4182-9F99-2708D8B77E77}"/>
              </a:ext>
            </a:extLst>
          </p:cNvPr>
          <p:cNvSpPr txBox="1"/>
          <p:nvPr/>
        </p:nvSpPr>
        <p:spPr>
          <a:xfrm>
            <a:off x="7566082" y="1062317"/>
            <a:ext cx="3400290" cy="584775"/>
          </a:xfrm>
          <a:prstGeom prst="rect">
            <a:avLst/>
          </a:prstGeom>
          <a:noFill/>
        </p:spPr>
        <p:txBody>
          <a:bodyPr wrap="none" rtlCol="0">
            <a:spAutoFit/>
          </a:bodyPr>
          <a:lstStyle/>
          <a:p>
            <a:r>
              <a:rPr lang="es-NI" sz="3200" dirty="0">
                <a:solidFill>
                  <a:srgbClr val="FFFFFF"/>
                </a:solidFill>
              </a:rPr>
              <a:t>= [</a:t>
            </a:r>
            <a:r>
              <a:rPr lang="es-NI" sz="3200" dirty="0">
                <a:solidFill>
                  <a:srgbClr val="FFFFFF"/>
                </a:solidFill>
                <a:highlight>
                  <a:srgbClr val="0000FF"/>
                </a:highlight>
              </a:rPr>
              <a:t>0.4176</a:t>
            </a:r>
            <a:r>
              <a:rPr lang="es-NI" sz="3200" dirty="0">
                <a:solidFill>
                  <a:srgbClr val="FFFFFF"/>
                </a:solidFill>
              </a:rPr>
              <a:t> </a:t>
            </a:r>
            <a:r>
              <a:rPr lang="es-NI" sz="3200" dirty="0">
                <a:highlight>
                  <a:srgbClr val="008000"/>
                </a:highlight>
              </a:rPr>
              <a:t>0.3155</a:t>
            </a:r>
            <a:r>
              <a:rPr lang="es-NI" sz="3200" dirty="0"/>
              <a:t>   </a:t>
            </a:r>
            <a:r>
              <a:rPr lang="es-NI" sz="3200" dirty="0">
                <a:solidFill>
                  <a:srgbClr val="FFFFFF"/>
                </a:solidFill>
              </a:rPr>
              <a:t>]</a:t>
            </a:r>
            <a:endParaRPr lang="es-NI" sz="3200" dirty="0"/>
          </a:p>
        </p:txBody>
      </p:sp>
      <p:sp>
        <p:nvSpPr>
          <p:cNvPr id="13" name="CuadroTexto 12">
            <a:extLst>
              <a:ext uri="{FF2B5EF4-FFF2-40B4-BE49-F238E27FC236}">
                <a16:creationId xmlns:a16="http://schemas.microsoft.com/office/drawing/2014/main" id="{E927EF56-64DD-4971-BD92-DD306B7657DF}"/>
              </a:ext>
            </a:extLst>
          </p:cNvPr>
          <p:cNvSpPr txBox="1"/>
          <p:nvPr/>
        </p:nvSpPr>
        <p:spPr>
          <a:xfrm>
            <a:off x="519468" y="3636517"/>
            <a:ext cx="11461792" cy="1323439"/>
          </a:xfrm>
          <a:prstGeom prst="rect">
            <a:avLst/>
          </a:prstGeom>
          <a:noFill/>
        </p:spPr>
        <p:txBody>
          <a:bodyPr wrap="none" rtlCol="0">
            <a:spAutoFit/>
          </a:bodyPr>
          <a:lstStyle/>
          <a:p>
            <a:r>
              <a:rPr lang="es-NI" sz="4000" dirty="0">
                <a:solidFill>
                  <a:schemeClr val="accent5">
                    <a:lumMod val="75000"/>
                  </a:schemeClr>
                </a:solidFill>
              </a:rPr>
              <a:t>( 0.4 * 0.585 ) </a:t>
            </a:r>
            <a:r>
              <a:rPr lang="es-NI" sz="4000" dirty="0"/>
              <a:t>+ </a:t>
            </a:r>
            <a:r>
              <a:rPr lang="es-NI" sz="4000" dirty="0">
                <a:solidFill>
                  <a:srgbClr val="92D050"/>
                </a:solidFill>
              </a:rPr>
              <a:t>( 0.3 * 0.26 ) </a:t>
            </a:r>
            <a:r>
              <a:rPr lang="es-NI" sz="4000" dirty="0"/>
              <a:t>+ </a:t>
            </a:r>
            <a:r>
              <a:rPr lang="es-NI" sz="4000" dirty="0">
                <a:solidFill>
                  <a:srgbClr val="FF00FF"/>
                </a:solidFill>
              </a:rPr>
              <a:t>( 0.3 * 0.352 ) </a:t>
            </a:r>
            <a:r>
              <a:rPr lang="es-NI" sz="4000" dirty="0"/>
              <a:t>= </a:t>
            </a:r>
            <a:r>
              <a:rPr lang="es-NI" sz="4000" dirty="0">
                <a:highlight>
                  <a:srgbClr val="0000FF"/>
                </a:highlight>
              </a:rPr>
              <a:t>0.4176 </a:t>
            </a:r>
          </a:p>
          <a:p>
            <a:r>
              <a:rPr lang="es-NI" sz="4000" dirty="0">
                <a:solidFill>
                  <a:schemeClr val="accent5">
                    <a:lumMod val="75000"/>
                  </a:schemeClr>
                </a:solidFill>
              </a:rPr>
              <a:t>( 0.4 * 0.218 ) </a:t>
            </a:r>
            <a:r>
              <a:rPr lang="es-NI" sz="4000" dirty="0"/>
              <a:t>+ </a:t>
            </a:r>
            <a:r>
              <a:rPr lang="es-NI" sz="4000" dirty="0">
                <a:solidFill>
                  <a:srgbClr val="92D050"/>
                </a:solidFill>
              </a:rPr>
              <a:t>( 0.3 * 0.451 ) </a:t>
            </a:r>
            <a:r>
              <a:rPr lang="es-NI" sz="4000" dirty="0"/>
              <a:t>+ </a:t>
            </a:r>
            <a:r>
              <a:rPr lang="es-NI" sz="4000" dirty="0">
                <a:solidFill>
                  <a:srgbClr val="FF00FF"/>
                </a:solidFill>
              </a:rPr>
              <a:t>( 0.3 * 0.31 ) </a:t>
            </a:r>
            <a:r>
              <a:rPr lang="es-NI" sz="4000" dirty="0"/>
              <a:t>= </a:t>
            </a:r>
            <a:r>
              <a:rPr lang="es-NI" sz="4000" dirty="0">
                <a:highlight>
                  <a:srgbClr val="008000"/>
                </a:highlight>
              </a:rPr>
              <a:t>0.3155</a:t>
            </a:r>
            <a:r>
              <a:rPr lang="es-NI" sz="4000" dirty="0">
                <a:highlight>
                  <a:srgbClr val="0000FF"/>
                </a:highlight>
              </a:rPr>
              <a:t> </a:t>
            </a:r>
          </a:p>
        </p:txBody>
      </p:sp>
    </p:spTree>
    <p:extLst>
      <p:ext uri="{BB962C8B-B14F-4D97-AF65-F5344CB8AC3E}">
        <p14:creationId xmlns:p14="http://schemas.microsoft.com/office/powerpoint/2010/main" val="36158418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18557"/>
    </mc:Choice>
    <mc:Fallback xmlns="">
      <p:transition spd="slow" advTm="118557"/>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32" name="CuadroTexto 31">
            <a:extLst>
              <a:ext uri="{FF2B5EF4-FFF2-40B4-BE49-F238E27FC236}">
                <a16:creationId xmlns:a16="http://schemas.microsoft.com/office/drawing/2014/main" id="{2563FABE-F80E-4BF4-B8A1-CF0BD4507363}"/>
              </a:ext>
            </a:extLst>
          </p:cNvPr>
          <p:cNvSpPr txBox="1"/>
          <p:nvPr/>
        </p:nvSpPr>
        <p:spPr>
          <a:xfrm>
            <a:off x="3916691" y="593513"/>
            <a:ext cx="3555782" cy="1569660"/>
          </a:xfrm>
          <a:prstGeom prst="rect">
            <a:avLst/>
          </a:prstGeom>
          <a:noFill/>
        </p:spPr>
        <p:txBody>
          <a:bodyPr wrap="none" rtlCol="0">
            <a:spAutoFit/>
          </a:bodyPr>
          <a:lstStyle/>
          <a:p>
            <a:r>
              <a:rPr lang="es-NI" sz="3200" dirty="0"/>
              <a:t>0.585   0.218   </a:t>
            </a:r>
            <a:r>
              <a:rPr lang="es-NI" sz="3200" dirty="0">
                <a:solidFill>
                  <a:schemeClr val="accent5">
                    <a:lumMod val="75000"/>
                  </a:schemeClr>
                </a:solidFill>
              </a:rPr>
              <a:t>0.197</a:t>
            </a:r>
          </a:p>
          <a:p>
            <a:r>
              <a:rPr lang="es-NI" sz="3200" dirty="0"/>
              <a:t>0.26     0.451   </a:t>
            </a:r>
            <a:r>
              <a:rPr lang="es-NI" sz="3200" dirty="0">
                <a:solidFill>
                  <a:srgbClr val="92D050"/>
                </a:solidFill>
              </a:rPr>
              <a:t>0.289</a:t>
            </a:r>
          </a:p>
          <a:p>
            <a:r>
              <a:rPr lang="es-NI" sz="3200" dirty="0"/>
              <a:t>0.352   0.31     </a:t>
            </a:r>
            <a:r>
              <a:rPr lang="es-NI" sz="3200" dirty="0">
                <a:solidFill>
                  <a:srgbClr val="FF00FF"/>
                </a:solidFill>
              </a:rPr>
              <a:t>0.338</a:t>
            </a:r>
          </a:p>
        </p:txBody>
      </p:sp>
      <p:sp>
        <p:nvSpPr>
          <p:cNvPr id="33" name="Abrir corchete 32">
            <a:extLst>
              <a:ext uri="{FF2B5EF4-FFF2-40B4-BE49-F238E27FC236}">
                <a16:creationId xmlns:a16="http://schemas.microsoft.com/office/drawing/2014/main" id="{07EE2C34-2562-4D2E-9A8E-9390684664A8}"/>
              </a:ext>
            </a:extLst>
          </p:cNvPr>
          <p:cNvSpPr/>
          <p:nvPr/>
        </p:nvSpPr>
        <p:spPr>
          <a:xfrm>
            <a:off x="3895096" y="514493"/>
            <a:ext cx="150742" cy="1861154"/>
          </a:xfrm>
          <a:prstGeom prst="lef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4" name="Cerrar corchete 33">
            <a:extLst>
              <a:ext uri="{FF2B5EF4-FFF2-40B4-BE49-F238E27FC236}">
                <a16:creationId xmlns:a16="http://schemas.microsoft.com/office/drawing/2014/main" id="{976278D6-82D6-4D68-B5EB-E8BDB57C74A8}"/>
              </a:ext>
            </a:extLst>
          </p:cNvPr>
          <p:cNvSpPr/>
          <p:nvPr/>
        </p:nvSpPr>
        <p:spPr>
          <a:xfrm>
            <a:off x="7356516" y="514493"/>
            <a:ext cx="73422" cy="1762678"/>
          </a:xfrm>
          <a:prstGeom prst="rightBracket">
            <a:avLst/>
          </a:prstGeom>
          <a:ln w="381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NI"/>
          </a:p>
        </p:txBody>
      </p:sp>
      <p:sp>
        <p:nvSpPr>
          <p:cNvPr id="35" name="CuadroTexto 34">
            <a:extLst>
              <a:ext uri="{FF2B5EF4-FFF2-40B4-BE49-F238E27FC236}">
                <a16:creationId xmlns:a16="http://schemas.microsoft.com/office/drawing/2014/main" id="{61298261-F5DA-4D7D-8445-C68B297B4794}"/>
              </a:ext>
            </a:extLst>
          </p:cNvPr>
          <p:cNvSpPr txBox="1"/>
          <p:nvPr/>
        </p:nvSpPr>
        <p:spPr>
          <a:xfrm>
            <a:off x="7386806" y="155640"/>
            <a:ext cx="393056" cy="584775"/>
          </a:xfrm>
          <a:prstGeom prst="rect">
            <a:avLst/>
          </a:prstGeom>
          <a:noFill/>
        </p:spPr>
        <p:txBody>
          <a:bodyPr wrap="none" rtlCol="0">
            <a:spAutoFit/>
          </a:bodyPr>
          <a:lstStyle/>
          <a:p>
            <a:r>
              <a:rPr lang="es-NI" sz="3200" dirty="0">
                <a:solidFill>
                  <a:srgbClr val="FFFFFF"/>
                </a:solidFill>
              </a:rPr>
              <a:t>3</a:t>
            </a:r>
            <a:endParaRPr lang="es-NI" sz="3200" dirty="0"/>
          </a:p>
        </p:txBody>
      </p:sp>
      <mc:AlternateContent xmlns:mc="http://schemas.openxmlformats.org/markup-compatibility/2006">
        <mc:Choice xmlns:a14="http://schemas.microsoft.com/office/drawing/2010/main" Requires="a14">
          <p:sp>
            <p:nvSpPr>
              <p:cNvPr id="38" name="CuadroTexto 37">
                <a:extLst>
                  <a:ext uri="{FF2B5EF4-FFF2-40B4-BE49-F238E27FC236}">
                    <a16:creationId xmlns:a16="http://schemas.microsoft.com/office/drawing/2014/main" id="{79D4E395-AAD2-434A-8584-71DA9A10E149}"/>
                  </a:ext>
                </a:extLst>
              </p:cNvPr>
              <p:cNvSpPr txBox="1"/>
              <p:nvPr/>
            </p:nvSpPr>
            <p:spPr>
              <a:xfrm>
                <a:off x="167620" y="1062318"/>
                <a:ext cx="3753785" cy="584775"/>
              </a:xfrm>
              <a:prstGeom prst="rect">
                <a:avLst/>
              </a:prstGeom>
              <a:noFill/>
            </p:spPr>
            <p:txBody>
              <a:bodyPr wrap="none" rtlCol="0">
                <a:spAutoFit/>
              </a:bodyPr>
              <a:lstStyle/>
              <a:p>
                <a14:m>
                  <m:oMath xmlns:m="http://schemas.openxmlformats.org/officeDocument/2006/math">
                    <m:r>
                      <a:rPr lang="el-GR" sz="3200" i="1">
                        <a:solidFill>
                          <a:srgbClr val="FFFFFF"/>
                        </a:solidFill>
                        <a:latin typeface="Cambria Math" panose="02040503050406030204" pitchFamily="18" charset="0"/>
                      </a:rPr>
                      <m:t>𝜋</m:t>
                    </m:r>
                  </m:oMath>
                </a14:m>
                <a:r>
                  <a:rPr lang="es-NI" sz="3200" dirty="0">
                    <a:solidFill>
                      <a:srgbClr val="FFFFFF"/>
                    </a:solidFill>
                  </a:rPr>
                  <a:t>(3) = [ </a:t>
                </a:r>
                <a:r>
                  <a:rPr lang="es-NI" sz="3200" dirty="0">
                    <a:solidFill>
                      <a:schemeClr val="accent5">
                        <a:lumMod val="75000"/>
                      </a:schemeClr>
                    </a:solidFill>
                  </a:rPr>
                  <a:t>0.4 </a:t>
                </a:r>
                <a:r>
                  <a:rPr lang="es-NI" sz="3200" dirty="0">
                    <a:solidFill>
                      <a:srgbClr val="FFFFFF"/>
                    </a:solidFill>
                  </a:rPr>
                  <a:t>  </a:t>
                </a:r>
                <a:r>
                  <a:rPr lang="es-NI" sz="3200" dirty="0">
                    <a:solidFill>
                      <a:srgbClr val="92D050"/>
                    </a:solidFill>
                  </a:rPr>
                  <a:t>0.3</a:t>
                </a:r>
                <a:r>
                  <a:rPr lang="es-NI" sz="3200" dirty="0">
                    <a:solidFill>
                      <a:srgbClr val="FFFFFF"/>
                    </a:solidFill>
                  </a:rPr>
                  <a:t>   </a:t>
                </a:r>
                <a:r>
                  <a:rPr lang="es-NI" sz="3200" dirty="0">
                    <a:solidFill>
                      <a:srgbClr val="FF00FF"/>
                    </a:solidFill>
                  </a:rPr>
                  <a:t>0.3</a:t>
                </a:r>
                <a:r>
                  <a:rPr lang="es-NI" sz="3200" dirty="0">
                    <a:solidFill>
                      <a:srgbClr val="FFFFFF"/>
                    </a:solidFill>
                  </a:rPr>
                  <a:t>]</a:t>
                </a:r>
                <a:endParaRPr lang="es-NI" sz="3200" dirty="0"/>
              </a:p>
            </p:txBody>
          </p:sp>
        </mc:Choice>
        <mc:Fallback>
          <p:sp>
            <p:nvSpPr>
              <p:cNvPr id="38" name="CuadroTexto 37">
                <a:extLst>
                  <a:ext uri="{FF2B5EF4-FFF2-40B4-BE49-F238E27FC236}">
                    <a16:creationId xmlns:a16="http://schemas.microsoft.com/office/drawing/2014/main" id="{79D4E395-AAD2-434A-8584-71DA9A10E149}"/>
                  </a:ext>
                </a:extLst>
              </p:cNvPr>
              <p:cNvSpPr txBox="1">
                <a:spLocks noRot="1" noChangeAspect="1" noMove="1" noResize="1" noEditPoints="1" noAdjustHandles="1" noChangeArrowheads="1" noChangeShapeType="1" noTextEdit="1"/>
              </p:cNvSpPr>
              <p:nvPr/>
            </p:nvSpPr>
            <p:spPr>
              <a:xfrm>
                <a:off x="167620" y="1062318"/>
                <a:ext cx="3753785" cy="584775"/>
              </a:xfrm>
              <a:prstGeom prst="rect">
                <a:avLst/>
              </a:prstGeom>
              <a:blipFill>
                <a:blip r:embed="rId2"/>
                <a:stretch>
                  <a:fillRect t="-12500" r="-3409" b="-34375"/>
                </a:stretch>
              </a:blipFill>
            </p:spPr>
            <p:txBody>
              <a:bodyPr/>
              <a:lstStyle/>
              <a:p>
                <a:r>
                  <a:rPr lang="es-NI">
                    <a:noFill/>
                  </a:rPr>
                  <a:t> </a:t>
                </a:r>
              </a:p>
            </p:txBody>
          </p:sp>
        </mc:Fallback>
      </mc:AlternateContent>
      <p:sp>
        <p:nvSpPr>
          <p:cNvPr id="12" name="CuadroTexto 11">
            <a:extLst>
              <a:ext uri="{FF2B5EF4-FFF2-40B4-BE49-F238E27FC236}">
                <a16:creationId xmlns:a16="http://schemas.microsoft.com/office/drawing/2014/main" id="{9D21A4CD-CF9E-4182-9F99-2708D8B77E77}"/>
              </a:ext>
            </a:extLst>
          </p:cNvPr>
          <p:cNvSpPr txBox="1"/>
          <p:nvPr/>
        </p:nvSpPr>
        <p:spPr>
          <a:xfrm>
            <a:off x="7566082" y="1062317"/>
            <a:ext cx="4360489" cy="584775"/>
          </a:xfrm>
          <a:prstGeom prst="rect">
            <a:avLst/>
          </a:prstGeom>
          <a:noFill/>
        </p:spPr>
        <p:txBody>
          <a:bodyPr wrap="none" rtlCol="0">
            <a:spAutoFit/>
          </a:bodyPr>
          <a:lstStyle/>
          <a:p>
            <a:r>
              <a:rPr lang="es-NI" sz="3200" dirty="0">
                <a:solidFill>
                  <a:srgbClr val="FFFFFF"/>
                </a:solidFill>
              </a:rPr>
              <a:t>= [</a:t>
            </a:r>
            <a:r>
              <a:rPr lang="es-NI" sz="3200" dirty="0">
                <a:solidFill>
                  <a:srgbClr val="FFFFFF"/>
                </a:solidFill>
                <a:highlight>
                  <a:srgbClr val="0000FF"/>
                </a:highlight>
              </a:rPr>
              <a:t>0.4176</a:t>
            </a:r>
            <a:r>
              <a:rPr lang="es-NI" sz="3200" dirty="0">
                <a:solidFill>
                  <a:srgbClr val="FFFFFF"/>
                </a:solidFill>
              </a:rPr>
              <a:t> </a:t>
            </a:r>
            <a:r>
              <a:rPr lang="es-NI" sz="3200" dirty="0">
                <a:highlight>
                  <a:srgbClr val="008000"/>
                </a:highlight>
              </a:rPr>
              <a:t>0.3155</a:t>
            </a:r>
            <a:r>
              <a:rPr lang="es-NI" sz="3200" dirty="0"/>
              <a:t> </a:t>
            </a:r>
            <a:r>
              <a:rPr lang="es-NI" sz="3200" dirty="0">
                <a:highlight>
                  <a:srgbClr val="FF00FF"/>
                </a:highlight>
              </a:rPr>
              <a:t>0.2669</a:t>
            </a:r>
            <a:r>
              <a:rPr lang="es-NI" sz="3200" dirty="0">
                <a:solidFill>
                  <a:srgbClr val="FFFFFF"/>
                </a:solidFill>
              </a:rPr>
              <a:t>]</a:t>
            </a:r>
            <a:endParaRPr lang="es-NI" sz="3200" dirty="0"/>
          </a:p>
        </p:txBody>
      </p:sp>
      <p:sp>
        <p:nvSpPr>
          <p:cNvPr id="13" name="CuadroTexto 12">
            <a:extLst>
              <a:ext uri="{FF2B5EF4-FFF2-40B4-BE49-F238E27FC236}">
                <a16:creationId xmlns:a16="http://schemas.microsoft.com/office/drawing/2014/main" id="{E927EF56-64DD-4971-BD92-DD306B7657DF}"/>
              </a:ext>
            </a:extLst>
          </p:cNvPr>
          <p:cNvSpPr txBox="1"/>
          <p:nvPr/>
        </p:nvSpPr>
        <p:spPr>
          <a:xfrm>
            <a:off x="519468" y="3636517"/>
            <a:ext cx="11721479" cy="1938992"/>
          </a:xfrm>
          <a:prstGeom prst="rect">
            <a:avLst/>
          </a:prstGeom>
          <a:noFill/>
        </p:spPr>
        <p:txBody>
          <a:bodyPr wrap="none" rtlCol="0">
            <a:spAutoFit/>
          </a:bodyPr>
          <a:lstStyle/>
          <a:p>
            <a:r>
              <a:rPr lang="es-NI" sz="4000" dirty="0">
                <a:solidFill>
                  <a:schemeClr val="accent5">
                    <a:lumMod val="75000"/>
                  </a:schemeClr>
                </a:solidFill>
              </a:rPr>
              <a:t>( 0.4 * 0.585 ) </a:t>
            </a:r>
            <a:r>
              <a:rPr lang="es-NI" sz="4000" dirty="0"/>
              <a:t>+ </a:t>
            </a:r>
            <a:r>
              <a:rPr lang="es-NI" sz="4000" dirty="0">
                <a:solidFill>
                  <a:srgbClr val="92D050"/>
                </a:solidFill>
              </a:rPr>
              <a:t>( 0.3 * 0.26 ) </a:t>
            </a:r>
            <a:r>
              <a:rPr lang="es-NI" sz="4000" dirty="0"/>
              <a:t>+ </a:t>
            </a:r>
            <a:r>
              <a:rPr lang="es-NI" sz="4000" dirty="0">
                <a:solidFill>
                  <a:srgbClr val="FF00FF"/>
                </a:solidFill>
              </a:rPr>
              <a:t>( 0.3 * 0.352 ) </a:t>
            </a:r>
            <a:r>
              <a:rPr lang="es-NI" sz="4000" dirty="0"/>
              <a:t>= </a:t>
            </a:r>
            <a:r>
              <a:rPr lang="es-NI" sz="4000" dirty="0">
                <a:highlight>
                  <a:srgbClr val="0000FF"/>
                </a:highlight>
              </a:rPr>
              <a:t>0.4176 </a:t>
            </a:r>
          </a:p>
          <a:p>
            <a:r>
              <a:rPr lang="es-NI" sz="4000" dirty="0">
                <a:solidFill>
                  <a:schemeClr val="accent5">
                    <a:lumMod val="75000"/>
                  </a:schemeClr>
                </a:solidFill>
              </a:rPr>
              <a:t>( 0.4 * 0.218 ) </a:t>
            </a:r>
            <a:r>
              <a:rPr lang="es-NI" sz="4000" dirty="0"/>
              <a:t>+ </a:t>
            </a:r>
            <a:r>
              <a:rPr lang="es-NI" sz="4000" dirty="0">
                <a:solidFill>
                  <a:srgbClr val="92D050"/>
                </a:solidFill>
              </a:rPr>
              <a:t>( 0.3 * 0.451 ) </a:t>
            </a:r>
            <a:r>
              <a:rPr lang="es-NI" sz="4000" dirty="0"/>
              <a:t>+ </a:t>
            </a:r>
            <a:r>
              <a:rPr lang="es-NI" sz="4000" dirty="0">
                <a:solidFill>
                  <a:srgbClr val="FF00FF"/>
                </a:solidFill>
              </a:rPr>
              <a:t>( 0.3 * 0.31 ) </a:t>
            </a:r>
            <a:r>
              <a:rPr lang="es-NI" sz="4000" dirty="0"/>
              <a:t>= </a:t>
            </a:r>
            <a:r>
              <a:rPr lang="es-NI" sz="4000" dirty="0">
                <a:highlight>
                  <a:srgbClr val="008000"/>
                </a:highlight>
              </a:rPr>
              <a:t>0.3155</a:t>
            </a:r>
            <a:r>
              <a:rPr lang="es-NI" sz="4000" dirty="0">
                <a:highlight>
                  <a:srgbClr val="0000FF"/>
                </a:highlight>
              </a:rPr>
              <a:t> </a:t>
            </a:r>
          </a:p>
          <a:p>
            <a:r>
              <a:rPr lang="es-NI" sz="4000" dirty="0">
                <a:solidFill>
                  <a:schemeClr val="accent5">
                    <a:lumMod val="75000"/>
                  </a:schemeClr>
                </a:solidFill>
              </a:rPr>
              <a:t>( 0.4 * 0.197 ) </a:t>
            </a:r>
            <a:r>
              <a:rPr lang="es-NI" sz="4000" dirty="0"/>
              <a:t>+ </a:t>
            </a:r>
            <a:r>
              <a:rPr lang="es-NI" sz="4000" dirty="0">
                <a:solidFill>
                  <a:srgbClr val="92D050"/>
                </a:solidFill>
              </a:rPr>
              <a:t>( 0.3 * 0.289 ) </a:t>
            </a:r>
            <a:r>
              <a:rPr lang="es-NI" sz="4000" dirty="0"/>
              <a:t>+ </a:t>
            </a:r>
            <a:r>
              <a:rPr lang="es-NI" sz="4000" dirty="0">
                <a:solidFill>
                  <a:srgbClr val="FF00FF"/>
                </a:solidFill>
              </a:rPr>
              <a:t>( 0.3 * 0.338 ) </a:t>
            </a:r>
            <a:r>
              <a:rPr lang="es-NI" sz="4000" dirty="0"/>
              <a:t>= </a:t>
            </a:r>
            <a:r>
              <a:rPr lang="es-NI" sz="4000" dirty="0">
                <a:highlight>
                  <a:srgbClr val="FF00FF"/>
                </a:highlight>
              </a:rPr>
              <a:t>0.2669</a:t>
            </a:r>
          </a:p>
        </p:txBody>
      </p:sp>
    </p:spTree>
    <p:extLst>
      <p:ext uri="{BB962C8B-B14F-4D97-AF65-F5344CB8AC3E}">
        <p14:creationId xmlns:p14="http://schemas.microsoft.com/office/powerpoint/2010/main" val="16658424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18557"/>
    </mc:Choice>
    <mc:Fallback xmlns="">
      <p:transition spd="slow" advTm="118557"/>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9D21A4CD-CF9E-4182-9F99-2708D8B77E77}"/>
                  </a:ext>
                </a:extLst>
              </p:cNvPr>
              <p:cNvSpPr txBox="1"/>
              <p:nvPr/>
            </p:nvSpPr>
            <p:spPr>
              <a:xfrm>
                <a:off x="250882" y="303559"/>
                <a:ext cx="11616863" cy="3739485"/>
              </a:xfrm>
              <a:prstGeom prst="rect">
                <a:avLst/>
              </a:prstGeom>
              <a:noFill/>
            </p:spPr>
            <p:txBody>
              <a:bodyPr wrap="square" rtlCol="0">
                <a:spAutoFit/>
              </a:bodyPr>
              <a:lstStyle/>
              <a:p>
                <a:pPr algn="ctr"/>
                <a14:m>
                  <m:oMath xmlns:m="http://schemas.openxmlformats.org/officeDocument/2006/math">
                    <m:r>
                      <a:rPr lang="el-GR" sz="5400" i="1">
                        <a:solidFill>
                          <a:srgbClr val="FFFFFF"/>
                        </a:solidFill>
                        <a:latin typeface="Cambria Math" panose="02040503050406030204" pitchFamily="18" charset="0"/>
                      </a:rPr>
                      <m:t>𝜋</m:t>
                    </m:r>
                  </m:oMath>
                </a14:m>
                <a:r>
                  <a:rPr lang="es-NI" sz="5400" dirty="0">
                    <a:solidFill>
                      <a:srgbClr val="FFFFFF"/>
                    </a:solidFill>
                  </a:rPr>
                  <a:t>(3) = [0.4176 </a:t>
                </a:r>
                <a:r>
                  <a:rPr lang="es-NI" sz="5400" dirty="0"/>
                  <a:t>0.3155 0.2669</a:t>
                </a:r>
                <a:r>
                  <a:rPr lang="es-NI" sz="5400" dirty="0">
                    <a:solidFill>
                      <a:srgbClr val="FFFFFF"/>
                    </a:solidFill>
                  </a:rPr>
                  <a:t>]</a:t>
                </a:r>
              </a:p>
              <a:p>
                <a:endParaRPr lang="es-NI" sz="5400" dirty="0">
                  <a:solidFill>
                    <a:srgbClr val="FFFFFF"/>
                  </a:solidFill>
                </a:endParaRPr>
              </a:p>
              <a:p>
                <a:pPr algn="just"/>
                <a:r>
                  <a:rPr lang="es-NI" sz="4300" dirty="0">
                    <a:solidFill>
                      <a:srgbClr val="FFFFFF"/>
                    </a:solidFill>
                  </a:rPr>
                  <a:t>La probabilidad de A dentro de tres días es 41.76%</a:t>
                </a:r>
              </a:p>
              <a:p>
                <a:pPr algn="just"/>
                <a:r>
                  <a:rPr lang="es-NI" sz="4300" dirty="0">
                    <a:solidFill>
                      <a:srgbClr val="FFFFFF"/>
                    </a:solidFill>
                  </a:rPr>
                  <a:t>La probabilidad de B dentro de tres días es 31.55%</a:t>
                </a:r>
                <a:endParaRPr lang="es-NI" sz="4300" dirty="0"/>
              </a:p>
              <a:p>
                <a:pPr algn="just"/>
                <a:r>
                  <a:rPr lang="es-NI" sz="4300" dirty="0">
                    <a:solidFill>
                      <a:srgbClr val="FFFFFF"/>
                    </a:solidFill>
                  </a:rPr>
                  <a:t>La probabilidad de C dentro de tres días es 26.69%</a:t>
                </a:r>
                <a:endParaRPr lang="es-NI" sz="4300" dirty="0"/>
              </a:p>
            </p:txBody>
          </p:sp>
        </mc:Choice>
        <mc:Fallback>
          <p:sp>
            <p:nvSpPr>
              <p:cNvPr id="12" name="CuadroTexto 11">
                <a:extLst>
                  <a:ext uri="{FF2B5EF4-FFF2-40B4-BE49-F238E27FC236}">
                    <a16:creationId xmlns:a16="http://schemas.microsoft.com/office/drawing/2014/main" id="{9D21A4CD-CF9E-4182-9F99-2708D8B77E77}"/>
                  </a:ext>
                </a:extLst>
              </p:cNvPr>
              <p:cNvSpPr txBox="1">
                <a:spLocks noRot="1" noChangeAspect="1" noMove="1" noResize="1" noEditPoints="1" noAdjustHandles="1" noChangeArrowheads="1" noChangeShapeType="1" noTextEdit="1"/>
              </p:cNvSpPr>
              <p:nvPr/>
            </p:nvSpPr>
            <p:spPr>
              <a:xfrm>
                <a:off x="250882" y="303559"/>
                <a:ext cx="11616863" cy="3739485"/>
              </a:xfrm>
              <a:prstGeom prst="rect">
                <a:avLst/>
              </a:prstGeom>
              <a:blipFill>
                <a:blip r:embed="rId2"/>
                <a:stretch>
                  <a:fillRect l="-2046" t="-4405" r="-210" b="-6852"/>
                </a:stretch>
              </a:blipFill>
            </p:spPr>
            <p:txBody>
              <a:bodyPr/>
              <a:lstStyle/>
              <a:p>
                <a:r>
                  <a:rPr lang="es-NI">
                    <a:noFill/>
                  </a:rPr>
                  <a:t> </a:t>
                </a:r>
              </a:p>
            </p:txBody>
          </p:sp>
        </mc:Fallback>
      </mc:AlternateContent>
    </p:spTree>
    <p:extLst>
      <p:ext uri="{BB962C8B-B14F-4D97-AF65-F5344CB8AC3E}">
        <p14:creationId xmlns:p14="http://schemas.microsoft.com/office/powerpoint/2010/main" val="40080661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118557"/>
    </mc:Choice>
    <mc:Fallback xmlns="">
      <p:transition spd="slow" advTm="118557"/>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83B1B8078E17F4EAE45E3FCC6EE0F7F" ma:contentTypeVersion="13" ma:contentTypeDescription="Create a new document." ma:contentTypeScope="" ma:versionID="536cafad326c4c77379faaa07292a709">
  <xsd:schema xmlns:xsd="http://www.w3.org/2001/XMLSchema" xmlns:xs="http://www.w3.org/2001/XMLSchema" xmlns:p="http://schemas.microsoft.com/office/2006/metadata/properties" xmlns:ns3="e78cd964-bcde-446a-be9b-a906f90c623a" xmlns:ns4="4608b1a4-6008-49c0-85d3-704a55b4f31d" targetNamespace="http://schemas.microsoft.com/office/2006/metadata/properties" ma:root="true" ma:fieldsID="2ff54eb15017cb27d3a1d829e12dbbb6" ns3:_="" ns4:_="">
    <xsd:import namespace="e78cd964-bcde-446a-be9b-a906f90c623a"/>
    <xsd:import namespace="4608b1a4-6008-49c0-85d3-704a55b4f31d"/>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Locatio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8cd964-bcde-446a-be9b-a906f90c62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608b1a4-6008-49c0-85d3-704a55b4f31d"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SharingHintHash" ma:index="17"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3B28CED-7619-4521-B5B3-14B8EC655AFB}">
  <ds:schemaRefs>
    <ds:schemaRef ds:uri="http://schemas.microsoft.com/office/2006/metadata/properties"/>
    <ds:schemaRef ds:uri="http://purl.org/dc/dcmitype/"/>
    <ds:schemaRef ds:uri="http://purl.org/dc/terms/"/>
    <ds:schemaRef ds:uri="http://schemas.openxmlformats.org/package/2006/metadata/core-properties"/>
    <ds:schemaRef ds:uri="http://schemas.microsoft.com/office/2006/documentManagement/types"/>
    <ds:schemaRef ds:uri="http://purl.org/dc/elements/1.1/"/>
    <ds:schemaRef ds:uri="4608b1a4-6008-49c0-85d3-704a55b4f31d"/>
    <ds:schemaRef ds:uri="http://schemas.microsoft.com/office/infopath/2007/PartnerControls"/>
    <ds:schemaRef ds:uri="e78cd964-bcde-446a-be9b-a906f90c623a"/>
    <ds:schemaRef ds:uri="http://www.w3.org/XML/1998/namespace"/>
  </ds:schemaRefs>
</ds:datastoreItem>
</file>

<file path=customXml/itemProps2.xml><?xml version="1.0" encoding="utf-8"?>
<ds:datastoreItem xmlns:ds="http://schemas.openxmlformats.org/officeDocument/2006/customXml" ds:itemID="{BDCBBC5A-99EE-4FEF-B752-3288AD45751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78cd964-bcde-446a-be9b-a906f90c623a"/>
    <ds:schemaRef ds:uri="4608b1a4-6008-49c0-85d3-704a55b4f31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62B8B8F-F302-4E5E-B1AA-F9DD27FB709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570</TotalTime>
  <Words>3276</Words>
  <Application>Microsoft Office PowerPoint</Application>
  <PresentationFormat>Panorámica</PresentationFormat>
  <Paragraphs>406</Paragraphs>
  <Slides>52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52</vt:i4>
      </vt:variant>
    </vt:vector>
  </HeadingPairs>
  <TitlesOfParts>
    <vt:vector size="57" baseType="lpstr">
      <vt:lpstr>Arial</vt:lpstr>
      <vt:lpstr>Calibri</vt:lpstr>
      <vt:lpstr>Calibri Light</vt:lpstr>
      <vt:lpstr>Cambria Math</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Guillermo Aguirre</dc:creator>
  <cp:lastModifiedBy>Guillermo Aguirre</cp:lastModifiedBy>
  <cp:revision>6</cp:revision>
  <dcterms:created xsi:type="dcterms:W3CDTF">2020-08-06T03:51:58Z</dcterms:created>
  <dcterms:modified xsi:type="dcterms:W3CDTF">2020-09-03T17:38:56Z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0x010100C83B1B8078E17F4EAE45E3FCC6EE0F7F</vt:lpwstr>
  </property>
</Properties>
</file>