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varScale="1">
        <p:scale>
          <a:sx n="70" d="100"/>
          <a:sy n="70" d="100"/>
        </p:scale>
        <p:origin x="660"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20T18:59:05.885"/>
    </inkml:context>
    <inkml:brush xml:id="br0">
      <inkml:brushProperty name="width" value="0.05292" units="cm"/>
      <inkml:brushProperty name="height" value="0.05292" units="cm"/>
      <inkml:brushProperty name="color" value="#FF0000"/>
    </inkml:brush>
  </inkml:definitions>
  <inkml:trace contextRef="#ctx0" brushRef="#br0">5705 7541 0,'25'0'16,"0"0"-1,24 0-15,175-25 47,-150 0-47,-24 25 0,24-25 16,-49 25-1,223-49 17,-149 49-32,0 0 15,546 0 17,-273 0-1,-223 0-16,-75 0 1,1 0-16,-1 0 16,-24 0-16,272 0 31,-222 0-15,-26 0-16,-24 0 15,-1 0-15,75 0 16,-49 0-1,-1 0-15,149 0 16,-99 0 0,-24 0-16,98 0 15,25 0 17,249 0 30,-373 0-62,25 0 0,521 0 63,-620 0-63,-1 0 15,1 0-15,74 0 31,1 0-31,24 0 16,-25 0-16,0 0 16,199 0 15,-249 0-31,-24 0 16,99-50 30,-49 25-46,-51 0 16,1 25-16,50 0 31,-26-24-31,-24-1 16,124-25 31,-100 25-47,-24 1 15,149-51 48,-149 75-63,123-99 62,-148 74-46,0-24 0,-24-1-1,-26 25-15,-148-149 63,148 150-63,25 24 0,-49-25 15,-25 0 17,-75 0-1,124 0-31,-98 1 31,73 24-31,25 0 16,-24 0-16,24 0 15,1 0-15,-50 0 47,74 0-47,0 0 0,0 0 16,-99 0 31,99 0-47,-24 0 0,24 0 15,-49 0 17,49 0-32,-25 0 0,-248 0 47,224 0-47,24 0 15,-396 0 48,347 0-63,24 0 0,-24 0 15,-248 0 32,297 0-47,-24 0 16,24 0-16,-272 0 47,272 0-32,-24 0-15,-1 0 16,-421 0 31,397 0-47,-25 0 0,-149 0 62,248 0-62,-24 0 0,-1 0 16,-297 0 31,322 0-32,0 0-15,-99 0 32,99 0-32,-198 24 47,174 1-32,24-25 1,0 0-1,-25 0-15,26 0 16,-76 0 0,-148 0 46,199 0-62,24 0 16,-25 0-1,25 0 1,1 0 0,-1 0-1,-99 0 32,74 0-31,1 0-16,24 0 15,0 0-15,-49 0 47,49 0-47,0 0 16,-25 0 0,26 0-1,-51 0 1,-98 25 46,148-25-46,-75 25 15,76-25-31,-1 0 16,-25 25 31,25-25-47,1 0 15,-51 24 32,75 1-47,-25-25 31,1 0-15,-1 25 31,25 25-31,-25-50-16,25 24 15,-25 1 1,25 0-16,0 0 31,-25 99 32,25-99-63,0 0 15,0-1 32,0 1-16,0 0-15,0 0 0,0 0-1,75 74 48,-50-74-32,-25-1-31,24-24 31,26 25 0,-25-25-15,-25 25 0,49-25 15,-49 25 0,25 0-15,0-25-1,0 0 1,0 0 0,-1 24-1,1-24 1,0 0 46,0 0-46,0 0 15,0 25-31,-1 0 0,1-25 32,-25 25-17,25-25 1,-25 25 187,25-1-187,-25 1-1,49 50 1</inkml:trace>
  <inkml:trace contextRef="#ctx0" brushRef="#br0" timeOffset="3997.9">12551 7937 0,'-25'0'16,"1"0"15,-1 0 1,0 0-17,-25 0 1,1 0-1,-75 25 32,99-25-47,0 0 16,-149 25 31,125 0-32,24-25-15,0 0 32,0 0-32,-74 0 62,74 0 1,1 0-48,-1-25-15,0 25 16,25-25-16,0 0 16,-25-24 15,25-125 31,25 174-46,0 0 0,0-25-16,-1 25 31,1 0-31,124 0 62,-124 0-62,0 0 16,-1 0-16,51 50 47,-50-25-32,24-25 1,51 74 31,-76-74-47,26 25 16,24 25-1,1-26 16,-26 1 16,-24-25-31,0 25 31,0 0-32,0-25-15,-25 25 16,24-25 15,1 0-15,25 49 46,-25-49-46,-25 25 15,24-25 1</inkml:trace>
  <inkml:trace contextRef="#ctx0" brushRef="#br0" timeOffset="5156.85">12477 7962 0,'25'0'63,"-1"0"-48,1-25 1,25 1 31,-25-1-32,24 0 32,-24 0-31,0 25-1,0-25 32,-1 25-31,1-24 0,-25-1-1</inkml:trace>
  <inkml:trace contextRef="#ctx0" brushRef="#br0" timeOffset="9604.84">8880 15056 0,'-25'-24'62,"0"24"-62,1 0 16,-76 0-1,51 0-15,-274 0 63,249 0-63,0 0 0,24 0 16,-124 0-1,100 0 16,-75 49 32,124-49-63,-49 50 31,49-50-15,-49 25-1,-26-1 17,1 26 15,74-50-32,-24 50 16,-1-26-31,25 1 0,-198 99 47,198-99-31,1-25-16,-51 50 31,75-25 16,-25-1-16,25 1-15,-25 25 0,25-25-1,0 49 16,0-49-15,0 24 0,75 75 15,-75-74-31,25-50 16,0 50-16,-1-1 15,100 50 16,-49-99-15,-26 25-16,1 0 16,124 0-1,-150-25 1,26 0-16,24 0 16,174 0-1,-198 0 1,-25 0-1,124 0 1,-124 0 0,-1 0-16,26 0 15,0 0 1,-1 0-16,26 0 16,24 0-1,-50-25 1,175 0 31,-150 0-47,-24 1 15,-1 24-15,224-50 47,-198 25-47,-1 0 0,-49 25 16,24 0-16,-24 0 31,0 0-31,74-49 31,0-1 1,-24-24 14,-50 49-30,24 0 31,1 25-47,-25-25 16,-1 1-16,51-26 46,-75 25-14,0 0-17,0-24 1,-50-26 0,-272-198 46,297 273-62,-25-24 0,26 24 31,-1-25-31,-25 25 16,1-25 0,-150-25 15,150 50-16,-26-24-15,-322-1 63,348 25-63,-1 0 0,0 0 31,-24 0 32</inkml:trace>
  <inkml:trace contextRef="#ctx0" brushRef="#br0" timeOffset="13373.77">7367 12353 0,'25'0'109,"24"0"-93,-24 0-1,25 0 1,173 0 15,-49 0 1,-125 0-32,323 0 62,-347 0-46,0 0-1,0 0 1,0 0-16,123 0 31,-98 0-31,99 0 31,0 0 1,-125 0-32,1 0 15,75 0 32,-1 0-16,-25 0-31,-49 0 16,74 0 15,-74 0-15,25 0 0,-1 0-1,-24 0-15,0 0 16,74 0 31,-74 0-32,74 0 48,-49-25-63,-50-25 62,0-24-62,-25 24 16,0-24-16,-99-149 47,74 198-47,50-25 15,-24 25-15,-51-49 47,50 49-47,1 0 16,-51 1 15,50-1-31,-24 25 0,-50-25 31,-25 0 1,99 25-17,-124-25 17,124 25-32,0 0 15,-148-24 32,148 24-47,0 0 0,-49-25 16,24 25-16,-173 0 47,148 0-47,26 0 15,-1 0-15,-74 0 31,50 0-15,24 0 15,-24 0 16,49 0-31,-124 0 15,25 0 16,99 0 0,0 0-47,1 0 15,-1 0 1,0 0 0,-49 25-1,-75 24 17,0-24 30,124-25-15,0 25-47,25 0 31,-24-1-15,-1 26-1,25-25 1,0 0 0,0-1-16,0 26 15,0 0 32,0-26-47,0 26 16,0-25-16,49 74 47,-49-49-32,25-50 1,0 24 0,0 1-1,24 25 16,-24-50-15,25 25 0,24 0 31,-24-1-47,-25-24 0,24 25 15,26 0 32,-51-25-47,1 0 16,25 25 31,-25-25-32,-1 0 16,1 0 63,25 25-78</inkml:trace>
  <inkml:trace contextRef="#ctx0" brushRef="#br0" timeOffset="16133.7">21134 3274 0,'49'0'62,"-24"0"-46,49 0-16,-49 0 16,99 0-1,-49-25-15,-26 1 16,26 24-1,-26 0-15,323-25 63,-297 25-63,-1 0 16,224 0 30,-249 0-46,1 0 0,0 0 16,123 0 47,-148 0-63,25 0 0,148 0 46,-148 0-30,-25 0-16,-1 0 16,200-50 31,-175 25-47,-24 25 15,74-24 1,25-1 15,0-50 32,-124 51-32,0-1-16,0 0-15,0-49 32,-297-224 30,197 273-62,26 0 16,0 0-16,24 1 15,-173-1 17,173 25-17,1 0-15,-200 0 63,225 0-63,-1 0 0,-50 0 15,-148 0 32,198 0-47,-24 0 0,-1 0 16,-123 0 15,123 0-31,25 0 0,-24 0 16,24 0-16,-199 0 47,175 0-32,-26 0-15,51 0 16,-26 0 0,25 0-1,0 0 1,1 0-16,-1 0 15,-74 0 17,74 0-32,-50 0 31,51 0-31,-1 0 62,25 25-30,0-1-17,0 1-15,-50 149 63,50-124-48,0-26 1,0 1-16,0 0 16,0 0-16,0 0 15,0-1 1,0 1 0,0 0-1,25 25 32,0-26-47,0 1 16,-1 0-1,1 0 1,0-25 0,0 25-1,0-25-15,-1 49 47,26-24-16,-50 0-31,25 0 16,-25-1 15,0 1-15,25 0 15,-1-25-15</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29T20:31:58.216"/>
    </inkml:context>
    <inkml:brush xml:id="br0">
      <inkml:brushProperty name="width" value="0.05292" units="cm"/>
      <inkml:brushProperty name="height" value="0.05292" units="cm"/>
      <inkml:brushProperty name="color" value="#FF0000"/>
    </inkml:brush>
  </inkml:definitions>
  <inkml:trace contextRef="#ctx0" brushRef="#br0">18827 7764 0,'25'0'125,"-25"49"-125,49-24 15,-24 0-15,25 25 16,-26-1 0,26 1 15,0-25-31,-50 24 0,49 26 16,100 49 15,-75-75 47</inkml:trace>
  <inkml:trace contextRef="#ctx0" brushRef="#br0" timeOffset="752.21">18777 8483 0,'-25'0'16,"25"-49"-1,50-1 1,-50 0-16,74-24 31,-49 0 0,99-100 16,-124 149-31,174-198 31,-149 198-32,-1 0-15,-24 0 0,50-24 32,-25 24-1</inkml:trace>
  <inkml:trace contextRef="#ctx0" brushRef="#br0" timeOffset="1568.69">18728 7541 0,'0'-25'78,"24"25"-47,26 0-15,173-50 15,-173 50-31,24-25 15,149 1 32,-198-1-31,0 25 15</inkml:trace>
  <inkml:trace contextRef="#ctx0" brushRef="#br0" timeOffset="2319.44">19670 7838 0,'50'-25'109,"-25"25"-109,24 0 16,1-24-16,-25 24 15,-1 0-15,76 0 47,-76 0-31</inkml:trace>
  <inkml:trace contextRef="#ctx0" brushRef="#br0" timeOffset="3112.64">19819 8186 0,'25'0'141,"0"0"-141,24 0 16,1 0-16,-1-25 15,51 25 16,-51 0-15,-24 0 0</inkml:trace>
  <inkml:trace contextRef="#ctx0" brushRef="#br0" timeOffset="7015.86">2530 5705 0,'50'0'78,"-26"0"-78,1 0 16,25 0-16,0 0 15,24 0 1,124 0 15,75 0 0,74 0 16,-272 0-47,-25 0 16,148 0 31,-173 0-32,24 0-15,75 0 32,-74 0-32,99 0 31,124 25 16,-174-25-32,-74 0-15,-1 0 16,26 0-16,49 0 16,100 49 15,-75-49 31,-99 0-62,24 0 16,-24 0-16,0 0 16,124 0 15,-125 0 0,1 0-15</inkml:trace>
  <inkml:trace contextRef="#ctx0" brushRef="#br0" timeOffset="12616.13">20637 7367 0,'-24'0'32,"24"25"14,0 0-30,0 74 0,0-50-16,0 26 31,0-50-15,0-1-1,0 51 16,74-75 32,-49 0-47,25 0-16,-1 0 15,50-25 32,-49 25-16,-50-25-15,25 25 0,-25-25-16,25 1 15</inkml:trace>
  <inkml:trace contextRef="#ctx0" brushRef="#br0" timeOffset="13328.15">20960 7392 0,'0'49'109,"0"1"-109,0 0 16,0-1-16,0 150 47,0-125-47,0-49 15,0 0-15,0 173 63,0-148-63,0 49 62,0-149 63</inkml:trace>
  <inkml:trace contextRef="#ctx0" brushRef="#br0" timeOffset="14184.76">21158 7367 0,'25'25'79,"0"-25"-79,-25 25 15,0 49 1,25-49-1,-25 0 1,0 198 15,0-198-15,0-1-16,25 100 31,-25 1 0,0-76-15,0 1 15,0-25 1</inkml:trace>
  <inkml:trace contextRef="#ctx0" brushRef="#br0" timeOffset="14687.42">21530 8111 0</inkml:trace>
  <inkml:trace contextRef="#ctx0" brushRef="#br0" timeOffset="16679.75">22051 7243 0,'0'-25'47,"0"0"-31,-24 25 31,-76 0-16,51 0-15,24 0-1,0 0 1,-74 0 46,99 50 79,25-25-125,-25 24-16,74 75 31,-24-99-31,-1 99 31,-24-25 32,0-74-63,0-25 125,24 0-110,-24 0-15,0-25 16,74 25 15,-74 0-15,0 0 15,0 0 0,24 0-15,-24 25 0,-25 0-1,25 0 16,0 0-31,-25-1 16,0 1 15,0 0-15,0 0 15,0 0 0,0-1-15,-25-24 0,-25 0 15,-99 25 31,125-25-62,-1 0 32,0 0 46,0 0-63</inkml:trace>
  <inkml:trace contextRef="#ctx0" brushRef="#br0" timeOffset="26921.58">19124 9252 0,'0'-25'31,"-49"1"-15,24 24 15,-25 0 0,1 0-15,24 99 31,25-74-47,0-1 15,50 100 32,-26-124-31,1 0 0,174 0 15,-125 0-16,-24 0-15,98 50 63,-123-25-63,0 0 16,25-1-1,-50 1 16,25 99 16,-75 0 0,-25-74-16,51-50-31,-26 0 16,-49 25 31</inkml:trace>
  <inkml:trace contextRef="#ctx0" brushRef="#br0" timeOffset="27696.01">19794 9302 0,'25'-25'110,"0"0"-95,74-24 16,-49 49-31,198-25 32,-174 25-32,75 0 93</inkml:trace>
  <inkml:trace contextRef="#ctx0" brushRef="#br0" timeOffset="28600.28">20216 9699 0,'25'0'141,"24"0"-126,1-25-15,-1 0 16,1 0-1,74-24 17,-99 49-32,0-25 15,-1 0 1,1 0 15,0 25-15</inkml:trace>
  <inkml:trace contextRef="#ctx0" brushRef="#br0" timeOffset="35137.69">11881 5978 0,'50'0'78,"-25"0"-62,24 0-1,1 0 1,0 0-16,99 0 31,-100 0-31,1 0 16,99-25 15,-125 0-31,76 25 31,-1 0 1,198 0 15,-247 0-32,0 0-15,-1 0 16,1 0-1,-25 0-15,0 0 16,24 0 31,1 0-47,-25 0 16,173 0 46,-173 0-62,0 0 0,49 0 31,50 0 1,0 0-17,-74 0-15,297 0 63,-273 0-48,150 0 17,-1 0-1,-174 0-31,348 0 47,-372 0-32,25 0-15,74 0 32,-99 0-32,198 0 62,-174 0-62,1 0 16,446 0 31,-397 0-47,1 0 15,371 0 32,-422 0-31,1 0-16,124 0 62,-150 0-46,1 0-1,0 0-15,0 0 16,74 0 15,50-24-15,0-1 46,-124 25-46,-1 0 0,1 0-1,25 0 1,-25 0 0,-1 0-1,1-25 32</inkml:trace>
  <inkml:trace contextRef="#ctx0" brushRef="#br0" timeOffset="36888.64">20737 8880 0,'49'25'94,"-49"24"-94,50 1 15,-25 0 1,0-1-16,24 26 47,-24-26-47,0-49 15,-25 25-15,25-25 32</inkml:trace>
  <inkml:trace contextRef="#ctx0" brushRef="#br0" timeOffset="37407.75">21258 9277 0</inkml:trace>
  <inkml:trace contextRef="#ctx0" brushRef="#br0" timeOffset="38471.43">21282 8855 0,'25'-49'47,"25"24"-47,-1 0 15,100-25 1,-50 1-16,-24 24 16,74-25 15,-149 26-16,25 24 79,-1 124-63,26 0 1,-50-100-32,0 1 15,-25 124 32,25-124-47,-25 25 0,25-26 16,0 26-1,0-25 17,0 0-1,-24-1 31,24 1-62,0 0 32,0 0-1</inkml:trace>
  <inkml:trace contextRef="#ctx0" brushRef="#br0" timeOffset="39216.19">21779 9054 0,'0'-50'47,"49"50"-31,-24-25-16,25 0 15,-26 25-15,1 0 16,0-24-16,49-1 47,-74 0-47,25 25 15,25-25 1,-25 0 15,-1 25 1,1 0-17,0-24 1</inkml:trace>
  <inkml:trace contextRef="#ctx0" brushRef="#br0" timeOffset="40977.19">22523 8359 0,'24'0'94,"1"0"-78,0 0-1,0 25 1,24-25 0,-24 50-1,-25 98 48,0-98-48,0 0-15,-25-50 0,25 24 32,0 1-32,-24 25 15,-51 24 32,50-49-47,1 0 31,-1 49 1,0-49-17,0 74 32,25-74-31,0 0 15,25 25-15,25-1 15,-26-49 0,1 0-15,0 0-1,49 0 32,-49 0-47,25 0 32,-50-25-32,25 1 31,-25-26-31,0 25 15,0-24 1,0-100 15,0 99-31,0 25 16,-25 0-16,-25-49 31,-24 24 0,-50-74 16,124 100-47,-25 24 16,0-25-16,0 0 47,25 0-16,-24 0 0,24 1-15,0-26 0,0 25-1,24 25 16</inkml:trace>
  <inkml:trace contextRef="#ctx0" brushRef="#br0" timeOffset="52304.05">20191 11782 0,'0'-25'78,"25"-24"-63,0 24-15,-25-25 16,24 26-16,1-76 16,-25 76-1,0-200 32,0 200-31,0-51 15,0 50-31,0-124 31,0 75-15,-25-25 15,1 49-15,24 25-1,0 1 32,0 48 47,0 26-94,0 0 16,24 24-1,-24-49-15,50 124 63,-50-125-48,25-24 1,0 0 47,24 0-32,-24 0-31,99 0 31,-74 0-15,-26-24-16,101-100 31,-101 24-15,1 76-1,25-76 1,-25 51-1,-1 24 17,-24-25 15,0 75 31,-24 50-63,24-26 1,-25 150 31,25-150-47,0-24 0,0 25 15,0 49 1,0-49 0,0-26-1,0 1-15,25 50 32,24 24 30,-49-74-31,25-25 16,0 0-16,0 0-15,24-25-16,1-99 47,-50 99-47,0 0 16,0 0-16,0-24 31,-25 24 63,0 25-79,0 25 1,1-25-1,24 25 1</inkml:trace>
  <inkml:trace contextRef="#ctx0" brushRef="#br0" timeOffset="52872.14">21406 10964 0,'25'-25'63,"0"0"-47,25 0-1,-26-24 1,26 49-16,49-75 47</inkml:trace>
  <inkml:trace contextRef="#ctx0" brushRef="#br0" timeOffset="53456.61">21555 11162 0,'0'0'0,"25"-25"15,0 25-15,0-25 16,-1 25 0,26-24-1,-25-1-15,124-74 47</inkml:trace>
  <inkml:trace contextRef="#ctx0" brushRef="#br0" timeOffset="54536.2">21679 9798 0,'0'25'47,"25"24"-47,0 1 16,-25-1-16,124 175 46,-124-150-30,50-24-16,-26-25 0,26 99 47,-25-100-31,0-24 46,49 0-46,-24-24-16,74-26 15,-75 25 1,50 0 0,-99 1 15</inkml:trace>
  <inkml:trace contextRef="#ctx0" brushRef="#br0" timeOffset="55104.28">22349 9723 0,'0'25'31,"0"223"0,0-148-31,25-1 16,-25 25-16,0 0 15,25 49-15,99 348 47,-100-397-47,-24-49 0,25-26 16,0 100 31,0-174 46,-25-24-77,0 24-16,25-49 16</inkml:trace>
  <inkml:trace contextRef="#ctx0" brushRef="#br0" timeOffset="56073.93">22845 10145 0,'50'-25'47,"-1"1"-47,-24 24 16,0 0-16,49 0 31,-49 0-31,0 0 47,-25 24-47,0 26 16,0 198 46,25-223-31,0-25-31,-1 49 16,1-49-16,99 50 31,-25 49-15,-24 224 46,-75-224-62,-50 25 63,25-99-63,1 0 0,-1-25 16,0 0-1,0 0 16,-99 0 32,99 0-63,1 0 31</inkml:trace>
  <inkml:trace contextRef="#ctx0" brushRef="#br0" timeOffset="64328.7">1513 10864 0,'25'0'125,"24"0"-110,26 0-15,74-49 31,-100 49-31,199 0 32,124 0-17,125 0 48,-473 0-48,150 0 17,148 0 15,-73 0-16,321 25 31,-520-25-62,-26 0 16,175 0 31,-174 0-47,24 0 15,50 0 17,150 0-1,-101 0-15,-73 0-1,-1 0-15,-24 0 16,173 0-1,-149 0 1,1 0-16,24 0 16,199 0-1,-174 0 1,149 0 0,-25 0 15,-199 0-31,373 0 62,-199 0-30,248 0-1,-371 0-31,-1 0 15,-25 0-15,1 0 16,247 0 31,-272 0-47,24 0 16,323 0 30,-347 0-30,-1 0-16,100 0 31,0 0-15,248 0 46,-124 0-30,-199 0-32,-24 0 15,99 0 1,198 0 15,223 0 32,-520 0-63,-25 0 15,24 0-15,175 0 63,-150 0-63,248 0 62,-297 0-62,50 0 0,-26 0 16,348 0 31,-347 0-32,24 0-15,-24 0 0,223 0 47,-224 0-31,26 0-16,-1 0 0,75 0 31,99 0 0,-174 0-31,150 0 32,-76 0-17,125 0 32,-198 0-31,-50 0-16,148 0 47,-148 0-47,49 0 0,75 0 31,323 24 31,-448-24-62,1 0 16,223 50 31,-223-50-47,0 0 16,198 25-1,-149 0 1,-49-25-16,74 0 31,-74 0-31,74 0 31,-74 24 110,0-24-141,0 0 31,0 0 0</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20T17:14:17.668"/>
    </inkml:context>
    <inkml:brush xml:id="br0">
      <inkml:brushProperty name="width" value="0.05292" units="cm"/>
      <inkml:brushProperty name="height" value="0.05292" units="cm"/>
    </inkml:brush>
  </inkml:definitions>
  <inkml:trace contextRef="#ctx0" brushRef="#br0">2307 8359 0,'49'0'140,"-24"0"-140,25 0 16,-25 0-16,24 0 16,1 0-1,-1 0 1,26 0-16,24 0 16,25 0-16,25 0 15,-25 0-15,-25 0 16,50 0-16,0 0 15,99 0-15,-25 0 16,0 0-16,75 0 16,0 0-16,-1 0 15,26 0-15,24 0 16,-24 0-16,-1 0 16,25 0-16,25 0 15,0 0-15,-49 0 16,-1 0-16,-24 0 15,0 0-15,24 0 16,1 0-16,49 0 16,-50 0-16,1 0 15,-26 0-15,-24 0 16,-25 0-16,0 0 16,-25 0-16,-24 0 15,-1 0-15,-49 0 16,-50 0-16,-24 0 15,-26 0-15,-24 0 16,0 0 0,0 0-1,24 0 470,1 0-485,0 0 15,-26 0-15,1 0 16,25 0-16,-25 0 16,24 0-16,-24 0 15,0 0 1,24-25-1,-24 25 1,0 0 0,0 0-1,0 0 267,-25-24-267</inkml:trace>
  <inkml:trace contextRef="#ctx0" brushRef="#br0" timeOffset="4383.04">2208 7615 0,'24'25'31,"1"-25"16,0 0-47,0-25 31,0 25-15,-1 0-1,1-25-15,0 25 32,0 0-32,0-25 15,-1 25 17,1 0-17,0 0 1,0 0-16,-25-24 15,49 24 1,-24 0 0,0 0-16,25-25 15,-25 25 1,-1 0-16,1 0 16,0 0 15,0 0-31,-25-25 15,49 0 1,-24 25 0,25 0-1,-25-25-15,24 1 16,-24-1-16,0 0 16,0 25-16,24 0 15,-49-25-15,25 25 16,0-25-16,0 25 15,24 0 1,-49-24-16,25 24 16,0 0-16,0 0 15,24-25-15,-24 0 16,0 25-16,24-25 16,-24 0-16,0 1 15,25-1-15,-1 0 31,-24 0-31,0 0 16,0-24-16,24 24 16,-24 0-16,0-49 15,0 49-15,24-25 16,-49 1-16,25 24 16,0-25-16,-25 1 15,50-1 1,-26 0-16,-24 1 15,25-1-15,0 25 16,-25 1-16,25-26 16,0 0-16,-1 26 15,-24-1-15,0-25 16,25 25-16,0 1 16,-25-1-16,0-25 15,25 1-15,0-1 16,-25 25-16,24 0 15,1-24-15,-25 24 16,25 0-16,25-49 16,-50 49-16,49 0 15,-24-25-15,0 26 16,24-26-16,1 25 16,0-24-16,-1 24 15,1-25-15,-25 50 16,24-49-16,26 24 15,-1-25-15,1 25 16,-26 1-16,1-26 16,-1 50-16,1-50 15,-25 26 1,24-1-16,1 0 16,-25 0-16,0 0 15,24 1-15,-24 24 16,25-25-16,-26 0 15,1 0 1,0 25-16,0-25 16,0 25-16,-1-49 15,1 24-15,0 25 16,0-25 0,24 0-1,-24 0 1,0 25-16,25-49 15,-1 49-15,26-50 16,-26 25-16,-24 25 16,0-24-16,25-1 15,-26 25-15,1 0 16,25-25-16,-50 0 16,25 25-1,-1 0 1,26 0-16,0 0 31,-1 0-31,26 0 16,-26 0-16,26 0 15,-26 0-15,1 0 16,-1 0-16,1 0 16,25 0-16,-26 0 15,1 0-15,49 0 16,-49 0-16,49 0 15,-50 25-15,-24-25 16,50 25-16,-26-25 16,1 25-16,24-25 15,-24 24-15,24-24 16,25 0-16,1 0 16,49 25-16,-50 0 15,-25 0-15,-24-25 16,49 0-16,0 25 15,-49-1-15,-25-24 16,-1 0-16,26 0 16,24 25-16,-49-25 15,0 25-15,0 0 16,0-25-16,24 25 16,-24 0-1,25-25 1,-1 24-1,-24 1-15,0-25 16,25 50-16,-1-1 16,26-24-16,-51 50 15,26-51-15,24 26 16,-49 0-16,25-1 16,-25 1-16,24 24 15,1-49-15,-25 25 16,-1-26-16,1 1 15,0-25-15,-25 25 16,25-25-16,-25 25 16,49-25-16,-49 49 15,50 1-15,-25 0 16,49-26-16,-49 26 16,25 0-16,-50-1 15,49-24-15,-24 25 16,0-50-16,25 49 15,-26-24-15,26 25 16,-25-25-16,24 24 16,1-24-1,-25 0-15,24 49 16,-24-49-16,25 25 16,-1-26-16,-24 1 15,50 25-15,-51-25 16,1-1-16,25 1 15,-25-25 1,-1 25-16,1-25 16,0 25-1,0-25-15,24 0 16,1 25-16,0-1 16,24 1-16,25 0 15,1 0-15,-1 0 16,-25-25-16,1 0 15,24 24-15,0 1 16,-25 0-16,1 0 16,24 0-16,-25-25 15,1 0-15,24 25 16,-24-1-16,-1 1 16,-49-25-16,24 0 15,-24 0-15,0 0 16,25 0-16,-50 25 15,49-25 1,1 25-16,-1-25 16,51 0-16,-26 25 15,50-1-15,-74-24 16,-1 25-16</inkml:trace>
  <inkml:trace contextRef="#ctx0" brushRef="#br0" timeOffset="8535.15">3894 6921 0,'0'24'265,"0"26"-249,0-25 0,0 24-1,0-24-15,0 0 16,25 25-16,-25-26 31,0 1-31,25 0 16,-25 0-16,0 0 15,0-1-15,0 26 16,0 0 0,0-26-1,0 1-15,0 0 16,25 0-16,-25 24 16,0-24-1,25 0 1,-25 0-16,0 0 15,0-1-15,24 26 16,-24-25 0,0 0-1,0-1-15,25-24 16,-25 25 0,0 0 15,0 25-16,0-26 1,25 1 0,-25 0-1,0 0 1,25 25 62,-25-26 0,0 1-62,0 0 62,25 0-62,-25 0 93,0-1 0,0 1 1,0 0-79,24 0 0,1-25-31,-25 25 141,0-1-47,0 1-63</inkml:trace>
  <inkml:trace contextRef="#ctx0" brushRef="#br0" timeOffset="10783.11">10889 6747 0,'25'0'125,"-25"49"-125,25 1 16,-25-25-1,25 25-15,-25-26 16,24 26-16,-24-25 16,0 24-1,25 1-15,-25-25 16,0 0-16,0-1 15,25 51-15,-25-50 16,0-1-16,0 1 16,25 25-1,-25-25-15,0-1 16,0 1 0,25 0-1,-25 0 1,0 0-16,0-1 15,24 26-15,-24-25 16,0 24 0,25 1-1,-25 0 1,25-1 0,-25-24-16,0 0 15,0 0-15,0-1 16,0 26-16,0-25 15,0 0-15,0 0 16,0-1 0,0 1-16,0 0 15,0 0 1,0 0 0,0-1-1,0 1 1,0 25-1,0-25 1,0-1 0,0 1-1,0 0-15,0 0 32,25 0-32,-25-1 109,25 1-93,0-50 155</inkml:trace>
  <inkml:trace contextRef="#ctx0" brushRef="#br0" timeOffset="12438.88">11708 6970 0,'0'25'140,"-25"-25"-124,25 50-1,0-26-15,-25 1 16,0 0 0,1-25-16,24 25 15,-25-25-15,25 25 16,-25-1 0,25 1-1,-25-25-15,0 50 16,25-1-1,-24-49 1,-1 25-16,0 0 16,25 0-1,-25 0 1,25-1 0,-25 1-1,1 0 1,24 0-1,-25 0 17,25-1 46,-25 1-63,0 0 1,25 25 0,-25-50-1,25 24 1,0 1-16</inkml:trace>
  <inkml:trace contextRef="#ctx0" brushRef="#br0" timeOffset="13519.33">11956 7045 0,'25'0'47,"-25"24"-31,0 1-16,-25 0 15,0 25 1,25-26-16,-25 1 16,25 25-16,-25-25 15,-24-1-15,49 26 16,-25-25-16,0 24 16,25-24-16,-49 0 15,49 0-15,-25 0 16,25-1-1,-25 1-15,25 0 16,-50 25-16,50-1 16,-49-24-16,49 25 15,-25-26-15,-25 26 16,50 0-16,-24-26 16,-1 1-16,25 0 15,-25 0 1,25 0-1,-25 0 1,0-1 0,25 26-1,-24-50-15,-1 25 16,25 0-16,-25-1 16,25 26-1,-25-25-15,0 0 16,25 24-1,-24-49-15,24 25 16,0 0 78,0-50 31,0 0-125,24-49 15</inkml:trace>
  <inkml:trace contextRef="#ctx0" brushRef="#br0" timeOffset="14495.66">12402 7169 0,'0'49'94,"-24"-24"-94,-1 0 15,0 24-15,0-24 16,0 25-16,1-25 15,24-1-15,-25 26 16,0-25 0,25 0-16,-25 24 15,0 1-15,0-25 16,-24 24-16,49 1 16,-50-25-16,50 49 15,-49-24-15,24-26 16,0 26-16,0-25 15,25 0-15,-25 0 16,1-1-16,-1 1 47,25 0-47,-25-25 31,25 25 0,0 0-15,-25-1 0,0 1-1</inkml:trace>
  <inkml:trace contextRef="#ctx0" brushRef="#br0" timeOffset="15486.93">12824 7169 0,'0'24'78,"-25"1"-62,0 0-16,25 0 16,-24 0-16,-1-1 15,25 26-15,-25-25 16,0 0-16,25 24 15,-49-24 1,49 0-16,-50 49 16,25-49-16,0 25 15,1-26-15,24 1 16,-25 25-16,0-25 16,25-1-16,-25 26 15,0-25-15,1 24 16,-1-24-16,0 25 15,0-50 1,25 50-16,-25-26 16,1-24-1,24 50 1,-25-25 0,25 0-1,-25-1 1,0 26 15,25-25 16</inkml:trace>
  <inkml:trace contextRef="#ctx0" brushRef="#br0" timeOffset="16463.39">13146 7367 0,'-24'0'62,"24"25"-46,-25 0-16,25-1 16,-50 1-16,50 25 15,-49 24-15,24-24 16,25-25-16,-50 24 15,50-24 1,-25 0-16,1 24 16,-1-24-16,25 0 15,0 25-15,-25-50 16,25 24-16,-25 26 16,0-25-16,1 25 15,-1-26-15,0 1 16,25 25-16,-25-50 15,0 49-15,1-24 16,24 25-16,-25-25 16,0-1-16,25 1 15,-25 0-15,0-25 16,25 50 0,0-26 30,-24-24 17</inkml:trace>
  <inkml:trace contextRef="#ctx0" brushRef="#br0" timeOffset="18015.64">2580 7615 0,'0'50'109,"-25"-50"-93,25 24-16,-25 1 15,0 0-15,0 0 16,-24 0 0,49-1-1,-25 1-15,-49 0 16,49 25-16,0-26 15,-25 26-15,26-25 16,-1 0-16,0 0 16,25-1-16,0 1 31,-25 25-31,0-25 16,1-1-1,-1 1 1,0 0-1,0 25 32,0-50-15</inkml:trace>
  <inkml:trace contextRef="#ctx0" brushRef="#br0" timeOffset="18736">2853 7665 0,'0'24'93,"-50"1"-77,0 0-16,26 25 16,-51-1-16,25-24 15,1 25-15,-1-26 16,25 26-16,1-25 16,-26 0-16,25 0 15,0 24-15,1-24 16,24 0-16,-25-25 15,25 25 1,25-25 172,-1 0-173</inkml:trace>
  <inkml:trace contextRef="#ctx0" brushRef="#br0" timeOffset="19480.21">3349 7516 0,'24'0'31,"-24"25"-15,0 24-16,-24-24 15,-1 25-15,25-26 16,-50 26-16,25 0 15,1-1-15,-26 50 16,0-74-16,1 50 16,-1-1-16,25-24 15,1-1-15,-26-24 16,50 50-16,-50-26 16,50 1-16,-24-25 15,-1 49-15,0-49 16,25 0-16,25-50 203,0 0-187,24-25-16</inkml:trace>
  <inkml:trace contextRef="#ctx0" brushRef="#br0" timeOffset="20215.37">3746 7367 0,'0'25'63,"0"24"-48,-25-24-15,25 50 16,0-51-16,-25 51 16,0-1-16,0-24 15,25-1-15,0 1 16,0 0-16,-25-1 16,25-24-16,0 25 15,-24-1-15,24-24 31,0 0-31,0 25 16,-25-50-16,25 24 16,0 1-1,-25 0 48</inkml:trace>
  <inkml:trace contextRef="#ctx0" brushRef="#br0" timeOffset="21007.49">3324 7516 0,'0'-25'0,"-25"50"32,-25 0-17,50-1 1,-24-24-16,-26 25 15,25 0-15,-24 0 16,24 0-16,0-1 16,-25 26-16,26 0 15,-1-1 1,0 1-16,-25-1 16,26-24-16,-1 25 15,0 0-15,25-26 16,-25 1-16,0 0 15,1 0-15,-1 0 16</inkml:trace>
  <inkml:trace contextRef="#ctx0" brushRef="#br0" timeOffset="24679.57">4142 9004 0,'-24'0'219,"24"25"-204,-50-25 17,50 25-17,0 0 1,0-1-1,-25-24 1,0 25 0,25 0-1,-24 0 1,24 0-16,0-1 16,-25 1-1,25 0 48,0 0-48,-25 0-15,25-1 47,0 1 16,0 0-63,0 0 31,0 0 0,0-1-15,0 1-1,25 0-15,0-25 16,-25 25 31,24-25-16,1 0 0,0 0-15,0 0 0,0 0 15,-1 0-15,1 0-16,0 0 31,0 0 16,0-25-47,-1 25 15,-24-25 32,0 0-31,0 1-1,25 24-15,-25-25 32,0 0-1,0 0-31,0 0 16,0 1-1,0-1 1,0 0-1,0 0 17,-25-24-17,25-1 17,-24 25-1,-1 0 16,0 1-16,0-1 78</inkml:trace>
  <inkml:trace contextRef="#ctx0" brushRef="#br0" timeOffset="25454.94">4465 9475 0</inkml:trace>
  <inkml:trace contextRef="#ctx0" brushRef="#br0" timeOffset="27575.72">4688 9079 0,'-25'24'156,"25"1"-141,-25 0-15,25 0 16,0 24-16,-24-49 16,24 25-16,0 0 15,0 0 1,0 0 15,0-1 0,0 1 1,0 0-17,0 0 1,0 0 15,0-1 0,0 1-15,0 0 0,0 0 31,24 0-32,1-1 32,0-24-31,-25 25 31,25-25-32,0 0 1,-1 0-1,1 0 1,0 0 0,0 0-1,-25-25 17,0 1-17,0-1 1,25 0-16,0-25 15,-25 26 1,0-1-16,0 0 16,0 0-1,0 0 1,0 1 0,0-1-1,0 0 16,0 0-15,0 0 0,0 1-1,0-1 1,-25 0 0,25 0-1,-25 0 16,0 1 32,0 24-16,0 0-16,1 0-15,-1 0 15,0 0 0,0 24 0,0-24-15,1 25 0</inkml:trace>
  <inkml:trace contextRef="#ctx0" brushRef="#br0" timeOffset="29823.17">4936 9103 0,'25'-24'125,"0"24"-78,0 0-32,-1-25 1,1 25 62,0 0-78,0 0 47,0 25-16,-1-1 0,-24 1-31,25 0 16,-25 0 15,0 0-31,0-1 16,0 1-1,0 0 1,0 0-16,0 0 16,0-1-1,0 1-15,0 0 32,0 0-1,0 0-16,0-1 1,0 1 15,-25-25-15,1 25 0,24 25 30,-25-50-14,0 24-17,50-24 220,0 0-235,-1 0 15,1 0 17,0 0-17,0 0 1,0 0 15,-1 0 235,1 0-235,0 0-15,0 0-16,0 0 15</inkml:trace>
  <inkml:trace contextRef="#ctx0" brushRef="#br0" timeOffset="32031.81">3373 9277 0,'25'-25'109,"25"0"-93,-1 25-1,-24-24-15,0 24 31,0 0-31,0 0 0,-1 0 16,1-25 0,0 25 15,0 0-15,0 0 124</inkml:trace>
  <inkml:trace contextRef="#ctx0" brushRef="#br0" timeOffset="34903.11">11286 9153 0,'0'-25'109,"-25"25"-77,1 0-32,-1 0 15,0 0 1,0 0 15,0 25-15,25 0-16,-25-25 15,25 25-15,-24-1 16,-1 1-16,25 0 16,-25 25-1,25-26 1,0 1-16,0 0 15,-25 0 1,25 0 0,0-1 15,0 1-15,0 0-1,0 0-15,0 0 16,0-1-16,0 26 15,25-50-15,-25 25 16,0 0-16,25 24 16,24-49-16,-49 50 15,50-50-15,-50 25 16,25-25-16,0 0 16,0 24-16,24 1 15,-24-25 16,25 0-31,-26 0 16,1 0-16,0 0 16,0 0-16,0 0 15,-1 0 1,1 0 0,0 0-16,0 0 15,-25-25-15,25 1 16,-1-1-1,1 0 1,0-25 0,0 1 15,-25 24-15,25 0-1,-25 0 1,0 1-1,0-1 1,0 0-16,0 0 16,0 0-1,0 1 1,0-1-16,0 0 16,0 0-1,0 0 32,0-24-31,-25 49-1,0 0-15,25-25 16,-25 25 15,0 0 0,1-25-31,-1 0 16,0 25 15,0 0 1,0-24-17,1 24-15,-26-25 31,25 25 1,0 0 46,1 0-47,-1 0 78</inkml:trace>
  <inkml:trace contextRef="#ctx0" brushRef="#br0" timeOffset="35438.97">12030 9773 0</inkml:trace>
  <inkml:trace contextRef="#ctx0" brushRef="#br0" timeOffset="37015.46">12229 9079 0,'0'49'109,"-25"-24"-93,25 0-16,0 0 15,0-1 1,0 1-1,-25 25-15,0-25 16,25 24 0,0-24-16,0 0 15,0 0-15,0-1 16,0 1-16,0 25 16,0-25-1,0 24-15,25-24 16,-25 0-1,0 0 1,0-1-16,0 1 16,25 25-1,0-50-15,-25 25 32,0-1-17,25-24 79,-1 0-63,1 0-15,0 0-1,25 0 1,-26 0-16,1-49 31,-25 24-15,0 0-16,0 0 16,0-24-1,0 24-15,0 0 16,0 0-16,0 1 15,0-1-15,0 0 16,0-49-16,0 49 16,0-25-1,-25 1-15,25-1 32,-24 25-17,24 0 1,0 1-1,-25-1 1,0-25 15,-25 25 1,26 1-1,-1 24 0,25-25 0,-25 25-31</inkml:trace>
  <inkml:trace contextRef="#ctx0" brushRef="#br0" timeOffset="38743.21">12650 9178 0,'25'0'141,"0"0"-110,0 25-16,0-25-15,-25 24 16,49 1 0,-49 0-1,25-25 1,-25 25 0,0 0-16,0-1 15,0 1-15,0 0 16,0 0-16,0 0 15,0-1-15,0 26 16,0-25-16,0 0 16,0-1-16,0 1 15,0 0 1,0 0 0,0 0 15,-25-25 0,25 24-15,0 1 93,0 0-93,25-25-1,0 0 1,0 0 0,-1 0-16,1 0 31,0 0 0,0 0 0,0 0 1,-1 0 46,1 0-31,25 0-32,-25 0 1,-1 0-16,1 0 78</inkml:trace>
  <inkml:trace contextRef="#ctx0" brushRef="#br0" timeOffset="42070.98">1712 6325 0,'-25'0'172,"25"25"-156,25 0-1,-25 0 1,24 24 0,-24-24-1,25 0-15,-25 0 32,0 24-32,25-49 15,0 25 1,-25 0-1,0 0 1,25 24-16,-25-24 31,24 25 16,1-50-31,-25 24-16,25 1 31,-25 0-31,25-25 16,-25 25-1,25 0-15,-25 0 16,24-1 15,-24 1 0,0 25-15,25-50 0,0 25 31,-25-1-1,0 1-30,0 0-16,25-25 16,-25 25 15,0 0-15,0-1 15,0 1-16,25-25 1,-25 25 0,0 0-1,0 0 1,0-1 0,0 1-1,24 0 1</inkml:trace>
  <inkml:trace contextRef="#ctx0" brushRef="#br0" timeOffset="43695.15">1786 7367 0,'0'-25'109,"0"50"-93,25-25-1,24 25 1,-24-25 15,0 25-31,0-25 32,24 24-17,-24-24-15,0 25 16,0-25-1,0 0 1,-1 0 0,1 25-1,0-25 220,0 0-235,0 25 15,-1-25 63,-24-25 47,0 0-109,0 0 0,0 1-1,0-1-15,0 0 16,0 0 0,0-24 15,0 24-16,0 0 1,0 0 0,0 0-16,0 1 15,0-26 1,0 25 0,0 0 15</inkml:trace>
  <inkml:trace contextRef="#ctx0" brushRef="#br0" timeOffset="46671.14">124 5259 0,'25'0'94,"24"-25"-78,1 25-16,-25-25 15,24 0-15,1 0 16,-25-24-16,0 49 16,-1-25-16,1 0 15,0 25 48,-25 25 62,0 49-110,0 1 1,-25-26 0,0-24-16,25 0 15,0 0-15,0 24 16,-24 1-16,-1-50 16,25 50-16,-25-1 15,0-24-15,25 0 16,0 24-1,-25-49-15,1 25 16,24 0 15,0 0-31,-25-25 32,25 25-17,0-1 16,-25 1-31,25 0 16,0 0 62,-25 0-62,25 0 171,25-25-171,49-50 0,-24 50-16,-25-50 15,24 50-15,-24-25 16,0 1-16,0 24 15,0-25 1,0 25 0,-1-25 124,-24 0 79</inkml:trace>
  <inkml:trace contextRef="#ctx0" brushRef="#br0" timeOffset="47742.92">273 5655 0,'0'-24'203,"0"-1"-203,25 25 15,-1-25-15,26 0 16,-25 25 15,0-25-31,-1 25 16,51-24-1,-50-1 1,0 25 0,-1 0-1,1-25 1,0 25 31,0-25 15</inkml:trace>
  <inkml:trace contextRef="#ctx0" brushRef="#br0" timeOffset="48800.28">893 5035 0,'0'25'78,"0"25"-62,0 24-16,0-49 16,25 25-16,-25-26 15,0 51-15,25-26 16,-1-24-16,1 25 15,-25-25-15,25-1 16,-25 1 78,0 0-94,25-25 15,-25-50 142</inkml:trace>
  <inkml:trace contextRef="#ctx0" brushRef="#br0" timeOffset="50464.32">843 4862 0,'0'-25'94,"0"0"-79,25 25 17,0 0-32,0 0 15,0 0 1,-1 0 15,1 0-15,0 0-1,0 0 32,0 0-47,-1 25 16,1 25 15,0-50-31,-25 24 16,0 1 15,0 0-31,0 0 16,0 0-1,0-1 1,0 1 0,0 0-1,-25-25-15,25 25 16,-25-25-1,1 25 1,-1-25 0,0 0 15,0 24-31,0-24 62,25 25-46,25 0 156,0-25-156,-25 25-1,25-25 16,0 0-15,-1 25-16,1-1 16,0-24-1,0 50-15,0-50 16,-25 25-16,0 0 16,0-1-16,24 26 15,1-25 1,-25 24-1,0-24 1,25 0 15,-25 0 1,25 0-1,-25-50 172</inkml:trace>
  <inkml:trace contextRef="#ctx0" brushRef="#br0" timeOffset="51975.02">769 5680 0</inkml:trace>
  <inkml:trace contextRef="#ctx0" brushRef="#br0" timeOffset="52631.64">1712 5432 0</inkml:trace>
  <inkml:trace contextRef="#ctx0" brushRef="#br0" timeOffset="54791.8">4514 6300 0,'0'-24'94,"25"24"-63,50 0-15,-26-25-16,-24 25 15,25 0-15,24 0 16,-24-25-16,-1 25 15,1 0-15,-25 0 16,0 0-16,-1 0 16,1 0-16,0 0 15,0 0 1,0 0 15,-1 0 0,1 0-15,-25 25 0,0 0-1,0 24-15,-25 1 16,1-1-16,-1-24 16,0 25-16,0-25 15,0-1-15,1 26 16,-1-25-16,0 0 15,0-1-15,25 1 16,-49 25-16,24-25 16,0-1-16,0 1 15,0-25-15,0 25 16,1 0-16,-1 0 16,0-25-16,0 0 15,25 25 1,-25-25-16,25 24 15,-24-24 1,24 25 78,24-25-79,51 0 1,-26 0-16,1-49 16,25 24-16,-51 25 15,1 0-15,0-25 16,0 0-16,24 25 16,1 0-1,-25-25 1,0 0-16,-1 25 15,26 0-15,-25 0 16,0 0 0,-1 0 31,1 0-32,0 0 1,0-24 140,-25-1-156</inkml:trace>
  <inkml:trace contextRef="#ctx0" brushRef="#br0" timeOffset="55551.01">4713 6548 0,'25'0'63,"-1"0"-48,26 0-15,25 0 16,-1 0-16,-49-24 16,0 24-16,-1 0 15,1 0-15,0 0 16,0 0 0,0 0-1,-1 0 1,1 0-1,0 0 1</inkml:trace>
  <inkml:trace contextRef="#ctx0" brushRef="#br0" timeOffset="56976.14">5705 6052 0,'25'0'15,"0"50"17,-1 0-17,-24-26-15,25 1 16,0 50-16,0-51 16,-25 1-16,0 0 15,0 0-15,0 0 16,0 24-16,0-24 15,0 0-15,0 0 16,0-1 0,0-48 93,0-26-93,0 0-16,0-24 15,0 24-15,0 1 16,-25-50 0,0 24-16,25 50 15,0-24-15,0-1 16,0 25-16,0-24 15,0 24-15,0 0 16,0 0 0,0 0 46,25 25-46,0 0-1,25 0-15,-26 0 16,1 0 0,0 25-1,0-25 1,0 25-16,-1-25 16,26 50-16,24-1 15,-49 1-15,25 24 16,-50-49-16,49 25 15,-24-25-15,-25-1 16,25 26-16,0 24 16,-25-24-16,25-25 15,-1 24-15,1 1 32,-25-25 46,25-25-47,-99 0 110</inkml:trace>
  <inkml:trace contextRef="#ctx0" brushRef="#br0" timeOffset="57783.75">5928 6300 0,'0'-24'78,"25"24"-62,0 0-16,0 0 15,0 0-15,24-25 16,1 0-16,-25 25 16,24 0-1,-24 0-15,0 0 47,0 0-31,-1 0 15</inkml:trace>
  <inkml:trace contextRef="#ctx0" brushRef="#br0" timeOffset="58304.21">5631 6672 0</inkml:trace>
  <inkml:trace contextRef="#ctx0" brushRef="#br0" timeOffset="58903.52">6672 6474 0</inkml:trace>
  <inkml:trace contextRef="#ctx0" brushRef="#br0" timeOffset="60662.99">13122 7243 0,'24'-25'47,"-24"-49"-31,25 49-1,0-25-15,-25 1 16,25-26-16,0 26 15,0-1-15,-25 0 16,49 1-16,-24-26 16,0 26-16,0-1 15,-1 1-15,1-26 16,25-24-16,-50 25 16,49 24-16,-24 0 15,-25 1-15,25-26 16,0 75-16,-25-24 31</inkml:trace>
  <inkml:trace contextRef="#ctx0" brushRef="#br0" timeOffset="61935.45">13370 5953 0,'0'-25'47,"25"25"-31,-1-24-1,26-1-15,0 0 16,-26 25-16,26-50 16,0 25-16,-26 1 15,51-1-15,-75 0 16,49 0-16,-24 25 31,-25-25-31,25 25 31,0 0 79,-25 50-95,25 24 1,-1-24-16,-24-25 16,0 0-16,0 24 15,0-24-15,0 0 16,0 25-16,0-26 16,0 1-1,0 0 1,0 0-1,0 0 126,0-1-125,0 1-1,0 0 1,0 0 0</inkml:trace>
  <inkml:trace contextRef="#ctx0" brushRef="#br0" timeOffset="63335.38">13419 4787 0,'0'-25'78,"75"1"-63,-26-1-15,1 0 16,24 0-16,1-24 16,-50 49-16,-1-25 15,26 0-15,-50 75 110,0-1-110,0 1 15,0-1-15,0 26 16,0-50-16,0 24 15,-25 1-15,0-25 16,25 0-16,0 24 16,-24-49-1,24 25 1,0 25-16,0-26 16,0 1 140,24-25-125,26-25-31,0 1 16,-26-1-16,26-25 15,-25 50-15,24-25 16,-24 25 0</inkml:trace>
  <inkml:trace contextRef="#ctx0" brushRef="#br0" timeOffset="64559.3">13519 4961 0,'24'-25'94,"1"0"-79,0 25-15,0 0 16,24-24-1,-24-1-15,0 25 16,0 0 0,24-25-16,-24 0 15,0 25-15,0 0 16,0 0-16,-1-25 16,1 25-16,0-25 15,0 25 16,-25-24-15,25 24-16,-1-25 16,1 25 15</inkml:trace>
  <inkml:trace contextRef="#ctx0" brushRef="#br0" timeOffset="65952">14238 4465 0,'0'-25'31,"0"50"-15,25 0-16,-1-1 15,-24 1 1,25 0-16,0 25 16,0-26-16,0 26 15,-25 0-15,25-1 16,-1 1-16,-24 0 15,25-1-15,-25-24 16,25 0-16,-25 0 16,0-1-1,0 1-15,25-25 16,-50 0 93</inkml:trace>
  <inkml:trace contextRef="#ctx0" brushRef="#br0" timeOffset="67327.2">14114 4341 0,'25'-25'78,"24"25"-63,-24 0-15,0 0 16,24-25-16,1 25 16,-25 0-1,0 0 1,0 0 0,-1 0-16,1 25 15,0 0 1,-25 0-16,50-1 15,-50 1-15,0 0 16,0 25 0,0-26-16,0 1 15,0 25-15,0-1 16,-25-24-16,25 0 16,-25-25-16,25 25 31,0 0 203,0-1-234,25-24 16,-25 25-16,49-25 15,1 0 1,0 25-16,-26 0 16,1-25-1,0 0-15,0 25 16,0 0 15,-25-1-31,24-24 16,1 0-16,-25 25 31</inkml:trace>
  <inkml:trace contextRef="#ctx0" brushRef="#br0" timeOffset="68712.47">14461 5209 0</inkml:trace>
  <inkml:trace contextRef="#ctx0" brushRef="#br0" timeOffset="69375.02">15007 4887 0</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20T19:02:07.756"/>
    </inkml:context>
    <inkml:brush xml:id="br0">
      <inkml:brushProperty name="width" value="0.05292" units="cm"/>
      <inkml:brushProperty name="height" value="0.05292" units="cm"/>
      <inkml:brushProperty name="color" value="#FF0000"/>
    </inkml:brush>
  </inkml:definitions>
  <inkml:trace contextRef="#ctx0" brushRef="#br0">16966 11361 0,'25'0'31,"25"0"-31,99 0 16,-50 0 0,50 0-16,24 0 15,26 0-15,495 0 47,-594 0-47,-1 0 16,-50 0-16,-24 0 0,174-25 47,-150 0-32,-24 25-15,0 0 16,99-25-1,-75 0 1,-24 25-16,0 0 16,0-24-1,0 24-15,24-25 16,-24 0 0,0 0 15,-25-25-31,25-24 15,24-75 17,-24-99 15,-25 223-47,0-24 15,0 24-15,0-49 31,0 49-31,0 0 16,-25-25 0,-24 1 15,-150-26 31,174 51-62,1 24 16,-1 0-16,-50-25 31,51 0-31,-76 25 16,-123-50 46,198 50-46,-24 0 0,-26 0 31,51 0-47,-76-24 15,51-1-15,-26 0 16,-173-25 15,199 50-31,24 0 16,0 0-16,-99-49 31,99 49-31,0 0 16,1 0-16,-26 0 15,-24 0 16,49 0-15,-25 0-16,25 24 16,1-24-1,-26 25-15,-74 0 32,0 0-1,74 0-16,-49 24 32,74-24-47,-24-25 16,49 25 0,-50 0-1,50 0-15,-25-1 16,0 26-1,1-50-15,-1 50 16,-25 24 0,1 75 46,49-124-62,0 24 16,0 50 15,24 50 0,1-50-15,74 25 46,-74-74-62,25-50 16,99 75 31,-125-75-31,100 49 30,-99-24-30</inkml:trace>
  <inkml:trace contextRef="#ctx0" brushRef="#br0" timeOffset="2526.64">10864 10244 0,'0'0'0,"75"25"15,49 0-15,-50-25 16,447 0 15,-397 0-31,25 0 16,-25 0-16,25 0 15,49 0 1,-123 0-16,173 0 31,124 0 32,-298 0-63,1-25 0,123-49 31,-148 49-31,24 0 31,-49 0-31,0 1 16,0-26 15,-1 25-15,-24-124 31,0 100-47,0-1 0,-148-248 62,98 249-62,50 24 0,-50 0 16,-24-49-1,-224-125 48,273 199-63,-148-74 47,123 49-32,25 25-15,-421-74 63,322 49-63,49 0 15,-297 25 32,323 0-47,24 0 16,-124 0 31,124 0-32,-123 0 17,98 0-32,0 0 0,-99 0 31,-223 0 16,348 0-32,-1 25 1,0 0 0,0-1-16,0 1 15,-49 124 32,74-124-31,0 0-1,0 24 1,0 100 31,0-124-31,0 0-16,25 0 15,0 49 32,-1-74-47,-24 25 16,100 124 31,-76-125-47,-24 1 15,25 0-15,50 99 31,-51-99-31,-24 0 16,25-1 0</inkml:trace>
  <inkml:trace contextRef="#ctx0" brushRef="#br0" timeOffset="4047.96">12948 11063 0,'-25'0'47,"-74"0"-32,49 0-15,1 25 16,-1 24-16,-74 1 31,25-25-31,-99 49 31,123-49-31,25 0 16,-247 99 15,247-124-15,25 0-16,1 0 16,-1 0-1,-50 0 1,26 0 46,49-25-62,-25 0 16,25 0-16,-25-24 16,25-1-1,0 1-15,0-76 31,0 76-31,50 24 0,-1-25 32,75 1-1,100 24 16,-150 25-32,199 124 32,-199-99-47,-49 0 16,0-1-16,49 125 47,-49-149-47,0 50 15,0-25-15,223 74 47,-223-74-31,-1-25-16,1 0 16,25 0-16,173 0 46,-173 0-46,-25 0 0,-1 0 16,1 0 31,0 0-31,0 0-16,0 0 15</inkml:trace>
  <inkml:trace contextRef="#ctx0" brushRef="#br0" timeOffset="13591.75">18405 14312 0,'-25'0'110,"25"25"-95,25 124 16,0-99-31,-25 49 63,0-74-63,25-1 0,-25 1 31,0 25 0,0-25-15,0-1 15,0 1-15,0 25 0</inkml:trace>
  <inkml:trace contextRef="#ctx0" brushRef="#br0" timeOffset="15480.65">18554 14387 0,'0'-25'63,"0"0"-48,0 0 32,25 25-31,24 0 0,-24-25-1,0 25 1,0 0 15,0 0 0,-1 0-15,51 0 15,-50 25-31,-1 0 16,1 0-1,0 0 1,0 0 15,-25 99 16,0-100-31,0 1-1,-25 0 17,25 0-17,-25 0-15,0-1 16,25 1 31,-49 0-16,49 0 110,0 0-126,0-1 1,0 1 15,25 0-15,-1-25 15,-24 25 0,25 0 1,0-25 30,0 0-62,0 0 16,-1 0-1,26 0 1,-25 0-16,49 0 62</inkml:trace>
  <inkml:trace contextRef="#ctx0" brushRef="#br0" timeOffset="19646.43">25127 15875 0,'25'0'31,"25"0"-31,-1 0 15,1 0-15,-1 0 16,274-50 31,-298 26-47,24 24 0,398-75 62,-323 50-62,0 1 0,620 24 63,-670 0-63,26 0 16,445 0 46,-470 0-62,-1 0 0,75 0 63,-124 0-63,24 0 15,224 24 32</inkml:trace>
  <inkml:trace contextRef="#ctx0" brushRef="#br0" timeOffset="22263.23">23639 16768 0,'49'0'16,"1"0"-16,24-25 15,323 25 32,-273 0-47,0 0 0,-24 0 16,520-25 31,-471 25-47,24 0 0,274 0 31,-323 0-31,49 0 16,299 0 31,-448 0-47,1 0 15,0 0 32</inkml:trace>
  <inkml:trace contextRef="#ctx0" brushRef="#br0" timeOffset="25703.12">20092 17636 0,'25'0'15,"49"0"-15,-24 0 16,98 0-1,-73-25-15,24 25 16,348-24 0,-299 24-1,-24 0-15,-24 0 16,693 0 46,-669 0-62,0 0 0,25 0 16,918 0 31,-869 0-47,1 0 16,24 0-1,645 0 32,-719 0-47,-75 0 0,1 0 16,322 0 31,-298 0-47,0 0 0,25 0 15,422 0 32,-472 0-47,25 0 16,-24 0-16,24 0 15,447 0 17,-447 0-17,-25 0-15,1 0 0,371 0 63,-322 0-63,50 0 0,-25 0 15,198 0 1,-223 0 0,25 0-16,74 0 15,-124 0 1,1 0-16,172 0 31,-197 0-31,-1 0 16,26 0-1,-26 0-15,769 0 47,-768-25-31,-26 0 15</inkml:trace>
  <inkml:trace contextRef="#ctx0" brushRef="#br0" timeOffset="27366.22">20439 17785 0,'-25'0'78,"0"0"-47,1 0-15,-26 0-16,-99 0 31,50 0-31,-25 0 16,-124 0 0,-422 0 30,645 0-30,1 0-16,-1 0 16,-25 0-16,-148 25 47,123 0-47,26-25 0,-75 0 15,49 24-15,-98 1 31,98-25-31,1 0 0,-125 0 32,51 0-32,48 0 0,-98 0 31,123 0-31,1 0 16,-25 0-16,-248 0 31,99 0-16,173 0 1,1 0-16,-150-49 47,175 49-47,24 0 0,0 0 16,-24 0-16,-125-25 46,100 0-46,49 25 16,0 0-16,-25 0 47</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20T17:36:35.789"/>
    </inkml:context>
    <inkml:brush xml:id="br0">
      <inkml:brushProperty name="width" value="0.05292" units="cm"/>
      <inkml:brushProperty name="height" value="0.05292" units="cm"/>
    </inkml:brush>
  </inkml:definitions>
  <inkml:trace contextRef="#ctx0" brushRef="#br0">2381 8186 0,'25'0'62,"0"0"-46,0 0-16,-1 0 15,1 0-15,25 0 16,-1 0 0,1 0-16,25 0 15,24 0-15,0 0 16,25 0-16,50 0 16,24 0-16,25 0 15,50 0 1,25 0-16,49 0 15,25 0-15,75 0 16,24 0-16,149 0 16,-25 0-16,149 0 15,1 0-15,-1 0 16,0 0-16,74 0 16,-98 0-16,98 0 15,-74 0-15,-74 0 16,-124 0-16,-75 0 15,-124 0-15,-123 0 16,-51 0-16,-98 0 16,-50 0-16,-1 0 15</inkml:trace>
  <inkml:trace contextRef="#ctx0" brushRef="#br0" timeOffset="3912.57">2431 7615 0,'25'0'109,"-1"0"-93,1 0-16,0 0 15,25 0 1,-26 0 0,26 0-1,-25 0-15,25 0 16,-1 0-16,1 0 15,-25 0-15,-1 0 16,26 0-16,-25 0 16,0 0-16,-1 0 15,76-25-15,-51 0 16,26 25-16,-1-24 16,0-1-16,1 0 15,-1 25-15,25-25 16,-24 25-16,-25-25 15,-1 25-15,1-24 16,-25-1-16,24 25 16,26 0-1,-51 0-15,51-25 16,-26 0-16,26 0 16,-1 1-16,1-26 15,-26 50-15,1-50 16,-1 26-16,26-1 15,-50 0-15,-1 0 16,51-24-16,-26-1 16,-24 25-16,50-24 15,-26 24 1,1-25-16,0 25 0,-1-49 16,-24 49-1,49-25-15,-24 26 16,0-26-16,-1 0 15,26 1-15,-1-26 16,-24 26-16,24-1 16,-24-24-16,-1 24 15,1 1-15,-25-26 16,24 26-16,-24-1 16,25 25-16,-25-24 15,24 24-15,-49-25 16,50 25-16,-25-24 15,24-1-15,-24 25 16,0-24-16,49-1 16,-24 25-16,-25-49 15,24 49-15,1-25 16,-1 26-16,1-26 16,0 25-16,-1 0 15,-24-24-15,25 24 16,-1-25-16,26 1 15,-26-1-15,1 25 16,24-49 0,1 49-16,-1-49 15,1 49-15,24-25 16,0-24-16,0 49 16,-49-25-16,-25 26 15,24-1-15,1 0 16,-50 0-16,49 0 15,-24 25 17,0 0-32,25-24 15,-1-1-15,-24 25 16,49 0-16,-24-25 16,25 0-16,-1 25 15,25-25-15,-49 25 16,24-24-16,25-1 15,50-25-15,0 25 16,-50 1-16,0-26 16,26 25-16,-26 0 15,25-24-15,25-26 16,-75 51-16,0-1 16,-24 0-16,0 0 15,-1 25-15,1 0 16,-25 0-1,49-25-15,-49 25 16,24 0-16,1 0 16,25 0-16,24 0 15,-25 0-15,25 25 16,1 0-16,24 25 16,0-26-16,-25-24 15,25 25-15,-25 0 16,-25 0-16,1 0 15,-1-1-15,1 1 16,-1 0-16,-49 0 16,49 0-16,-24-1 15,0 1-15,24 25 16,-49-50-16,24 49 16,-24-24-16,25 0 15,-50 0-15,25 0 16,-1 24-16,1 1 15,0-1-15,25 26 16,-26-1-16,51-24 16,-50 24-16,24 26 15,-24-26 1,0-24-16,0-1 16,0 26-16,-1-51 15,-24 26-15,50 0 16,-50-1-16,50 1 15,-26-1-15,1 1 16,0-25-16,0 0 16,0 49-16,-1-49 15,1 0-15,0 24 16,0-24-16,0 0 16,-25 25-16,24-1 15,26-24-15,-50 25 16,50-26-16,-50 26 15,24-25-15,1 0 16,-25-1-16,25-24 16,0 50-16,0-25 15,-1 0 1,-24-1 0,25 1-16,0 0 15,25 0-15,-26-25 16,1 25-16,0-1 15,25 1-15,-26 0 16,51 0 0,-25 0-16,-1-1 15,1 1-15,24 25 16,-24-50-16,-25 25 16,-1-1-16,26-24 15,-25 25-15,24 0 16,-24 0-16,25 24 15,-1-24-15,26 25 16,-26-25-16,1 0 16,-25-25-1,0 24-15,-1-24 16,1 25 0,50 0-1,-26-25 1,26 25-16,-1 24 15,1-24-15,24 0 16,0 25-16,-25-26 16,-24 1-16,24 0 15,-49 0-15,50-25 16,-51 25-16,76 24 16,-51-49-16,1 25 15,-1 0 1,1 0-16,-25-25 15,0 24-15,24 1 16,-24-25-16,0 0 16,25 25-16,-26-25 15,1 25 1,0-25 0,0 0-16,49 25 15,1-1-15,-26 1 16,1 0-16,-25-25 15,-1 0 1,1 0 0,0 0-1,25 25 1,-26 0-16,1-1 16,0-24-16,0 0 15,0 25-15</inkml:trace>
  <inkml:trace contextRef="#ctx0" brushRef="#br0" timeOffset="5816.11">5011 6995 0,'0'25'110,"0"0"-110,0 24 15,0 1-15,0-1 16,0 26-16,0-26 16,0 1-16,0 0 15,0-1-15,0 1 16,0-1-16,0 1 15,0 24-15,0-49 16,0 0-16,0 25 16,0-1-16,0 26 15,0-1-15,0-24 16,0-1-16,0 26 16,0-26-16,0 26 15,0-1-15,0-49 16,0 25-16,0-1 15,0-24 1</inkml:trace>
  <inkml:trace contextRef="#ctx0" brushRef="#br0" timeOffset="8624.65">13345 6722 0,'0'50'141,"0"-1"-126,25 1-15,0 0 16,-25 24-16,24 0 16,-24 1-16,0-1 15,25 25-15,0-74 16,-25 0-16,0 0 15,0 24-15,0-24 16,0 0-16,0 0 16,25 0-16,0 24 15,-25-24 1,0 0-16,0 24 16,0-24-16,0 25 15,0-1 1,0-24-1,0 0-15,0 0 16,0 0-16,0-1 16,0 1-1,0 0 1,0 0 15,0 0 16,0 0-16,0-1 32,0 1 93,0 0-140,0 0 15,0 0-31,0-1 31,0 1-15,0 25-1,0-25 1</inkml:trace>
  <inkml:trace contextRef="#ctx0" brushRef="#br0" timeOffset="9344.49">13965 7119 0,'-25'0'63,"25"50"-63,-49-26 15,24 26-15,-25 0 16,1-1-16,24 1 16,-25 49-16,1-25 15,24 1-15,0-26 16,0 26-16,25-50 15,-25-1 1,25 1-16,25-25 172,25-74-172</inkml:trace>
  <inkml:trace contextRef="#ctx0" brushRef="#br0" timeOffset="9920.84">14263 7268 0,'0'49'47,"0"1"-47,-25-25 16,0 0-16,-25 49 15,50-24-15,-49-1 16,24 1-16,-25 24 16,26-49-16,-26 25 15,0-1-15,26 1 16,-26-25-16,25 24 16,25-24-16,-25 0 15,25 0-15,-49 0 16,49-1-16,0-73 140,25 49-124,24-50-16</inkml:trace>
  <inkml:trace contextRef="#ctx0" brushRef="#br0" timeOffset="10543.84">14660 7392 0,'-25'25'78,"25"-1"-78,-25 1 15,25 0-15,-25 0 16,-24 49-16,24-24 16,-25-1-16,25 1 15,1 24-15,-1-24 16,-25 0-16,25-26 16,-24 26-16,24-25 15</inkml:trace>
  <inkml:trace contextRef="#ctx0" brushRef="#br0" timeOffset="11160.93">15280 7466 0,'0'25'47,"-25"25"-32,25-26-15,-25 26 16,-25 0-16,26-26 16,-26 26-16,-24 0 15,24-26-15,0 26 16,1-25-16,-26 24 16,51-24-16,-1 0 15,0 0-15,0-25 16</inkml:trace>
  <inkml:trace contextRef="#ctx0" brushRef="#br0" timeOffset="11880.01">15776 7615 0,'-25'0'47,"0"0"-31,-49 25-16,49 0 15,-25-1-15,1 1 16,-50 25-16,24-25 16,1-1-16,-1 26 15,-24 0-15,49-26 16,-24 1-16,24 0 16,1 0-16,49 0 15,-25-25-15,25 25 16</inkml:trace>
  <inkml:trace contextRef="#ctx0" brushRef="#br0" timeOffset="13128.87">4762 7119 0,'0'50'78,"-24"-1"-78,-1 26 15,0-51-15,0 51 16,0-1-16,1-24 16,24-1-16,-50 1 15,25 0 1,25-1-16,-25-24 16,1 25-16,-1-26 15,0 26-15,0 0 16,0-1-16,1 1 15,-1-25-15,0 24 16,0-24-16,25 25 16,-25-25-16,25-1 15,-24-24-15,-1 25 16,25 0 0,-25 0-1,0-50 110</inkml:trace>
  <inkml:trace contextRef="#ctx0" brushRef="#br0" timeOffset="13720.34">4167 7392 0,'-25'0'0,"1"49"16,24-24-1,-50 25-15,25-1 16,0-24-16,1 25 16,-1-25-1,-25 24-15,1 1 16,-1-25-16,0 49 15,-24-49-15,-1 24 16,1-24-16,24 25 16,1-50-16,24 25 15,0 0-15</inkml:trace>
  <inkml:trace contextRef="#ctx0" brushRef="#br0" timeOffset="14336.99">3249 7615 0,'0'-25'0,"-24"25"16,-1 50 0,0-1-1,-25-24 1,50 25-16,-49-25 16,49 24-16,-50-49 15,50 50-15,-49-25 16,49-1-16,-25-24 15,25 25-15,-25 0 16,0-25 156</inkml:trace>
  <inkml:trace contextRef="#ctx0" brushRef="#br0" timeOffset="15040.37">2456 7590 0,'0'0'0,"-25"0"156,25 25-140,0 0-16,-25 24 15,0-49-15,25 25 16,0 0-16,0 0 16,-25 0-16,1-1 47,24 1-16</inkml:trace>
  <inkml:trace contextRef="#ctx0" brushRef="#br0" timeOffset="16944.04">3671 9500 0,'50'0'93,"-25"0"-93,24 0 16,1 0-16,-1 0 16,26 0-16,-1-25 15,-49 25 1,25 0-16,-1 0 15,-24 0-15,0 0 16,0 0-16,-1 0 47,1 0 15</inkml:trace>
  <inkml:trace contextRef="#ctx0" brushRef="#br0" timeOffset="18040.45">4490 9004 0,'49'0'78,"-24"0"-78,25 0 15,-26 0-15,26 0 16,-25-25-16,0 25 16,-1 0-1,1 0 1,0 0-16,0 0 16,0 0-16,-25 25 15,25 0 1,-25 0-16,24 0 15,-24-1-15,0 1 16,0 25-16,0-1 16,0 51-16,0-26 15,-49 0-15,-1-24 16,-24 0-16,49 24 16,-25-49-16,50 0 15,-25-25-15,1 0 16,24 24-16,-25-24 15,0 0 1,25 25 15,0 0 63,25-25-78,49 0-16,1 0 15,-1 0-15,1 0 16,-26 0 0,1 0-16,-25 0 15,-1 0-15,1 0 16</inkml:trace>
  <inkml:trace contextRef="#ctx0" brushRef="#br0" timeOffset="18440.78">5234 9748 0</inkml:trace>
  <inkml:trace contextRef="#ctx0" brushRef="#br0" timeOffset="19512.48">5308 8954 0,'50'-24'47,"-1"-1"-31,26 0-16,-26 25 15,-24-25-15,25 25 16,-25 0-16,-1 0 16,1 0 15,0 50-16,0-1 1,-25 1-16,0 0 16,0-1-16,0 1 15,0 0-15,0 24 16,0 0-16,-25 1 16,25-26-16,0-24 15,-25 50-15,0-26 16,1 1-16,-1-25 15,0 24 1,25-24 0,0 0-16,0 0 15,-25-25 1,25 24 15</inkml:trace>
  <inkml:trace contextRef="#ctx0" brushRef="#br0" timeOffset="20112.47">5507 9500 0,'0'-25'63,"24"25"-47,26 0-1,24-24-15,-24-1 16,-25 25-1,0 0-15,24 0 16,-24 0-16,0 0 16,0 0-1,0 0 32,-1 0-16,1 0-31,0 0 16,0 0-16,0 0 31,-1 25-15</inkml:trace>
  <inkml:trace contextRef="#ctx0" brushRef="#br0" timeOffset="21392.68">6102 8954 0,'25'0'94,"0"0"-94,-1 0 16,26 0-1,-25 0-15,0 25 16,-1-25-16,1 25 15,25 0-15,-25 0 16,-1 24-16,-24 1 16,25 24-16,-25-49 15,0 25 1,0-1-16,0 26 16,0-26-16,-49 26 15,24-50-15,0 24 16,0 1-16,25-25 15,-25-1-15,1 1 16,-1 0 0,0 0-1,0 0 17,0-1-17,25 1 16,0 0-31,25 0 79,0 0-79,25-25 15,-26 0-15,51 0 16,-26 0-16,-24 0 15,0 0-15,0 0 32</inkml:trace>
  <inkml:trace contextRef="#ctx0" brushRef="#br0" timeOffset="24128.4">13692 8855 0,'25'0'78,"0"0"-78,24 0 16,1 0-16,-25 0 15,24 0-15,1 0 16,-25 0 0,0 25-1,-1 0 1,-24 0-16,0-1 15,0 51-15,0-1 16,-24-24-16,-1 0 16,0-1-16,-25 1 15,50-25-15,-49 24 16,49 1-16,-50-25 16,50-1-16,-49 1 15,24 25-15,0-25 16,0-1 15,25 1-15,0 0 77,25-25-93,25 0 16,-1 0-16,26 0 16,24 0-16,-50-25 15,26 0-15,-26 25 16,-24 0 0</inkml:trace>
  <inkml:trace contextRef="#ctx0" brushRef="#br0" timeOffset="24488.58">14610 9475 0,'-25'-24'140</inkml:trace>
  <inkml:trace contextRef="#ctx0" brushRef="#br0" timeOffset="25232.67">14461 8930 0,'0'0'0,"25"0"15,49-25 1,-24 0-16,0 25 16,-26 0-1,1 0 32,0 25-31,-25 24-1,25 1-15,-25 0 16,0-1-16,0 1 16,0 0-16,0-1 15,0 1-15,0-1 16,0 1-1,0-25-15,0 0 63,0-1-63,0 1 16,0 0-1</inkml:trace>
  <inkml:trace contextRef="#ctx0" brushRef="#br0" timeOffset="25912.82">14660 9252 0,'0'-25'94,"49"1"-78,1-1-16,-25 25 15,24-25-15,26 0 16,-51 25-16,26-25 16,0 1-16,-1-1 15,-24 25-15,0 0 16</inkml:trace>
  <inkml:trace contextRef="#ctx0" brushRef="#br0" timeOffset="48832.21">15205 8806 0,'0'-25'141,"25"25"-95,0-25-30,0 25 0,-1 0 31,1 0-16,0 0 0,0 0 0,0 0-15,0 25 15,-1 0-15,1-1-1,0 1 17,-25 0-17,0 0 1,0 0 0,25-1-16,-25 1 15,0 0 1,0 0-1,0 0-15,0 0 16,0-1 0,-25 1-16,25 0 15,0 0-15,-25 0 16,0 24 0,25-24 15,-49 0 0,49 0-15,0-1-1,-25-24-15,25 25 32,0 0-17,25-25 157,0 0-156,-1 0-16,26 0 15,-25 0-15,0 0 16,-1-25-16,1 25 47,0-25-47,-25 1 47,25 24-16,0-25-15,-1 0 15,1 0-31</inkml:trace>
  <inkml:trace contextRef="#ctx0" brushRef="#br0" timeOffset="57890.62">124 5110 0,'0'-50'47,"25"50"-32,0-49-15,24 49 16,1-50-16,-1 25 16,1 0-16,0 1 15,24-1-15,-49 0 16,0 0-16,24 0 16,-24 0-16,0 25 15,-25-24-15,50-1 16,-26 25 31,-24 25 15,0-1-62,0 51 16,0-25-16,0 49 15,0-25-15,-24 1 16,-26 24-16,25-50 16,0 1-16,1 0 15,-1 24-15,-25 0 16,25-24-16,0-25 16,1 24-1,24-24-15,-25 0 16,0 0-1,50-25 95,0 0-95,24-50-15,26 50 16,-26-49-16,1 49 16,0-50-16,-1 25 15,1 25-15,-25 0 16,-1-25 0,1 1-16,-50-1 140,1 25-124,-26 0-16</inkml:trace>
  <inkml:trace contextRef="#ctx0" brushRef="#br0" timeOffset="58440.15">397 5308 0,'0'0'0,"25"0"15,24 0-15,-24-25 0,25 1 16,-1-1-16,1 25 15,0-50-15,-1 25 16,-24 1-16,0 24 16,0-25-16,-25 0 15,24 25 1,1-25 15</inkml:trace>
  <inkml:trace contextRef="#ctx0" brushRef="#br0" timeOffset="58944.11">992 5581 0</inkml:trace>
  <inkml:trace contextRef="#ctx0" brushRef="#br0" timeOffset="60800.24">1166 4638 0,'0'75'78,"25"-26"-78,-25 1 16,24 0-16,1-25 15,-25 24-15,50 1 16,-25-1-16,-25 1 15,24 0-15,1-26 16,-25 26-16,0-25 16,25-25 93,0 0-93,-25-50-16,0 1 15,0-26 1,0 1-16,0-1 16,0 1-16,0-50 15,-25 25-15,0-25 16,0 49-16,25 26 15,0 24-15,0-25 16,-24-24-16,24 49 16,0 0 62,24 25-63,1 0 48,-25 25-47,25 25-16,0-26 15,0 26-15,-25-25 16,0 49-16,0-49 15,0 0 1,0 0-16,0-1 16,0 1-16,-25 25 15,25-25 1,-25-1-16,25 1 31,0 0 94,50-25-109,-26 0-1,26 0-15,0 0 16,-26 0-16,1 0 16,0 0-1,25 0 1,-1 25-16,-24 0 16,0-1-1,0 1-15,0-25 16,-1 0-16,-24 25 15,25-25 1,0 50-16,-25-1 16,0-24-1,0 0 1,0 0 0,0 0-1</inkml:trace>
  <inkml:trace contextRef="#ctx0" brushRef="#br0" timeOffset="61240.73">2133 4936 0,'25'-25'31,"-25"1"79</inkml:trace>
  <inkml:trace contextRef="#ctx0" brushRef="#br0" timeOffset="62785.18">14709 4465 0,'50'-25'78,"-1"0"-78,51 25 16,-1-49-16,50 24 16,24-25-16,1 25 15,0-24-15,-26 24 16,-73 0-16,-50 25 15,-1 0 32,-24 25-47,0 25 16,0-1-16,0 75 16,-24-25-16,-1 1 15,0-1-15,-25-25 16,1 26-16,-1-51 15,25 1-15,-24 24 16,24-24-16,-25-1 16,26 1-16,-1 0 15,-25 24-15,50-49 16,0 0-16,0-1 16,0 1 15,0 0 31,50-25-62,49 0 16,25-25-16,0-24 16,25 24-16,0-25 15,-50 25-15,25-24 16,-74 49-16,-26-50 15,26 50-15,-25-25 16,-75 1 93,-24-1-109</inkml:trace>
  <inkml:trace contextRef="#ctx0" brushRef="#br0" timeOffset="63272.54">15503 4936 0,'0'-25'31,"50"-24"-15,-1 24-16,50 0 15,-24-25-15,24 1 16,0 24-16,-49-25 15,-25 26 1,24-26-16,-24 50 16,0-25-16,0 0 15,-1 25 1</inkml:trace>
  <inkml:trace contextRef="#ctx0" brushRef="#br0" timeOffset="63872.6">16247 4118 0,'25'0'15,"-25"24"-15,25 26 16,-25-25-16,24 0 16,26 49-16,-25-24 15,0 24-15,24 0 16,-49-24-16,25 24 16,0-24-16,-25-25 15,25 0 1</inkml:trace>
  <inkml:trace contextRef="#ctx0" brushRef="#br0" timeOffset="64841.11">16470 3894 0,'0'0'0,"50"0"16,-25 0 0,0 0-16,-1 0 15,1 0 1,25 25-16,-25 25 15,-1-50 1,-24 25-16,0 24 16,0-24-1,0 49-15,0-49 16,-49 25-16,24-25 16,-25-1 15,50 1 109,25 0-140,25-25 16,-50 50-16,74-50 16,-24 24-16,-25 1 15,24 0-15,-24-25 16,25 25 0,-26-25-16,1 49 15,0-24-15,0 0 16,0 0-16,-25 0 15,0 24-15,24-24 16,-24 0-16,0 0 16,0-1-16,0 1 15,0 0 1</inkml:trace>
  <inkml:trace contextRef="#ctx0" brushRef="#br0" timeOffset="65504.31">17462 5011 0</inkml:trace>
  <inkml:trace contextRef="#ctx0" brushRef="#br0" timeOffset="65968.58">16669 5085 0</inkml:trace>
  <inkml:trace contextRef="#ctx0" brushRef="#br0" timeOffset="67144.36">15850 8409 0,'0'-25'16,"0"0"-16,0-24 15,25-1 1,0 25 0,24 0-1,1 1-15,0-26 16,-1 25-16,1-24 16,24 24-16,-24 0 15,-25-25-15,24 50 16,1-25-16,-25 1 15,24-1-15,1-25 16,0 1-16,-1 24 16,26-50-16,-26 26 15,1-1-15,-25-24 16,24 24 0,-24 1-16,0 24 15,0-25-15,-25 1 16,0 24-1,0-25 1,0 25 0,0 1-16,0-26 15,0 25-15,-25-49 16,0 24-16,25 1 16,-50-1-16,26 0 15,24-24-15,0 49 16,0-25-16,-25-24 15,0 24-15,25 26 16,0-1-16,0 0 16</inkml:trace>
  <inkml:trace contextRef="#ctx0" brushRef="#br0" timeOffset="67944.77">16545 6648 0,'0'0'0,"0"-25"16,49-25-16,-24 25 16,-25-24-1,0 24-15,25-74 16,0 24-16,-25 51 15,0-76-15,0 26 16,0 0-16,25-1 16,-25 50-16,0 1 15,0-1 17,49 25-17,-24 0 1,25 0-16,-1 25 15,-24-25-15,0 0 16,24 24-16,-24 1 16,0-25-16,-25 25 15,50-25-15,-26 50 16,1-1-16,0 1 16,0-1-16,0-24 15,-25 0 1,0 0-16,24-25 15,-24 25 1,0 24 0</inkml:trace>
  <inkml:trace contextRef="#ctx0" brushRef="#br0" timeOffset="69696.42">2108 8111 0,'-24'-25'93,"-1"25"-77,-25-24 0,1 24-1,24 0-15,0 0 16,-25 0-16,1-25 31,24 25-31,-25-25 16,26 25-16,-26-25 15,25 25-15,-25 0 16,26 0-16,-1 0 16,0-25-1,0 25 1,0 0 15,1 0-15,-1-25-16,0 1 31,0-1-31,0-25 16,25 1-16,-24-26 15,-1 1-15,25 24 16,0-24-16,0-1 15,0 1-15,0-25 16,0 0-16,0-1 16,0 1-16,0 0 15,0 24-15,0-24 16,0 25 0,0-1-16,0 26 0,0-1 15,0 1 1,0-1-1</inkml:trace>
  <inkml:trace contextRef="#ctx0" brushRef="#br0" timeOffset="70703.98">1166 6623 0,'25'0'15,"-25"-25"-15,24 25 16,-24-25-16,50 25 16,-25-25-16,24 1 15,-24-51-15,0 50 16,25-24-16,-26-1 16,1 25-16,0-24 15,-25 24-15,25 25 16,0-50-1,-25 26-15,24-1 16,1-25-16,-25 1 16,25 49 171,0 0-156,-25 24-31,0 1 16,0 0-16,25 25 16,-25-1-16,0-24 15,0 0-15,0 0 16,25 24 0,-25-24-16,0 25 15,0-26-15,0 26 0,0 0 16</inkml:trace>
  <inkml:trace contextRef="#ctx0" brushRef="#br0" timeOffset="72993.42">7565 6127 0,'0'-25'110,"0"0"-95,25 0-15,25-24 16,24 24-16,25-25 15,50-24-15,25-1 16,49 1-16,-49 0 16,-25 24-16,-50 0 15,-25 26-15,-49 24 16,0 0 31,-25 24-32,0 26 1,0 0-16,0-1 16,0 26-16,0-26 15,-50 1-15,25 24 16,1-24-16,-26 0 16,0-1-1,1 26-15,-26-26 16,51 1-16,-26 24 15,25-24-15,-24-1 16,24-24-16,0 25 16,0-25-16,-24 24 15,49-24-15,-25 0 16,50-25 109,-1 0-109,51-25-16,49-25 15,49 1-15,-49-1 16,50 1-16,-25 24 15,0 0-15,-50 25 16,-49-25 0,-26 25-16,1 0 15,-25-25 1,-25 25 125,1-24-126</inkml:trace>
  <inkml:trace contextRef="#ctx0" brushRef="#br0" timeOffset="73896.77">8409 6226 0,'0'-25'156,"25"25"-140,24-25-16,-24 1 16,49-1-16,-24 25 15,24-50-15,1 25 16,-1 1-16,-24-1 15,-1 0-15,-24 0 16,0 25 62,25-25-62,-25 25 15</inkml:trace>
  <inkml:trace contextRef="#ctx0" brushRef="#br0" timeOffset="74401.22">9847 6226 0,'0'-50'110,"-24"26"-95</inkml:trace>
  <inkml:trace contextRef="#ctx0" brushRef="#br0" timeOffset="74968.11">9649 5432 0,'25'0'15,"0"0"1,-1 50-16,26-50 16,0 49-16,-26-24 15,26 0-15,-25 0 16,0 24-1,-1-24-15,1 0 16,-25 25-16,25-26 16,25 26-16,-50 0 15,49 24 1,-49-49-16,25 25 16,0-26-16</inkml:trace>
  <inkml:trace contextRef="#ctx0" brushRef="#br0" timeOffset="75840.48">9847 5482 0,'0'-25'16,"0"0"-1,0-24 1,25-1 0,25 50-16,-25-50 15,24 26-15,51-26 16,-1 0-16,-25 26 15,50-26-15,-74 25 16,-1 25-16,-24 0 47,25 25-31,-50 0-1,25 0 1,-1 24-16,1 26 15,-25-51-15,25 1 16,-25 0-16,25 25 16,-25-26-16,0 1 15,0 0-15,0 25 16,25-1-16,-25-24 16,0 0-16,24 24 15,-24-24-15,0 25 16,0-1-16,25-24 15,-25 0 1</inkml:trace>
  <inkml:trace contextRef="#ctx0" brushRef="#br0" timeOffset="76440.11">10096 5755 0,'0'0'0,"0"-25"16,49-25 0,1 50-16,-1-49 15,1 24-15,24-25 16,1 25-16,-26-24 16,1 24-16,0-25 15,-26 26-15,26 24 16,-25 0 46,-25-25-46</inkml:trace>
  <inkml:trace contextRef="#ctx0" brushRef="#br0" timeOffset="80217.39">9401 13965 0</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20T17:43:07.761"/>
    </inkml:context>
    <inkml:brush xml:id="br0">
      <inkml:brushProperty name="width" value="0.05292" units="cm"/>
      <inkml:brushProperty name="height" value="0.05292" units="cm"/>
    </inkml:brush>
  </inkml:definitions>
  <inkml:trace contextRef="#ctx0" brushRef="#br0">2381 8186 0,'25'0'62,"0"0"-46,0 0-16,-1 0 15,1 0-15,25 0 16,-1 0 0,1 0-16,25 0 15,24 0-15,0 0 16,25 0-16,50 0 16,24 0-16,25 0 15,50 0 1,25 0-16,49 0 15,25 0-15,75 0 16,24 0-16,149 0 16,-25 0-16,149 0 15,1 0-15,-1 0 16,0 0-16,74 0 16,-98 0-16,98 0 15,-74 0-15,-74 0 16,-124 0-16,-75 0 15,-124 0-15,-123 0 16,-51 0-16,-98 0 16,-50 0-16,-1 0 15</inkml:trace>
  <inkml:trace contextRef="#ctx0" brushRef="#br0" timeOffset="1">2431 7615 0,'25'0'109,"-1"0"-93,1 0-16,0 0 15,25 0 1,-26 0 0,26 0-1,-25 0-15,25 0 16,-1 0-16,1 0 15,-25 0-15,-1 0 16,26 0-16,-25 0 16,0 0-16,-1 0 15,76-25-15,-51 0 16,26 25-16,-1-24 16,0-1-16,1 0 15,-1 25-15,25-25 16,-24 25-16,-25-25 15,-1 25-15,1-24 16,-25-1-16,24 25 16,26 0-1,-51 0-15,51-25 16,-26 0-16,26 0 16,-1 1-16,1-26 15,-26 50-15,1-50 16,-1 26-16,26-1 15,-50 0-15,-1 0 16,51-24-16,-26-1 16,-24 25-16,50-24 15,-26 24 1,1-25-16,0 25 0,-1-49 16,-24 49-1,49-25-15,-24 26 16,0-26-16,-1 0 15,26 1-15,-1-26 16,-24 26-16,24-1 16,-24-24-16,-1 24 15,1 1-15,-25-26 16,24 26-16,-24-1 16,25 25-16,-25-24 15,24 24-15,-49-25 16,50 25-16,-25-24 15,24-1-15,-24 25 16,0-24-16,49-1 16,-24 25-16,-25-49 15,24 49-15,1-25 16,-1 26-16,1-26 16,0 25-16,-1 0 15,-24-24-15,25 24 16,-1-25-16,26 1 15,-26-1-15,1 25 16,24-49 0,1 49-16,-1-49 15,1 49-15,24-25 16,0-24-16,0 49 16,-49-25-16,-25 26 15,24-1-15,1 0 16,-50 0-16,49 0 15,-24 25 17,0 0-32,25-24 15,-1-1-15,-24 25 16,49 0-16,-24-25 16,25 0-16,-1 25 15,25-25-15,-49 25 16,24-24-16,25-1 15,50-25-15,0 25 16,-50 1-16,0-26 16,26 25-16,-26 0 15,25-24-15,25-26 16,-75 51-16,0-1 16,-24 0-16,0 0 15,-1 25-15,1 0 16,-25 0-1,49-25-15,-49 25 16,24 0-16,1 0 16,25 0-16,24 0 15,-25 0-15,25 25 16,1 0-16,24 25 16,0-26-16,-25-24 15,25 25-15,-25 0 16,-25 0-16,1 0 15,-1-1-15,1 1 16,-1 0-16,-49 0 16,49 0-16,-24-1 15,0 1-15,24 25 16,-49-50-16,24 49 16,-24-24-16,25 0 15,-50 0-15,25 0 16,-1 24-16,1 1 15,0-1-15,25 26 16,-26-1-16,51-24 16,-50 24-16,24 26 15,-24-26 1,0-24-16,0-1 16,0 26-16,-1-51 15,-24 26-15,50 0 16,-50-1-16,50 1 15,-26-1-15,1 1 16,0-25-16,0 0 16,0 49-16,-1-49 15,1 0-15,0 24 16,0-24-16,0 0 16,-25 25-16,24-1 15,26-24-15,-50 25 16,50-26-16,-50 26 15,24-25-15,1 0 16,-25-1-16,25-24 16,0 50-16,0-25 15,-1 0 1,-24-1 0,25 1-16,0 0 15,25 0-15,-26-25 16,1 25-16,0-1 15,25 1-15,-26 0 16,51 0 0,-25 0-16,-1-1 15,1 1-15,24 25 16,-24-50-16,-25 25 16,-1-1-16,26-24 15,-25 25-15,24 0 16,-24 0-16,25 24 15,-1-24-15,26 25 16,-26-25-16,1 0 16,-25-25-1,0 24-15,-1-24 16,1 25 0,50 0-1,-26-25 1,26 25-16,-1 24 15,1-24-15,24 0 16,0 25-16,-25-26 16,-24 1-16,24 0 15,-49 0-15,50-25 16,-51 25-16,76 24 16,-51-49-16,1 25 15,-1 0 1,1 0-16,-25-25 15,0 24-15,24 1 16,-24-25-16,0 0 16,25 25-16,-26-25 15,1 25 1,0-25 0,0 0-16,49 25 15,1-1-15,-26 1 16,1 0-16,-25-25 15,-1 0 1,1 0 0,0 0-1,25 25 1,-26 0-16,1-1 16,0-24-16,0 0 15,0 25-15</inkml:trace>
  <inkml:trace contextRef="#ctx0" brushRef="#br0" timeOffset="2">5011 6995 0,'0'25'110,"0"0"-110,0 24 15,0 1-15,0-1 16,0 26-16,0-26 16,0 1-16,0 0 15,0-1-15,0 1 16,0-1-16,0 1 15,0 24-15,0-49 16,0 0-16,0 25 16,0-1-16,0 26 15,0-1-15,0-24 16,0-1-16,0 26 16,0-26-16,0 26 15,0-1-15,0-49 16,0 25-16,0-1 15,0-24 1</inkml:trace>
  <inkml:trace contextRef="#ctx0" brushRef="#br0" timeOffset="3">13345 6722 0,'0'50'141,"0"-1"-126,25 1-15,0 0 16,-25 24-16,24 0 16,-24 1-16,0-1 15,25 25-15,0-74 16,-25 0-16,0 0 15,0 24-15,0-24 16,0 0-16,0 0 16,25 0-16,0 24 15,-25-24 1,0 0-16,0 24 16,0-24-16,0 25 15,0-1 1,0-24-1,0 0-15,0 0 16,0 0-16,0-1 16,0 1-1,0 0 1,0 0 15,0 0 16,0 0-16,0-1 32,0 1 93,0 0-140,0 0 15,0 0-31,0-1 31,0 1-15,0 25-1,0-25 1</inkml:trace>
  <inkml:trace contextRef="#ctx0" brushRef="#br0" timeOffset="4">13965 7119 0,'-25'0'63,"25"50"-63,-49-26 15,24 26-15,-25 0 16,1-1-16,24 1 16,-25 49-16,1-25 15,24 1-15,0-26 16,0 26-16,25-50 15,-25-1 1,25 1-16,25-25 172,25-74-172</inkml:trace>
  <inkml:trace contextRef="#ctx0" brushRef="#br0" timeOffset="5">14263 7268 0,'0'49'47,"0"1"-47,-25-25 16,0 0-16,-25 49 15,50-24-15,-49-1 16,24 1-16,-25 24 16,26-49-16,-26 25 15,0-1-15,26 1 16,-26-25-16,25 24 16,25-24-16,-25 0 15,25 0-15,-49 0 16,49-1-16,0-73 140,25 49-124,24-50-16</inkml:trace>
  <inkml:trace contextRef="#ctx0" brushRef="#br0" timeOffset="6">14660 7392 0,'-25'25'78,"25"-1"-78,-25 1 15,25 0-15,-25 0 16,-24 49-16,24-24 16,-25-1-16,25 1 15,1 24-15,-1-24 16,-25 0-16,25-26 16,-24 26-16,24-25 15</inkml:trace>
  <inkml:trace contextRef="#ctx0" brushRef="#br0" timeOffset="7">15280 7466 0,'0'25'47,"-25"25"-32,25-26-15,-25 26 16,-25 0-16,26-26 16,-26 26-16,-24 0 15,24-26-15,0 26 16,1-25-16,-26 24 16,51-24-16,-1 0 15,0 0-15,0-25 16</inkml:trace>
  <inkml:trace contextRef="#ctx0" brushRef="#br0" timeOffset="8">15776 7615 0,'-25'0'47,"0"0"-31,-49 25-16,49 0 15,-25-1-15,1 1 16,-50 25-16,24-25 16,1-1-16,-1 26 15,-24 0-15,49-26 16,-24 1-16,24 0 16,1 0-16,49 0 15,-25-25-15,25 25 16</inkml:trace>
  <inkml:trace contextRef="#ctx0" brushRef="#br0" timeOffset="9">4762 7119 0,'0'50'78,"-24"-1"-78,-1 26 15,0-51-15,0 51 16,0-1-16,1-24 16,24-1-16,-50 1 15,25 0 1,25-1-16,-25-24 16,1 25-16,-1-26 15,0 26-15,0 0 16,0-1-16,1 1 15,-1-25-15,0 24 16,0-24-16,25 25 16,-25-25-16,25-1 15,-24-24-15,-1 25 16,25 0 0,-25 0-1,0-50 110</inkml:trace>
  <inkml:trace contextRef="#ctx0" brushRef="#br0" timeOffset="10">4167 7392 0,'-25'0'0,"1"49"16,24-24-1,-50 25-15,25-1 16,0-24-16,1 25 16,-1-25-1,-25 24-15,1 1 16,-1-25-16,0 49 15,-24-49-15,-1 24 16,1-24-16,24 25 16,1-50-16,24 25 15,0 0-15</inkml:trace>
  <inkml:trace contextRef="#ctx0" brushRef="#br0" timeOffset="11">3249 7615 0,'0'-25'0,"-24"25"16,-1 50 0,0-1-1,-25-24 1,50 25-16,-49-25 16,49 24-16,-50-49 15,50 50-15,-49-25 16,49-1-16,-25-24 15,25 25-15,-25 0 16,0-25 156</inkml:trace>
  <inkml:trace contextRef="#ctx0" brushRef="#br0" timeOffset="12">2456 7590 0,'0'0'0,"-25"0"156,25 25-140,0 0-16,-25 24 15,0-49-15,25 25 16,0 0-16,0 0 16,-25 0-16,1-1 47,24 1-16</inkml:trace>
  <inkml:trace contextRef="#ctx0" brushRef="#br0" timeOffset="13">3671 9500 0,'50'0'93,"-25"0"-93,24 0 16,1 0-16,-1 0 16,26 0-16,-1-25 15,-49 25 1,25 0-16,-1 0 15,-24 0-15,0 0 16,0 0-16,-1 0 47,1 0 15</inkml:trace>
  <inkml:trace contextRef="#ctx0" brushRef="#br0" timeOffset="14">4490 9004 0,'49'0'78,"-24"0"-78,25 0 15,-26 0-15,26 0 16,-25-25-16,0 25 16,-1 0-1,1 0 1,0 0-16,0 0 16,0 0-16,-25 25 15,25 0 1,-25 0-16,24 0 15,-24-1-15,0 1 16,0 25-16,0-1 16,0 51-16,0-26 15,-49 0-15,-1-24 16,-24 0-16,49 24 16,-25-49-16,50 0 15,-25-25-15,1 0 16,24 24-16,-25-24 15,0 0 1,25 25 15,0 0 63,25-25-78,49 0-16,1 0 15,-1 0-15,1 0 16,-26 0 0,1 0-16,-25 0 15,-1 0-15,1 0 16</inkml:trace>
  <inkml:trace contextRef="#ctx0" brushRef="#br0" timeOffset="15">5234 9748 0</inkml:trace>
  <inkml:trace contextRef="#ctx0" brushRef="#br0" timeOffset="16">5308 8954 0,'50'-24'47,"-1"-1"-31,26 0-16,-26 25 15,-24-25-15,25 25 16,-25 0-16,-1 0 16,1 0 15,0 50-16,0-1 1,-25 1-16,0 0 16,0-1-16,0 1 15,0 0-15,0 24 16,0 0-16,-25 1 16,25-26-16,0-24 15,-25 50-15,0-26 16,1 1-16,-1-25 15,0 24 1,25-24 0,0 0-16,0 0 15,-25-25 1,25 24 15</inkml:trace>
  <inkml:trace contextRef="#ctx0" brushRef="#br0" timeOffset="17">5507 9500 0,'0'-25'63,"24"25"-47,26 0-1,24-24-15,-24-1 16,-25 25-1,0 0-15,24 0 16,-24 0-16,0 0 16,0 0-1,0 0 32,-1 0-16,1 0-31,0 0 16,0 0-16,0 0 31,-1 25-15</inkml:trace>
  <inkml:trace contextRef="#ctx0" brushRef="#br0" timeOffset="18">6102 8954 0,'25'0'94,"0"0"-94,-1 0 16,26 0-1,-25 0-15,0 25 16,-1-25-16,1 25 15,25 0-15,-25 0 16,-1 24-16,-24 1 16,25 24-16,-25-49 15,0 25 1,0-1-16,0 26 16,0-26-16,-49 26 15,24-50-15,0 24 16,0 1-16,25-25 15,-25-1-15,1 1 16,-1 0 0,0 0-1,0 0 17,0-1-17,25 1 16,0 0-31,25 0 79,0 0-79,25-25 15,-26 0-15,51 0 16,-26 0-16,-24 0 15,0 0-15,0 0 32</inkml:trace>
  <inkml:trace contextRef="#ctx0" brushRef="#br0" timeOffset="19">13692 8855 0,'25'0'78,"0"0"-78,24 0 16,1 0-16,-25 0 15,24 0-15,1 0 16,-25 0 0,0 25-1,-1 0 1,-24 0-16,0-1 15,0 51-15,0-1 16,-24-24-16,-1 0 16,0-1-16,-25 1 15,50-25-15,-49 24 16,49 1-16,-50-25 16,50-1-16,-49 1 15,24 25-15,0-25 16,0-1 15,25 1-15,0 0 77,25-25-93,25 0 16,-1 0-16,26 0 16,24 0-16,-50-25 15,26 0-15,-26 25 16,-24 0 0</inkml:trace>
  <inkml:trace contextRef="#ctx0" brushRef="#br0" timeOffset="20">14610 9475 0,'-25'-24'140</inkml:trace>
  <inkml:trace contextRef="#ctx0" brushRef="#br0" timeOffset="21">14461 8930 0,'0'0'0,"25"0"15,49-25 1,-24 0-16,0 25 16,-26 0-1,1 0 32,0 25-31,-25 24-1,25 1-15,-25 0 16,0-1-16,0 1 16,0 0-16,0-1 15,0 1-15,0-1 16,0 1-1,0-25-15,0 0 63,0-1-63,0 1 16,0 0-1</inkml:trace>
  <inkml:trace contextRef="#ctx0" brushRef="#br0" timeOffset="22">14660 9252 0,'0'-25'94,"49"1"-78,1-1-16,-25 25 15,24-25-15,26 0 16,-51 25-16,26-25 16,0 1-16,-1-1 15,-24 25-15,0 0 16</inkml:trace>
  <inkml:trace contextRef="#ctx0" brushRef="#br0" timeOffset="23">15205 8806 0,'0'-25'141,"25"25"-95,0-25-30,0 25 0,-1 0 31,1 0-16,0 0 0,0 0 0,0 0-15,0 25 15,-1 0-15,1-1-1,0 1 17,-25 0-17,0 0 1,0 0 0,25-1-16,-25 1 15,0 0 1,0 0-1,0 0-15,0 0 16,0-1 0,-25 1-16,25 0 15,0 0-15,-25 0 16,0 24 0,25-24 15,-49 0 0,49 0-15,0-1-1,-25-24-15,25 25 32,0 0-17,25-25 157,0 0-156,-1 0-16,26 0 15,-25 0-15,0 0 16,-1-25-16,1 25 47,0-25-47,-25 1 47,25 24-16,0-25-15,-1 0 15,1 0-31</inkml:trace>
  <inkml:trace contextRef="#ctx0" brushRef="#br0" timeOffset="24">124 5110 0,'0'-50'47,"25"50"-32,0-49-15,24 49 16,1-50-16,-1 25 16,1 0-16,0 1 15,24-1-15,-49 0 16,0 0-16,24 0 16,-24 0-16,0 25 15,-25-24-15,50-1 16,-26 25 31,-24 25 15,0-1-62,0 51 16,0-25-16,0 49 15,0-25-15,-24 1 16,-26 24-16,25-50 16,0 1-16,1 0 15,-1 24-15,-25 0 16,25-24-16,0-25 16,1 24-1,24-24-15,-25 0 16,0 0-1,50-25 95,0 0-95,24-50-15,26 50 16,-26-49-16,1 49 16,0-50-16,-1 25 15,1 25-15,-25 0 16,-1-25 0,1 1-16,-50-1 140,1 25-124,-26 0-16</inkml:trace>
  <inkml:trace contextRef="#ctx0" brushRef="#br0" timeOffset="25">397 5308 0,'0'0'0,"25"0"15,24 0-15,-24-25 0,25 1 16,-1-1-16,1 25 15,0-50-15,-1 25 16,-24 1-16,0 24 16,0-25-16,-25 0 15,24 25 1,1-25 15</inkml:trace>
  <inkml:trace contextRef="#ctx0" brushRef="#br0" timeOffset="26">992 5581 0</inkml:trace>
  <inkml:trace contextRef="#ctx0" brushRef="#br0" timeOffset="27">1166 4638 0,'0'75'78,"25"-26"-78,-25 1 16,24 0-16,1-25 15,-25 24-15,50 1 16,-25-1-16,-25 1 15,24 0-15,1-26 16,-25 26-16,0-25 16,25-25 93,0 0-93,-25-50-16,0 1 15,0-26 1,0 1-16,0-1 16,0 1-16,0-50 15,-25 25-15,0-25 16,0 49-16,25 26 15,0 24-15,0-25 16,-24-24-16,24 49 16,0 0 62,24 25-63,1 0 48,-25 25-47,25 25-16,0-26 15,0 26-15,-25-25 16,0 49-16,0-49 15,0 0 1,0 0-16,0-1 16,0 1-16,-25 25 15,25-25 1,-25-1-16,25 1 31,0 0 94,50-25-109,-26 0-1,26 0-15,0 0 16,-26 0-16,1 0 16,0 0-1,25 0 1,-1 25-16,-24 0 16,0-1-1,0 1-15,0-25 16,-1 0-16,-24 25 15,25-25 1,0 50-16,-25-1 16,0-24-1,0 0 1,0 0 0,0 0-1</inkml:trace>
  <inkml:trace contextRef="#ctx0" brushRef="#br0" timeOffset="28">2133 4936 0,'25'-25'31,"-25"1"79</inkml:trace>
  <inkml:trace contextRef="#ctx0" brushRef="#br0" timeOffset="29">14709 4465 0,'50'-25'78,"-1"0"-78,51 25 16,-1-49-16,50 24 16,24-25-16,1 25 15,0-24-15,-26 24 16,-73 0-16,-50 25 15,-1 0 32,-24 25-47,0 25 16,0-1-16,0 75 16,-24-25-16,-1 1 15,0-1-15,-25-25 16,1 26-16,-1-51 15,25 1-15,-24 24 16,24-24-16,-25-1 16,26 1-16,-1 0 15,-25 24-15,50-49 16,0 0-16,0-1 16,0 1 15,0 0 31,50-25-62,49 0 16,25-25-16,0-24 16,25 24-16,0-25 15,-50 25-15,25-24 16,-74 49-16,-26-50 15,26 50-15,-25-25 16,-75 1 93,-24-1-109</inkml:trace>
  <inkml:trace contextRef="#ctx0" brushRef="#br0" timeOffset="30">15503 4936 0,'0'-25'31,"50"-24"-15,-1 24-16,50 0 15,-24-25-15,24 1 16,0 24-16,-49-25 15,-25 26 1,24-26-16,-24 50 16,0-25-16,0 0 15,-1 25 1</inkml:trace>
  <inkml:trace contextRef="#ctx0" brushRef="#br0" timeOffset="31">16247 4118 0,'25'0'15,"-25"24"-15,25 26 16,-25-25-16,24 0 16,26 49-16,-25-24 15,0 24-15,24 0 16,-49-24-16,25 24 16,0-24-16,-25-25 15,25 0 1</inkml:trace>
  <inkml:trace contextRef="#ctx0" brushRef="#br0" timeOffset="32">16470 3894 0,'0'0'0,"50"0"16,-25 0 0,0 0-16,-1 0 15,1 0 1,25 25-16,-25 25 15,-1-50 1,-24 25-16,0 24 16,0-24-1,0 49-15,0-49 16,-49 25-16,24-25 16,-25-1 15,50 1 109,25 0-140,25-25 16,-50 50-16,74-50 16,-24 24-16,-25 1 15,24 0-15,-24-25 16,25 25 0,-26-25-16,1 49 15,0-24-15,0 0 16,0 0-16,-25 0 15,0 24-15,24-24 16,-24 0-16,0 0 16,0-1-16,0 1 15,0 0 1</inkml:trace>
  <inkml:trace contextRef="#ctx0" brushRef="#br0" timeOffset="33">17462 5011 0</inkml:trace>
  <inkml:trace contextRef="#ctx0" brushRef="#br0" timeOffset="34">16669 5085 0</inkml:trace>
  <inkml:trace contextRef="#ctx0" brushRef="#br0" timeOffset="35">15850 8409 0,'0'-25'16,"0"0"-16,0-24 15,25-1 1,0 25 0,24 0-1,1 1-15,0-26 16,-1 25-16,1-24 16,24 24-16,-24 0 15,-25-25-15,24 50 16,1-25-16,-25 1 15,24-1-15,1-25 16,0 1-16,-1 24 16,26-50-16,-26 26 15,1-1-15,-25-24 16,24 24 0,-24 1-16,0 24 15,0-25-15,-25 1 16,0 24-1,0-25 1,0 25 0,0 1-16,0-26 15,0 25-15,-25-49 16,0 24-16,25 1 16,-50-1-16,26 0 15,24-24-15,0 49 16,0-25-16,-25-24 15,0 24-15,25 26 16,0-1-16,0 0 16</inkml:trace>
  <inkml:trace contextRef="#ctx0" brushRef="#br0" timeOffset="36">16545 6648 0,'0'0'0,"0"-25"16,49-25-16,-24 25 16,-25-24-1,0 24-15,25-74 16,0 24-16,-25 51 15,0-76-15,0 26 16,0 0-16,25-1 16,-25 50-16,0 1 15,0-1 17,49 25-17,-24 0 1,25 0-16,-1 25 15,-24-25-15,0 0 16,24 24-16,-24 1 16,0-25-16,-25 25 15,50-25-15,-26 50 16,1-1-16,0 1 16,0-1-16,0-24 15,-25 0 1,0 0-16,24-25 15,-24 25 1,0 24 0</inkml:trace>
  <inkml:trace contextRef="#ctx0" brushRef="#br0" timeOffset="37">2108 8111 0,'-24'-25'93,"-1"25"-77,-25-24 0,1 24-1,24 0-15,0 0 16,-25 0-16,1-25 31,24 25-31,-25-25 16,26 25-16,-26-25 15,25 25-15,-25 0 16,26 0-16,-1 0 16,0-25-1,0 25 1,0 0 15,1 0-15,-1-25-16,0 1 31,0-1-31,0-25 16,25 1-16,-24-26 15,-1 1-15,25 24 16,0-24-16,0-1 15,0 1-15,0-25 16,0 0-16,0-1 16,0 1-16,0 0 15,0 24-15,0-24 16,0 25 0,0-1-16,0 26 0,0-1 15,0 1 1,0-1-1</inkml:trace>
  <inkml:trace contextRef="#ctx0" brushRef="#br0" timeOffset="38">1166 6623 0,'25'0'15,"-25"-25"-15,24 25 16,-24-25-16,50 25 16,-25-25-16,24 1 15,-24-51-15,0 50 16,25-24-16,-26-1 16,1 25-16,0-24 15,-25 24-15,25 25 16,0-50-1,-25 26-15,24-1 16,1-25-16,-25 1 16,25 49 171,0 0-156,-25 24-31,0 1 16,0 0-16,25 25 16,-25-1-16,0-24 15,0 0-15,0 0 16,25 24 0,-25-24-16,0 25 15,0-26-15,0 26 0,0 0 16</inkml:trace>
  <inkml:trace contextRef="#ctx0" brushRef="#br0" timeOffset="39">7565 6127 0,'0'-25'110,"0"0"-95,25 0-15,25-24 16,24 24-16,25-25 15,50-24-15,25-1 16,49 1-16,-49 0 16,-25 24-16,-50 0 15,-25 26-15,-49 24 16,0 0 31,-25 24-32,0 26 1,0 0-16,0-1 16,0 26-16,0-26 15,-50 1-15,25 24 16,1-24-16,-26 0 16,0-1-1,1 26-15,-26-26 16,51 1-16,-26 24 15,25-24-15,-24-1 16,24-24-16,0 25 16,0-25-16,-24 24 15,49-24-15,-25 0 16,50-25 109,-1 0-109,51-25-16,49-25 15,49 1-15,-49-1 16,50 1-16,-25 24 15,0 0-15,-50 25 16,-49-25 0,-26 25-16,1 0 15,-25-25 1,-25 25 125,1-24-126</inkml:trace>
  <inkml:trace contextRef="#ctx0" brushRef="#br0" timeOffset="40">8409 6226 0,'0'-25'156,"25"25"-140,24-25-16,-24 1 16,49-1-16,-24 25 15,24-50-15,1 25 16,-1 1-16,-24-1 15,-1 0-15,-24 0 16,0 25 62,25-25-62,-25 25 15</inkml:trace>
  <inkml:trace contextRef="#ctx0" brushRef="#br0" timeOffset="41">9847 6226 0,'0'-50'110,"-24"26"-95</inkml:trace>
  <inkml:trace contextRef="#ctx0" brushRef="#br0" timeOffset="42">9649 5432 0,'25'0'15,"0"0"1,-1 50-16,26-50 16,0 49-16,-26-24 15,26 0-15,-25 0 16,0 24-1,-1-24-15,1 0 16,-25 25-16,25-26 16,25 26-16,-50 0 15,49 24 1,-49-49-16,25 25 16,0-26-16</inkml:trace>
  <inkml:trace contextRef="#ctx0" brushRef="#br0" timeOffset="43">9847 5482 0,'0'-25'16,"0"0"-1,0-24 1,25-1 0,25 50-16,-25-50 15,24 26-15,51-26 16,-1 0-16,-25 26 15,50-26-15,-74 25 16,-1 25-16,-24 0 47,25 25-31,-50 0-1,25 0 1,-1 24-16,1 26 15,-25-51-15,25 1 16,-25 0-16,25 25 16,-25-26-16,0 1 15,0 0-15,0 25 16,25-1-16,-25-24 16,0 0-16,24 24 15,-24-24-15,0 25 16,0-1-16,25-24 15,-25 0 1</inkml:trace>
  <inkml:trace contextRef="#ctx0" brushRef="#br0" timeOffset="44">10096 5755 0,'0'0'0,"0"-25"16,49-25 0,1 50-16,-1-49 15,1 24-15,24-25 16,1 25-16,-26-24 16,1 24-16,0-25 15,-26 26-15,26 24 16,-25 0 46,-25-25-46</inkml:trace>
  <inkml:trace contextRef="#ctx0" brushRef="#br0" timeOffset="45">9401 13965 0</inkml:trace>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20T17:58:15.771"/>
    </inkml:context>
    <inkml:brush xml:id="br0">
      <inkml:brushProperty name="width" value="0.05292" units="cm"/>
      <inkml:brushProperty name="height" value="0.05292" units="cm"/>
    </inkml:brush>
  </inkml:definitions>
  <inkml:trace contextRef="#ctx0" brushRef="#br0">2381 8186 0,'25'0'62,"0"0"-46,0 0-16,-1 0 15,1 0-15,25 0 16,-1 0 0,1 0-16,25 0 15,24 0-15,0 0 16,25 0-16,50 0 16,24 0-16,25 0 15,50 0 1,25 0-16,49 0 15,25 0-15,75 0 16,24 0-16,149 0 16,-25 0-16,149 0 15,1 0-15,-1 0 16,0 0-16,74 0 16,-98 0-16,98 0 15,-74 0-15,-74 0 16,-124 0-16,-75 0 15,-124 0-15,-123 0 16,-51 0-16,-98 0 16,-50 0-16,-1 0 15</inkml:trace>
  <inkml:trace contextRef="#ctx0" brushRef="#br0" timeOffset="1">2431 7615 0,'25'0'109,"-1"0"-93,1 0-16,0 0 15,25 0 1,-26 0 0,26 0-1,-25 0-15,25 0 16,-1 0-16,1 0 15,-25 0-15,-1 0 16,26 0-16,-25 0 16,0 0-16,-1 0 15,76-25-15,-51 0 16,26 25-16,-1-24 16,0-1-16,1 0 15,-1 25-15,25-25 16,-24 25-16,-25-25 15,-1 25-15,1-24 16,-25-1-16,24 25 16,26 0-1,-51 0-15,51-25 16,-26 0-16,26 0 16,-1 1-16,1-26 15,-26 50-15,1-50 16,-1 26-16,26-1 15,-50 0-15,-1 0 16,51-24-16,-26-1 16,-24 25-16,50-24 15,-26 24 1,1-25-16,0 25 0,-1-49 16,-24 49-1,49-25-15,-24 26 16,0-26-16,-1 0 15,26 1-15,-1-26 16,-24 26-16,24-1 16,-24-24-16,-1 24 15,1 1-15,-25-26 16,24 26-16,-24-1 16,25 25-16,-25-24 15,24 24-15,-49-25 16,50 25-16,-25-24 15,24-1-15,-24 25 16,0-24-16,49-1 16,-24 25-16,-25-49 15,24 49-15,1-25 16,-1 26-16,1-26 16,0 25-16,-1 0 15,-24-24-15,25 24 16,-1-25-16,26 1 15,-26-1-15,1 25 16,24-49 0,1 49-16,-1-49 15,1 49-15,24-25 16,0-24-16,0 49 16,-49-25-16,-25 26 15,24-1-15,1 0 16,-50 0-16,49 0 15,-24 25 17,0 0-32,25-24 15,-1-1-15,-24 25 16,49 0-16,-24-25 16,25 0-16,-1 25 15,25-25-15,-49 25 16,24-24-16,25-1 15,50-25-15,0 25 16,-50 1-16,0-26 16,26 25-16,-26 0 15,25-24-15,25-26 16,-75 51-16,0-1 16,-24 0-16,0 0 15,-1 25-15,1 0 16,-25 0-1,49-25-15,-49 25 16,24 0-16,1 0 16,25 0-16,24 0 15,-25 0-15,25 25 16,1 0-16,24 25 16,0-26-16,-25-24 15,25 25-15,-25 0 16,-25 0-16,1 0 15,-1-1-15,1 1 16,-1 0-16,-49 0 16,49 0-16,-24-1 15,0 1-15,24 25 16,-49-50-16,24 49 16,-24-24-16,25 0 15,-50 0-15,25 0 16,-1 24-16,1 1 15,0-1-15,25 26 16,-26-1-16,51-24 16,-50 24-16,24 26 15,-24-26 1,0-24-16,0-1 16,0 26-16,-1-51 15,-24 26-15,50 0 16,-50-1-16,50 1 15,-26-1-15,1 1 16,0-25-16,0 0 16,0 49-16,-1-49 15,1 0-15,0 24 16,0-24-16,0 0 16,-25 25-16,24-1 15,26-24-15,-50 25 16,50-26-16,-50 26 15,24-25-15,1 0 16,-25-1-16,25-24 16,0 50-16,0-25 15,-1 0 1,-24-1 0,25 1-16,0 0 15,25 0-15,-26-25 16,1 25-16,0-1 15,25 1-15,-26 0 16,51 0 0,-25 0-16,-1-1 15,1 1-15,24 25 16,-24-50-16,-25 25 16,-1-1-16,26-24 15,-25 25-15,24 0 16,-24 0-16,25 24 15,-1-24-15,26 25 16,-26-25-16,1 0 16,-25-25-1,0 24-15,-1-24 16,1 25 0,50 0-1,-26-25 1,26 25-16,-1 24 15,1-24-15,24 0 16,0 25-16,-25-26 16,-24 1-16,24 0 15,-49 0-15,50-25 16,-51 25-16,76 24 16,-51-49-16,1 25 15,-1 0 1,1 0-16,-25-25 15,0 24-15,24 1 16,-24-25-16,0 0 16,25 25-16,-26-25 15,1 25 1,0-25 0,0 0-16,49 25 15,1-1-15,-26 1 16,1 0-16,-25-25 15,-1 0 1,1 0 0,0 0-1,25 25 1,-26 0-16,1-1 16,0-24-16,0 0 15,0 25-15</inkml:trace>
  <inkml:trace contextRef="#ctx0" brushRef="#br0" timeOffset="2">5011 6995 0,'0'25'110,"0"0"-110,0 24 15,0 1-15,0-1 16,0 26-16,0-26 16,0 1-16,0 0 15,0-1-15,0 1 16,0-1-16,0 1 15,0 24-15,0-49 16,0 0-16,0 25 16,0-1-16,0 26 15,0-1-15,0-24 16,0-1-16,0 26 16,0-26-16,0 26 15,0-1-15,0-49 16,0 25-16,0-1 15,0-24 1</inkml:trace>
  <inkml:trace contextRef="#ctx0" brushRef="#br0" timeOffset="3">13345 6722 0,'0'50'141,"0"-1"-126,25 1-15,0 0 16,-25 24-16,24 0 16,-24 1-16,0-1 15,25 25-15,0-74 16,-25 0-16,0 0 15,0 24-15,0-24 16,0 0-16,0 0 16,25 0-16,0 24 15,-25-24 1,0 0-16,0 24 16,0-24-16,0 25 15,0-1 1,0-24-1,0 0-15,0 0 16,0 0-16,0-1 16,0 1-1,0 0 1,0 0 15,0 0 16,0 0-16,0-1 32,0 1 93,0 0-140,0 0 15,0 0-31,0-1 31,0 1-15,0 25-1,0-25 1</inkml:trace>
  <inkml:trace contextRef="#ctx0" brushRef="#br0" timeOffset="4">13965 7119 0,'-25'0'63,"25"50"-63,-49-26 15,24 26-15,-25 0 16,1-1-16,24 1 16,-25 49-16,1-25 15,24 1-15,0-26 16,0 26-16,25-50 15,-25-1 1,25 1-16,25-25 172,25-74-172</inkml:trace>
  <inkml:trace contextRef="#ctx0" brushRef="#br0" timeOffset="5">14263 7268 0,'0'49'47,"0"1"-47,-25-25 16,0 0-16,-25 49 15,50-24-15,-49-1 16,24 1-16,-25 24 16,26-49-16,-26 25 15,0-1-15,26 1 16,-26-25-16,25 24 16,25-24-16,-25 0 15,25 0-15,-49 0 16,49-1-16,0-73 140,25 49-124,24-50-16</inkml:trace>
  <inkml:trace contextRef="#ctx0" brushRef="#br0" timeOffset="6">14660 7392 0,'-25'25'78,"25"-1"-78,-25 1 15,25 0-15,-25 0 16,-24 49-16,24-24 16,-25-1-16,25 1 15,1 24-15,-1-24 16,-25 0-16,25-26 16,-24 26-16,24-25 15</inkml:trace>
  <inkml:trace contextRef="#ctx0" brushRef="#br0" timeOffset="7">15280 7466 0,'0'25'47,"-25"25"-32,25-26-15,-25 26 16,-25 0-16,26-26 16,-26 26-16,-24 0 15,24-26-15,0 26 16,1-25-16,-26 24 16,51-24-16,-1 0 15,0 0-15,0-25 16</inkml:trace>
  <inkml:trace contextRef="#ctx0" brushRef="#br0" timeOffset="8">15776 7615 0,'-25'0'47,"0"0"-31,-49 25-16,49 0 15,-25-1-15,1 1 16,-50 25-16,24-25 16,1-1-16,-1 26 15,-24 0-15,49-26 16,-24 1-16,24 0 16,1 0-16,49 0 15,-25-25-15,25 25 16</inkml:trace>
  <inkml:trace contextRef="#ctx0" brushRef="#br0" timeOffset="9">4762 7119 0,'0'50'78,"-24"-1"-78,-1 26 15,0-51-15,0 51 16,0-1-16,1-24 16,24-1-16,-50 1 15,25 0 1,25-1-16,-25-24 16,1 25-16,-1-26 15,0 26-15,0 0 16,0-1-16,1 1 15,-1-25-15,0 24 16,0-24-16,25 25 16,-25-25-16,25-1 15,-24-24-15,-1 25 16,25 0 0,-25 0-1,0-50 110</inkml:trace>
  <inkml:trace contextRef="#ctx0" brushRef="#br0" timeOffset="10">4167 7392 0,'-25'0'0,"1"49"16,24-24-1,-50 25-15,25-1 16,0-24-16,1 25 16,-1-25-1,-25 24-15,1 1 16,-1-25-16,0 49 15,-24-49-15,-1 24 16,1-24-16,24 25 16,1-50-16,24 25 15,0 0-15</inkml:trace>
  <inkml:trace contextRef="#ctx0" brushRef="#br0" timeOffset="11">3249 7615 0,'0'-25'0,"-24"25"16,-1 50 0,0-1-1,-25-24 1,50 25-16,-49-25 16,49 24-16,-50-49 15,50 50-15,-49-25 16,49-1-16,-25-24 15,25 25-15,-25 0 16,0-25 156</inkml:trace>
  <inkml:trace contextRef="#ctx0" brushRef="#br0" timeOffset="12">2456 7590 0,'0'0'0,"-25"0"156,25 25-140,0 0-16,-25 24 15,0-49-15,25 25 16,0 0-16,0 0 16,-25 0-16,1-1 47,24 1-16</inkml:trace>
  <inkml:trace contextRef="#ctx0" brushRef="#br0" timeOffset="13">3671 9500 0,'50'0'93,"-25"0"-93,24 0 16,1 0-16,-1 0 16,26 0-16,-1-25 15,-49 25 1,25 0-16,-1 0 15,-24 0-15,0 0 16,0 0-16,-1 0 47,1 0 15</inkml:trace>
  <inkml:trace contextRef="#ctx0" brushRef="#br0" timeOffset="14">4490 9004 0,'49'0'78,"-24"0"-78,25 0 15,-26 0-15,26 0 16,-25-25-16,0 25 16,-1 0-1,1 0 1,0 0-16,0 0 16,0 0-16,-25 25 15,25 0 1,-25 0-16,24 0 15,-24-1-15,0 1 16,0 25-16,0-1 16,0 51-16,0-26 15,-49 0-15,-1-24 16,-24 0-16,49 24 16,-25-49-16,50 0 15,-25-25-15,1 0 16,24 24-16,-25-24 15,0 0 1,25 25 15,0 0 63,25-25-78,49 0-16,1 0 15,-1 0-15,1 0 16,-26 0 0,1 0-16,-25 0 15,-1 0-15,1 0 16</inkml:trace>
  <inkml:trace contextRef="#ctx0" brushRef="#br0" timeOffset="15">5234 9748 0</inkml:trace>
  <inkml:trace contextRef="#ctx0" brushRef="#br0" timeOffset="16">5308 8954 0,'50'-24'47,"-1"-1"-31,26 0-16,-26 25 15,-24-25-15,25 25 16,-25 0-16,-1 0 16,1 0 15,0 50-16,0-1 1,-25 1-16,0 0 16,0-1-16,0 1 15,0 0-15,0 24 16,0 0-16,-25 1 16,25-26-16,0-24 15,-25 50-15,0-26 16,1 1-16,-1-25 15,0 24 1,25-24 0,0 0-16,0 0 15,-25-25 1,25 24 15</inkml:trace>
  <inkml:trace contextRef="#ctx0" brushRef="#br0" timeOffset="17">5507 9500 0,'0'-25'63,"24"25"-47,26 0-1,24-24-15,-24-1 16,-25 25-1,0 0-15,24 0 16,-24 0-16,0 0 16,0 0-1,0 0 32,-1 0-16,1 0-31,0 0 16,0 0-16,0 0 31,-1 25-15</inkml:trace>
  <inkml:trace contextRef="#ctx0" brushRef="#br0" timeOffset="18">6102 8954 0,'25'0'94,"0"0"-94,-1 0 16,26 0-1,-25 0-15,0 25 16,-1-25-16,1 25 15,25 0-15,-25 0 16,-1 24-16,-24 1 16,25 24-16,-25-49 15,0 25 1,0-1-16,0 26 16,0-26-16,-49 26 15,24-50-15,0 24 16,0 1-16,25-25 15,-25-1-15,1 1 16,-1 0 0,0 0-1,0 0 17,0-1-17,25 1 16,0 0-31,25 0 79,0 0-79,25-25 15,-26 0-15,51 0 16,-26 0-16,-24 0 15,0 0-15,0 0 32</inkml:trace>
  <inkml:trace contextRef="#ctx0" brushRef="#br0" timeOffset="19">13692 8855 0,'25'0'78,"0"0"-78,24 0 16,1 0-16,-25 0 15,24 0-15,1 0 16,-25 0 0,0 25-1,-1 0 1,-24 0-16,0-1 15,0 51-15,0-1 16,-24-24-16,-1 0 16,0-1-16,-25 1 15,50-25-15,-49 24 16,49 1-16,-50-25 16,50-1-16,-49 1 15,24 25-15,0-25 16,0-1 15,25 1-15,0 0 77,25-25-93,25 0 16,-1 0-16,26 0 16,24 0-16,-50-25 15,26 0-15,-26 25 16,-24 0 0</inkml:trace>
  <inkml:trace contextRef="#ctx0" brushRef="#br0" timeOffset="20">14610 9475 0,'-25'-24'140</inkml:trace>
  <inkml:trace contextRef="#ctx0" brushRef="#br0" timeOffset="21">14461 8930 0,'0'0'0,"25"0"15,49-25 1,-24 0-16,0 25 16,-26 0-1,1 0 32,0 25-31,-25 24-1,25 1-15,-25 0 16,0-1-16,0 1 16,0 0-16,0-1 15,0 1-15,0-1 16,0 1-1,0-25-15,0 0 63,0-1-63,0 1 16,0 0-1</inkml:trace>
  <inkml:trace contextRef="#ctx0" brushRef="#br0" timeOffset="22">14660 9252 0,'0'-25'94,"49"1"-78,1-1-16,-25 25 15,24-25-15,26 0 16,-51 25-16,26-25 16,0 1-16,-1-1 15,-24 25-15,0 0 16</inkml:trace>
  <inkml:trace contextRef="#ctx0" brushRef="#br0" timeOffset="23">15205 8806 0,'0'-25'141,"25"25"-95,0-25-30,0 25 0,-1 0 31,1 0-16,0 0 0,0 0 0,0 0-15,0 25 15,-1 0-15,1-1-1,0 1 17,-25 0-17,0 0 1,0 0 0,25-1-16,-25 1 15,0 0 1,0 0-1,0 0-15,0 0 16,0-1 0,-25 1-16,25 0 15,0 0-15,-25 0 16,0 24 0,25-24 15,-49 0 0,49 0-15,0-1-1,-25-24-15,25 25 32,0 0-17,25-25 157,0 0-156,-1 0-16,26 0 15,-25 0-15,0 0 16,-1-25-16,1 25 47,0-25-47,-25 1 47,25 24-16,0-25-15,-1 0 15,1 0-31</inkml:trace>
  <inkml:trace contextRef="#ctx0" brushRef="#br0" timeOffset="24">124 5110 0,'0'-50'47,"25"50"-32,0-49-15,24 49 16,1-50-16,-1 25 16,1 0-16,0 1 15,24-1-15,-49 0 16,0 0-16,24 0 16,-24 0-16,0 25 15,-25-24-15,50-1 16,-26 25 31,-24 25 15,0-1-62,0 51 16,0-25-16,0 49 15,0-25-15,-24 1 16,-26 24-16,25-50 16,0 1-16,1 0 15,-1 24-15,-25 0 16,25-24-16,0-25 16,1 24-1,24-24-15,-25 0 16,0 0-1,50-25 95,0 0-95,24-50-15,26 50 16,-26-49-16,1 49 16,0-50-16,-1 25 15,1 25-15,-25 0 16,-1-25 0,1 1-16,-50-1 140,1 25-124,-26 0-16</inkml:trace>
  <inkml:trace contextRef="#ctx0" brushRef="#br0" timeOffset="25">397 5308 0,'0'0'0,"25"0"15,24 0-15,-24-25 0,25 1 16,-1-1-16,1 25 15,0-50-15,-1 25 16,-24 1-16,0 24 16,0-25-16,-25 0 15,24 25 1,1-25 15</inkml:trace>
  <inkml:trace contextRef="#ctx0" brushRef="#br0" timeOffset="26">992 5581 0</inkml:trace>
  <inkml:trace contextRef="#ctx0" brushRef="#br0" timeOffset="27">1166 4638 0,'0'75'78,"25"-26"-78,-25 1 16,24 0-16,1-25 15,-25 24-15,50 1 16,-25-1-16,-25 1 15,24 0-15,1-26 16,-25 26-16,0-25 16,25-25 93,0 0-93,-25-50-16,0 1 15,0-26 1,0 1-16,0-1 16,0 1-16,0-50 15,-25 25-15,0-25 16,0 49-16,25 26 15,0 24-15,0-25 16,-24-24-16,24 49 16,0 0 62,24 25-63,1 0 48,-25 25-47,25 25-16,0-26 15,0 26-15,-25-25 16,0 49-16,0-49 15,0 0 1,0 0-16,0-1 16,0 1-16,-25 25 15,25-25 1,-25-1-16,25 1 31,0 0 94,50-25-109,-26 0-1,26 0-15,0 0 16,-26 0-16,1 0 16,0 0-1,25 0 1,-1 25-16,-24 0 16,0-1-1,0 1-15,0-25 16,-1 0-16,-24 25 15,25-25 1,0 50-16,-25-1 16,0-24-1,0 0 1,0 0 0,0 0-1</inkml:trace>
  <inkml:trace contextRef="#ctx0" brushRef="#br0" timeOffset="28">2133 4936 0,'25'-25'31,"-25"1"79</inkml:trace>
  <inkml:trace contextRef="#ctx0" brushRef="#br0" timeOffset="29">14709 4465 0,'50'-25'78,"-1"0"-78,51 25 16,-1-49-16,50 24 16,24-25-16,1 25 15,0-24-15,-26 24 16,-73 0-16,-50 25 15,-1 0 32,-24 25-47,0 25 16,0-1-16,0 75 16,-24-25-16,-1 1 15,0-1-15,-25-25 16,1 26-16,-1-51 15,25 1-15,-24 24 16,24-24-16,-25-1 16,26 1-16,-1 0 15,-25 24-15,50-49 16,0 0-16,0-1 16,0 1 15,0 0 31,50-25-62,49 0 16,25-25-16,0-24 16,25 24-16,0-25 15,-50 25-15,25-24 16,-74 49-16,-26-50 15,26 50-15,-25-25 16,-75 1 93,-24-1-109</inkml:trace>
  <inkml:trace contextRef="#ctx0" brushRef="#br0" timeOffset="30">15503 4936 0,'0'-25'31,"50"-24"-15,-1 24-16,50 0 15,-24-25-15,24 1 16,0 24-16,-49-25 15,-25 26 1,24-26-16,-24 50 16,0-25-16,0 0 15,-1 25 1</inkml:trace>
  <inkml:trace contextRef="#ctx0" brushRef="#br0" timeOffset="31">16247 4118 0,'25'0'15,"-25"24"-15,25 26 16,-25-25-16,24 0 16,26 49-16,-25-24 15,0 24-15,24 0 16,-49-24-16,25 24 16,0-24-16,-25-25 15,25 0 1</inkml:trace>
  <inkml:trace contextRef="#ctx0" brushRef="#br0" timeOffset="32">16470 3894 0,'0'0'0,"50"0"16,-25 0 0,0 0-16,-1 0 15,1 0 1,25 25-16,-25 25 15,-1-50 1,-24 25-16,0 24 16,0-24-1,0 49-15,0-49 16,-49 25-16,24-25 16,-25-1 15,50 1 109,25 0-140,25-25 16,-50 50-16,74-50 16,-24 24-16,-25 1 15,24 0-15,-24-25 16,25 25 0,-26-25-16,1 49 15,0-24-15,0 0 16,0 0-16,-25 0 15,0 24-15,24-24 16,-24 0-16,0 0 16,0-1-16,0 1 15,0 0 1</inkml:trace>
  <inkml:trace contextRef="#ctx0" brushRef="#br0" timeOffset="33">17462 5011 0</inkml:trace>
  <inkml:trace contextRef="#ctx0" brushRef="#br0" timeOffset="34">16669 5085 0</inkml:trace>
  <inkml:trace contextRef="#ctx0" brushRef="#br0" timeOffset="35">15850 8409 0,'0'-25'16,"0"0"-16,0-24 15,25-1 1,0 25 0,24 0-1,1 1-15,0-26 16,-1 25-16,1-24 16,24 24-16,-24 0 15,-25-25-15,24 50 16,1-25-16,-25 1 15,24-1-15,1-25 16,0 1-16,-1 24 16,26-50-16,-26 26 15,1-1-15,-25-24 16,24 24 0,-24 1-16,0 24 15,0-25-15,-25 1 16,0 24-1,0-25 1,0 25 0,0 1-16,0-26 15,0 25-15,-25-49 16,0 24-16,25 1 16,-50-1-16,26 0 15,24-24-15,0 49 16,0-25-16,-25-24 15,0 24-15,25 26 16,0-1-16,0 0 16</inkml:trace>
  <inkml:trace contextRef="#ctx0" brushRef="#br0" timeOffset="36">16545 6648 0,'0'0'0,"0"-25"16,49-25-16,-24 25 16,-25-24-1,0 24-15,25-74 16,0 24-16,-25 51 15,0-76-15,0 26 16,0 0-16,25-1 16,-25 50-16,0 1 15,0-1 17,49 25-17,-24 0 1,25 0-16,-1 25 15,-24-25-15,0 0 16,24 24-16,-24 1 16,0-25-16,-25 25 15,50-25-15,-26 50 16,1-1-16,0 1 16,0-1-16,0-24 15,-25 0 1,0 0-16,24-25 15,-24 25 1,0 24 0</inkml:trace>
  <inkml:trace contextRef="#ctx0" brushRef="#br0" timeOffset="37">2108 8111 0,'-24'-25'93,"-1"25"-77,-25-24 0,1 24-1,24 0-15,0 0 16,-25 0-16,1-25 31,24 25-31,-25-25 16,26 25-16,-26-25 15,25 25-15,-25 0 16,26 0-16,-1 0 16,0-25-1,0 25 1,0 0 15,1 0-15,-1-25-16,0 1 31,0-1-31,0-25 16,25 1-16,-24-26 15,-1 1-15,25 24 16,0-24-16,0-1 15,0 1-15,0-25 16,0 0-16,0-1 16,0 1-16,0 0 15,0 24-15,0-24 16,0 25 0,0-1-16,0 26 0,0-1 15,0 1 1,0-1-1</inkml:trace>
  <inkml:trace contextRef="#ctx0" brushRef="#br0" timeOffset="38">1166 6623 0,'25'0'15,"-25"-25"-15,24 25 16,-24-25-16,50 25 16,-25-25-16,24 1 15,-24-51-15,0 50 16,25-24-16,-26-1 16,1 25-16,0-24 15,-25 24-15,25 25 16,0-50-1,-25 26-15,24-1 16,1-25-16,-25 1 16,25 49 171,0 0-156,-25 24-31,0 1 16,0 0-16,25 25 16,-25-1-16,0-24 15,0 0-15,0 0 16,25 24 0,-25-24-16,0 25 15,0-26-15,0 26 0,0 0 16</inkml:trace>
  <inkml:trace contextRef="#ctx0" brushRef="#br0" timeOffset="39">7565 6127 0,'0'-25'110,"0"0"-95,25 0-15,25-24 16,24 24-16,25-25 15,50-24-15,25-1 16,49 1-16,-49 0 16,-25 24-16,-50 0 15,-25 26-15,-49 24 16,0 0 31,-25 24-32,0 26 1,0 0-16,0-1 16,0 26-16,0-26 15,-50 1-15,25 24 16,1-24-16,-26 0 16,0-1-1,1 26-15,-26-26 16,51 1-16,-26 24 15,25-24-15,-24-1 16,24-24-16,0 25 16,0-25-16,-24 24 15,49-24-15,-25 0 16,50-25 109,-1 0-109,51-25-16,49-25 15,49 1-15,-49-1 16,50 1-16,-25 24 15,0 0-15,-50 25 16,-49-25 0,-26 25-16,1 0 15,-25-25 1,-25 25 125,1-24-126</inkml:trace>
  <inkml:trace contextRef="#ctx0" brushRef="#br0" timeOffset="40">8409 6226 0,'0'-25'156,"25"25"-140,24-25-16,-24 1 16,49-1-16,-24 25 15,24-50-15,1 25 16,-1 1-16,-24-1 15,-1 0-15,-24 0 16,0 25 62,25-25-62,-25 25 15</inkml:trace>
  <inkml:trace contextRef="#ctx0" brushRef="#br0" timeOffset="41">9847 6226 0,'0'-50'110,"-24"26"-95</inkml:trace>
  <inkml:trace contextRef="#ctx0" brushRef="#br0" timeOffset="42">9649 5432 0,'25'0'15,"0"0"1,-1 50-16,26-50 16,0 49-16,-26-24 15,26 0-15,-25 0 16,0 24-1,-1-24-15,1 0 16,-25 25-16,25-26 16,25 26-16,-50 0 15,49 24 1,-49-49-16,25 25 16,0-26-16</inkml:trace>
  <inkml:trace contextRef="#ctx0" brushRef="#br0" timeOffset="43">9847 5482 0,'0'-25'16,"0"0"-1,0-24 1,25-1 0,25 50-16,-25-50 15,24 26-15,51-26 16,-1 0-16,-25 26 15,50-26-15,-74 25 16,-1 25-16,-24 0 47,25 25-31,-50 0-1,25 0 1,-1 24-16,1 26 15,-25-51-15,25 1 16,-25 0-16,25 25 16,-25-26-16,0 1 15,0 0-15,0 25 16,25-1-16,-25-24 16,0 0-16,24 24 15,-24-24-15,0 25 16,0-1-16,25-24 15,-25 0 1</inkml:trace>
  <inkml:trace contextRef="#ctx0" brushRef="#br0" timeOffset="44">10096 5755 0,'0'0'0,"0"-25"16,49-25 0,1 50-16,-1-49 15,1 24-15,24-25 16,1 25-16,-26-24 16,1 24-16,0-25 15,-26 26-15,26 24 16,-25 0 46,-25-25-46</inkml:trace>
  <inkml:trace contextRef="#ctx0" brushRef="#br0" timeOffset="45">9401 13965 0</inkml:trace>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8.5375" units="1/cm"/>
          <inkml:channelProperty channel="Y" name="resolution" value="8.54283" units="1/cm"/>
          <inkml:channelProperty channel="T" name="resolution" value="1" units="1/dev"/>
        </inkml:channelProperties>
      </inkml:inkSource>
      <inkml:timestamp xml:id="ts0" timeString="2021-09-20T19:16:24.964"/>
    </inkml:context>
    <inkml:brush xml:id="br0">
      <inkml:brushProperty name="width" value="0.05292" units="cm"/>
      <inkml:brushProperty name="height" value="0.05292" units="cm"/>
      <inkml:brushProperty name="color" value="#FF0000"/>
    </inkml:brush>
  </inkml:definitions>
  <inkml:trace contextRef="#ctx0" brushRef="#br0">24036 6970 0,'49'0'78,"51"0"-78,-1 0 16,50 0-16,123 0 16,-148 0-1,-24 0-15,49 0 31,-100 0-31,1 0 16,198 0 15,49 0 1,175 0-1,-373 0-16,471-25 32,-545 25-47,74-24 16,75-26 0,-99 50-1,-1 0-15,25 0 16,224 0 15,-249 0-31,0 0 16,1 0-16,-26 0 15,100 0 1,-74 0-16,-1 0 16,422 0 30,-347 0-46,-25 0 16,323 0 0,-323 0-1,0 0-15,-25 0 16,99 0 15,-173 0-15,25 0-16,-1 0 0,51 0 31,-76 0 94,1 0-94,0 0-15,0 0 0,0 0 77,-1 0-61</inkml:trace>
  <inkml:trace contextRef="#ctx0" brushRef="#br0" timeOffset="32455.58">12204 7838 0,'0'0'0,"124"0"16,-50 0-16,348 0 46,-348 0-46,26 0 16,-26 0-16,298 0 63,-322 0-63,-1 0 15,125 0 1,-124 0-1,24 0-15,199 0 47,-248 0-31,-1 0 0,100 0 15,50 0-16,-75 0-15,224 0 32,-26 0-1,299-25 16,-571 25-47,123 0 31,-73 0-31,-26 0 16,125 0 46,-149 0-62,521 0 47,-398 0-31,-48 0-16,-26 0 15,25 0 1,-49 0-16,148 0 31,75 0 0,223 0 16,-446 0-47,49 0 16,397 0 31,-421 0-47,-1 0 15,-24 0 1,148 0 0,25 0 15,-49 0 16,-149 0-32,24 0 17,26 0-1,-50 0-31,-1 0 62</inkml:trace>
  <inkml:trace contextRef="#ctx0" brushRef="#br0" timeOffset="57159.67">6846 8781 0,'25'0'62,"49"0"-46,26 0-16,24 0 15,471 0 17,-446 0-32,-25 0 15,25 0 1,322 0 0,-273 0-1,546 0 1,298 0 46,-992 0-46,-1 0-16,-24 0 172,-50-25-110,1 0-30</inkml:trace>
  <inkml:trace contextRef="#ctx0" brushRef="#br0" timeOffset="121568.97">24606 13742 0,'0'-50'125,"25"50"-109,49-25-16,-24 1 15,0-1-15,49 0 16,-25 0 0,-24 25-16,49-25 46,-74 25-30,0 0-16,74-24 31,25-1 1,25-25-17,273 50 48,-348 0-63,0 0 15,298 0 32,-322 0-31,0 0-16,222 25 47,-172-25-47,49 0 15,-25 0-15,-25 0 16,50 0 0,-75 0-16,0 0 15,125 0 32,-174 0-47,-1 0 16,125 0 31,-124 0-47,0 0 15,99 0 32,-99 0-31,0 0-1,49 0 1,-49 0 0,24 0-16,26 0 15,-26 0-15,175 25 47,-175 0-47,-24-25 0,74 24 31,-74-24-31,0 0 16,0 0 0,74 0 46,-74 0-62,0 0 16,24-24 15,-24 24-15,0-25 30,0 25-46,49-50 63,-74 1-63,25-1 16,24-24-16,-24-100 46,-25 149-30,0 0-16,0-24 47,0 24-47,0 0 16,0 0-1,0 0 1,-25 1-16,1-1 31,24 0-31,-25 0 16,0 0-1,0-24 1,25 24 0,-25 25 30,1-25-46,-51 0 63,1 25-63,-174-124 62,173 124-62,50-24 0,-99-26 32,100 50-17,-26 0 17,25 0-1,0 0-31,-24 0 31,24 0-31,0 0 16,0 25-1,1-25-15,-76 74 63,51-49-48,24 0 1,0 0 0,25-1-16,-25 125 47,25-124-32,0 74 16,0-24 1,25-75-32,0 24 15,99 76 48,-99-76-48,99 76 32,-75-51-31,-49-24-16,149 74 47,-124-74-16</inkml:trace>
  <inkml:trace contextRef="#ctx0" brushRef="#br0" timeOffset="133079.84">13965 14610 0,'25'0'78,"24"0"-63,1 0-15,24-25 16,249-24 15,-224 24-15,-49 0-16,-25 25 15,247 0 32,-222 0-47,0 0 0,-1 0 16,348 0 31,-372 0-47,0 0 15,0 0-15,49 0 16,174 25 15,-198-25-31,49 25 16,-25-1-16,-49-24 16,49 25-1,-49-25-15,25 0 0,124 0 31,-125 0-31,1 0 16,247 0 31,-247 0-47,24 0 16,1 0-16,198 0 31,-149 25-31,446-25 47,-520 0-32,-1 0-15,150 0 63,-174 0-63,148 0 31,-148 0-31,0 0 16,124 0 15,-100 0-31,224 0 62,-223 0-62,-1 0 0,299 0 63,-324 0-63,26 0 16,347 0 30,-323 0-46,-49 0 16,149 0 31,-149 0-31,74 0 15,25 0 16,-99 0-32,-1 0 1,1 0 0,0 0-1,0 0 1,74-25-1,-74 25 1,0 0 0,74-25 15,-74 25-31,24 0 16,26-49 30,-50 49-30,24 0 0,-24-25-1,25 0 48,-26 25-48,1 0 17,0-25 46,0 1-47,0 24-15,-1-25 15,1 0-15,-25 0 15,25 0-16,0-74 1,0 25 0,-25 24-16,0-24 15,24-26 17,-24 51 30,0 24 16,0 0-62,-24 25-1,24-49-15,-25-1 16,0 50 0,25-25-16,-25 0 15,-74-74 48,74 99-48,0 0 1,1-25 0,-1 25-16,-223-99 62,223 99-46,0-25-16,-124-24 47,124 49-47,-24-25 15,24 25 1,0 0 0,-99 0 30,99 0-46,1 0 16,-26 0-16,-124 0 47,150 0-47,-26 0 16,0 0-16,26 0 15,-51 0 32,50 0-47,1 0 78,-1 0-78,0 0 31,0 0-15,0 25-16,-24 0 47,24-1-47,0-24 16,-49 50 30,74-25-46,-25-25 16,0 49 15,25 1-31,0-25 0,-25 0 16,25-1-16,0 26 16,0-25-1,0 24 16,0-24-15,0 0 15,0 0-15,0 24 0,0 26 30,25-50-46,-25-1 16,0 1-16,50 50 16,-50-26-1,25-24 1,-1 49 15,-24-49-15,25 0-16,-25 0 31,25 0-31,-25 0 94,25-25-79,-25 24 17,49-24 140,-49 25-157,0 0 1,25 0 31</inkml:trace>
  <inkml:trace contextRef="#ctx0" brushRef="#br0" timeOffset="157185.04">6796 15304 0,'25'0'63,"0"0"-63,25-24 15,74-26 1,-99 50 0,198-25 31,-198 25-47,-1 0 15,175 0 32,-174 0-31,-1 0-16,274 0 47,-124 0-32,-25 25-15,-25 0 16,49-25-1,-148 0 1,49 0 31,-49 0-47,0 0 16,74 0 15,273 25 16,-322-25-32,0 0-15,24 24 16,0-24 0,-49 0-1,0 0-15,0 0 16,24 0 15,26-49 0,-50-75 32,-25 99-63,0 0 15,-25-24 1,0-1 0,25 25-16,-124-148 62,99 123-62,0 25 16,-49-99 31,49 99-32,25 1 1,-25 24 0,25-25-16,-24 0 31,-1 25-31,-25-50 31,-49 1 0,0-26-15,-25 50 46,99 1-62,0 24 47,-124 0 0,124 0-31,1 0-16,-76 24 47,76-24-32,-1 0-15,-50 25 32,26 0-17,-50 0 1,-75 99 46,149-99-62,25 0 16,-124 99 31,99-100-47,-24-24 15,49 25-15,-50 0 16,0 49 31,26-49-47,24 0 31,-25 49 0,25-49-31,0 0 16,0 0 0,0 24 15,0-24 0,25-25 0,-25 25 1,0 0-1,24-25-15</inkml:trace>
  <inkml:trace contextRef="#ctx0" brushRef="#br0" timeOffset="169536.14">6449 16272 0,'0'-25'31,"25"25"-15,25 0-16,148-50 31,-124 50-31,150 0 31,346 0 16,-520 0-31,24 0-16,1 0 16,-1 0-16,25 0 31,-49 0-31,99 0 15,248 0 48,-323 0-63,25 0 16,-24 0-16,24 0 15,248 0 32,-297 0-47,-1 0 0,51 0 31,-51 0-31,-24 0 16,74 0 0,-49 0-16,24 0 15,25 0 1,-49 0-1,0 0-15,272 0 47,-272 0-47,24 0 16,-24 0-16,49 0 31,-25 0 0,1 0 16,-50 0-31,173 0 15,-148 0-31,-1 0 0,26 0 16,-26 0-16,51 0 31,-51 0-31,26 0 0,-26 0 31,249 0 16,-249 0-31,26 0-16,-1 0 15,-24 0-15,99 0 47,-125 0-47,26 0 16,124 0 31,-125 0-47,-24 0 0,0 0 15,273 0 32,-249 0-31,1 0-16,-1 0 0,51 0 31,-76 0-15,1 0-16,0 0 15,124-24 32,-99-1-47,-26 25 16,125 0 31,-124 0-47,0 0 15,24 0-15,-24 0 32,0 0-17,0 0 17,0 0 30,-50-25 141</inkml:trace>
  <inkml:trace contextRef="#ctx0" brushRef="#br0" timeOffset="195139.73">29294 15776 0,'50'-25'109,"0"25"-109,49-25 16,-25 25-16,546-99 47,-545 99-47,-50 0 16,-1-25 46,-98 25-31,-1-25-31,1 25 16</inkml:trace>
  <inkml:trace contextRef="#ctx0" brushRef="#br0" timeOffset="195961.46">29741 15478 0,'74'0'16,"1"0"-16,73 0 16,-48 0-1,-26 0-15,100 0 31,-125 0-31,51 0 63,-51 0-47,-49 75 30,-25-26-46,1-24 0,-349 173 63,299-173-63,24 0 16,26 0-16,-26 0 31</inkml:trace>
  <inkml:trace contextRef="#ctx0" brushRef="#br0" timeOffset="196991.92">30659 15255 0,'-50'0'16,"50"25"0,0 74 15,0-74-31,0 0 16,0 24-16,50 75 31,222 0 0,-172-74 0,-76-50-31,51 25 0,-50-25 16,24 0 0,-24 0-16,0 0 15,0 0 32,-25-25-31,-124-298 31,99 249-32,0 49-15,-149-124 63,150 149-63,-1 0 47,0 0-32,0 0-15,0 0 16,-24 25 31</inkml:trace>
  <inkml:trace contextRef="#ctx0" brushRef="#br0" timeOffset="197504.64">31477 15701 0</inkml:trace>
  <inkml:trace contextRef="#ctx0" brushRef="#br0" timeOffset="198329.02">31428 15056 0,'-25'0'47,"25"25"-31,25 50-1,-1-26-15,51 125 32,74 0-1,-100-150 31,-24-24-15,-25-24-16,0-26-31,0 25 16,-25-74 0,0 49-16,25 25 15,-24-49-15,-76-149 47,76 173-47,-1 1 0,-50-1 31,51 50-15,-1 0 15</inkml:trace>
  <inkml:trace contextRef="#ctx0" brushRef="#br0" timeOffset="200087.66">31800 14560 0,'-25'0'31,"-25"-24"16,25 24-15,1 0-17,-76 0 16,76 0-15,-1 0-16,0 0 16,-25 0 31,50 24 62,0 1-93,25-25-1,-25 25 1,25 0-16,25 49 31,-26-24-31,1-25 0,74 99 63,-74-100-48,0 1 32,0-25-31,0 0-16,24 0 62,-24 0-46,25 0 31,-26 0-47,1 0 31,50 25 0,-51 0-15,-24 0-16,50 74 47,-50-74-32,0-1-15,0 76 32,0-51-1,0 26 0,-50-26 16,26-49-31,-1 25 62,0-25 31,0 0-109,0 0 16</inkml:trace>
  <inkml:trace contextRef="#ctx0" brushRef="#br0" timeOffset="-195846.65">13196 17289 0,'0'0'0,"0"-25"15,0 0-15,0 0 32,0-24-32,273-75 62,-174 124-62,25 0 16,546 0 31,-596 0-32,695 0 48,-645 0-63,25 0 0,-25 0 15,25 0-15,719 0 47,-694 0-31,-50 0-16,0 0 15,496 0 17,-446 0-17,-50 0-15,0 0 16,521 0 31,-596 0-32,1 0-15,49 0 16,-25 0 0,26 0-16,172 0 15,-73 0 1,-25 0-16,446 0 31,-50 0 0,348-50 16,-844 25-47,100 1 32,-124 24-32,-1 0 15,125-50 1,-100 50-1,646 0 32,-547 0-31,1 0-16,223 0 31,-224 0-31,299 0 31,-75 0-15,446 0 62,-769 0-78,-24 0 0,0 0 16,-1 0-16,174 0 47,-123 0-47,48 0 0,26 0 15,1066 0 32,-1066 0-31,-50 0-16,595 0 47,-644 0-32,24-25-15,-74 25 16,124 0 31,-125 0-47,26 0 15,198 0 32,-198 0-47,-1 0 16,1 0-16,496 0 62,-447 0-62,-25 0 0,50 0 32,-74 0-32,-75 0 297,0 25-297</inkml:trace>
  <inkml:trace contextRef="#ctx0" brushRef="#br0" timeOffset="-129376.85">19621 17810 0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00425B-7A5F-4FC2-BE8D-7C98DC5584A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NI"/>
          </a:p>
        </p:txBody>
      </p:sp>
      <p:sp>
        <p:nvSpPr>
          <p:cNvPr id="3" name="Subtítulo 2">
            <a:extLst>
              <a:ext uri="{FF2B5EF4-FFF2-40B4-BE49-F238E27FC236}">
                <a16:creationId xmlns:a16="http://schemas.microsoft.com/office/drawing/2014/main" id="{27574005-754A-4FC5-927D-3C41421070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NI"/>
          </a:p>
        </p:txBody>
      </p:sp>
      <p:sp>
        <p:nvSpPr>
          <p:cNvPr id="4" name="Marcador de fecha 3">
            <a:extLst>
              <a:ext uri="{FF2B5EF4-FFF2-40B4-BE49-F238E27FC236}">
                <a16:creationId xmlns:a16="http://schemas.microsoft.com/office/drawing/2014/main" id="{87D7D49B-7C1A-4AFA-A18A-AFFF6BA97633}"/>
              </a:ext>
            </a:extLst>
          </p:cNvPr>
          <p:cNvSpPr>
            <a:spLocks noGrp="1"/>
          </p:cNvSpPr>
          <p:nvPr>
            <p:ph type="dt" sz="half" idx="10"/>
          </p:nvPr>
        </p:nvSpPr>
        <p:spPr/>
        <p:txBody>
          <a:bodyPr/>
          <a:lstStyle/>
          <a:p>
            <a:fld id="{29A13AD1-426B-47B6-BC72-3C2239F3177E}" type="datetimeFigureOut">
              <a:rPr lang="es-NI" smtClean="0"/>
              <a:t>29/9/2021</a:t>
            </a:fld>
            <a:endParaRPr lang="es-NI"/>
          </a:p>
        </p:txBody>
      </p:sp>
      <p:sp>
        <p:nvSpPr>
          <p:cNvPr id="5" name="Marcador de pie de página 4">
            <a:extLst>
              <a:ext uri="{FF2B5EF4-FFF2-40B4-BE49-F238E27FC236}">
                <a16:creationId xmlns:a16="http://schemas.microsoft.com/office/drawing/2014/main" id="{10FFF453-68FC-4463-8DDE-4F654C3C9719}"/>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BA6C6282-A6A9-44A2-8280-0930E59F5733}"/>
              </a:ext>
            </a:extLst>
          </p:cNvPr>
          <p:cNvSpPr>
            <a:spLocks noGrp="1"/>
          </p:cNvSpPr>
          <p:nvPr>
            <p:ph type="sldNum" sz="quarter" idx="12"/>
          </p:nvPr>
        </p:nvSpPr>
        <p:spPr/>
        <p:txBody>
          <a:bodyPr/>
          <a:lstStyle/>
          <a:p>
            <a:fld id="{BB16A22D-C7B1-4731-88C6-FF824DC96B28}" type="slidenum">
              <a:rPr lang="es-NI" smtClean="0"/>
              <a:t>‹Nº›</a:t>
            </a:fld>
            <a:endParaRPr lang="es-NI"/>
          </a:p>
        </p:txBody>
      </p:sp>
    </p:spTree>
    <p:extLst>
      <p:ext uri="{BB962C8B-B14F-4D97-AF65-F5344CB8AC3E}">
        <p14:creationId xmlns:p14="http://schemas.microsoft.com/office/powerpoint/2010/main" val="433213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DAB00E-8EF5-4374-84BF-5EB7B9C88AF7}"/>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8D54EB58-3527-4053-9D7D-68256EE541B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FF2532B3-2710-4EC6-8530-31165C0F4064}"/>
              </a:ext>
            </a:extLst>
          </p:cNvPr>
          <p:cNvSpPr>
            <a:spLocks noGrp="1"/>
          </p:cNvSpPr>
          <p:nvPr>
            <p:ph type="dt" sz="half" idx="10"/>
          </p:nvPr>
        </p:nvSpPr>
        <p:spPr/>
        <p:txBody>
          <a:bodyPr/>
          <a:lstStyle/>
          <a:p>
            <a:fld id="{29A13AD1-426B-47B6-BC72-3C2239F3177E}" type="datetimeFigureOut">
              <a:rPr lang="es-NI" smtClean="0"/>
              <a:t>29/9/2021</a:t>
            </a:fld>
            <a:endParaRPr lang="es-NI"/>
          </a:p>
        </p:txBody>
      </p:sp>
      <p:sp>
        <p:nvSpPr>
          <p:cNvPr id="5" name="Marcador de pie de página 4">
            <a:extLst>
              <a:ext uri="{FF2B5EF4-FFF2-40B4-BE49-F238E27FC236}">
                <a16:creationId xmlns:a16="http://schemas.microsoft.com/office/drawing/2014/main" id="{094EE127-9F38-431A-A372-C5E9D11E9DEE}"/>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783D3C42-A34C-4E9D-8A39-2A65ADC50A8F}"/>
              </a:ext>
            </a:extLst>
          </p:cNvPr>
          <p:cNvSpPr>
            <a:spLocks noGrp="1"/>
          </p:cNvSpPr>
          <p:nvPr>
            <p:ph type="sldNum" sz="quarter" idx="12"/>
          </p:nvPr>
        </p:nvSpPr>
        <p:spPr/>
        <p:txBody>
          <a:bodyPr/>
          <a:lstStyle/>
          <a:p>
            <a:fld id="{BB16A22D-C7B1-4731-88C6-FF824DC96B28}" type="slidenum">
              <a:rPr lang="es-NI" smtClean="0"/>
              <a:t>‹Nº›</a:t>
            </a:fld>
            <a:endParaRPr lang="es-NI"/>
          </a:p>
        </p:txBody>
      </p:sp>
    </p:spTree>
    <p:extLst>
      <p:ext uri="{BB962C8B-B14F-4D97-AF65-F5344CB8AC3E}">
        <p14:creationId xmlns:p14="http://schemas.microsoft.com/office/powerpoint/2010/main" val="835981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1980F3-353E-42FE-AFE4-54B9BD8650F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AD4DDAED-4D7F-488B-AA38-992D877619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88B40F7-2629-42E9-AB7B-3770E2234B6A}"/>
              </a:ext>
            </a:extLst>
          </p:cNvPr>
          <p:cNvSpPr>
            <a:spLocks noGrp="1"/>
          </p:cNvSpPr>
          <p:nvPr>
            <p:ph type="dt" sz="half" idx="10"/>
          </p:nvPr>
        </p:nvSpPr>
        <p:spPr/>
        <p:txBody>
          <a:bodyPr/>
          <a:lstStyle/>
          <a:p>
            <a:fld id="{29A13AD1-426B-47B6-BC72-3C2239F3177E}" type="datetimeFigureOut">
              <a:rPr lang="es-NI" smtClean="0"/>
              <a:t>29/9/2021</a:t>
            </a:fld>
            <a:endParaRPr lang="es-NI"/>
          </a:p>
        </p:txBody>
      </p:sp>
      <p:sp>
        <p:nvSpPr>
          <p:cNvPr id="5" name="Marcador de pie de página 4">
            <a:extLst>
              <a:ext uri="{FF2B5EF4-FFF2-40B4-BE49-F238E27FC236}">
                <a16:creationId xmlns:a16="http://schemas.microsoft.com/office/drawing/2014/main" id="{36B18F03-2865-45C6-9BD8-C12B29E7DF44}"/>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74663FED-57B3-4603-B67B-247C09BC81B2}"/>
              </a:ext>
            </a:extLst>
          </p:cNvPr>
          <p:cNvSpPr>
            <a:spLocks noGrp="1"/>
          </p:cNvSpPr>
          <p:nvPr>
            <p:ph type="sldNum" sz="quarter" idx="12"/>
          </p:nvPr>
        </p:nvSpPr>
        <p:spPr/>
        <p:txBody>
          <a:bodyPr/>
          <a:lstStyle/>
          <a:p>
            <a:fld id="{BB16A22D-C7B1-4731-88C6-FF824DC96B28}" type="slidenum">
              <a:rPr lang="es-NI" smtClean="0"/>
              <a:t>‹Nº›</a:t>
            </a:fld>
            <a:endParaRPr lang="es-NI"/>
          </a:p>
        </p:txBody>
      </p:sp>
    </p:spTree>
    <p:extLst>
      <p:ext uri="{BB962C8B-B14F-4D97-AF65-F5344CB8AC3E}">
        <p14:creationId xmlns:p14="http://schemas.microsoft.com/office/powerpoint/2010/main" val="4270624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DF8A40-086D-4307-84CC-04E567340EAD}"/>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ABF2D359-592C-4DFA-AF4A-FF73C2FE87F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contenido 3">
            <a:extLst>
              <a:ext uri="{FF2B5EF4-FFF2-40B4-BE49-F238E27FC236}">
                <a16:creationId xmlns:a16="http://schemas.microsoft.com/office/drawing/2014/main" id="{B39CD9C5-D090-4849-A715-A45914FF768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fecha 4">
            <a:extLst>
              <a:ext uri="{FF2B5EF4-FFF2-40B4-BE49-F238E27FC236}">
                <a16:creationId xmlns:a16="http://schemas.microsoft.com/office/drawing/2014/main" id="{BA18AD36-EE43-4F33-B1F1-A992D28396ED}"/>
              </a:ext>
            </a:extLst>
          </p:cNvPr>
          <p:cNvSpPr>
            <a:spLocks noGrp="1"/>
          </p:cNvSpPr>
          <p:nvPr>
            <p:ph type="dt" sz="half" idx="10"/>
          </p:nvPr>
        </p:nvSpPr>
        <p:spPr/>
        <p:txBody>
          <a:bodyPr/>
          <a:lstStyle/>
          <a:p>
            <a:fld id="{29A13AD1-426B-47B6-BC72-3C2239F3177E}" type="datetimeFigureOut">
              <a:rPr lang="es-NI" smtClean="0"/>
              <a:t>29/9/2021</a:t>
            </a:fld>
            <a:endParaRPr lang="es-NI"/>
          </a:p>
        </p:txBody>
      </p:sp>
      <p:sp>
        <p:nvSpPr>
          <p:cNvPr id="6" name="Marcador de pie de página 5">
            <a:extLst>
              <a:ext uri="{FF2B5EF4-FFF2-40B4-BE49-F238E27FC236}">
                <a16:creationId xmlns:a16="http://schemas.microsoft.com/office/drawing/2014/main" id="{E2B08188-6F5C-41A1-8E98-247BDE8B18A4}"/>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AC9F9CDA-9646-4339-B805-D8F5E9A9D6B2}"/>
              </a:ext>
            </a:extLst>
          </p:cNvPr>
          <p:cNvSpPr>
            <a:spLocks noGrp="1"/>
          </p:cNvSpPr>
          <p:nvPr>
            <p:ph type="sldNum" sz="quarter" idx="12"/>
          </p:nvPr>
        </p:nvSpPr>
        <p:spPr/>
        <p:txBody>
          <a:bodyPr/>
          <a:lstStyle/>
          <a:p>
            <a:fld id="{BB16A22D-C7B1-4731-88C6-FF824DC96B28}" type="slidenum">
              <a:rPr lang="es-NI" smtClean="0"/>
              <a:t>‹Nº›</a:t>
            </a:fld>
            <a:endParaRPr lang="es-NI"/>
          </a:p>
        </p:txBody>
      </p:sp>
    </p:spTree>
    <p:extLst>
      <p:ext uri="{BB962C8B-B14F-4D97-AF65-F5344CB8AC3E}">
        <p14:creationId xmlns:p14="http://schemas.microsoft.com/office/powerpoint/2010/main" val="1003381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CE2CBA-CB44-47B0-B031-1DB0A8C635A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E455D7EC-EF24-4F3C-AE21-C2A121C2B5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D7D8DC4-78AE-4E95-AE6D-1A14E0C71C2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texto 4">
            <a:extLst>
              <a:ext uri="{FF2B5EF4-FFF2-40B4-BE49-F238E27FC236}">
                <a16:creationId xmlns:a16="http://schemas.microsoft.com/office/drawing/2014/main" id="{816AEDFF-E677-4C2D-8A52-1BC7F37ED0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DCFE8E5-76C4-412B-B919-074FD3E3986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7" name="Marcador de fecha 6">
            <a:extLst>
              <a:ext uri="{FF2B5EF4-FFF2-40B4-BE49-F238E27FC236}">
                <a16:creationId xmlns:a16="http://schemas.microsoft.com/office/drawing/2014/main" id="{A05A78F6-CC54-4407-97D4-4387EA8C5A94}"/>
              </a:ext>
            </a:extLst>
          </p:cNvPr>
          <p:cNvSpPr>
            <a:spLocks noGrp="1"/>
          </p:cNvSpPr>
          <p:nvPr>
            <p:ph type="dt" sz="half" idx="10"/>
          </p:nvPr>
        </p:nvSpPr>
        <p:spPr/>
        <p:txBody>
          <a:bodyPr/>
          <a:lstStyle/>
          <a:p>
            <a:fld id="{29A13AD1-426B-47B6-BC72-3C2239F3177E}" type="datetimeFigureOut">
              <a:rPr lang="es-NI" smtClean="0"/>
              <a:t>29/9/2021</a:t>
            </a:fld>
            <a:endParaRPr lang="es-NI"/>
          </a:p>
        </p:txBody>
      </p:sp>
      <p:sp>
        <p:nvSpPr>
          <p:cNvPr id="8" name="Marcador de pie de página 7">
            <a:extLst>
              <a:ext uri="{FF2B5EF4-FFF2-40B4-BE49-F238E27FC236}">
                <a16:creationId xmlns:a16="http://schemas.microsoft.com/office/drawing/2014/main" id="{AA88BCC6-892C-41AE-AD8F-F14D84D9900F}"/>
              </a:ext>
            </a:extLst>
          </p:cNvPr>
          <p:cNvSpPr>
            <a:spLocks noGrp="1"/>
          </p:cNvSpPr>
          <p:nvPr>
            <p:ph type="ftr" sz="quarter" idx="11"/>
          </p:nvPr>
        </p:nvSpPr>
        <p:spPr/>
        <p:txBody>
          <a:bodyPr/>
          <a:lstStyle/>
          <a:p>
            <a:endParaRPr lang="es-NI"/>
          </a:p>
        </p:txBody>
      </p:sp>
      <p:sp>
        <p:nvSpPr>
          <p:cNvPr id="9" name="Marcador de número de diapositiva 8">
            <a:extLst>
              <a:ext uri="{FF2B5EF4-FFF2-40B4-BE49-F238E27FC236}">
                <a16:creationId xmlns:a16="http://schemas.microsoft.com/office/drawing/2014/main" id="{01F65D4B-B41A-4A85-BA25-85A0CEFE3266}"/>
              </a:ext>
            </a:extLst>
          </p:cNvPr>
          <p:cNvSpPr>
            <a:spLocks noGrp="1"/>
          </p:cNvSpPr>
          <p:nvPr>
            <p:ph type="sldNum" sz="quarter" idx="12"/>
          </p:nvPr>
        </p:nvSpPr>
        <p:spPr/>
        <p:txBody>
          <a:bodyPr/>
          <a:lstStyle/>
          <a:p>
            <a:fld id="{BB16A22D-C7B1-4731-88C6-FF824DC96B28}" type="slidenum">
              <a:rPr lang="es-NI" smtClean="0"/>
              <a:t>‹Nº›</a:t>
            </a:fld>
            <a:endParaRPr lang="es-NI"/>
          </a:p>
        </p:txBody>
      </p:sp>
    </p:spTree>
    <p:extLst>
      <p:ext uri="{BB962C8B-B14F-4D97-AF65-F5344CB8AC3E}">
        <p14:creationId xmlns:p14="http://schemas.microsoft.com/office/powerpoint/2010/main" val="1716305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9A0B39-5372-41DB-B88A-29C93B84EE3B}"/>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fecha 2">
            <a:extLst>
              <a:ext uri="{FF2B5EF4-FFF2-40B4-BE49-F238E27FC236}">
                <a16:creationId xmlns:a16="http://schemas.microsoft.com/office/drawing/2014/main" id="{EE6B246B-9610-46E9-84C9-9B90DAC49794}"/>
              </a:ext>
            </a:extLst>
          </p:cNvPr>
          <p:cNvSpPr>
            <a:spLocks noGrp="1"/>
          </p:cNvSpPr>
          <p:nvPr>
            <p:ph type="dt" sz="half" idx="10"/>
          </p:nvPr>
        </p:nvSpPr>
        <p:spPr/>
        <p:txBody>
          <a:bodyPr/>
          <a:lstStyle/>
          <a:p>
            <a:fld id="{29A13AD1-426B-47B6-BC72-3C2239F3177E}" type="datetimeFigureOut">
              <a:rPr lang="es-NI" smtClean="0"/>
              <a:t>29/9/2021</a:t>
            </a:fld>
            <a:endParaRPr lang="es-NI"/>
          </a:p>
        </p:txBody>
      </p:sp>
      <p:sp>
        <p:nvSpPr>
          <p:cNvPr id="4" name="Marcador de pie de página 3">
            <a:extLst>
              <a:ext uri="{FF2B5EF4-FFF2-40B4-BE49-F238E27FC236}">
                <a16:creationId xmlns:a16="http://schemas.microsoft.com/office/drawing/2014/main" id="{8A3F9B80-D24F-40CF-B934-BB9C40601B06}"/>
              </a:ext>
            </a:extLst>
          </p:cNvPr>
          <p:cNvSpPr>
            <a:spLocks noGrp="1"/>
          </p:cNvSpPr>
          <p:nvPr>
            <p:ph type="ftr" sz="quarter" idx="11"/>
          </p:nvPr>
        </p:nvSpPr>
        <p:spPr/>
        <p:txBody>
          <a:bodyPr/>
          <a:lstStyle/>
          <a:p>
            <a:endParaRPr lang="es-NI"/>
          </a:p>
        </p:txBody>
      </p:sp>
      <p:sp>
        <p:nvSpPr>
          <p:cNvPr id="5" name="Marcador de número de diapositiva 4">
            <a:extLst>
              <a:ext uri="{FF2B5EF4-FFF2-40B4-BE49-F238E27FC236}">
                <a16:creationId xmlns:a16="http://schemas.microsoft.com/office/drawing/2014/main" id="{6BCFB26F-13CE-4BA7-874C-77AF8A229306}"/>
              </a:ext>
            </a:extLst>
          </p:cNvPr>
          <p:cNvSpPr>
            <a:spLocks noGrp="1"/>
          </p:cNvSpPr>
          <p:nvPr>
            <p:ph type="sldNum" sz="quarter" idx="12"/>
          </p:nvPr>
        </p:nvSpPr>
        <p:spPr/>
        <p:txBody>
          <a:bodyPr/>
          <a:lstStyle/>
          <a:p>
            <a:fld id="{BB16A22D-C7B1-4731-88C6-FF824DC96B28}" type="slidenum">
              <a:rPr lang="es-NI" smtClean="0"/>
              <a:t>‹Nº›</a:t>
            </a:fld>
            <a:endParaRPr lang="es-NI"/>
          </a:p>
        </p:txBody>
      </p:sp>
    </p:spTree>
    <p:extLst>
      <p:ext uri="{BB962C8B-B14F-4D97-AF65-F5344CB8AC3E}">
        <p14:creationId xmlns:p14="http://schemas.microsoft.com/office/powerpoint/2010/main" val="2520778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337CF9E-14B2-42DA-B899-191517CD5CFB}"/>
              </a:ext>
            </a:extLst>
          </p:cNvPr>
          <p:cNvSpPr>
            <a:spLocks noGrp="1"/>
          </p:cNvSpPr>
          <p:nvPr>
            <p:ph type="dt" sz="half" idx="10"/>
          </p:nvPr>
        </p:nvSpPr>
        <p:spPr/>
        <p:txBody>
          <a:bodyPr/>
          <a:lstStyle/>
          <a:p>
            <a:fld id="{29A13AD1-426B-47B6-BC72-3C2239F3177E}" type="datetimeFigureOut">
              <a:rPr lang="es-NI" smtClean="0"/>
              <a:t>29/9/2021</a:t>
            </a:fld>
            <a:endParaRPr lang="es-NI"/>
          </a:p>
        </p:txBody>
      </p:sp>
      <p:sp>
        <p:nvSpPr>
          <p:cNvPr id="3" name="Marcador de pie de página 2">
            <a:extLst>
              <a:ext uri="{FF2B5EF4-FFF2-40B4-BE49-F238E27FC236}">
                <a16:creationId xmlns:a16="http://schemas.microsoft.com/office/drawing/2014/main" id="{7054A88D-B59B-46D4-9FC7-48617BEC73F4}"/>
              </a:ext>
            </a:extLst>
          </p:cNvPr>
          <p:cNvSpPr>
            <a:spLocks noGrp="1"/>
          </p:cNvSpPr>
          <p:nvPr>
            <p:ph type="ftr" sz="quarter" idx="11"/>
          </p:nvPr>
        </p:nvSpPr>
        <p:spPr/>
        <p:txBody>
          <a:bodyPr/>
          <a:lstStyle/>
          <a:p>
            <a:endParaRPr lang="es-NI"/>
          </a:p>
        </p:txBody>
      </p:sp>
      <p:sp>
        <p:nvSpPr>
          <p:cNvPr id="4" name="Marcador de número de diapositiva 3">
            <a:extLst>
              <a:ext uri="{FF2B5EF4-FFF2-40B4-BE49-F238E27FC236}">
                <a16:creationId xmlns:a16="http://schemas.microsoft.com/office/drawing/2014/main" id="{D413193D-FC8F-473E-9CBF-DEA34CBBD398}"/>
              </a:ext>
            </a:extLst>
          </p:cNvPr>
          <p:cNvSpPr>
            <a:spLocks noGrp="1"/>
          </p:cNvSpPr>
          <p:nvPr>
            <p:ph type="sldNum" sz="quarter" idx="12"/>
          </p:nvPr>
        </p:nvSpPr>
        <p:spPr/>
        <p:txBody>
          <a:bodyPr/>
          <a:lstStyle/>
          <a:p>
            <a:fld id="{BB16A22D-C7B1-4731-88C6-FF824DC96B28}" type="slidenum">
              <a:rPr lang="es-NI" smtClean="0"/>
              <a:t>‹Nº›</a:t>
            </a:fld>
            <a:endParaRPr lang="es-NI"/>
          </a:p>
        </p:txBody>
      </p:sp>
    </p:spTree>
    <p:extLst>
      <p:ext uri="{BB962C8B-B14F-4D97-AF65-F5344CB8AC3E}">
        <p14:creationId xmlns:p14="http://schemas.microsoft.com/office/powerpoint/2010/main" val="1858783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F80C64-8744-43BE-B705-7FC166A075F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27F023F3-0CE2-4649-9F54-2640DE331F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texto 3">
            <a:extLst>
              <a:ext uri="{FF2B5EF4-FFF2-40B4-BE49-F238E27FC236}">
                <a16:creationId xmlns:a16="http://schemas.microsoft.com/office/drawing/2014/main" id="{53722E64-2DE5-4010-AAB0-D8FF964FFA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096D137-31F5-4E95-8C11-08F3EC35EFEE}"/>
              </a:ext>
            </a:extLst>
          </p:cNvPr>
          <p:cNvSpPr>
            <a:spLocks noGrp="1"/>
          </p:cNvSpPr>
          <p:nvPr>
            <p:ph type="dt" sz="half" idx="10"/>
          </p:nvPr>
        </p:nvSpPr>
        <p:spPr/>
        <p:txBody>
          <a:bodyPr/>
          <a:lstStyle/>
          <a:p>
            <a:fld id="{29A13AD1-426B-47B6-BC72-3C2239F3177E}" type="datetimeFigureOut">
              <a:rPr lang="es-NI" smtClean="0"/>
              <a:t>29/9/2021</a:t>
            </a:fld>
            <a:endParaRPr lang="es-NI"/>
          </a:p>
        </p:txBody>
      </p:sp>
      <p:sp>
        <p:nvSpPr>
          <p:cNvPr id="6" name="Marcador de pie de página 5">
            <a:extLst>
              <a:ext uri="{FF2B5EF4-FFF2-40B4-BE49-F238E27FC236}">
                <a16:creationId xmlns:a16="http://schemas.microsoft.com/office/drawing/2014/main" id="{54D1DBE5-C4A5-4AC0-90BF-FB2F617DA25B}"/>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31BAD3EC-41E9-4CDC-96BC-C3796FDBA8F3}"/>
              </a:ext>
            </a:extLst>
          </p:cNvPr>
          <p:cNvSpPr>
            <a:spLocks noGrp="1"/>
          </p:cNvSpPr>
          <p:nvPr>
            <p:ph type="sldNum" sz="quarter" idx="12"/>
          </p:nvPr>
        </p:nvSpPr>
        <p:spPr/>
        <p:txBody>
          <a:bodyPr/>
          <a:lstStyle/>
          <a:p>
            <a:fld id="{BB16A22D-C7B1-4731-88C6-FF824DC96B28}" type="slidenum">
              <a:rPr lang="es-NI" smtClean="0"/>
              <a:t>‹Nº›</a:t>
            </a:fld>
            <a:endParaRPr lang="es-NI"/>
          </a:p>
        </p:txBody>
      </p:sp>
    </p:spTree>
    <p:extLst>
      <p:ext uri="{BB962C8B-B14F-4D97-AF65-F5344CB8AC3E}">
        <p14:creationId xmlns:p14="http://schemas.microsoft.com/office/powerpoint/2010/main" val="1782476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71254B-F3F9-48E9-B213-7F6FAE63428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posición de imagen 2">
            <a:extLst>
              <a:ext uri="{FF2B5EF4-FFF2-40B4-BE49-F238E27FC236}">
                <a16:creationId xmlns:a16="http://schemas.microsoft.com/office/drawing/2014/main" id="{E397B5F6-025A-424E-AA2A-63150B7F66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NI"/>
          </a:p>
        </p:txBody>
      </p:sp>
      <p:sp>
        <p:nvSpPr>
          <p:cNvPr id="4" name="Marcador de texto 3">
            <a:extLst>
              <a:ext uri="{FF2B5EF4-FFF2-40B4-BE49-F238E27FC236}">
                <a16:creationId xmlns:a16="http://schemas.microsoft.com/office/drawing/2014/main" id="{53A446C7-DC0A-4D6E-A0CB-2C1B37B243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D05DC1-22F7-4AE6-85BA-1A213E961A2E}"/>
              </a:ext>
            </a:extLst>
          </p:cNvPr>
          <p:cNvSpPr>
            <a:spLocks noGrp="1"/>
          </p:cNvSpPr>
          <p:nvPr>
            <p:ph type="dt" sz="half" idx="10"/>
          </p:nvPr>
        </p:nvSpPr>
        <p:spPr/>
        <p:txBody>
          <a:bodyPr/>
          <a:lstStyle/>
          <a:p>
            <a:fld id="{29A13AD1-426B-47B6-BC72-3C2239F3177E}" type="datetimeFigureOut">
              <a:rPr lang="es-NI" smtClean="0"/>
              <a:t>29/9/2021</a:t>
            </a:fld>
            <a:endParaRPr lang="es-NI"/>
          </a:p>
        </p:txBody>
      </p:sp>
      <p:sp>
        <p:nvSpPr>
          <p:cNvPr id="6" name="Marcador de pie de página 5">
            <a:extLst>
              <a:ext uri="{FF2B5EF4-FFF2-40B4-BE49-F238E27FC236}">
                <a16:creationId xmlns:a16="http://schemas.microsoft.com/office/drawing/2014/main" id="{8D9B8F2C-F80C-43EC-BD84-012959EF38F2}"/>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3E93DA1D-A74F-487E-B4C2-2C5E851C6DEA}"/>
              </a:ext>
            </a:extLst>
          </p:cNvPr>
          <p:cNvSpPr>
            <a:spLocks noGrp="1"/>
          </p:cNvSpPr>
          <p:nvPr>
            <p:ph type="sldNum" sz="quarter" idx="12"/>
          </p:nvPr>
        </p:nvSpPr>
        <p:spPr/>
        <p:txBody>
          <a:bodyPr/>
          <a:lstStyle/>
          <a:p>
            <a:fld id="{BB16A22D-C7B1-4731-88C6-FF824DC96B28}" type="slidenum">
              <a:rPr lang="es-NI" smtClean="0"/>
              <a:t>‹Nº›</a:t>
            </a:fld>
            <a:endParaRPr lang="es-NI"/>
          </a:p>
        </p:txBody>
      </p:sp>
    </p:spTree>
    <p:extLst>
      <p:ext uri="{BB962C8B-B14F-4D97-AF65-F5344CB8AC3E}">
        <p14:creationId xmlns:p14="http://schemas.microsoft.com/office/powerpoint/2010/main" val="4285436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6DF406-278D-4EAB-A1FD-7FF0636E6802}"/>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13A6830F-61C1-4F9A-ACDE-21E0D13BC25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3FE78D6C-736A-4927-8AD6-FC924AE31B0F}"/>
              </a:ext>
            </a:extLst>
          </p:cNvPr>
          <p:cNvSpPr>
            <a:spLocks noGrp="1"/>
          </p:cNvSpPr>
          <p:nvPr>
            <p:ph type="dt" sz="half" idx="10"/>
          </p:nvPr>
        </p:nvSpPr>
        <p:spPr/>
        <p:txBody>
          <a:bodyPr/>
          <a:lstStyle/>
          <a:p>
            <a:fld id="{29A13AD1-426B-47B6-BC72-3C2239F3177E}" type="datetimeFigureOut">
              <a:rPr lang="es-NI" smtClean="0"/>
              <a:t>29/9/2021</a:t>
            </a:fld>
            <a:endParaRPr lang="es-NI"/>
          </a:p>
        </p:txBody>
      </p:sp>
      <p:sp>
        <p:nvSpPr>
          <p:cNvPr id="5" name="Marcador de pie de página 4">
            <a:extLst>
              <a:ext uri="{FF2B5EF4-FFF2-40B4-BE49-F238E27FC236}">
                <a16:creationId xmlns:a16="http://schemas.microsoft.com/office/drawing/2014/main" id="{A1421A37-B79E-4A1D-A2D2-3A00DD3B50B7}"/>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626F1609-31CA-4EA5-9327-0355C49334B4}"/>
              </a:ext>
            </a:extLst>
          </p:cNvPr>
          <p:cNvSpPr>
            <a:spLocks noGrp="1"/>
          </p:cNvSpPr>
          <p:nvPr>
            <p:ph type="sldNum" sz="quarter" idx="12"/>
          </p:nvPr>
        </p:nvSpPr>
        <p:spPr/>
        <p:txBody>
          <a:bodyPr/>
          <a:lstStyle/>
          <a:p>
            <a:fld id="{BB16A22D-C7B1-4731-88C6-FF824DC96B28}" type="slidenum">
              <a:rPr lang="es-NI" smtClean="0"/>
              <a:t>‹Nº›</a:t>
            </a:fld>
            <a:endParaRPr lang="es-NI"/>
          </a:p>
        </p:txBody>
      </p:sp>
    </p:spTree>
    <p:extLst>
      <p:ext uri="{BB962C8B-B14F-4D97-AF65-F5344CB8AC3E}">
        <p14:creationId xmlns:p14="http://schemas.microsoft.com/office/powerpoint/2010/main" val="2490938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4A687F8-95A8-4DE9-B284-879F2604BA3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3F82A768-4AAD-451C-BD85-EFDF06065E8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0807D3CE-7C96-46D1-8520-71E4EEDDC667}"/>
              </a:ext>
            </a:extLst>
          </p:cNvPr>
          <p:cNvSpPr>
            <a:spLocks noGrp="1"/>
          </p:cNvSpPr>
          <p:nvPr>
            <p:ph type="dt" sz="half" idx="10"/>
          </p:nvPr>
        </p:nvSpPr>
        <p:spPr/>
        <p:txBody>
          <a:bodyPr/>
          <a:lstStyle/>
          <a:p>
            <a:fld id="{29A13AD1-426B-47B6-BC72-3C2239F3177E}" type="datetimeFigureOut">
              <a:rPr lang="es-NI" smtClean="0"/>
              <a:t>29/9/2021</a:t>
            </a:fld>
            <a:endParaRPr lang="es-NI"/>
          </a:p>
        </p:txBody>
      </p:sp>
      <p:sp>
        <p:nvSpPr>
          <p:cNvPr id="5" name="Marcador de pie de página 4">
            <a:extLst>
              <a:ext uri="{FF2B5EF4-FFF2-40B4-BE49-F238E27FC236}">
                <a16:creationId xmlns:a16="http://schemas.microsoft.com/office/drawing/2014/main" id="{2DD7855D-69F8-4897-B203-E008A5FA7B7C}"/>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B3B299A7-844A-4C84-A13E-CAD8A152F134}"/>
              </a:ext>
            </a:extLst>
          </p:cNvPr>
          <p:cNvSpPr>
            <a:spLocks noGrp="1"/>
          </p:cNvSpPr>
          <p:nvPr>
            <p:ph type="sldNum" sz="quarter" idx="12"/>
          </p:nvPr>
        </p:nvSpPr>
        <p:spPr/>
        <p:txBody>
          <a:bodyPr/>
          <a:lstStyle/>
          <a:p>
            <a:fld id="{BB16A22D-C7B1-4731-88C6-FF824DC96B28}" type="slidenum">
              <a:rPr lang="es-NI" smtClean="0"/>
              <a:t>‹Nº›</a:t>
            </a:fld>
            <a:endParaRPr lang="es-NI"/>
          </a:p>
        </p:txBody>
      </p:sp>
    </p:spTree>
    <p:extLst>
      <p:ext uri="{BB962C8B-B14F-4D97-AF65-F5344CB8AC3E}">
        <p14:creationId xmlns:p14="http://schemas.microsoft.com/office/powerpoint/2010/main" val="465363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0305D8D-E383-48E0-B8C0-8E2FB2204C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682D95D1-A4F9-4EF5-9695-2323564F97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48AC22A6-DE86-487A-B271-6074D57DDC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A13AD1-426B-47B6-BC72-3C2239F3177E}" type="datetimeFigureOut">
              <a:rPr lang="es-NI" smtClean="0"/>
              <a:t>29/9/2021</a:t>
            </a:fld>
            <a:endParaRPr lang="es-NI"/>
          </a:p>
        </p:txBody>
      </p:sp>
      <p:sp>
        <p:nvSpPr>
          <p:cNvPr id="5" name="Marcador de pie de página 4">
            <a:extLst>
              <a:ext uri="{FF2B5EF4-FFF2-40B4-BE49-F238E27FC236}">
                <a16:creationId xmlns:a16="http://schemas.microsoft.com/office/drawing/2014/main" id="{D0E80735-9A93-4581-8B20-66C441FF1A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NI"/>
          </a:p>
        </p:txBody>
      </p:sp>
      <p:sp>
        <p:nvSpPr>
          <p:cNvPr id="6" name="Marcador de número de diapositiva 5">
            <a:extLst>
              <a:ext uri="{FF2B5EF4-FFF2-40B4-BE49-F238E27FC236}">
                <a16:creationId xmlns:a16="http://schemas.microsoft.com/office/drawing/2014/main" id="{F0F84EEA-948E-4329-9049-AD4FC0EB6F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16A22D-C7B1-4731-88C6-FF824DC96B28}" type="slidenum">
              <a:rPr lang="es-NI" smtClean="0"/>
              <a:t>‹Nº›</a:t>
            </a:fld>
            <a:endParaRPr lang="es-NI"/>
          </a:p>
        </p:txBody>
      </p:sp>
    </p:spTree>
    <p:extLst>
      <p:ext uri="{BB962C8B-B14F-4D97-AF65-F5344CB8AC3E}">
        <p14:creationId xmlns:p14="http://schemas.microsoft.com/office/powerpoint/2010/main" val="1540207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customXml" Target="../ink/ink2.xml"/><Relationship Id="rId5" Type="http://schemas.openxmlformats.org/officeDocument/2006/relationships/image" Target="../media/image5.png"/><Relationship Id="rId4" Type="http://schemas.openxmlformats.org/officeDocument/2006/relationships/customXml" Target="../ink/ink1.xml"/></Relationships>
</file>

<file path=ppt/slides/_rels/slide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customXml" Target="../ink/ink3.xml"/><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customXml" Target="../ink/ink4.xml"/></Relationships>
</file>

<file path=ppt/slides/_rels/slide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customXml" Target="../ink/ink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8EA9FEA-AA1D-4AC8-9248-33E443D87C57}"/>
              </a:ext>
            </a:extLst>
          </p:cNvPr>
          <p:cNvSpPr/>
          <p:nvPr/>
        </p:nvSpPr>
        <p:spPr>
          <a:xfrm>
            <a:off x="3612912" y="0"/>
            <a:ext cx="5221814"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5" name="CuadroTexto 4">
            <a:extLst>
              <a:ext uri="{FF2B5EF4-FFF2-40B4-BE49-F238E27FC236}">
                <a16:creationId xmlns:a16="http://schemas.microsoft.com/office/drawing/2014/main" id="{03D4FA37-8B38-45F6-B9BC-18D3847EA157}"/>
              </a:ext>
            </a:extLst>
          </p:cNvPr>
          <p:cNvSpPr txBox="1"/>
          <p:nvPr/>
        </p:nvSpPr>
        <p:spPr>
          <a:xfrm>
            <a:off x="811161" y="923330"/>
            <a:ext cx="10825316" cy="5016758"/>
          </a:xfrm>
          <a:prstGeom prst="rect">
            <a:avLst/>
          </a:prstGeom>
          <a:noFill/>
        </p:spPr>
        <p:txBody>
          <a:bodyPr wrap="square">
            <a:spAutoFit/>
          </a:bodyPr>
          <a:lstStyle/>
          <a:p>
            <a:pPr algn="just"/>
            <a:r>
              <a:rPr lang="es-ES" sz="2000" b="0" i="0" dirty="0">
                <a:solidFill>
                  <a:srgbClr val="151515"/>
                </a:solidFill>
                <a:effectLst/>
                <a:latin typeface="Verdana" panose="020B0604030504040204" pitchFamily="34" charset="0"/>
                <a:ea typeface="Verdana" panose="020B0604030504040204" pitchFamily="34" charset="0"/>
              </a:rPr>
              <a:t>Una prueba de hipótesis es una regla que especifica cuando se puede aceptar o rechazar una afirmación sobre una población dependiendo de la evidencia proporcionada por una muestra de datos.</a:t>
            </a:r>
          </a:p>
          <a:p>
            <a:pPr algn="just"/>
            <a:endParaRPr lang="es-ES" sz="2000" b="0" i="0" dirty="0">
              <a:solidFill>
                <a:srgbClr val="151515"/>
              </a:solidFill>
              <a:effectLst/>
              <a:latin typeface="Verdana" panose="020B0604030504040204" pitchFamily="34" charset="0"/>
              <a:ea typeface="Verdana" panose="020B0604030504040204" pitchFamily="34" charset="0"/>
            </a:endParaRPr>
          </a:p>
          <a:p>
            <a:pPr algn="just"/>
            <a:r>
              <a:rPr lang="es-ES" sz="2000" b="0" i="0" dirty="0">
                <a:solidFill>
                  <a:srgbClr val="151515"/>
                </a:solidFill>
                <a:effectLst/>
                <a:latin typeface="Verdana" panose="020B0604030504040204" pitchFamily="34" charset="0"/>
                <a:ea typeface="Verdana" panose="020B0604030504040204" pitchFamily="34" charset="0"/>
              </a:rPr>
              <a:t>Una prueba de hipótesis examina dos hipótesis opuestas sobre una población: la hipótesis nula y la hipótesis alternativa. La hipótesis nula es la afirmación que se está comprobando. Normalmente la hipótesis nula es una afirmación de "sin efecto" o "sin diferencia". La hipótesis alternativa es la afirmación que se desea ser capaz de concluir que es verdadera basándose en la evidencia proporcionada por los datos de la muestra.</a:t>
            </a:r>
            <a:br>
              <a:rPr lang="es-ES" sz="2000" b="0" i="0" dirty="0">
                <a:solidFill>
                  <a:srgbClr val="151515"/>
                </a:solidFill>
                <a:effectLst/>
                <a:latin typeface="Verdana" panose="020B0604030504040204" pitchFamily="34" charset="0"/>
                <a:ea typeface="Verdana" panose="020B0604030504040204" pitchFamily="34" charset="0"/>
              </a:rPr>
            </a:br>
            <a:br>
              <a:rPr lang="es-ES" sz="2000" b="0" i="0" dirty="0">
                <a:solidFill>
                  <a:srgbClr val="151515"/>
                </a:solidFill>
                <a:effectLst/>
                <a:latin typeface="Verdana" panose="020B0604030504040204" pitchFamily="34" charset="0"/>
                <a:ea typeface="Verdana" panose="020B0604030504040204" pitchFamily="34" charset="0"/>
              </a:rPr>
            </a:br>
            <a:r>
              <a:rPr lang="es-ES" sz="2000" b="0" i="0" dirty="0">
                <a:solidFill>
                  <a:srgbClr val="151515"/>
                </a:solidFill>
                <a:effectLst/>
                <a:latin typeface="Verdana" panose="020B0604030504040204" pitchFamily="34" charset="0"/>
                <a:ea typeface="Verdana" panose="020B0604030504040204" pitchFamily="34" charset="0"/>
              </a:rPr>
              <a:t>Basándose en los datos de la muestra, la prueba determina cuando rechazar la hipótesis nula. Se utiliza un p-valor, para realizar esa determinación. Si el p-valor es menos que el nivel de significación (conocido como α o alfa), entonces se puede rechazar la hipótesis nula.</a:t>
            </a:r>
          </a:p>
          <a:p>
            <a:pPr algn="just"/>
            <a:endParaRPr lang="es-ES" sz="2000" b="0" i="0" dirty="0">
              <a:solidFill>
                <a:srgbClr val="151515"/>
              </a:solidFill>
              <a:effectLst/>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316667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8EA9FEA-AA1D-4AC8-9248-33E443D87C57}"/>
              </a:ext>
            </a:extLst>
          </p:cNvPr>
          <p:cNvSpPr/>
          <p:nvPr/>
        </p:nvSpPr>
        <p:spPr>
          <a:xfrm>
            <a:off x="3612912" y="0"/>
            <a:ext cx="5221814"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6" name="CuadroTexto 5">
            <a:extLst>
              <a:ext uri="{FF2B5EF4-FFF2-40B4-BE49-F238E27FC236}">
                <a16:creationId xmlns:a16="http://schemas.microsoft.com/office/drawing/2014/main" id="{BA240445-7E78-4E3C-9C57-2E4E42FB33C2}"/>
              </a:ext>
            </a:extLst>
          </p:cNvPr>
          <p:cNvSpPr txBox="1"/>
          <p:nvPr/>
        </p:nvSpPr>
        <p:spPr>
          <a:xfrm>
            <a:off x="683342" y="830997"/>
            <a:ext cx="10825316" cy="5940088"/>
          </a:xfrm>
          <a:prstGeom prst="rect">
            <a:avLst/>
          </a:prstGeom>
          <a:noFill/>
        </p:spPr>
        <p:txBody>
          <a:bodyPr wrap="square">
            <a:spAutoFit/>
          </a:bodyPr>
          <a:lstStyle/>
          <a:p>
            <a:pPr algn="just"/>
            <a:r>
              <a:rPr lang="es-ES" sz="2000" b="0" i="0" dirty="0">
                <a:solidFill>
                  <a:srgbClr val="151515"/>
                </a:solidFill>
                <a:effectLst/>
                <a:latin typeface="Verdana" panose="020B0604030504040204" pitchFamily="34" charset="0"/>
                <a:ea typeface="Verdana" panose="020B0604030504040204" pitchFamily="34" charset="0"/>
              </a:rPr>
              <a:t>Un error común suele ser que las pruebas de hipótesis estadísticas están diseñadas para seleccionar la más probable de dos hipótesis. Sin embargo, al diseño una prueba de hipótesis, se configura la hipótesis nula como la que se quiere rechazar. Dado que se fija que el nivel de significación sea pequeño antes del análisis (normalmente, un valor de 0.05 funciona correctamente), Cuando se rechaza la hipótesis nula, se tiene una prueba estadística de que la alternativa es cierta. Por el contrario, si no se rechaza la hipótesis nula, no se tiene prueba estadística de que la hipótesis nula sea cierta. Esto es debido a que no se ha fijado la probabilidad de que se acepte falsamente que la hipótesis nula sea pequeña.</a:t>
            </a:r>
          </a:p>
          <a:p>
            <a:pPr algn="just"/>
            <a:endParaRPr lang="es-ES" sz="2000" b="0" i="0" dirty="0">
              <a:solidFill>
                <a:srgbClr val="151515"/>
              </a:solidFill>
              <a:effectLst/>
              <a:latin typeface="Verdana" panose="020B0604030504040204" pitchFamily="34" charset="0"/>
              <a:ea typeface="Verdana" panose="020B0604030504040204" pitchFamily="34" charset="0"/>
            </a:endParaRPr>
          </a:p>
          <a:p>
            <a:pPr algn="just"/>
            <a:r>
              <a:rPr lang="es-ES" sz="2000" b="0" i="0" dirty="0">
                <a:solidFill>
                  <a:srgbClr val="151515"/>
                </a:solidFill>
                <a:effectLst/>
                <a:latin typeface="Verdana" panose="020B0604030504040204" pitchFamily="34" charset="0"/>
                <a:ea typeface="Verdana" panose="020B0604030504040204" pitchFamily="34" charset="0"/>
              </a:rPr>
              <a:t>Ejemplos de algunas preguntas que se pueden responder con una prueba de hipótesis:</a:t>
            </a:r>
          </a:p>
          <a:p>
            <a:pPr algn="just"/>
            <a:endParaRPr lang="es-ES" sz="2000" b="0" i="0" dirty="0">
              <a:solidFill>
                <a:srgbClr val="151515"/>
              </a:solidFill>
              <a:effectLst/>
              <a:latin typeface="Verdana" panose="020B0604030504040204" pitchFamily="34" charset="0"/>
              <a:ea typeface="Verdana" panose="020B0604030504040204" pitchFamily="34" charset="0"/>
            </a:endParaRPr>
          </a:p>
          <a:p>
            <a:pPr marL="900113" indent="-342900" algn="just">
              <a:buFont typeface="Arial" panose="020B0604020202020204" pitchFamily="34" charset="0"/>
              <a:buChar char="•"/>
            </a:pPr>
            <a:r>
              <a:rPr lang="es-ES" sz="2000" b="0" i="0" dirty="0">
                <a:solidFill>
                  <a:srgbClr val="151515"/>
                </a:solidFill>
                <a:effectLst/>
                <a:latin typeface="Verdana" panose="020B0604030504040204" pitchFamily="34" charset="0"/>
                <a:ea typeface="Verdana" panose="020B0604030504040204" pitchFamily="34" charset="0"/>
              </a:rPr>
              <a:t>¿La altura media de las mujeres en secundaria difiere de 168 cm?</a:t>
            </a:r>
          </a:p>
          <a:p>
            <a:pPr marL="900113" indent="-342900" algn="just">
              <a:buFont typeface="Arial" panose="020B0604020202020204" pitchFamily="34" charset="0"/>
              <a:buChar char="•"/>
            </a:pPr>
            <a:r>
              <a:rPr lang="es-ES" sz="2000" b="0" i="0" dirty="0">
                <a:solidFill>
                  <a:srgbClr val="151515"/>
                </a:solidFill>
                <a:effectLst/>
                <a:latin typeface="Verdana" panose="020B0604030504040204" pitchFamily="34" charset="0"/>
                <a:ea typeface="Verdana" panose="020B0604030504040204" pitchFamily="34" charset="0"/>
              </a:rPr>
              <a:t>¿La desviación estándar de sus alturas es igual o menor que 13 cm?</a:t>
            </a:r>
          </a:p>
          <a:p>
            <a:pPr marL="900113" indent="-342900" algn="just">
              <a:buFont typeface="Arial" panose="020B0604020202020204" pitchFamily="34" charset="0"/>
              <a:buChar char="•"/>
            </a:pPr>
            <a:r>
              <a:rPr lang="es-ES" sz="2000" b="0" i="0" dirty="0">
                <a:solidFill>
                  <a:srgbClr val="151515"/>
                </a:solidFill>
                <a:effectLst/>
                <a:latin typeface="Verdana" panose="020B0604030504040204" pitchFamily="34" charset="0"/>
                <a:ea typeface="Verdana" panose="020B0604030504040204" pitchFamily="34" charset="0"/>
              </a:rPr>
              <a:t>¿Los estudiantes masculinos y femeninos difieren en su altura promedio?</a:t>
            </a:r>
          </a:p>
          <a:p>
            <a:pPr marL="900113" indent="-342900" algn="just">
              <a:buFont typeface="Arial" panose="020B0604020202020204" pitchFamily="34" charset="0"/>
              <a:buChar char="•"/>
            </a:pPr>
            <a:r>
              <a:rPr lang="es-ES" sz="2000" b="0" i="0" dirty="0">
                <a:solidFill>
                  <a:srgbClr val="151515"/>
                </a:solidFill>
                <a:effectLst/>
                <a:latin typeface="Verdana" panose="020B0604030504040204" pitchFamily="34" charset="0"/>
                <a:ea typeface="Verdana" panose="020B0604030504040204" pitchFamily="34" charset="0"/>
              </a:rPr>
              <a:t>¿Es la proporción de estudiantes masculinos de secundaria significativamente más alta que la proporción de estudiantes femeninas de secundaria?</a:t>
            </a:r>
          </a:p>
        </p:txBody>
      </p:sp>
    </p:spTree>
    <p:extLst>
      <p:ext uri="{BB962C8B-B14F-4D97-AF65-F5344CB8AC3E}">
        <p14:creationId xmlns:p14="http://schemas.microsoft.com/office/powerpoint/2010/main" val="1617770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8EA9FEA-AA1D-4AC8-9248-33E443D87C57}"/>
              </a:ext>
            </a:extLst>
          </p:cNvPr>
          <p:cNvSpPr/>
          <p:nvPr/>
        </p:nvSpPr>
        <p:spPr>
          <a:xfrm>
            <a:off x="3612912" y="0"/>
            <a:ext cx="5221814"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pic>
        <p:nvPicPr>
          <p:cNvPr id="3" name="Imagen 2">
            <a:extLst>
              <a:ext uri="{FF2B5EF4-FFF2-40B4-BE49-F238E27FC236}">
                <a16:creationId xmlns:a16="http://schemas.microsoft.com/office/drawing/2014/main" id="{E854D635-D850-4638-B15C-D99554532247}"/>
              </a:ext>
            </a:extLst>
          </p:cNvPr>
          <p:cNvPicPr>
            <a:picLocks noChangeAspect="1"/>
          </p:cNvPicPr>
          <p:nvPr/>
        </p:nvPicPr>
        <p:blipFill>
          <a:blip r:embed="rId2"/>
          <a:stretch>
            <a:fillRect/>
          </a:stretch>
        </p:blipFill>
        <p:spPr>
          <a:xfrm>
            <a:off x="612941" y="1616868"/>
            <a:ext cx="10966118" cy="3624263"/>
          </a:xfrm>
          <a:prstGeom prst="rect">
            <a:avLst/>
          </a:prstGeom>
        </p:spPr>
      </p:pic>
    </p:spTree>
    <p:extLst>
      <p:ext uri="{BB962C8B-B14F-4D97-AF65-F5344CB8AC3E}">
        <p14:creationId xmlns:p14="http://schemas.microsoft.com/office/powerpoint/2010/main" val="4147520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8EA9FEA-AA1D-4AC8-9248-33E443D87C57}"/>
              </a:ext>
            </a:extLst>
          </p:cNvPr>
          <p:cNvSpPr/>
          <p:nvPr/>
        </p:nvSpPr>
        <p:spPr>
          <a:xfrm>
            <a:off x="3612912" y="0"/>
            <a:ext cx="5221814"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pic>
        <p:nvPicPr>
          <p:cNvPr id="3" name="Imagen 2">
            <a:extLst>
              <a:ext uri="{FF2B5EF4-FFF2-40B4-BE49-F238E27FC236}">
                <a16:creationId xmlns:a16="http://schemas.microsoft.com/office/drawing/2014/main" id="{8D4D6C30-1DBF-493B-842A-9BBFFA149C1A}"/>
              </a:ext>
            </a:extLst>
          </p:cNvPr>
          <p:cNvPicPr>
            <a:picLocks noChangeAspect="1"/>
          </p:cNvPicPr>
          <p:nvPr/>
        </p:nvPicPr>
        <p:blipFill rotWithShape="1">
          <a:blip r:embed="rId2"/>
          <a:srcRect b="4577"/>
          <a:stretch/>
        </p:blipFill>
        <p:spPr>
          <a:xfrm>
            <a:off x="1465405" y="1592826"/>
            <a:ext cx="8912960" cy="3952567"/>
          </a:xfrm>
          <a:prstGeom prst="rect">
            <a:avLst/>
          </a:prstGeom>
        </p:spPr>
      </p:pic>
    </p:spTree>
    <p:extLst>
      <p:ext uri="{BB962C8B-B14F-4D97-AF65-F5344CB8AC3E}">
        <p14:creationId xmlns:p14="http://schemas.microsoft.com/office/powerpoint/2010/main" val="2525448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8EA9FEA-AA1D-4AC8-9248-33E443D87C57}"/>
              </a:ext>
            </a:extLst>
          </p:cNvPr>
          <p:cNvSpPr/>
          <p:nvPr/>
        </p:nvSpPr>
        <p:spPr>
          <a:xfrm>
            <a:off x="3612912" y="0"/>
            <a:ext cx="5221814"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5" name="Rectángulo 4">
            <a:extLst>
              <a:ext uri="{FF2B5EF4-FFF2-40B4-BE49-F238E27FC236}">
                <a16:creationId xmlns:a16="http://schemas.microsoft.com/office/drawing/2014/main" id="{1CD3D413-2D52-4273-9B2E-3AD970592808}"/>
              </a:ext>
            </a:extLst>
          </p:cNvPr>
          <p:cNvSpPr/>
          <p:nvPr/>
        </p:nvSpPr>
        <p:spPr>
          <a:xfrm>
            <a:off x="411480" y="1184255"/>
            <a:ext cx="11399520" cy="4832092"/>
          </a:xfrm>
          <a:prstGeom prst="rect">
            <a:avLst/>
          </a:prstGeom>
          <a:noFill/>
        </p:spPr>
        <p:txBody>
          <a:bodyPr wrap="square" lIns="91440" tIns="45720" rIns="91440" bIns="45720">
            <a:spAutoFit/>
          </a:bodyPr>
          <a:lstStyle/>
          <a:p>
            <a:pPr marL="914400" indent="-914400" algn="just">
              <a:buAutoNum type="arabicPeriod"/>
            </a:pPr>
            <a:r>
              <a:rPr lang="es-ES" sz="4400" dirty="0">
                <a:ln w="0"/>
                <a:effectLst>
                  <a:outerShdw blurRad="38100" dist="19050" dir="2700000" algn="tl" rotWithShape="0">
                    <a:schemeClr val="dk1">
                      <a:alpha val="40000"/>
                    </a:schemeClr>
                  </a:outerShdw>
                </a:effectLst>
              </a:rPr>
              <a:t>Proponer las hipótesis “H</a:t>
            </a:r>
            <a:r>
              <a:rPr lang="es-ES" sz="4400" baseline="-25000" dirty="0">
                <a:ln w="0"/>
                <a:effectLst>
                  <a:outerShdw blurRad="38100" dist="19050" dir="2700000" algn="tl" rotWithShape="0">
                    <a:schemeClr val="dk1">
                      <a:alpha val="40000"/>
                    </a:schemeClr>
                  </a:outerShdw>
                </a:effectLst>
              </a:rPr>
              <a:t>0</a:t>
            </a:r>
            <a:r>
              <a:rPr lang="es-ES" sz="4400" dirty="0">
                <a:ln w="0"/>
                <a:effectLst>
                  <a:outerShdw blurRad="38100" dist="19050" dir="2700000" algn="tl" rotWithShape="0">
                    <a:schemeClr val="dk1">
                      <a:alpha val="40000"/>
                    </a:schemeClr>
                  </a:outerShdw>
                </a:effectLst>
              </a:rPr>
              <a:t>” y “H</a:t>
            </a:r>
            <a:r>
              <a:rPr lang="es-ES" sz="4400" baseline="-25000" dirty="0">
                <a:ln w="0"/>
                <a:effectLst>
                  <a:outerShdw blurRad="38100" dist="19050" dir="2700000" algn="tl" rotWithShape="0">
                    <a:schemeClr val="dk1">
                      <a:alpha val="40000"/>
                    </a:schemeClr>
                  </a:outerShdw>
                </a:effectLst>
              </a:rPr>
              <a:t>1</a:t>
            </a:r>
            <a:r>
              <a:rPr lang="es-ES" sz="4400" dirty="0">
                <a:ln w="0"/>
                <a:effectLst>
                  <a:outerShdw blurRad="38100" dist="19050" dir="2700000" algn="tl" rotWithShape="0">
                    <a:schemeClr val="dk1">
                      <a:alpha val="40000"/>
                    </a:schemeClr>
                  </a:outerShdw>
                </a:effectLst>
              </a:rPr>
              <a:t>”</a:t>
            </a:r>
          </a:p>
          <a:p>
            <a:pPr marL="914400" indent="-914400" algn="just">
              <a:buAutoNum type="arabicPeriod"/>
            </a:pPr>
            <a:r>
              <a:rPr lang="es-ES" sz="4400" b="0" cap="none" spc="0" dirty="0">
                <a:ln w="0"/>
                <a:solidFill>
                  <a:schemeClr val="tx1"/>
                </a:solidFill>
                <a:effectLst>
                  <a:outerShdw blurRad="38100" dist="19050" dir="2700000" algn="tl" rotWithShape="0">
                    <a:schemeClr val="dk1">
                      <a:alpha val="40000"/>
                    </a:schemeClr>
                  </a:outerShdw>
                </a:effectLst>
              </a:rPr>
              <a:t>Especificar la significación</a:t>
            </a:r>
          </a:p>
          <a:p>
            <a:pPr marL="914400" indent="-914400" algn="just">
              <a:buAutoNum type="arabicPeriod"/>
            </a:pPr>
            <a:r>
              <a:rPr lang="es-ES" sz="4400" dirty="0">
                <a:ln w="0"/>
                <a:effectLst>
                  <a:outerShdw blurRad="38100" dist="19050" dir="2700000" algn="tl" rotWithShape="0">
                    <a:schemeClr val="dk1">
                      <a:alpha val="40000"/>
                    </a:schemeClr>
                  </a:outerShdw>
                </a:effectLst>
              </a:rPr>
              <a:t>Calcular los valores críticos de prueba, definiendo la zona de aceptación y la zona de rechazo de “H</a:t>
            </a:r>
            <a:r>
              <a:rPr lang="es-ES" sz="4400" baseline="-25000" dirty="0">
                <a:ln w="0"/>
                <a:effectLst>
                  <a:outerShdw blurRad="38100" dist="19050" dir="2700000" algn="tl" rotWithShape="0">
                    <a:schemeClr val="dk1">
                      <a:alpha val="40000"/>
                    </a:schemeClr>
                  </a:outerShdw>
                </a:effectLst>
              </a:rPr>
              <a:t>0</a:t>
            </a:r>
            <a:r>
              <a:rPr lang="es-ES" sz="4400" dirty="0">
                <a:ln w="0"/>
                <a:effectLst>
                  <a:outerShdw blurRad="38100" dist="19050" dir="2700000" algn="tl" rotWithShape="0">
                    <a:schemeClr val="dk1">
                      <a:alpha val="40000"/>
                    </a:schemeClr>
                  </a:outerShdw>
                </a:effectLst>
              </a:rPr>
              <a:t>”</a:t>
            </a:r>
          </a:p>
          <a:p>
            <a:pPr marL="914400" indent="-914400" algn="just">
              <a:buAutoNum type="arabicPeriod"/>
            </a:pPr>
            <a:r>
              <a:rPr lang="es-ES" sz="4400" dirty="0">
                <a:ln w="0"/>
                <a:effectLst>
                  <a:outerShdw blurRad="38100" dist="19050" dir="2700000" algn="tl" rotWithShape="0">
                    <a:schemeClr val="dk1">
                      <a:alpha val="40000"/>
                    </a:schemeClr>
                  </a:outerShdw>
                </a:effectLst>
              </a:rPr>
              <a:t>Decisiones y Conclusiones</a:t>
            </a:r>
          </a:p>
          <a:p>
            <a:pPr marL="914400" indent="-914400" algn="just">
              <a:buAutoNum type="arabicPeriod"/>
            </a:pPr>
            <a:endParaRPr lang="es-ES" sz="4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066175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8EA9FEA-AA1D-4AC8-9248-33E443D87C57}"/>
              </a:ext>
            </a:extLst>
          </p:cNvPr>
          <p:cNvSpPr/>
          <p:nvPr/>
        </p:nvSpPr>
        <p:spPr>
          <a:xfrm>
            <a:off x="2193456" y="0"/>
            <a:ext cx="8060733"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 Ejemplo 2</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5" name="CuadroTexto 4">
            <a:extLst>
              <a:ext uri="{FF2B5EF4-FFF2-40B4-BE49-F238E27FC236}">
                <a16:creationId xmlns:a16="http://schemas.microsoft.com/office/drawing/2014/main" id="{849AD4A9-D541-4C11-BDFF-2ACEA8EFCD1B}"/>
              </a:ext>
            </a:extLst>
          </p:cNvPr>
          <p:cNvSpPr txBox="1"/>
          <p:nvPr/>
        </p:nvSpPr>
        <p:spPr>
          <a:xfrm>
            <a:off x="410497" y="830997"/>
            <a:ext cx="11371005" cy="1938992"/>
          </a:xfrm>
          <a:prstGeom prst="rect">
            <a:avLst/>
          </a:prstGeom>
          <a:noFill/>
        </p:spPr>
        <p:txBody>
          <a:bodyPr wrap="square">
            <a:spAutoFit/>
          </a:bodyPr>
          <a:lstStyle/>
          <a:p>
            <a:r>
              <a:rPr lang="es-NI" sz="2000" dirty="0">
                <a:latin typeface="Verdana" panose="020B0604030504040204" pitchFamily="34" charset="0"/>
                <a:ea typeface="Verdana" panose="020B0604030504040204" pitchFamily="34" charset="0"/>
              </a:rPr>
              <a:t>La longitud media de una barra de compensación es de 43mm, se busca verificar si la maquina sigue haciendo las barras de la medida correcta, para ello se obtuvo una muestra de 12 barras de compensación de la cual se sabe que su media muestra fue de 41.5 mm y su desviación estándar muestra fue de 1.78, además se sabe que la población se distribuye de forma normal, verifique que no haya habido variaciones con un nivel de significancia de 0.02</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2A214461-3543-4E67-B46A-4060FC5082B8}"/>
                  </a:ext>
                </a:extLst>
              </p:cNvPr>
              <p:cNvSpPr txBox="1"/>
              <p:nvPr/>
            </p:nvSpPr>
            <p:spPr>
              <a:xfrm>
                <a:off x="563683" y="3041754"/>
                <a:ext cx="6098458" cy="2308324"/>
              </a:xfrm>
              <a:prstGeom prst="rect">
                <a:avLst/>
              </a:prstGeom>
              <a:noFill/>
            </p:spPr>
            <p:txBody>
              <a:bodyPr wrap="square">
                <a:spAutoFit/>
              </a:bodyPr>
              <a:lstStyle/>
              <a:p>
                <a:pPr algn="just"/>
                <a:r>
                  <a:rPr lang="es-ES" sz="1800" b="1" i="0" dirty="0">
                    <a:solidFill>
                      <a:srgbClr val="151515"/>
                    </a:solidFill>
                    <a:effectLst/>
                    <a:latin typeface="Verdana" panose="020B0604030504040204" pitchFamily="34" charset="0"/>
                    <a:ea typeface="Verdana" panose="020B0604030504040204" pitchFamily="34" charset="0"/>
                  </a:rPr>
                  <a:t>Solución</a:t>
                </a:r>
              </a:p>
              <a:p>
                <a:pPr algn="just"/>
                <a:endParaRPr lang="es-ES" sz="1800" dirty="0">
                  <a:solidFill>
                    <a:srgbClr val="151515"/>
                  </a:solidFill>
                  <a:latin typeface="Verdana" panose="020B0604030504040204" pitchFamily="34" charset="0"/>
                  <a:ea typeface="Verdana" panose="020B0604030504040204" pitchFamily="34" charset="0"/>
                </a:endParaRPr>
              </a:p>
              <a:p>
                <a:pPr algn="just"/>
                <a:r>
                  <a:rPr lang="es-ES" sz="1800" b="1" i="0" dirty="0">
                    <a:solidFill>
                      <a:srgbClr val="151515"/>
                    </a:solidFill>
                    <a:effectLst/>
                    <a:latin typeface="Verdana" panose="020B0604030504040204" pitchFamily="34" charset="0"/>
                    <a:ea typeface="Verdana" panose="020B0604030504040204" pitchFamily="34" charset="0"/>
                  </a:rPr>
                  <a:t>Paso 1: Proponer las hipótesis “H</a:t>
                </a:r>
                <a:r>
                  <a:rPr lang="es-ES" sz="1800" b="1" i="0" baseline="-25000" dirty="0">
                    <a:solidFill>
                      <a:srgbClr val="151515"/>
                    </a:solidFill>
                    <a:effectLst/>
                    <a:latin typeface="Verdana" panose="020B0604030504040204" pitchFamily="34" charset="0"/>
                    <a:ea typeface="Verdana" panose="020B0604030504040204" pitchFamily="34" charset="0"/>
                  </a:rPr>
                  <a:t>0</a:t>
                </a:r>
                <a:r>
                  <a:rPr lang="es-ES" sz="1800" b="1" i="0" dirty="0">
                    <a:solidFill>
                      <a:srgbClr val="151515"/>
                    </a:solidFill>
                    <a:effectLst/>
                    <a:latin typeface="Verdana" panose="020B0604030504040204" pitchFamily="34" charset="0"/>
                    <a:ea typeface="Verdana" panose="020B0604030504040204" pitchFamily="34" charset="0"/>
                  </a:rPr>
                  <a:t>” y “H</a:t>
                </a:r>
                <a:r>
                  <a:rPr lang="es-ES" sz="1800" b="1" i="0" baseline="-25000" dirty="0">
                    <a:solidFill>
                      <a:srgbClr val="151515"/>
                    </a:solidFill>
                    <a:effectLst/>
                    <a:latin typeface="Verdana" panose="020B0604030504040204" pitchFamily="34" charset="0"/>
                    <a:ea typeface="Verdana" panose="020B0604030504040204" pitchFamily="34" charset="0"/>
                  </a:rPr>
                  <a:t>1</a:t>
                </a:r>
                <a:r>
                  <a:rPr lang="es-ES" sz="1800" b="1" i="0" dirty="0">
                    <a:solidFill>
                      <a:srgbClr val="151515"/>
                    </a:solidFill>
                    <a:effectLst/>
                    <a:latin typeface="Verdana" panose="020B0604030504040204" pitchFamily="34" charset="0"/>
                    <a:ea typeface="Verdana" panose="020B0604030504040204" pitchFamily="34" charset="0"/>
                  </a:rPr>
                  <a:t>”</a:t>
                </a:r>
              </a:p>
              <a:p>
                <a:pPr algn="just"/>
                <a:endParaRPr lang="es-ES" sz="1800" i="0" dirty="0">
                  <a:solidFill>
                    <a:srgbClr val="151515"/>
                  </a:solidFill>
                  <a:effectLst/>
                  <a:latin typeface="Verdana" panose="020B0604030504040204" pitchFamily="34" charset="0"/>
                  <a:ea typeface="Verdana" panose="020B0604030504040204" pitchFamily="34" charset="0"/>
                </a:endParaRPr>
              </a:p>
              <a:p>
                <a:pPr marL="900113" algn="just"/>
                <a:r>
                  <a:rPr lang="es-ES" sz="1800" b="1" i="0" dirty="0">
                    <a:solidFill>
                      <a:srgbClr val="151515"/>
                    </a:solidFill>
                    <a:effectLst/>
                    <a:latin typeface="Verdana" panose="020B0604030504040204" pitchFamily="34" charset="0"/>
                    <a:ea typeface="Verdana" panose="020B0604030504040204" pitchFamily="34" charset="0"/>
                  </a:rPr>
                  <a:t>H</a:t>
                </a:r>
                <a:r>
                  <a:rPr lang="es-ES" sz="1800" b="1" i="0" baseline="-25000" dirty="0">
                    <a:solidFill>
                      <a:srgbClr val="151515"/>
                    </a:solidFill>
                    <a:effectLst/>
                    <a:latin typeface="Verdana" panose="020B0604030504040204" pitchFamily="34" charset="0"/>
                    <a:ea typeface="Verdana" panose="020B0604030504040204" pitchFamily="34" charset="0"/>
                  </a:rPr>
                  <a:t>0 </a:t>
                </a:r>
                <a:r>
                  <a:rPr lang="es-ES" sz="1800" b="1" i="0" dirty="0">
                    <a:solidFill>
                      <a:srgbClr val="151515"/>
                    </a:solidFill>
                    <a:effectLst/>
                    <a:latin typeface="Verdana" panose="020B0604030504040204" pitchFamily="34" charset="0"/>
                    <a:ea typeface="Verdana" panose="020B0604030504040204" pitchFamily="34" charset="0"/>
                  </a:rPr>
                  <a:t>: </a:t>
                </a:r>
                <a14:m>
                  <m:oMath xmlns:m="http://schemas.openxmlformats.org/officeDocument/2006/math">
                    <m:r>
                      <a:rPr lang="es-ES" sz="1800" b="0" i="0" dirty="0" smtClean="0">
                        <a:solidFill>
                          <a:srgbClr val="151515"/>
                        </a:solidFill>
                        <a:effectLst/>
                        <a:latin typeface="Cambria Math" panose="02040503050406030204" pitchFamily="18" charset="0"/>
                      </a:rPr>
                      <m:t>𝜇</m:t>
                    </m:r>
                  </m:oMath>
                </a14:m>
                <a:r>
                  <a:rPr lang="es-ES" sz="1800" b="0" i="0" dirty="0">
                    <a:solidFill>
                      <a:srgbClr val="151515"/>
                    </a:solidFill>
                    <a:effectLst/>
                    <a:latin typeface="Verdana" panose="020B0604030504040204" pitchFamily="34" charset="0"/>
                    <a:ea typeface="Verdana" panose="020B0604030504040204" pitchFamily="34" charset="0"/>
                  </a:rPr>
                  <a:t> = 43 mm</a:t>
                </a:r>
              </a:p>
              <a:p>
                <a:pPr marL="900113" algn="just"/>
                <a:r>
                  <a:rPr lang="es-ES" sz="1800" b="1" i="0" dirty="0">
                    <a:solidFill>
                      <a:srgbClr val="151515"/>
                    </a:solidFill>
                    <a:effectLst/>
                    <a:latin typeface="Verdana" panose="020B0604030504040204" pitchFamily="34" charset="0"/>
                    <a:ea typeface="Verdana" panose="020B0604030504040204" pitchFamily="34" charset="0"/>
                  </a:rPr>
                  <a:t>H</a:t>
                </a:r>
                <a:r>
                  <a:rPr lang="es-ES" sz="1800" b="1" baseline="-25000" dirty="0">
                    <a:solidFill>
                      <a:srgbClr val="151515"/>
                    </a:solidFill>
                    <a:latin typeface="Verdana" panose="020B0604030504040204" pitchFamily="34" charset="0"/>
                    <a:ea typeface="Verdana" panose="020B0604030504040204" pitchFamily="34" charset="0"/>
                  </a:rPr>
                  <a:t>1</a:t>
                </a:r>
                <a:r>
                  <a:rPr lang="es-ES" sz="1800" b="1" i="0" baseline="-25000" dirty="0">
                    <a:solidFill>
                      <a:srgbClr val="151515"/>
                    </a:solidFill>
                    <a:effectLst/>
                    <a:latin typeface="Verdana" panose="020B0604030504040204" pitchFamily="34" charset="0"/>
                    <a:ea typeface="Verdana" panose="020B0604030504040204" pitchFamily="34" charset="0"/>
                  </a:rPr>
                  <a:t> </a:t>
                </a:r>
                <a:r>
                  <a:rPr lang="es-ES" sz="1800" b="1" i="0" dirty="0">
                    <a:solidFill>
                      <a:srgbClr val="151515"/>
                    </a:solidFill>
                    <a:effectLst/>
                    <a:latin typeface="Verdana" panose="020B0604030504040204" pitchFamily="34" charset="0"/>
                    <a:ea typeface="Verdana" panose="020B0604030504040204" pitchFamily="34" charset="0"/>
                  </a:rPr>
                  <a:t>: </a:t>
                </a:r>
                <a14:m>
                  <m:oMath xmlns:m="http://schemas.openxmlformats.org/officeDocument/2006/math">
                    <m:r>
                      <a:rPr lang="es-ES" sz="1800" b="0" i="0" dirty="0" smtClean="0">
                        <a:solidFill>
                          <a:srgbClr val="151515"/>
                        </a:solidFill>
                        <a:effectLst/>
                        <a:latin typeface="Cambria Math" panose="02040503050406030204" pitchFamily="18" charset="0"/>
                      </a:rPr>
                      <m:t>𝜇</m:t>
                    </m:r>
                  </m:oMath>
                </a14:m>
                <a:r>
                  <a:rPr lang="es-ES" sz="1800" b="0" i="0" dirty="0">
                    <a:solidFill>
                      <a:srgbClr val="151515"/>
                    </a:solidFill>
                    <a:effectLst/>
                    <a:latin typeface="Verdana" panose="020B0604030504040204" pitchFamily="34" charset="0"/>
                    <a:ea typeface="Verdana" panose="020B0604030504040204" pitchFamily="34" charset="0"/>
                  </a:rPr>
                  <a:t> </a:t>
                </a:r>
                <a14:m>
                  <m:oMath xmlns:m="http://schemas.openxmlformats.org/officeDocument/2006/math">
                    <m:r>
                      <a:rPr lang="es-ES" sz="1800" b="0" i="1" dirty="0" smtClean="0">
                        <a:solidFill>
                          <a:srgbClr val="151515"/>
                        </a:solidFill>
                        <a:effectLst/>
                        <a:latin typeface="Cambria Math" panose="02040503050406030204" pitchFamily="18" charset="0"/>
                      </a:rPr>
                      <m:t>≠</m:t>
                    </m:r>
                  </m:oMath>
                </a14:m>
                <a:r>
                  <a:rPr lang="es-ES" sz="1800" b="0" i="0" dirty="0">
                    <a:solidFill>
                      <a:srgbClr val="151515"/>
                    </a:solidFill>
                    <a:effectLst/>
                    <a:latin typeface="Verdana" panose="020B0604030504040204" pitchFamily="34" charset="0"/>
                    <a:ea typeface="Verdana" panose="020B0604030504040204" pitchFamily="34" charset="0"/>
                  </a:rPr>
                  <a:t> 43 mm</a:t>
                </a:r>
              </a:p>
              <a:p>
                <a:pPr algn="just"/>
                <a:endParaRPr lang="es-ES" sz="1800" b="1" i="0" dirty="0">
                  <a:solidFill>
                    <a:srgbClr val="151515"/>
                  </a:solidFill>
                  <a:effectLst/>
                  <a:latin typeface="Verdana" panose="020B0604030504040204" pitchFamily="34" charset="0"/>
                  <a:ea typeface="Verdana" panose="020B0604030504040204" pitchFamily="34" charset="0"/>
                </a:endParaRPr>
              </a:p>
              <a:p>
                <a:pPr algn="just"/>
                <a:r>
                  <a:rPr lang="es-ES" sz="1800" b="1" i="0" dirty="0">
                    <a:solidFill>
                      <a:srgbClr val="151515"/>
                    </a:solidFill>
                    <a:effectLst/>
                    <a:latin typeface="Verdana" panose="020B0604030504040204" pitchFamily="34" charset="0"/>
                    <a:ea typeface="Verdana" panose="020B0604030504040204" pitchFamily="34" charset="0"/>
                  </a:rPr>
                  <a:t>Paso 2: Especificar la significación</a:t>
                </a:r>
              </a:p>
            </p:txBody>
          </p:sp>
        </mc:Choice>
        <mc:Fallback xmlns="">
          <p:sp>
            <p:nvSpPr>
              <p:cNvPr id="7" name="CuadroTexto 6">
                <a:extLst>
                  <a:ext uri="{FF2B5EF4-FFF2-40B4-BE49-F238E27FC236}">
                    <a16:creationId xmlns:a16="http://schemas.microsoft.com/office/drawing/2014/main" id="{2A214461-3543-4E67-B46A-4060FC5082B8}"/>
                  </a:ext>
                </a:extLst>
              </p:cNvPr>
              <p:cNvSpPr txBox="1">
                <a:spLocks noRot="1" noChangeAspect="1" noMove="1" noResize="1" noEditPoints="1" noAdjustHandles="1" noChangeArrowheads="1" noChangeShapeType="1" noTextEdit="1"/>
              </p:cNvSpPr>
              <p:nvPr/>
            </p:nvSpPr>
            <p:spPr>
              <a:xfrm>
                <a:off x="563683" y="3041754"/>
                <a:ext cx="6098458" cy="2308324"/>
              </a:xfrm>
              <a:prstGeom prst="rect">
                <a:avLst/>
              </a:prstGeom>
              <a:blipFill>
                <a:blip r:embed="rId2"/>
                <a:stretch>
                  <a:fillRect l="-799" t="-1583" b="-3166"/>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FCF32615-56F4-49C1-AEC9-D1F26A68EB24}"/>
                  </a:ext>
                </a:extLst>
              </p:cNvPr>
              <p:cNvSpPr txBox="1"/>
              <p:nvPr/>
            </p:nvSpPr>
            <p:spPr>
              <a:xfrm>
                <a:off x="2597653" y="5493811"/>
                <a:ext cx="964559" cy="307777"/>
              </a:xfrm>
              <a:prstGeom prst="rect">
                <a:avLst/>
              </a:prstGeom>
              <a:noFill/>
            </p:spPr>
            <p:txBody>
              <a:bodyPr wrap="none" lIns="0" tIns="0" rIns="0" bIns="0" rtlCol="0">
                <a:spAutoFit/>
              </a:bodyPr>
              <a:lstStyle/>
              <a:p>
                <a14:m>
                  <m:oMath xmlns:m="http://schemas.openxmlformats.org/officeDocument/2006/math">
                    <m:r>
                      <a:rPr lang="es-NI" sz="2000" i="1" smtClean="0">
                        <a:latin typeface="Cambria Math" panose="02040503050406030204" pitchFamily="18" charset="0"/>
                      </a:rPr>
                      <m:t>𝛼</m:t>
                    </m:r>
                    <m:r>
                      <a:rPr lang="es-NI" sz="2000" i="0">
                        <a:latin typeface="Cambria Math" panose="02040503050406030204" pitchFamily="18" charset="0"/>
                      </a:rPr>
                      <m:t>=0.0</m:t>
                    </m:r>
                  </m:oMath>
                </a14:m>
                <a:r>
                  <a:rPr lang="es-NI" sz="2000" dirty="0"/>
                  <a:t>2</a:t>
                </a:r>
              </a:p>
            </p:txBody>
          </p:sp>
        </mc:Choice>
        <mc:Fallback xmlns="">
          <p:sp>
            <p:nvSpPr>
              <p:cNvPr id="8" name="CuadroTexto 7">
                <a:extLst>
                  <a:ext uri="{FF2B5EF4-FFF2-40B4-BE49-F238E27FC236}">
                    <a16:creationId xmlns:a16="http://schemas.microsoft.com/office/drawing/2014/main" id="{FCF32615-56F4-49C1-AEC9-D1F26A68EB24}"/>
                  </a:ext>
                </a:extLst>
              </p:cNvPr>
              <p:cNvSpPr txBox="1">
                <a:spLocks noRot="1" noChangeAspect="1" noMove="1" noResize="1" noEditPoints="1" noAdjustHandles="1" noChangeArrowheads="1" noChangeShapeType="1" noTextEdit="1"/>
              </p:cNvSpPr>
              <p:nvPr/>
            </p:nvSpPr>
            <p:spPr>
              <a:xfrm>
                <a:off x="2597653" y="5493811"/>
                <a:ext cx="964559" cy="307777"/>
              </a:xfrm>
              <a:prstGeom prst="rect">
                <a:avLst/>
              </a:prstGeom>
              <a:blipFill>
                <a:blip r:embed="rId3"/>
                <a:stretch>
                  <a:fillRect l="-6329" t="-25490" r="-15823" b="-49020"/>
                </a:stretch>
              </a:blipFill>
            </p:spPr>
            <p:txBody>
              <a:bodyPr/>
              <a:lstStyle/>
              <a:p>
                <a:r>
                  <a:rPr lang="es-NI">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2" name="Entrada de lápiz 1">
                <a:extLst>
                  <a:ext uri="{FF2B5EF4-FFF2-40B4-BE49-F238E27FC236}">
                    <a16:creationId xmlns:a16="http://schemas.microsoft.com/office/drawing/2014/main" id="{E0FB5838-2BE9-4B6E-8112-C135251B6D47}"/>
                  </a:ext>
                </a:extLst>
              </p14:cNvPr>
              <p14:cNvContentPartPr/>
              <p14:nvPr/>
            </p14:nvContentPartPr>
            <p14:xfrm>
              <a:off x="1946520" y="875160"/>
              <a:ext cx="6635160" cy="4983120"/>
            </p14:xfrm>
          </p:contentPart>
        </mc:Choice>
        <mc:Fallback xmlns="">
          <p:pic>
            <p:nvPicPr>
              <p:cNvPr id="2" name="Entrada de lápiz 1">
                <a:extLst>
                  <a:ext uri="{FF2B5EF4-FFF2-40B4-BE49-F238E27FC236}">
                    <a16:creationId xmlns:a16="http://schemas.microsoft.com/office/drawing/2014/main" id="{E0FB5838-2BE9-4B6E-8112-C135251B6D47}"/>
                  </a:ext>
                </a:extLst>
              </p:cNvPr>
              <p:cNvPicPr/>
              <p:nvPr/>
            </p:nvPicPr>
            <p:blipFill>
              <a:blip r:embed="rId5"/>
              <a:stretch>
                <a:fillRect/>
              </a:stretch>
            </p:blipFill>
            <p:spPr>
              <a:xfrm>
                <a:off x="1937160" y="865800"/>
                <a:ext cx="6653880" cy="50018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Entrada de lápiz 2">
                <a:extLst>
                  <a:ext uri="{FF2B5EF4-FFF2-40B4-BE49-F238E27FC236}">
                    <a16:creationId xmlns:a16="http://schemas.microsoft.com/office/drawing/2014/main" id="{5FF4158E-BD94-478F-B9E8-FF97BC8FDCF2}"/>
                  </a:ext>
                </a:extLst>
              </p14:cNvPr>
              <p14:cNvContentPartPr/>
              <p14:nvPr/>
            </p14:nvContentPartPr>
            <p14:xfrm>
              <a:off x="544680" y="2053800"/>
              <a:ext cx="7921080" cy="2188080"/>
            </p14:xfrm>
          </p:contentPart>
        </mc:Choice>
        <mc:Fallback>
          <p:pic>
            <p:nvPicPr>
              <p:cNvPr id="3" name="Entrada de lápiz 2">
                <a:extLst>
                  <a:ext uri="{FF2B5EF4-FFF2-40B4-BE49-F238E27FC236}">
                    <a16:creationId xmlns:a16="http://schemas.microsoft.com/office/drawing/2014/main" id="{5FF4158E-BD94-478F-B9E8-FF97BC8FDCF2}"/>
                  </a:ext>
                </a:extLst>
              </p:cNvPr>
              <p:cNvPicPr/>
              <p:nvPr/>
            </p:nvPicPr>
            <p:blipFill>
              <a:blip r:embed="rId7"/>
              <a:stretch>
                <a:fillRect/>
              </a:stretch>
            </p:blipFill>
            <p:spPr>
              <a:xfrm>
                <a:off x="535320" y="2044440"/>
                <a:ext cx="7939800" cy="2206800"/>
              </a:xfrm>
              <a:prstGeom prst="rect">
                <a:avLst/>
              </a:prstGeom>
            </p:spPr>
          </p:pic>
        </mc:Fallback>
      </mc:AlternateContent>
    </p:spTree>
    <p:extLst>
      <p:ext uri="{BB962C8B-B14F-4D97-AF65-F5344CB8AC3E}">
        <p14:creationId xmlns:p14="http://schemas.microsoft.com/office/powerpoint/2010/main" val="2468589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8EA9FEA-AA1D-4AC8-9248-33E443D87C57}"/>
              </a:ext>
            </a:extLst>
          </p:cNvPr>
          <p:cNvSpPr/>
          <p:nvPr/>
        </p:nvSpPr>
        <p:spPr>
          <a:xfrm>
            <a:off x="2123722" y="0"/>
            <a:ext cx="8200195"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 Ejemplo 2</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mc:AlternateContent xmlns:mc="http://schemas.openxmlformats.org/markup-compatibility/2006" xmlns:p14="http://schemas.microsoft.com/office/powerpoint/2010/main">
        <mc:Choice Requires="p14">
          <p:contentPart p14:bwMode="auto" r:id="rId2">
            <p14:nvContentPartPr>
              <p14:cNvPr id="2" name="Entrada de lápiz 1">
                <a:extLst>
                  <a:ext uri="{FF2B5EF4-FFF2-40B4-BE49-F238E27FC236}">
                    <a16:creationId xmlns:a16="http://schemas.microsoft.com/office/drawing/2014/main" id="{F1914AFE-B62D-4E71-A8A8-293CB7F21AA9}"/>
                  </a:ext>
                </a:extLst>
              </p14:cNvPr>
              <p14:cNvContentPartPr/>
              <p14:nvPr/>
            </p14:nvContentPartPr>
            <p14:xfrm>
              <a:off x="44640" y="1544760"/>
              <a:ext cx="5358240" cy="2009520"/>
            </p14:xfrm>
          </p:contentPart>
        </mc:Choice>
        <mc:Fallback xmlns="">
          <p:pic>
            <p:nvPicPr>
              <p:cNvPr id="2" name="Entrada de lápiz 1">
                <a:extLst>
                  <a:ext uri="{FF2B5EF4-FFF2-40B4-BE49-F238E27FC236}">
                    <a16:creationId xmlns:a16="http://schemas.microsoft.com/office/drawing/2014/main" id="{F1914AFE-B62D-4E71-A8A8-293CB7F21AA9}"/>
                  </a:ext>
                </a:extLst>
              </p:cNvPr>
              <p:cNvPicPr/>
              <p:nvPr/>
            </p:nvPicPr>
            <p:blipFill>
              <a:blip r:embed="rId3"/>
              <a:stretch>
                <a:fillRect/>
              </a:stretch>
            </p:blipFill>
            <p:spPr>
              <a:xfrm>
                <a:off x="35280" y="1535400"/>
                <a:ext cx="5376960" cy="2028240"/>
              </a:xfrm>
              <a:prstGeom prst="rect">
                <a:avLst/>
              </a:prstGeom>
            </p:spPr>
          </p:pic>
        </mc:Fallback>
      </mc:AlternateContent>
      <p:sp>
        <p:nvSpPr>
          <p:cNvPr id="9" name="CuadroTexto 8">
            <a:extLst>
              <a:ext uri="{FF2B5EF4-FFF2-40B4-BE49-F238E27FC236}">
                <a16:creationId xmlns:a16="http://schemas.microsoft.com/office/drawing/2014/main" id="{6E90CF2F-F9AC-4F84-B8B5-B8847CCCB1C6}"/>
              </a:ext>
            </a:extLst>
          </p:cNvPr>
          <p:cNvSpPr txBox="1"/>
          <p:nvPr/>
        </p:nvSpPr>
        <p:spPr>
          <a:xfrm>
            <a:off x="339213" y="830997"/>
            <a:ext cx="10825316" cy="1015663"/>
          </a:xfrm>
          <a:prstGeom prst="rect">
            <a:avLst/>
          </a:prstGeom>
          <a:noFill/>
        </p:spPr>
        <p:txBody>
          <a:bodyPr wrap="square">
            <a:spAutoFit/>
          </a:bodyPr>
          <a:lstStyle/>
          <a:p>
            <a:pPr algn="just"/>
            <a:r>
              <a:rPr lang="es-ES" sz="2000" b="1" i="0" dirty="0">
                <a:solidFill>
                  <a:srgbClr val="151515"/>
                </a:solidFill>
                <a:effectLst/>
                <a:latin typeface="Verdana" panose="020B0604030504040204" pitchFamily="34" charset="0"/>
                <a:ea typeface="Verdana" panose="020B0604030504040204" pitchFamily="34" charset="0"/>
              </a:rPr>
              <a:t>Paso 3: Calcular los valores críticos de prueba, definiendo la zona de aceptación y la zona de rechazo de “H</a:t>
            </a:r>
            <a:r>
              <a:rPr lang="es-ES" sz="2000" b="1" i="0" baseline="-25000" dirty="0">
                <a:solidFill>
                  <a:srgbClr val="151515"/>
                </a:solidFill>
                <a:effectLst/>
                <a:latin typeface="Verdana" panose="020B0604030504040204" pitchFamily="34" charset="0"/>
                <a:ea typeface="Verdana" panose="020B0604030504040204" pitchFamily="34" charset="0"/>
              </a:rPr>
              <a:t>0</a:t>
            </a:r>
            <a:r>
              <a:rPr lang="es-ES" sz="2000" b="1" i="0" dirty="0">
                <a:solidFill>
                  <a:srgbClr val="151515"/>
                </a:solidFill>
                <a:effectLst/>
                <a:latin typeface="Verdana" panose="020B0604030504040204" pitchFamily="34" charset="0"/>
                <a:ea typeface="Verdana" panose="020B0604030504040204" pitchFamily="34" charset="0"/>
              </a:rPr>
              <a:t>”</a:t>
            </a:r>
          </a:p>
          <a:p>
            <a:pPr algn="just"/>
            <a:endParaRPr lang="es-ES" sz="2000" b="0" i="0" dirty="0">
              <a:solidFill>
                <a:srgbClr val="151515"/>
              </a:solidFill>
              <a:effectLst/>
              <a:latin typeface="Verdana" panose="020B0604030504040204" pitchFamily="34" charset="0"/>
              <a:ea typeface="Verdana" panose="020B0604030504040204" pitchFamily="34" charset="0"/>
            </a:endParaRPr>
          </a:p>
        </p:txBody>
      </p:sp>
      <p:sp>
        <p:nvSpPr>
          <p:cNvPr id="10" name="CuadroTexto 9">
            <a:extLst>
              <a:ext uri="{FF2B5EF4-FFF2-40B4-BE49-F238E27FC236}">
                <a16:creationId xmlns:a16="http://schemas.microsoft.com/office/drawing/2014/main" id="{5025D39C-7526-4D6F-A74F-89B69DF94A59}"/>
              </a:ext>
            </a:extLst>
          </p:cNvPr>
          <p:cNvSpPr txBox="1"/>
          <p:nvPr/>
        </p:nvSpPr>
        <p:spPr>
          <a:xfrm>
            <a:off x="5751871" y="5321058"/>
            <a:ext cx="6098458" cy="1015663"/>
          </a:xfrm>
          <a:prstGeom prst="rect">
            <a:avLst/>
          </a:prstGeom>
          <a:noFill/>
        </p:spPr>
        <p:txBody>
          <a:bodyPr wrap="square">
            <a:spAutoFit/>
          </a:bodyPr>
          <a:lstStyle/>
          <a:p>
            <a:pPr algn="just"/>
            <a:r>
              <a:rPr lang="es-ES" sz="2000" dirty="0">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rPr>
              <a:t>Como n &lt;= 30 uso el valor t crítico, y trabajo con la tabla de valores t, por lo cual buscamos el valor de t en nuestra tabla t </a:t>
            </a:r>
          </a:p>
        </p:txBody>
      </p:sp>
      <p:sp>
        <p:nvSpPr>
          <p:cNvPr id="11" name="CuadroTexto 10">
            <a:extLst>
              <a:ext uri="{FF2B5EF4-FFF2-40B4-BE49-F238E27FC236}">
                <a16:creationId xmlns:a16="http://schemas.microsoft.com/office/drawing/2014/main" id="{604117DE-4BEA-4F0F-9255-925BA57B26D1}"/>
              </a:ext>
            </a:extLst>
          </p:cNvPr>
          <p:cNvSpPr txBox="1"/>
          <p:nvPr/>
        </p:nvSpPr>
        <p:spPr>
          <a:xfrm>
            <a:off x="6093542" y="2060364"/>
            <a:ext cx="6098458" cy="1938992"/>
          </a:xfrm>
          <a:prstGeom prst="rect">
            <a:avLst/>
          </a:prstGeom>
          <a:noFill/>
        </p:spPr>
        <p:txBody>
          <a:bodyPr wrap="square">
            <a:spAutoFit/>
          </a:bodyPr>
          <a:lstStyle/>
          <a:p>
            <a:pPr algn="just"/>
            <a:r>
              <a:rPr lang="es-ES" sz="2000" dirty="0">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rPr>
              <a:t>Z.R. = zona de rechazo</a:t>
            </a:r>
          </a:p>
          <a:p>
            <a:pPr algn="just"/>
            <a:r>
              <a:rPr lang="es-ES" sz="2000" dirty="0">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rPr>
              <a:t>Z.A. = zona de aceptación</a:t>
            </a:r>
          </a:p>
          <a:p>
            <a:pPr algn="just"/>
            <a:endParaRPr lang="es-ES" sz="2000" dirty="0">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endParaRPr>
          </a:p>
          <a:p>
            <a:pPr algn="just"/>
            <a:endParaRPr lang="es-ES" sz="2000" dirty="0">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endParaRPr>
          </a:p>
          <a:p>
            <a:pPr algn="just"/>
            <a:r>
              <a:rPr lang="es-ES" sz="2000" dirty="0">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rPr>
              <a:t>Grados de libertad= n-1 = 12 – 1 = 11</a:t>
            </a:r>
          </a:p>
          <a:p>
            <a:pPr algn="just"/>
            <a:r>
              <a:rPr lang="es-ES" sz="2000" dirty="0" err="1">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rPr>
              <a:t>gl</a:t>
            </a:r>
            <a:r>
              <a:rPr lang="es-ES" sz="2000" dirty="0">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rPr>
              <a:t>=11</a:t>
            </a:r>
          </a:p>
        </p:txBody>
      </p:sp>
      <mc:AlternateContent xmlns:mc="http://schemas.openxmlformats.org/markup-compatibility/2006" xmlns:p14="http://schemas.microsoft.com/office/powerpoint/2010/main">
        <mc:Choice Requires="p14">
          <p:contentPart p14:bwMode="auto" r:id="rId4">
            <p14:nvContentPartPr>
              <p14:cNvPr id="3" name="Entrada de lápiz 2">
                <a:extLst>
                  <a:ext uri="{FF2B5EF4-FFF2-40B4-BE49-F238E27FC236}">
                    <a16:creationId xmlns:a16="http://schemas.microsoft.com/office/drawing/2014/main" id="{7334916D-633B-4475-AB6A-8715A40A15D4}"/>
                  </a:ext>
                </a:extLst>
              </p14:cNvPr>
              <p14:cNvContentPartPr/>
              <p14:nvPr/>
            </p14:nvContentPartPr>
            <p14:xfrm>
              <a:off x="3795120" y="3196800"/>
              <a:ext cx="7483320" cy="3241800"/>
            </p14:xfrm>
          </p:contentPart>
        </mc:Choice>
        <mc:Fallback xmlns="">
          <p:pic>
            <p:nvPicPr>
              <p:cNvPr id="3" name="Entrada de lápiz 2">
                <a:extLst>
                  <a:ext uri="{FF2B5EF4-FFF2-40B4-BE49-F238E27FC236}">
                    <a16:creationId xmlns:a16="http://schemas.microsoft.com/office/drawing/2014/main" id="{7334916D-633B-4475-AB6A-8715A40A15D4}"/>
                  </a:ext>
                </a:extLst>
              </p:cNvPr>
              <p:cNvPicPr/>
              <p:nvPr/>
            </p:nvPicPr>
            <p:blipFill>
              <a:blip r:embed="rId5"/>
              <a:stretch>
                <a:fillRect/>
              </a:stretch>
            </p:blipFill>
            <p:spPr>
              <a:xfrm>
                <a:off x="3785760" y="3187440"/>
                <a:ext cx="7502040" cy="3260520"/>
              </a:xfrm>
              <a:prstGeom prst="rect">
                <a:avLst/>
              </a:prstGeom>
            </p:spPr>
          </p:pic>
        </mc:Fallback>
      </mc:AlternateContent>
    </p:spTree>
    <p:extLst>
      <p:ext uri="{BB962C8B-B14F-4D97-AF65-F5344CB8AC3E}">
        <p14:creationId xmlns:p14="http://schemas.microsoft.com/office/powerpoint/2010/main" val="1799804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8EA9FEA-AA1D-4AC8-9248-33E443D87C57}"/>
              </a:ext>
            </a:extLst>
          </p:cNvPr>
          <p:cNvSpPr/>
          <p:nvPr/>
        </p:nvSpPr>
        <p:spPr>
          <a:xfrm>
            <a:off x="2123722" y="0"/>
            <a:ext cx="8200195"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 Ejemplo 2</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pic>
        <p:nvPicPr>
          <p:cNvPr id="3" name="Imagen 2">
            <a:extLst>
              <a:ext uri="{FF2B5EF4-FFF2-40B4-BE49-F238E27FC236}">
                <a16:creationId xmlns:a16="http://schemas.microsoft.com/office/drawing/2014/main" id="{85744E7E-8EF2-4DC1-8AAC-9BD2B6367AF7}"/>
              </a:ext>
            </a:extLst>
          </p:cNvPr>
          <p:cNvPicPr>
            <a:picLocks noChangeAspect="1"/>
          </p:cNvPicPr>
          <p:nvPr/>
        </p:nvPicPr>
        <p:blipFill rotWithShape="1">
          <a:blip r:embed="rId2"/>
          <a:srcRect l="8952" t="12099" r="12056" b="8582"/>
          <a:stretch/>
        </p:blipFill>
        <p:spPr>
          <a:xfrm>
            <a:off x="1280652" y="811089"/>
            <a:ext cx="9630696" cy="5437068"/>
          </a:xfrm>
          <a:prstGeom prst="rect">
            <a:avLst/>
          </a:prstGeom>
        </p:spPr>
      </p:pic>
      <p:sp>
        <p:nvSpPr>
          <p:cNvPr id="5" name="Elipse 4">
            <a:extLst>
              <a:ext uri="{FF2B5EF4-FFF2-40B4-BE49-F238E27FC236}">
                <a16:creationId xmlns:a16="http://schemas.microsoft.com/office/drawing/2014/main" id="{A28611D0-59B7-4903-9C81-59223C1B153C}"/>
              </a:ext>
            </a:extLst>
          </p:cNvPr>
          <p:cNvSpPr/>
          <p:nvPr/>
        </p:nvSpPr>
        <p:spPr>
          <a:xfrm>
            <a:off x="8318090" y="4380271"/>
            <a:ext cx="648929" cy="32446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7" name="Conector recto de flecha 6">
            <a:extLst>
              <a:ext uri="{FF2B5EF4-FFF2-40B4-BE49-F238E27FC236}">
                <a16:creationId xmlns:a16="http://schemas.microsoft.com/office/drawing/2014/main" id="{E321B7E0-7B67-41AF-989F-F1E3D11E3B7F}"/>
              </a:ext>
            </a:extLst>
          </p:cNvPr>
          <p:cNvCxnSpPr>
            <a:cxnSpLocks/>
            <a:endCxn id="5" idx="6"/>
          </p:cNvCxnSpPr>
          <p:nvPr/>
        </p:nvCxnSpPr>
        <p:spPr>
          <a:xfrm>
            <a:off x="8967019" y="2020529"/>
            <a:ext cx="0" cy="252197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0361FC1F-4B1D-4D48-8898-8D5265E39F52}"/>
              </a:ext>
            </a:extLst>
          </p:cNvPr>
          <p:cNvCxnSpPr>
            <a:cxnSpLocks/>
          </p:cNvCxnSpPr>
          <p:nvPr/>
        </p:nvCxnSpPr>
        <p:spPr>
          <a:xfrm>
            <a:off x="2330245" y="4704735"/>
            <a:ext cx="598784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Elipse 13">
            <a:extLst>
              <a:ext uri="{FF2B5EF4-FFF2-40B4-BE49-F238E27FC236}">
                <a16:creationId xmlns:a16="http://schemas.microsoft.com/office/drawing/2014/main" id="{0C8674D7-F533-47B1-A31E-E0DC7AFD8AB0}"/>
              </a:ext>
            </a:extLst>
          </p:cNvPr>
          <p:cNvSpPr/>
          <p:nvPr/>
        </p:nvSpPr>
        <p:spPr>
          <a:xfrm>
            <a:off x="8316861" y="1828801"/>
            <a:ext cx="648929" cy="32446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Elipse 14">
            <a:extLst>
              <a:ext uri="{FF2B5EF4-FFF2-40B4-BE49-F238E27FC236}">
                <a16:creationId xmlns:a16="http://schemas.microsoft.com/office/drawing/2014/main" id="{E4541E5B-8B01-4E45-BE46-107BC9ED7753}"/>
              </a:ext>
            </a:extLst>
          </p:cNvPr>
          <p:cNvSpPr/>
          <p:nvPr/>
        </p:nvSpPr>
        <p:spPr>
          <a:xfrm>
            <a:off x="2181486" y="4380271"/>
            <a:ext cx="648929" cy="32446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ECB725A2-9080-4B1B-A717-2947FDF61330}"/>
                  </a:ext>
                </a:extLst>
              </p:cNvPr>
              <p:cNvSpPr txBox="1"/>
              <p:nvPr/>
            </p:nvSpPr>
            <p:spPr>
              <a:xfrm>
                <a:off x="8540387" y="1336357"/>
                <a:ext cx="381515"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NI" sz="3200" b="1" smtClean="0">
                          <a:solidFill>
                            <a:srgbClr val="FF0000"/>
                          </a:solidFill>
                          <a:latin typeface="Cambria Math" panose="02040503050406030204" pitchFamily="18" charset="0"/>
                        </a:rPr>
                        <m:t>∝</m:t>
                      </m:r>
                    </m:oMath>
                  </m:oMathPara>
                </a14:m>
                <a:endParaRPr lang="es-NI" sz="3200" b="1" dirty="0">
                  <a:solidFill>
                    <a:srgbClr val="FF0000"/>
                  </a:solidFill>
                </a:endParaRPr>
              </a:p>
            </p:txBody>
          </p:sp>
        </mc:Choice>
        <mc:Fallback xmlns="">
          <p:sp>
            <p:nvSpPr>
              <p:cNvPr id="16" name="CuadroTexto 15">
                <a:extLst>
                  <a:ext uri="{FF2B5EF4-FFF2-40B4-BE49-F238E27FC236}">
                    <a16:creationId xmlns:a16="http://schemas.microsoft.com/office/drawing/2014/main" id="{ECB725A2-9080-4B1B-A717-2947FDF61330}"/>
                  </a:ext>
                </a:extLst>
              </p:cNvPr>
              <p:cNvSpPr txBox="1">
                <a:spLocks noRot="1" noChangeAspect="1" noMove="1" noResize="1" noEditPoints="1" noAdjustHandles="1" noChangeArrowheads="1" noChangeShapeType="1" noTextEdit="1"/>
              </p:cNvSpPr>
              <p:nvPr/>
            </p:nvSpPr>
            <p:spPr>
              <a:xfrm>
                <a:off x="8540387" y="1336357"/>
                <a:ext cx="381515" cy="492443"/>
              </a:xfrm>
              <a:prstGeom prst="rect">
                <a:avLst/>
              </a:prstGeom>
              <a:blipFill>
                <a:blip r:embed="rId3"/>
                <a:stretch>
                  <a:fillRect/>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CC88E176-13FE-4597-A828-AD57F5A02B09}"/>
                  </a:ext>
                </a:extLst>
              </p:cNvPr>
              <p:cNvSpPr txBox="1"/>
              <p:nvPr/>
            </p:nvSpPr>
            <p:spPr>
              <a:xfrm>
                <a:off x="1735900" y="4380271"/>
                <a:ext cx="45044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NI" sz="2400" b="1" i="1" smtClean="0">
                          <a:solidFill>
                            <a:srgbClr val="FF0000"/>
                          </a:solidFill>
                          <a:latin typeface="Cambria Math" panose="02040503050406030204" pitchFamily="18" charset="0"/>
                        </a:rPr>
                        <m:t>𝑮𝑳</m:t>
                      </m:r>
                    </m:oMath>
                  </m:oMathPara>
                </a14:m>
                <a:endParaRPr lang="es-NI" sz="2400" b="1" dirty="0">
                  <a:solidFill>
                    <a:srgbClr val="FF0000"/>
                  </a:solidFill>
                </a:endParaRPr>
              </a:p>
            </p:txBody>
          </p:sp>
        </mc:Choice>
        <mc:Fallback xmlns="">
          <p:sp>
            <p:nvSpPr>
              <p:cNvPr id="17" name="CuadroTexto 16">
                <a:extLst>
                  <a:ext uri="{FF2B5EF4-FFF2-40B4-BE49-F238E27FC236}">
                    <a16:creationId xmlns:a16="http://schemas.microsoft.com/office/drawing/2014/main" id="{CC88E176-13FE-4597-A828-AD57F5A02B09}"/>
                  </a:ext>
                </a:extLst>
              </p:cNvPr>
              <p:cNvSpPr txBox="1">
                <a:spLocks noRot="1" noChangeAspect="1" noMove="1" noResize="1" noEditPoints="1" noAdjustHandles="1" noChangeArrowheads="1" noChangeShapeType="1" noTextEdit="1"/>
              </p:cNvSpPr>
              <p:nvPr/>
            </p:nvSpPr>
            <p:spPr>
              <a:xfrm>
                <a:off x="1735900" y="4380271"/>
                <a:ext cx="450444" cy="369332"/>
              </a:xfrm>
              <a:prstGeom prst="rect">
                <a:avLst/>
              </a:prstGeom>
              <a:blipFill>
                <a:blip r:embed="rId4"/>
                <a:stretch>
                  <a:fillRect l="-16216" r="-14865" b="-6667"/>
                </a:stretch>
              </a:blipFill>
            </p:spPr>
            <p:txBody>
              <a:bodyPr/>
              <a:lstStyle/>
              <a:p>
                <a:r>
                  <a:rPr lang="es-NI">
                    <a:noFill/>
                  </a:rPr>
                  <a:t> </a:t>
                </a:r>
              </a:p>
            </p:txBody>
          </p:sp>
        </mc:Fallback>
      </mc:AlternateContent>
    </p:spTree>
    <p:extLst>
      <p:ext uri="{BB962C8B-B14F-4D97-AF65-F5344CB8AC3E}">
        <p14:creationId xmlns:p14="http://schemas.microsoft.com/office/powerpoint/2010/main" val="2472792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8EA9FEA-AA1D-4AC8-9248-33E443D87C57}"/>
              </a:ext>
            </a:extLst>
          </p:cNvPr>
          <p:cNvSpPr/>
          <p:nvPr/>
        </p:nvSpPr>
        <p:spPr>
          <a:xfrm>
            <a:off x="2123722" y="0"/>
            <a:ext cx="8200195"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 Ejemplo 2</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mc:AlternateContent xmlns:mc="http://schemas.openxmlformats.org/markup-compatibility/2006" xmlns:p14="http://schemas.microsoft.com/office/powerpoint/2010/main">
        <mc:Choice Requires="p14">
          <p:contentPart p14:bwMode="auto" r:id="rId2">
            <p14:nvContentPartPr>
              <p14:cNvPr id="2" name="Entrada de lápiz 1">
                <a:extLst>
                  <a:ext uri="{FF2B5EF4-FFF2-40B4-BE49-F238E27FC236}">
                    <a16:creationId xmlns:a16="http://schemas.microsoft.com/office/drawing/2014/main" id="{059CA0B4-1506-49D9-AEAE-01056CEDA4F4}"/>
                  </a:ext>
                </a:extLst>
              </p14:cNvPr>
              <p14:cNvContentPartPr/>
              <p14:nvPr/>
            </p14:nvContentPartPr>
            <p14:xfrm>
              <a:off x="177375" y="1661994"/>
              <a:ext cx="6242040" cy="3625920"/>
            </p14:xfrm>
          </p:contentPart>
        </mc:Choice>
        <mc:Fallback xmlns="">
          <p:pic>
            <p:nvPicPr>
              <p:cNvPr id="2" name="Entrada de lápiz 1">
                <a:extLst>
                  <a:ext uri="{FF2B5EF4-FFF2-40B4-BE49-F238E27FC236}">
                    <a16:creationId xmlns:a16="http://schemas.microsoft.com/office/drawing/2014/main" id="{059CA0B4-1506-49D9-AEAE-01056CEDA4F4}"/>
                  </a:ext>
                </a:extLst>
              </p:cNvPr>
              <p:cNvPicPr/>
              <p:nvPr/>
            </p:nvPicPr>
            <p:blipFill>
              <a:blip r:embed="rId3"/>
              <a:stretch>
                <a:fillRect/>
              </a:stretch>
            </p:blipFill>
            <p:spPr>
              <a:xfrm>
                <a:off x="168015" y="1652634"/>
                <a:ext cx="6260760" cy="3644640"/>
              </a:xfrm>
              <a:prstGeom prst="rect">
                <a:avLst/>
              </a:prstGeom>
            </p:spPr>
          </p:pic>
        </mc:Fallback>
      </mc:AlternateContent>
      <p:sp>
        <p:nvSpPr>
          <p:cNvPr id="5" name="CuadroTexto 4">
            <a:extLst>
              <a:ext uri="{FF2B5EF4-FFF2-40B4-BE49-F238E27FC236}">
                <a16:creationId xmlns:a16="http://schemas.microsoft.com/office/drawing/2014/main" id="{5DC6BCC2-E01A-4EFB-B312-E64D0FA62876}"/>
              </a:ext>
            </a:extLst>
          </p:cNvPr>
          <p:cNvSpPr txBox="1"/>
          <p:nvPr/>
        </p:nvSpPr>
        <p:spPr>
          <a:xfrm>
            <a:off x="5007078" y="4304520"/>
            <a:ext cx="6614652" cy="1323439"/>
          </a:xfrm>
          <a:prstGeom prst="rect">
            <a:avLst/>
          </a:prstGeom>
          <a:noFill/>
        </p:spPr>
        <p:txBody>
          <a:bodyPr wrap="square">
            <a:spAutoFit/>
          </a:bodyPr>
          <a:lstStyle/>
          <a:p>
            <a:pPr algn="just"/>
            <a:r>
              <a:rPr lang="es-ES" sz="2000" dirty="0">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rPr>
              <a:t>Como la gráfica tiene dos colas colocamos cada uno de los valores t a cada lado, dejando una zona de rechazo siendo menor que -2.72 y mayor a 2.72</a:t>
            </a:r>
          </a:p>
        </p:txBody>
      </p:sp>
      <p:sp>
        <p:nvSpPr>
          <p:cNvPr id="6" name="CuadroTexto 5">
            <a:extLst>
              <a:ext uri="{FF2B5EF4-FFF2-40B4-BE49-F238E27FC236}">
                <a16:creationId xmlns:a16="http://schemas.microsoft.com/office/drawing/2014/main" id="{856C00FB-DCE8-48C1-9F21-832B9DC12F99}"/>
              </a:ext>
            </a:extLst>
          </p:cNvPr>
          <p:cNvSpPr txBox="1"/>
          <p:nvPr/>
        </p:nvSpPr>
        <p:spPr>
          <a:xfrm>
            <a:off x="339213" y="830997"/>
            <a:ext cx="10825316" cy="1015663"/>
          </a:xfrm>
          <a:prstGeom prst="rect">
            <a:avLst/>
          </a:prstGeom>
          <a:noFill/>
        </p:spPr>
        <p:txBody>
          <a:bodyPr wrap="square">
            <a:spAutoFit/>
          </a:bodyPr>
          <a:lstStyle/>
          <a:p>
            <a:pPr algn="just"/>
            <a:r>
              <a:rPr lang="es-ES" sz="2000" b="1" i="0" dirty="0">
                <a:solidFill>
                  <a:srgbClr val="151515"/>
                </a:solidFill>
                <a:effectLst/>
                <a:latin typeface="Verdana" panose="020B0604030504040204" pitchFamily="34" charset="0"/>
                <a:ea typeface="Verdana" panose="020B0604030504040204" pitchFamily="34" charset="0"/>
              </a:rPr>
              <a:t>Paso 3: Calcular los valores críticos de prueba, definiendo la zona de aceptación y la zona de rechazo de “H</a:t>
            </a:r>
            <a:r>
              <a:rPr lang="es-ES" sz="2000" b="1" i="0" baseline="-25000" dirty="0">
                <a:solidFill>
                  <a:srgbClr val="151515"/>
                </a:solidFill>
                <a:effectLst/>
                <a:latin typeface="Verdana" panose="020B0604030504040204" pitchFamily="34" charset="0"/>
                <a:ea typeface="Verdana" panose="020B0604030504040204" pitchFamily="34" charset="0"/>
              </a:rPr>
              <a:t>0</a:t>
            </a:r>
            <a:r>
              <a:rPr lang="es-ES" sz="2000" b="1" i="0" dirty="0">
                <a:solidFill>
                  <a:srgbClr val="151515"/>
                </a:solidFill>
                <a:effectLst/>
                <a:latin typeface="Verdana" panose="020B0604030504040204" pitchFamily="34" charset="0"/>
                <a:ea typeface="Verdana" panose="020B0604030504040204" pitchFamily="34" charset="0"/>
              </a:rPr>
              <a:t>”</a:t>
            </a:r>
          </a:p>
          <a:p>
            <a:pPr algn="just"/>
            <a:endParaRPr lang="es-ES" sz="2000" b="0" i="0" dirty="0">
              <a:solidFill>
                <a:srgbClr val="151515"/>
              </a:solidFill>
              <a:effectLst/>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423546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8EA9FEA-AA1D-4AC8-9248-33E443D87C57}"/>
              </a:ext>
            </a:extLst>
          </p:cNvPr>
          <p:cNvSpPr/>
          <p:nvPr/>
        </p:nvSpPr>
        <p:spPr>
          <a:xfrm>
            <a:off x="2123722" y="0"/>
            <a:ext cx="8200195"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 Ejemplo 2</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6" name="CuadroTexto 5">
            <a:extLst>
              <a:ext uri="{FF2B5EF4-FFF2-40B4-BE49-F238E27FC236}">
                <a16:creationId xmlns:a16="http://schemas.microsoft.com/office/drawing/2014/main" id="{4012E36B-1066-416F-88B5-A87F627A36C2}"/>
              </a:ext>
            </a:extLst>
          </p:cNvPr>
          <p:cNvSpPr txBox="1"/>
          <p:nvPr/>
        </p:nvSpPr>
        <p:spPr>
          <a:xfrm>
            <a:off x="339213" y="758225"/>
            <a:ext cx="10825316" cy="1015663"/>
          </a:xfrm>
          <a:prstGeom prst="rect">
            <a:avLst/>
          </a:prstGeom>
          <a:noFill/>
        </p:spPr>
        <p:txBody>
          <a:bodyPr wrap="square">
            <a:spAutoFit/>
          </a:bodyPr>
          <a:lstStyle/>
          <a:p>
            <a:pPr algn="just"/>
            <a:r>
              <a:rPr lang="es-ES" sz="2000" b="1" i="0" dirty="0">
                <a:solidFill>
                  <a:srgbClr val="151515"/>
                </a:solidFill>
                <a:effectLst/>
                <a:latin typeface="Verdana" panose="020B0604030504040204" pitchFamily="34" charset="0"/>
                <a:ea typeface="Verdana" panose="020B0604030504040204" pitchFamily="34" charset="0"/>
              </a:rPr>
              <a:t>Paso 3: Calcular los valores críticos de prueba, definiendo la zona de aceptación y la zona de rechazo de “H</a:t>
            </a:r>
            <a:r>
              <a:rPr lang="es-ES" sz="2000" b="1" i="0" baseline="-25000" dirty="0">
                <a:solidFill>
                  <a:srgbClr val="151515"/>
                </a:solidFill>
                <a:effectLst/>
                <a:latin typeface="Verdana" panose="020B0604030504040204" pitchFamily="34" charset="0"/>
                <a:ea typeface="Verdana" panose="020B0604030504040204" pitchFamily="34" charset="0"/>
              </a:rPr>
              <a:t>0</a:t>
            </a:r>
            <a:r>
              <a:rPr lang="es-ES" sz="2000" b="1" i="0" dirty="0">
                <a:solidFill>
                  <a:srgbClr val="151515"/>
                </a:solidFill>
                <a:effectLst/>
                <a:latin typeface="Verdana" panose="020B0604030504040204" pitchFamily="34" charset="0"/>
                <a:ea typeface="Verdana" panose="020B0604030504040204" pitchFamily="34" charset="0"/>
              </a:rPr>
              <a:t>”</a:t>
            </a:r>
          </a:p>
          <a:p>
            <a:pPr algn="just"/>
            <a:endParaRPr lang="es-ES" sz="2000" b="0" i="0" dirty="0">
              <a:solidFill>
                <a:srgbClr val="151515"/>
              </a:solidFill>
              <a:effectLst/>
              <a:latin typeface="Verdana" panose="020B0604030504040204" pitchFamily="34" charset="0"/>
              <a:ea typeface="Verdana" panose="020B0604030504040204" pitchFamily="34" charset="0"/>
            </a:endParaRPr>
          </a:p>
        </p:txBody>
      </p:sp>
      <mc:AlternateContent xmlns:mc="http://schemas.openxmlformats.org/markup-compatibility/2006" xmlns:p14="http://schemas.microsoft.com/office/powerpoint/2010/main">
        <mc:Choice Requires="p14">
          <p:contentPart p14:bwMode="auto" r:id="rId2">
            <p14:nvContentPartPr>
              <p14:cNvPr id="7" name="Entrada de lápiz 6">
                <a:extLst>
                  <a:ext uri="{FF2B5EF4-FFF2-40B4-BE49-F238E27FC236}">
                    <a16:creationId xmlns:a16="http://schemas.microsoft.com/office/drawing/2014/main" id="{F6AD4DC3-8DF8-4BA7-9957-3F0E8AEB1E11}"/>
                  </a:ext>
                </a:extLst>
              </p14:cNvPr>
              <p14:cNvContentPartPr/>
              <p14:nvPr/>
            </p14:nvContentPartPr>
            <p14:xfrm>
              <a:off x="177375" y="1661994"/>
              <a:ext cx="6242040" cy="3625920"/>
            </p14:xfrm>
          </p:contentPart>
        </mc:Choice>
        <mc:Fallback xmlns="">
          <p:pic>
            <p:nvPicPr>
              <p:cNvPr id="7" name="Entrada de lápiz 6">
                <a:extLst>
                  <a:ext uri="{FF2B5EF4-FFF2-40B4-BE49-F238E27FC236}">
                    <a16:creationId xmlns:a16="http://schemas.microsoft.com/office/drawing/2014/main" id="{F6AD4DC3-8DF8-4BA7-9957-3F0E8AEB1E11}"/>
                  </a:ext>
                </a:extLst>
              </p:cNvPr>
              <p:cNvPicPr/>
              <p:nvPr/>
            </p:nvPicPr>
            <p:blipFill>
              <a:blip r:embed="rId3"/>
              <a:stretch>
                <a:fillRect/>
              </a:stretch>
            </p:blipFill>
            <p:spPr>
              <a:xfrm>
                <a:off x="168015" y="1652634"/>
                <a:ext cx="6260760" cy="3644640"/>
              </a:xfrm>
              <a:prstGeom prst="rect">
                <a:avLst/>
              </a:prstGeom>
            </p:spPr>
          </p:pic>
        </mc:Fallback>
      </mc:AlternateContent>
      <p:sp>
        <p:nvSpPr>
          <p:cNvPr id="8" name="CuadroTexto 7">
            <a:extLst>
              <a:ext uri="{FF2B5EF4-FFF2-40B4-BE49-F238E27FC236}">
                <a16:creationId xmlns:a16="http://schemas.microsoft.com/office/drawing/2014/main" id="{370ACA9B-E4C7-4E2F-B5DD-AD22E4042BFE}"/>
              </a:ext>
            </a:extLst>
          </p:cNvPr>
          <p:cNvSpPr txBox="1"/>
          <p:nvPr/>
        </p:nvSpPr>
        <p:spPr>
          <a:xfrm>
            <a:off x="6909620" y="1526181"/>
            <a:ext cx="1747683" cy="707886"/>
          </a:xfrm>
          <a:prstGeom prst="rect">
            <a:avLst/>
          </a:prstGeom>
          <a:noFill/>
        </p:spPr>
        <p:txBody>
          <a:bodyPr wrap="square">
            <a:spAutoFit/>
          </a:bodyPr>
          <a:lstStyle/>
          <a:p>
            <a:pPr algn="just"/>
            <a:r>
              <a:rPr lang="es-ES" sz="2000" dirty="0">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rPr>
              <a:t>Tc= 2.72</a:t>
            </a:r>
          </a:p>
          <a:p>
            <a:pPr algn="just"/>
            <a:r>
              <a:rPr lang="es-ES" sz="2000" dirty="0" err="1">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rPr>
              <a:t>Tp</a:t>
            </a:r>
            <a:r>
              <a:rPr lang="es-ES" sz="2000" dirty="0">
                <a:ln w="0"/>
                <a:effectLst>
                  <a:outerShdw blurRad="38100" dist="19050" dir="2700000" algn="tl" rotWithShape="0">
                    <a:schemeClr val="dk1">
                      <a:alpha val="40000"/>
                    </a:schemeClr>
                  </a:outerShdw>
                </a:effectLst>
                <a:latin typeface="Verdana" panose="020B0604030504040204" pitchFamily="34" charset="0"/>
                <a:ea typeface="Verdana" panose="020B0604030504040204" pitchFamily="34" charset="0"/>
              </a:rPr>
              <a:t>=?</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49692504-3714-4993-9059-C04A33BCB135}"/>
                  </a:ext>
                </a:extLst>
              </p:cNvPr>
              <p:cNvSpPr txBox="1"/>
              <p:nvPr/>
            </p:nvSpPr>
            <p:spPr>
              <a:xfrm>
                <a:off x="527192" y="4263562"/>
                <a:ext cx="205896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s-NI" sz="2800" i="1" smtClean="0">
                              <a:solidFill>
                                <a:srgbClr val="836967"/>
                              </a:solidFill>
                              <a:latin typeface="Cambria Math" panose="02040503050406030204" pitchFamily="18" charset="0"/>
                            </a:rPr>
                          </m:ctrlPr>
                        </m:accPr>
                        <m:e>
                          <m:r>
                            <a:rPr lang="es-NI" sz="2800" i="1">
                              <a:latin typeface="Cambria Math" panose="02040503050406030204" pitchFamily="18" charset="0"/>
                            </a:rPr>
                            <m:t>𝜎</m:t>
                          </m:r>
                        </m:e>
                      </m:acc>
                      <m:r>
                        <a:rPr lang="es-NI" sz="2800" i="0">
                          <a:latin typeface="Cambria Math" panose="02040503050406030204" pitchFamily="18" charset="0"/>
                        </a:rPr>
                        <m:t>=</m:t>
                      </m:r>
                      <m:r>
                        <m:rPr>
                          <m:sty m:val="p"/>
                        </m:rPr>
                        <a:rPr lang="es-NI" sz="2800" b="0" i="0" smtClean="0">
                          <a:latin typeface="Cambria Math" panose="02040503050406030204" pitchFamily="18" charset="0"/>
                        </a:rPr>
                        <m:t>s</m:t>
                      </m:r>
                      <m:r>
                        <a:rPr lang="es-NI" sz="2800" i="0">
                          <a:latin typeface="Cambria Math" panose="02040503050406030204" pitchFamily="18" charset="0"/>
                        </a:rPr>
                        <m:t>=1.78</m:t>
                      </m:r>
                    </m:oMath>
                  </m:oMathPara>
                </a14:m>
                <a:endParaRPr lang="es-NI" sz="2800" dirty="0"/>
              </a:p>
            </p:txBody>
          </p:sp>
        </mc:Choice>
        <mc:Fallback xmlns="">
          <p:sp>
            <p:nvSpPr>
              <p:cNvPr id="3" name="CuadroTexto 2">
                <a:extLst>
                  <a:ext uri="{FF2B5EF4-FFF2-40B4-BE49-F238E27FC236}">
                    <a16:creationId xmlns:a16="http://schemas.microsoft.com/office/drawing/2014/main" id="{49692504-3714-4993-9059-C04A33BCB135}"/>
                  </a:ext>
                </a:extLst>
              </p:cNvPr>
              <p:cNvSpPr txBox="1">
                <a:spLocks noRot="1" noChangeAspect="1" noMove="1" noResize="1" noEditPoints="1" noAdjustHandles="1" noChangeArrowheads="1" noChangeShapeType="1" noTextEdit="1"/>
              </p:cNvSpPr>
              <p:nvPr/>
            </p:nvSpPr>
            <p:spPr>
              <a:xfrm>
                <a:off x="527192" y="4263562"/>
                <a:ext cx="2058962" cy="430887"/>
              </a:xfrm>
              <a:prstGeom prst="rect">
                <a:avLst/>
              </a:prstGeom>
              <a:blipFill>
                <a:blip r:embed="rId4"/>
                <a:stretch>
                  <a:fillRect/>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A4BE2DA7-AEA0-4FB2-9EA9-A52119FD6DD1}"/>
                  </a:ext>
                </a:extLst>
              </p:cNvPr>
              <p:cNvSpPr txBox="1"/>
              <p:nvPr/>
            </p:nvSpPr>
            <p:spPr>
              <a:xfrm>
                <a:off x="339213" y="5122301"/>
                <a:ext cx="5368842" cy="9006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NI" sz="2800" i="1" smtClean="0">
                              <a:solidFill>
                                <a:srgbClr val="836967"/>
                              </a:solidFill>
                              <a:latin typeface="Cambria Math" panose="02040503050406030204" pitchFamily="18" charset="0"/>
                            </a:rPr>
                          </m:ctrlPr>
                        </m:sSubPr>
                        <m:e>
                          <m:acc>
                            <m:accPr>
                              <m:chr m:val="̂"/>
                              <m:ctrlPr>
                                <a:rPr lang="es-NI" sz="2800" i="1">
                                  <a:solidFill>
                                    <a:srgbClr val="836967"/>
                                  </a:solidFill>
                                  <a:latin typeface="Cambria Math" panose="02040503050406030204" pitchFamily="18" charset="0"/>
                                </a:rPr>
                              </m:ctrlPr>
                            </m:accPr>
                            <m:e>
                              <m:r>
                                <a:rPr lang="es-NI" sz="2800" i="1">
                                  <a:latin typeface="Cambria Math" panose="02040503050406030204" pitchFamily="18" charset="0"/>
                                </a:rPr>
                                <m:t>𝜎</m:t>
                              </m:r>
                            </m:e>
                          </m:acc>
                        </m:e>
                        <m:sub>
                          <m:acc>
                            <m:accPr>
                              <m:chr m:val="̅"/>
                              <m:ctrlPr>
                                <a:rPr lang="es-NI" sz="2800" i="1">
                                  <a:solidFill>
                                    <a:srgbClr val="836967"/>
                                  </a:solidFill>
                                  <a:latin typeface="Cambria Math" panose="02040503050406030204" pitchFamily="18" charset="0"/>
                                </a:rPr>
                              </m:ctrlPr>
                            </m:accPr>
                            <m:e>
                              <m:r>
                                <a:rPr lang="es-NI" sz="2800" i="1">
                                  <a:latin typeface="Cambria Math" panose="02040503050406030204" pitchFamily="18" charset="0"/>
                                </a:rPr>
                                <m:t>𝑥</m:t>
                              </m:r>
                            </m:e>
                          </m:acc>
                        </m:sub>
                      </m:sSub>
                      <m:r>
                        <a:rPr lang="es-NI" sz="2800" i="0">
                          <a:latin typeface="Cambria Math" panose="02040503050406030204" pitchFamily="18" charset="0"/>
                        </a:rPr>
                        <m:t>=</m:t>
                      </m:r>
                      <m:f>
                        <m:fPr>
                          <m:ctrlPr>
                            <a:rPr lang="es-NI" sz="2800" i="1">
                              <a:solidFill>
                                <a:srgbClr val="836967"/>
                              </a:solidFill>
                              <a:latin typeface="Cambria Math" panose="02040503050406030204" pitchFamily="18" charset="0"/>
                            </a:rPr>
                          </m:ctrlPr>
                        </m:fPr>
                        <m:num>
                          <m:acc>
                            <m:accPr>
                              <m:chr m:val="̂"/>
                              <m:ctrlPr>
                                <a:rPr lang="es-NI" sz="2800" i="1">
                                  <a:solidFill>
                                    <a:srgbClr val="836967"/>
                                  </a:solidFill>
                                  <a:latin typeface="Cambria Math" panose="02040503050406030204" pitchFamily="18" charset="0"/>
                                </a:rPr>
                              </m:ctrlPr>
                            </m:accPr>
                            <m:e>
                              <m:r>
                                <a:rPr lang="es-NI" sz="2800" i="1">
                                  <a:latin typeface="Cambria Math" panose="02040503050406030204" pitchFamily="18" charset="0"/>
                                </a:rPr>
                                <m:t>𝜎</m:t>
                              </m:r>
                            </m:e>
                          </m:acc>
                        </m:num>
                        <m:den>
                          <m:rad>
                            <m:radPr>
                              <m:degHide m:val="on"/>
                              <m:ctrlPr>
                                <a:rPr lang="es-NI" sz="2800" i="1">
                                  <a:solidFill>
                                    <a:srgbClr val="836967"/>
                                  </a:solidFill>
                                  <a:latin typeface="Cambria Math" panose="02040503050406030204" pitchFamily="18" charset="0"/>
                                </a:rPr>
                              </m:ctrlPr>
                            </m:radPr>
                            <m:deg/>
                            <m:e>
                              <m:r>
                                <a:rPr lang="es-NI" sz="2800" i="1">
                                  <a:latin typeface="Cambria Math" panose="02040503050406030204" pitchFamily="18" charset="0"/>
                                </a:rPr>
                                <m:t>𝑛</m:t>
                              </m:r>
                            </m:e>
                          </m:rad>
                        </m:den>
                      </m:f>
                      <m:r>
                        <a:rPr lang="es-NI" sz="2800" i="0">
                          <a:latin typeface="Cambria Math" panose="02040503050406030204" pitchFamily="18" charset="0"/>
                        </a:rPr>
                        <m:t>=</m:t>
                      </m:r>
                      <m:f>
                        <m:fPr>
                          <m:ctrlPr>
                            <a:rPr lang="es-NI" sz="2800" i="1">
                              <a:solidFill>
                                <a:srgbClr val="836967"/>
                              </a:solidFill>
                              <a:latin typeface="Cambria Math" panose="02040503050406030204" pitchFamily="18" charset="0"/>
                            </a:rPr>
                          </m:ctrlPr>
                        </m:fPr>
                        <m:num>
                          <m:r>
                            <a:rPr lang="es-NI" sz="2800" i="0">
                              <a:latin typeface="Cambria Math" panose="02040503050406030204" pitchFamily="18" charset="0"/>
                            </a:rPr>
                            <m:t>1.78</m:t>
                          </m:r>
                        </m:num>
                        <m:den>
                          <m:rad>
                            <m:radPr>
                              <m:degHide m:val="on"/>
                              <m:ctrlPr>
                                <a:rPr lang="es-NI" sz="2800" i="1">
                                  <a:solidFill>
                                    <a:srgbClr val="836967"/>
                                  </a:solidFill>
                                  <a:latin typeface="Cambria Math" panose="02040503050406030204" pitchFamily="18" charset="0"/>
                                </a:rPr>
                              </m:ctrlPr>
                            </m:radPr>
                            <m:deg/>
                            <m:e>
                              <m:r>
                                <a:rPr lang="es-NI" sz="2800" i="0">
                                  <a:latin typeface="Cambria Math" panose="02040503050406030204" pitchFamily="18" charset="0"/>
                                </a:rPr>
                                <m:t>12</m:t>
                              </m:r>
                            </m:e>
                          </m:rad>
                        </m:den>
                      </m:f>
                      <m:r>
                        <a:rPr lang="es-NI" sz="2800" i="0">
                          <a:latin typeface="Cambria Math" panose="02040503050406030204" pitchFamily="18" charset="0"/>
                        </a:rPr>
                        <m:t>=</m:t>
                      </m:r>
                      <m:f>
                        <m:fPr>
                          <m:ctrlPr>
                            <a:rPr lang="es-NI" sz="2800" i="1">
                              <a:solidFill>
                                <a:srgbClr val="836967"/>
                              </a:solidFill>
                              <a:latin typeface="Cambria Math" panose="02040503050406030204" pitchFamily="18" charset="0"/>
                            </a:rPr>
                          </m:ctrlPr>
                        </m:fPr>
                        <m:num>
                          <m:r>
                            <a:rPr lang="es-NI" sz="2800" i="0">
                              <a:latin typeface="Cambria Math" panose="02040503050406030204" pitchFamily="18" charset="0"/>
                            </a:rPr>
                            <m:t>1.78</m:t>
                          </m:r>
                        </m:num>
                        <m:den>
                          <m:r>
                            <a:rPr lang="es-NI" sz="2800" i="0">
                              <a:latin typeface="Cambria Math" panose="02040503050406030204" pitchFamily="18" charset="0"/>
                            </a:rPr>
                            <m:t>3.4641</m:t>
                          </m:r>
                        </m:den>
                      </m:f>
                      <m:r>
                        <a:rPr lang="es-NI" sz="2800" i="0">
                          <a:latin typeface="Cambria Math" panose="02040503050406030204" pitchFamily="18" charset="0"/>
                        </a:rPr>
                        <m:t>=0.514</m:t>
                      </m:r>
                    </m:oMath>
                  </m:oMathPara>
                </a14:m>
                <a:endParaRPr lang="es-NI" sz="2800" dirty="0"/>
              </a:p>
            </p:txBody>
          </p:sp>
        </mc:Choice>
        <mc:Fallback xmlns="">
          <p:sp>
            <p:nvSpPr>
              <p:cNvPr id="9" name="CuadroTexto 8">
                <a:extLst>
                  <a:ext uri="{FF2B5EF4-FFF2-40B4-BE49-F238E27FC236}">
                    <a16:creationId xmlns:a16="http://schemas.microsoft.com/office/drawing/2014/main" id="{A4BE2DA7-AEA0-4FB2-9EA9-A52119FD6DD1}"/>
                  </a:ext>
                </a:extLst>
              </p:cNvPr>
              <p:cNvSpPr txBox="1">
                <a:spLocks noRot="1" noChangeAspect="1" noMove="1" noResize="1" noEditPoints="1" noAdjustHandles="1" noChangeArrowheads="1" noChangeShapeType="1" noTextEdit="1"/>
              </p:cNvSpPr>
              <p:nvPr/>
            </p:nvSpPr>
            <p:spPr>
              <a:xfrm>
                <a:off x="339213" y="5122301"/>
                <a:ext cx="5368842" cy="900696"/>
              </a:xfrm>
              <a:prstGeom prst="rect">
                <a:avLst/>
              </a:prstGeom>
              <a:blipFill>
                <a:blip r:embed="rId5"/>
                <a:stretch>
                  <a:fillRect/>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3E1EF4E0-5D8C-466C-80A5-7A3F7ABF02CF}"/>
                  </a:ext>
                </a:extLst>
              </p:cNvPr>
              <p:cNvSpPr txBox="1"/>
              <p:nvPr/>
            </p:nvSpPr>
            <p:spPr>
              <a:xfrm>
                <a:off x="8369642" y="1610697"/>
                <a:ext cx="2699000" cy="97815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2800" i="1" smtClean="0">
                              <a:ln w="0"/>
                              <a:solidFill>
                                <a:srgbClr val="836967"/>
                              </a:solidFill>
                              <a:effectLst>
                                <a:outerShdw blurRad="38100" dist="19050" dir="2700000" algn="tl" rotWithShape="0">
                                  <a:schemeClr val="dk1">
                                    <a:alpha val="40000"/>
                                  </a:schemeClr>
                                </a:outerShdw>
                              </a:effectLst>
                              <a:latin typeface="Cambria Math" panose="02040503050406030204" pitchFamily="18" charset="0"/>
                            </a:rPr>
                          </m:ctrlPr>
                        </m:sSubPr>
                        <m:e>
                          <m:r>
                            <a:rPr lang="es-ES" sz="2800" i="1" smtClean="0">
                              <a:ln w="0"/>
                              <a:effectLst>
                                <a:outerShdw blurRad="38100" dist="19050" dir="2700000" algn="tl" rotWithShape="0">
                                  <a:schemeClr val="dk1">
                                    <a:alpha val="40000"/>
                                  </a:schemeClr>
                                </a:outerShdw>
                              </a:effectLst>
                              <a:latin typeface="Cambria Math" panose="02040503050406030204" pitchFamily="18" charset="0"/>
                            </a:rPr>
                            <m:t>𝑡</m:t>
                          </m:r>
                        </m:e>
                        <m:sub>
                          <m:r>
                            <a:rPr lang="es-ES" sz="2800" i="1" smtClean="0">
                              <a:ln w="0"/>
                              <a:effectLst>
                                <a:outerShdw blurRad="38100" dist="19050" dir="2700000" algn="tl" rotWithShape="0">
                                  <a:schemeClr val="dk1">
                                    <a:alpha val="40000"/>
                                  </a:schemeClr>
                                </a:outerShdw>
                              </a:effectLst>
                              <a:latin typeface="Cambria Math" panose="02040503050406030204" pitchFamily="18" charset="0"/>
                            </a:rPr>
                            <m:t>𝑃</m:t>
                          </m:r>
                        </m:sub>
                      </m:sSub>
                      <m:r>
                        <a:rPr lang="es-ES" sz="2800" i="1" smtClean="0">
                          <a:ln w="0"/>
                          <a:effectLst>
                            <a:outerShdw blurRad="38100" dist="19050" dir="2700000" algn="tl" rotWithShape="0">
                              <a:schemeClr val="dk1">
                                <a:alpha val="40000"/>
                              </a:schemeClr>
                            </a:outerShdw>
                          </a:effectLst>
                          <a:latin typeface="Cambria Math" panose="02040503050406030204" pitchFamily="18" charset="0"/>
                        </a:rPr>
                        <m:t>=</m:t>
                      </m:r>
                      <m:f>
                        <m:fPr>
                          <m:ctrlPr>
                            <a:rPr lang="es-ES" sz="2800" i="1" smtClean="0">
                              <a:ln w="0"/>
                              <a:solidFill>
                                <a:srgbClr val="836967"/>
                              </a:solidFill>
                              <a:effectLst>
                                <a:outerShdw blurRad="38100" dist="19050" dir="2700000" algn="tl" rotWithShape="0">
                                  <a:schemeClr val="dk1">
                                    <a:alpha val="40000"/>
                                  </a:schemeClr>
                                </a:outerShdw>
                              </a:effectLst>
                              <a:latin typeface="Cambria Math" panose="02040503050406030204" pitchFamily="18" charset="0"/>
                            </a:rPr>
                          </m:ctrlPr>
                        </m:fPr>
                        <m:num>
                          <m:acc>
                            <m:accPr>
                              <m:chr m:val="̅"/>
                              <m:ctrlPr>
                                <a:rPr lang="es-ES" sz="2800" i="1" smtClean="0">
                                  <a:ln w="0"/>
                                  <a:solidFill>
                                    <a:srgbClr val="836967"/>
                                  </a:solidFill>
                                  <a:effectLst>
                                    <a:outerShdw blurRad="38100" dist="19050" dir="2700000" algn="tl" rotWithShape="0">
                                      <a:schemeClr val="dk1">
                                        <a:alpha val="40000"/>
                                      </a:schemeClr>
                                    </a:outerShdw>
                                  </a:effectLst>
                                  <a:latin typeface="Cambria Math" panose="02040503050406030204" pitchFamily="18" charset="0"/>
                                </a:rPr>
                              </m:ctrlPr>
                            </m:accPr>
                            <m:e>
                              <m:r>
                                <a:rPr lang="es-ES" sz="2800" i="1" smtClean="0">
                                  <a:ln w="0"/>
                                  <a:effectLst>
                                    <a:outerShdw blurRad="38100" dist="19050" dir="2700000" algn="tl" rotWithShape="0">
                                      <a:schemeClr val="dk1">
                                        <a:alpha val="40000"/>
                                      </a:schemeClr>
                                    </a:outerShdw>
                                  </a:effectLst>
                                  <a:latin typeface="Cambria Math" panose="02040503050406030204" pitchFamily="18" charset="0"/>
                                </a:rPr>
                                <m:t>𝑥</m:t>
                              </m:r>
                            </m:e>
                          </m:acc>
                          <m:r>
                            <a:rPr lang="es-ES" sz="2800" i="1" smtClean="0">
                              <a:ln w="0"/>
                              <a:effectLst>
                                <a:outerShdw blurRad="38100" dist="19050" dir="2700000" algn="tl" rotWithShape="0">
                                  <a:schemeClr val="dk1">
                                    <a:alpha val="40000"/>
                                  </a:schemeClr>
                                </a:outerShdw>
                              </a:effectLst>
                              <a:latin typeface="Cambria Math" panose="02040503050406030204" pitchFamily="18" charset="0"/>
                            </a:rPr>
                            <m:t>−</m:t>
                          </m:r>
                          <m:sSub>
                            <m:sSubPr>
                              <m:ctrlPr>
                                <a:rPr lang="es-ES" sz="2800" i="1" smtClean="0">
                                  <a:ln w="0"/>
                                  <a:solidFill>
                                    <a:srgbClr val="836967"/>
                                  </a:solidFill>
                                  <a:effectLst>
                                    <a:outerShdw blurRad="38100" dist="19050" dir="2700000" algn="tl" rotWithShape="0">
                                      <a:schemeClr val="dk1">
                                        <a:alpha val="40000"/>
                                      </a:schemeClr>
                                    </a:outerShdw>
                                  </a:effectLst>
                                  <a:latin typeface="Cambria Math" panose="02040503050406030204" pitchFamily="18" charset="0"/>
                                </a:rPr>
                              </m:ctrlPr>
                            </m:sSubPr>
                            <m:e>
                              <m:r>
                                <a:rPr lang="es-ES" sz="2800" i="1" smtClean="0">
                                  <a:ln w="0"/>
                                  <a:effectLst>
                                    <a:outerShdw blurRad="38100" dist="19050" dir="2700000" algn="tl" rotWithShape="0">
                                      <a:schemeClr val="dk1">
                                        <a:alpha val="40000"/>
                                      </a:schemeClr>
                                    </a:outerShdw>
                                  </a:effectLst>
                                  <a:latin typeface="Cambria Math" panose="02040503050406030204" pitchFamily="18" charset="0"/>
                                </a:rPr>
                                <m:t>𝜇</m:t>
                              </m:r>
                            </m:e>
                            <m:sub>
                              <m:sSub>
                                <m:sSubPr>
                                  <m:ctrlPr>
                                    <a:rPr lang="es-ES" sz="2800" i="1" smtClean="0">
                                      <a:ln w="0"/>
                                      <a:solidFill>
                                        <a:srgbClr val="836967"/>
                                      </a:solidFill>
                                      <a:effectLst>
                                        <a:outerShdw blurRad="38100" dist="19050" dir="2700000" algn="tl" rotWithShape="0">
                                          <a:schemeClr val="dk1">
                                            <a:alpha val="40000"/>
                                          </a:schemeClr>
                                        </a:outerShdw>
                                      </a:effectLst>
                                      <a:latin typeface="Cambria Math" panose="02040503050406030204" pitchFamily="18" charset="0"/>
                                    </a:rPr>
                                  </m:ctrlPr>
                                </m:sSubPr>
                                <m:e>
                                  <m:r>
                                    <a:rPr lang="es-ES" sz="2800" i="1" smtClean="0">
                                      <a:ln w="0"/>
                                      <a:effectLst>
                                        <a:outerShdw blurRad="38100" dist="19050" dir="2700000" algn="tl" rotWithShape="0">
                                          <a:schemeClr val="dk1">
                                            <a:alpha val="40000"/>
                                          </a:schemeClr>
                                        </a:outerShdw>
                                      </a:effectLst>
                                      <a:latin typeface="Cambria Math" panose="02040503050406030204" pitchFamily="18" charset="0"/>
                                    </a:rPr>
                                    <m:t>𝐻</m:t>
                                  </m:r>
                                </m:e>
                                <m:sub>
                                  <m:r>
                                    <a:rPr lang="es-ES" sz="2800" i="1" smtClean="0">
                                      <a:ln w="0"/>
                                      <a:effectLst>
                                        <a:outerShdw blurRad="38100" dist="19050" dir="2700000" algn="tl" rotWithShape="0">
                                          <a:schemeClr val="dk1">
                                            <a:alpha val="40000"/>
                                          </a:schemeClr>
                                        </a:outerShdw>
                                      </a:effectLst>
                                      <a:latin typeface="Cambria Math" panose="02040503050406030204" pitchFamily="18" charset="0"/>
                                    </a:rPr>
                                    <m:t>0</m:t>
                                  </m:r>
                                </m:sub>
                              </m:sSub>
                            </m:sub>
                          </m:sSub>
                        </m:num>
                        <m:den>
                          <m:sSub>
                            <m:sSubPr>
                              <m:ctrlPr>
                                <a:rPr lang="es-ES" sz="2800" i="1" smtClean="0">
                                  <a:ln w="0"/>
                                  <a:solidFill>
                                    <a:srgbClr val="836967"/>
                                  </a:solidFill>
                                  <a:effectLst>
                                    <a:outerShdw blurRad="38100" dist="19050" dir="2700000" algn="tl" rotWithShape="0">
                                      <a:schemeClr val="dk1">
                                        <a:alpha val="40000"/>
                                      </a:schemeClr>
                                    </a:outerShdw>
                                  </a:effectLst>
                                  <a:latin typeface="Cambria Math" panose="02040503050406030204" pitchFamily="18" charset="0"/>
                                </a:rPr>
                              </m:ctrlPr>
                            </m:sSubPr>
                            <m:e>
                              <m:acc>
                                <m:accPr>
                                  <m:chr m:val="̂"/>
                                  <m:ctrlPr>
                                    <a:rPr lang="es-ES" sz="2800" i="1" smtClean="0">
                                      <a:ln w="0"/>
                                      <a:solidFill>
                                        <a:srgbClr val="836967"/>
                                      </a:solidFill>
                                      <a:effectLst>
                                        <a:outerShdw blurRad="38100" dist="19050" dir="2700000" algn="tl" rotWithShape="0">
                                          <a:schemeClr val="dk1">
                                            <a:alpha val="40000"/>
                                          </a:schemeClr>
                                        </a:outerShdw>
                                      </a:effectLst>
                                      <a:latin typeface="Cambria Math" panose="02040503050406030204" pitchFamily="18" charset="0"/>
                                    </a:rPr>
                                  </m:ctrlPr>
                                </m:accPr>
                                <m:e>
                                  <m:r>
                                    <a:rPr lang="es-ES" sz="2800" i="1" smtClean="0">
                                      <a:ln w="0"/>
                                      <a:effectLst>
                                        <a:outerShdw blurRad="38100" dist="19050" dir="2700000" algn="tl" rotWithShape="0">
                                          <a:schemeClr val="dk1">
                                            <a:alpha val="40000"/>
                                          </a:schemeClr>
                                        </a:outerShdw>
                                      </a:effectLst>
                                      <a:latin typeface="Cambria Math" panose="02040503050406030204" pitchFamily="18" charset="0"/>
                                    </a:rPr>
                                    <m:t>𝜎</m:t>
                                  </m:r>
                                </m:e>
                              </m:acc>
                            </m:e>
                            <m:sub>
                              <m:acc>
                                <m:accPr>
                                  <m:chr m:val="̅"/>
                                  <m:ctrlPr>
                                    <a:rPr lang="es-ES" sz="2800" i="1" smtClean="0">
                                      <a:ln w="0"/>
                                      <a:solidFill>
                                        <a:srgbClr val="836967"/>
                                      </a:solidFill>
                                      <a:effectLst>
                                        <a:outerShdw blurRad="38100" dist="19050" dir="2700000" algn="tl" rotWithShape="0">
                                          <a:schemeClr val="dk1">
                                            <a:alpha val="40000"/>
                                          </a:schemeClr>
                                        </a:outerShdw>
                                      </a:effectLst>
                                      <a:latin typeface="Cambria Math" panose="02040503050406030204" pitchFamily="18" charset="0"/>
                                    </a:rPr>
                                  </m:ctrlPr>
                                </m:accPr>
                                <m:e>
                                  <m:r>
                                    <a:rPr lang="es-ES" sz="2800" i="1" smtClean="0">
                                      <a:ln w="0"/>
                                      <a:effectLst>
                                        <a:outerShdw blurRad="38100" dist="19050" dir="2700000" algn="tl" rotWithShape="0">
                                          <a:schemeClr val="dk1">
                                            <a:alpha val="40000"/>
                                          </a:schemeClr>
                                        </a:outerShdw>
                                      </a:effectLst>
                                      <a:latin typeface="Cambria Math" panose="02040503050406030204" pitchFamily="18" charset="0"/>
                                    </a:rPr>
                                    <m:t>𝑥</m:t>
                                  </m:r>
                                </m:e>
                              </m:acc>
                            </m:sub>
                          </m:sSub>
                        </m:den>
                      </m:f>
                    </m:oMath>
                  </m:oMathPara>
                </a14:m>
                <a:endParaRPr lang="es-NI" sz="2800" dirty="0"/>
              </a:p>
            </p:txBody>
          </p:sp>
        </mc:Choice>
        <mc:Fallback xmlns="">
          <p:sp>
            <p:nvSpPr>
              <p:cNvPr id="11" name="CuadroTexto 10">
                <a:extLst>
                  <a:ext uri="{FF2B5EF4-FFF2-40B4-BE49-F238E27FC236}">
                    <a16:creationId xmlns:a16="http://schemas.microsoft.com/office/drawing/2014/main" id="{3E1EF4E0-5D8C-466C-80A5-7A3F7ABF02CF}"/>
                  </a:ext>
                </a:extLst>
              </p:cNvPr>
              <p:cNvSpPr txBox="1">
                <a:spLocks noRot="1" noChangeAspect="1" noMove="1" noResize="1" noEditPoints="1" noAdjustHandles="1" noChangeArrowheads="1" noChangeShapeType="1" noTextEdit="1"/>
              </p:cNvSpPr>
              <p:nvPr/>
            </p:nvSpPr>
            <p:spPr>
              <a:xfrm>
                <a:off x="8369642" y="1610697"/>
                <a:ext cx="2699000" cy="978153"/>
              </a:xfrm>
              <a:prstGeom prst="rect">
                <a:avLst/>
              </a:prstGeom>
              <a:blipFill>
                <a:blip r:embed="rId6"/>
                <a:stretch>
                  <a:fillRect/>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620D75FF-1133-4A7F-949F-00540A524ED1}"/>
                  </a:ext>
                </a:extLst>
              </p:cNvPr>
              <p:cNvSpPr txBox="1"/>
              <p:nvPr/>
            </p:nvSpPr>
            <p:spPr>
              <a:xfrm>
                <a:off x="5958303" y="3605444"/>
                <a:ext cx="2699000" cy="7936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2400" i="1" smtClean="0">
                              <a:ln w="0"/>
                              <a:solidFill>
                                <a:srgbClr val="836967"/>
                              </a:solidFill>
                              <a:effectLst>
                                <a:outerShdw blurRad="38100" dist="19050" dir="2700000" algn="tl" rotWithShape="0">
                                  <a:schemeClr val="dk1">
                                    <a:alpha val="40000"/>
                                  </a:schemeClr>
                                </a:outerShdw>
                              </a:effectLst>
                              <a:latin typeface="Cambria Math" panose="02040503050406030204" pitchFamily="18" charset="0"/>
                            </a:rPr>
                          </m:ctrlPr>
                        </m:sSubPr>
                        <m:e>
                          <m:r>
                            <a:rPr lang="es-ES" sz="2400" i="1" smtClean="0">
                              <a:ln w="0"/>
                              <a:effectLst>
                                <a:outerShdw blurRad="38100" dist="19050" dir="2700000" algn="tl" rotWithShape="0">
                                  <a:schemeClr val="dk1">
                                    <a:alpha val="40000"/>
                                  </a:schemeClr>
                                </a:outerShdw>
                              </a:effectLst>
                              <a:latin typeface="Cambria Math" panose="02040503050406030204" pitchFamily="18" charset="0"/>
                            </a:rPr>
                            <m:t>𝑡</m:t>
                          </m:r>
                        </m:e>
                        <m:sub>
                          <m:r>
                            <a:rPr lang="es-ES" sz="2400" i="1" smtClean="0">
                              <a:ln w="0"/>
                              <a:effectLst>
                                <a:outerShdw blurRad="38100" dist="19050" dir="2700000" algn="tl" rotWithShape="0">
                                  <a:schemeClr val="dk1">
                                    <a:alpha val="40000"/>
                                  </a:schemeClr>
                                </a:outerShdw>
                              </a:effectLst>
                              <a:latin typeface="Cambria Math" panose="02040503050406030204" pitchFamily="18" charset="0"/>
                            </a:rPr>
                            <m:t>𝑃</m:t>
                          </m:r>
                        </m:sub>
                      </m:sSub>
                      <m:r>
                        <a:rPr lang="es-ES" sz="2400" i="1" smtClean="0">
                          <a:ln w="0"/>
                          <a:effectLst>
                            <a:outerShdw blurRad="38100" dist="19050" dir="2700000" algn="tl" rotWithShape="0">
                              <a:schemeClr val="dk1">
                                <a:alpha val="40000"/>
                              </a:schemeClr>
                            </a:outerShdw>
                          </a:effectLst>
                          <a:latin typeface="Cambria Math" panose="02040503050406030204" pitchFamily="18" charset="0"/>
                        </a:rPr>
                        <m:t>=</m:t>
                      </m:r>
                      <m:f>
                        <m:fPr>
                          <m:ctrlPr>
                            <a:rPr lang="es-ES" sz="2400" i="1" smtClean="0">
                              <a:ln w="0"/>
                              <a:solidFill>
                                <a:srgbClr val="836967"/>
                              </a:solidFill>
                              <a:effectLst>
                                <a:outerShdw blurRad="38100" dist="19050" dir="2700000" algn="tl" rotWithShape="0">
                                  <a:schemeClr val="dk1">
                                    <a:alpha val="40000"/>
                                  </a:schemeClr>
                                </a:outerShdw>
                              </a:effectLst>
                              <a:latin typeface="Cambria Math" panose="02040503050406030204" pitchFamily="18" charset="0"/>
                            </a:rPr>
                          </m:ctrlPr>
                        </m:fPr>
                        <m:num>
                          <m:r>
                            <a:rPr lang="es-NI" sz="2400" b="0" i="1" smtClean="0">
                              <a:ln w="0"/>
                              <a:solidFill>
                                <a:srgbClr val="836967"/>
                              </a:solidFill>
                              <a:effectLst>
                                <a:outerShdw blurRad="38100" dist="19050" dir="2700000" algn="tl" rotWithShape="0">
                                  <a:schemeClr val="dk1">
                                    <a:alpha val="40000"/>
                                  </a:schemeClr>
                                </a:outerShdw>
                              </a:effectLst>
                              <a:latin typeface="Cambria Math" panose="02040503050406030204" pitchFamily="18" charset="0"/>
                            </a:rPr>
                            <m:t>41.5</m:t>
                          </m:r>
                          <m:r>
                            <a:rPr lang="es-ES" sz="2400" i="1" smtClean="0">
                              <a:ln w="0"/>
                              <a:effectLst>
                                <a:outerShdw blurRad="38100" dist="19050" dir="2700000" algn="tl" rotWithShape="0">
                                  <a:schemeClr val="dk1">
                                    <a:alpha val="40000"/>
                                  </a:schemeClr>
                                </a:outerShdw>
                              </a:effectLst>
                              <a:latin typeface="Cambria Math" panose="02040503050406030204" pitchFamily="18" charset="0"/>
                            </a:rPr>
                            <m:t>−</m:t>
                          </m:r>
                          <m:r>
                            <a:rPr lang="es-NI" sz="2400" b="0" i="1" smtClean="0">
                              <a:ln w="0"/>
                              <a:solidFill>
                                <a:srgbClr val="836967"/>
                              </a:solidFill>
                              <a:effectLst>
                                <a:outerShdw blurRad="38100" dist="19050" dir="2700000" algn="tl" rotWithShape="0">
                                  <a:schemeClr val="dk1">
                                    <a:alpha val="40000"/>
                                  </a:schemeClr>
                                </a:outerShdw>
                              </a:effectLst>
                              <a:latin typeface="Cambria Math" panose="02040503050406030204" pitchFamily="18" charset="0"/>
                            </a:rPr>
                            <m:t>43</m:t>
                          </m:r>
                        </m:num>
                        <m:den>
                          <m:r>
                            <a:rPr lang="es-NI" sz="2400" b="0" i="1" smtClean="0">
                              <a:ln w="0"/>
                              <a:solidFill>
                                <a:srgbClr val="836967"/>
                              </a:solidFill>
                              <a:effectLst>
                                <a:outerShdw blurRad="38100" dist="19050" dir="2700000" algn="tl" rotWithShape="0">
                                  <a:schemeClr val="dk1">
                                    <a:alpha val="40000"/>
                                  </a:schemeClr>
                                </a:outerShdw>
                              </a:effectLst>
                              <a:latin typeface="Cambria Math" panose="02040503050406030204" pitchFamily="18" charset="0"/>
                            </a:rPr>
                            <m:t>0.514</m:t>
                          </m:r>
                        </m:den>
                      </m:f>
                    </m:oMath>
                  </m:oMathPara>
                </a14:m>
                <a:endParaRPr lang="es-NI" sz="2800" dirty="0"/>
              </a:p>
            </p:txBody>
          </p:sp>
        </mc:Choice>
        <mc:Fallback xmlns="">
          <p:sp>
            <p:nvSpPr>
              <p:cNvPr id="12" name="CuadroTexto 11">
                <a:extLst>
                  <a:ext uri="{FF2B5EF4-FFF2-40B4-BE49-F238E27FC236}">
                    <a16:creationId xmlns:a16="http://schemas.microsoft.com/office/drawing/2014/main" id="{620D75FF-1133-4A7F-949F-00540A524ED1}"/>
                  </a:ext>
                </a:extLst>
              </p:cNvPr>
              <p:cNvSpPr txBox="1">
                <a:spLocks noRot="1" noChangeAspect="1" noMove="1" noResize="1" noEditPoints="1" noAdjustHandles="1" noChangeArrowheads="1" noChangeShapeType="1" noTextEdit="1"/>
              </p:cNvSpPr>
              <p:nvPr/>
            </p:nvSpPr>
            <p:spPr>
              <a:xfrm>
                <a:off x="5958303" y="3605444"/>
                <a:ext cx="2699000" cy="793679"/>
              </a:xfrm>
              <a:prstGeom prst="rect">
                <a:avLst/>
              </a:prstGeom>
              <a:blipFill>
                <a:blip r:embed="rId7"/>
                <a:stretch>
                  <a:fillRect/>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C247F5AB-CC96-43F3-A071-38B1441AF983}"/>
                  </a:ext>
                </a:extLst>
              </p:cNvPr>
              <p:cNvSpPr txBox="1"/>
              <p:nvPr/>
            </p:nvSpPr>
            <p:spPr>
              <a:xfrm>
                <a:off x="5958303" y="4538140"/>
                <a:ext cx="2699000" cy="786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2400" i="1" smtClean="0">
                              <a:ln w="0"/>
                              <a:solidFill>
                                <a:srgbClr val="836967"/>
                              </a:solidFill>
                              <a:effectLst>
                                <a:outerShdw blurRad="38100" dist="19050" dir="2700000" algn="tl" rotWithShape="0">
                                  <a:schemeClr val="dk1">
                                    <a:alpha val="40000"/>
                                  </a:schemeClr>
                                </a:outerShdw>
                              </a:effectLst>
                              <a:latin typeface="Cambria Math" panose="02040503050406030204" pitchFamily="18" charset="0"/>
                            </a:rPr>
                          </m:ctrlPr>
                        </m:sSubPr>
                        <m:e>
                          <m:r>
                            <a:rPr lang="es-ES" sz="2400" i="1" smtClean="0">
                              <a:ln w="0"/>
                              <a:effectLst>
                                <a:outerShdw blurRad="38100" dist="19050" dir="2700000" algn="tl" rotWithShape="0">
                                  <a:schemeClr val="dk1">
                                    <a:alpha val="40000"/>
                                  </a:schemeClr>
                                </a:outerShdw>
                              </a:effectLst>
                              <a:latin typeface="Cambria Math" panose="02040503050406030204" pitchFamily="18" charset="0"/>
                            </a:rPr>
                            <m:t>𝑡</m:t>
                          </m:r>
                        </m:e>
                        <m:sub>
                          <m:r>
                            <a:rPr lang="es-ES" sz="2400" i="1" smtClean="0">
                              <a:ln w="0"/>
                              <a:effectLst>
                                <a:outerShdw blurRad="38100" dist="19050" dir="2700000" algn="tl" rotWithShape="0">
                                  <a:schemeClr val="dk1">
                                    <a:alpha val="40000"/>
                                  </a:schemeClr>
                                </a:outerShdw>
                              </a:effectLst>
                              <a:latin typeface="Cambria Math" panose="02040503050406030204" pitchFamily="18" charset="0"/>
                            </a:rPr>
                            <m:t>𝑃</m:t>
                          </m:r>
                        </m:sub>
                      </m:sSub>
                      <m:r>
                        <a:rPr lang="es-ES" sz="2400" i="1" smtClean="0">
                          <a:ln w="0"/>
                          <a:effectLst>
                            <a:outerShdw blurRad="38100" dist="19050" dir="2700000" algn="tl" rotWithShape="0">
                              <a:schemeClr val="dk1">
                                <a:alpha val="40000"/>
                              </a:schemeClr>
                            </a:outerShdw>
                          </a:effectLst>
                          <a:latin typeface="Cambria Math" panose="02040503050406030204" pitchFamily="18" charset="0"/>
                        </a:rPr>
                        <m:t>=</m:t>
                      </m:r>
                      <m:f>
                        <m:fPr>
                          <m:ctrlPr>
                            <a:rPr lang="es-ES" sz="2400" i="1" smtClean="0">
                              <a:ln w="0"/>
                              <a:solidFill>
                                <a:srgbClr val="836967"/>
                              </a:solidFill>
                              <a:effectLst>
                                <a:outerShdw blurRad="38100" dist="19050" dir="2700000" algn="tl" rotWithShape="0">
                                  <a:schemeClr val="dk1">
                                    <a:alpha val="40000"/>
                                  </a:schemeClr>
                                </a:outerShdw>
                              </a:effectLst>
                              <a:latin typeface="Cambria Math" panose="02040503050406030204" pitchFamily="18" charset="0"/>
                            </a:rPr>
                          </m:ctrlPr>
                        </m:fPr>
                        <m:num>
                          <m:r>
                            <a:rPr lang="es-NI" sz="2400" b="0" i="1" smtClean="0">
                              <a:ln w="0"/>
                              <a:solidFill>
                                <a:srgbClr val="836967"/>
                              </a:solidFill>
                              <a:effectLst>
                                <a:outerShdw blurRad="38100" dist="19050" dir="2700000" algn="tl" rotWithShape="0">
                                  <a:schemeClr val="dk1">
                                    <a:alpha val="40000"/>
                                  </a:schemeClr>
                                </a:outerShdw>
                              </a:effectLst>
                              <a:latin typeface="Cambria Math" panose="02040503050406030204" pitchFamily="18" charset="0"/>
                            </a:rPr>
                            <m:t>−1.5</m:t>
                          </m:r>
                        </m:num>
                        <m:den>
                          <m:r>
                            <a:rPr lang="es-NI" sz="2400" b="0" i="1" smtClean="0">
                              <a:ln w="0"/>
                              <a:solidFill>
                                <a:srgbClr val="836967"/>
                              </a:solidFill>
                              <a:effectLst>
                                <a:outerShdw blurRad="38100" dist="19050" dir="2700000" algn="tl" rotWithShape="0">
                                  <a:schemeClr val="dk1">
                                    <a:alpha val="40000"/>
                                  </a:schemeClr>
                                </a:outerShdw>
                              </a:effectLst>
                              <a:latin typeface="Cambria Math" panose="02040503050406030204" pitchFamily="18" charset="0"/>
                            </a:rPr>
                            <m:t>0.514</m:t>
                          </m:r>
                        </m:den>
                      </m:f>
                    </m:oMath>
                  </m:oMathPara>
                </a14:m>
                <a:endParaRPr lang="es-NI" sz="2800" dirty="0"/>
              </a:p>
            </p:txBody>
          </p:sp>
        </mc:Choice>
        <mc:Fallback xmlns="">
          <p:sp>
            <p:nvSpPr>
              <p:cNvPr id="13" name="CuadroTexto 12">
                <a:extLst>
                  <a:ext uri="{FF2B5EF4-FFF2-40B4-BE49-F238E27FC236}">
                    <a16:creationId xmlns:a16="http://schemas.microsoft.com/office/drawing/2014/main" id="{C247F5AB-CC96-43F3-A071-38B1441AF983}"/>
                  </a:ext>
                </a:extLst>
              </p:cNvPr>
              <p:cNvSpPr txBox="1">
                <a:spLocks noRot="1" noChangeAspect="1" noMove="1" noResize="1" noEditPoints="1" noAdjustHandles="1" noChangeArrowheads="1" noChangeShapeType="1" noTextEdit="1"/>
              </p:cNvSpPr>
              <p:nvPr/>
            </p:nvSpPr>
            <p:spPr>
              <a:xfrm>
                <a:off x="5958303" y="4538140"/>
                <a:ext cx="2699000" cy="786177"/>
              </a:xfrm>
              <a:prstGeom prst="rect">
                <a:avLst/>
              </a:prstGeom>
              <a:blipFill>
                <a:blip r:embed="rId8"/>
                <a:stretch>
                  <a:fillRect/>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3C89F07-B940-482C-BCF5-12FA469BA64A}"/>
                  </a:ext>
                </a:extLst>
              </p:cNvPr>
              <p:cNvSpPr txBox="1"/>
              <p:nvPr/>
            </p:nvSpPr>
            <p:spPr>
              <a:xfrm>
                <a:off x="6096000" y="5405506"/>
                <a:ext cx="2699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2400" i="1"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rPr>
                          </m:ctrlPr>
                        </m:sSubPr>
                        <m:e>
                          <m:r>
                            <a:rPr lang="es-ES" sz="2400" i="1"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rPr>
                            <m:t>𝑡</m:t>
                          </m:r>
                        </m:e>
                        <m:sub>
                          <m:r>
                            <a:rPr lang="es-ES" sz="2400" i="1"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rPr>
                            <m:t>𝑃</m:t>
                          </m:r>
                        </m:sub>
                      </m:sSub>
                      <m:r>
                        <a:rPr lang="es-ES" sz="2400" i="1"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rPr>
                        <m:t>=</m:t>
                      </m:r>
                      <m:r>
                        <a:rPr lang="es-NI" sz="2400" i="1"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rPr>
                        <m:t>−</m:t>
                      </m:r>
                      <m:r>
                        <a:rPr lang="es-NI" sz="2400" b="0" i="1"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rPr>
                        <m:t>2.918</m:t>
                      </m:r>
                    </m:oMath>
                  </m:oMathPara>
                </a14:m>
                <a:endParaRPr lang="es-NI" sz="2800" dirty="0">
                  <a:solidFill>
                    <a:srgbClr val="FF0000"/>
                  </a:solidFill>
                </a:endParaRPr>
              </a:p>
            </p:txBody>
          </p:sp>
        </mc:Choice>
        <mc:Fallback xmlns="">
          <p:sp>
            <p:nvSpPr>
              <p:cNvPr id="14" name="CuadroTexto 13">
                <a:extLst>
                  <a:ext uri="{FF2B5EF4-FFF2-40B4-BE49-F238E27FC236}">
                    <a16:creationId xmlns:a16="http://schemas.microsoft.com/office/drawing/2014/main" id="{43C89F07-B940-482C-BCF5-12FA469BA64A}"/>
                  </a:ext>
                </a:extLst>
              </p:cNvPr>
              <p:cNvSpPr txBox="1">
                <a:spLocks noRot="1" noChangeAspect="1" noMove="1" noResize="1" noEditPoints="1" noAdjustHandles="1" noChangeArrowheads="1" noChangeShapeType="1" noTextEdit="1"/>
              </p:cNvSpPr>
              <p:nvPr/>
            </p:nvSpPr>
            <p:spPr>
              <a:xfrm>
                <a:off x="6096000" y="5405506"/>
                <a:ext cx="2699000" cy="461665"/>
              </a:xfrm>
              <a:prstGeom prst="rect">
                <a:avLst/>
              </a:prstGeom>
              <a:blipFill>
                <a:blip r:embed="rId9"/>
                <a:stretch>
                  <a:fillRect b="-6667"/>
                </a:stretch>
              </a:blipFill>
            </p:spPr>
            <p:txBody>
              <a:bodyPr/>
              <a:lstStyle/>
              <a:p>
                <a:r>
                  <a:rPr lang="es-NI">
                    <a:noFill/>
                  </a:rPr>
                  <a:t> </a:t>
                </a:r>
              </a:p>
            </p:txBody>
          </p:sp>
        </mc:Fallback>
      </mc:AlternateContent>
    </p:spTree>
    <p:extLst>
      <p:ext uri="{BB962C8B-B14F-4D97-AF65-F5344CB8AC3E}">
        <p14:creationId xmlns:p14="http://schemas.microsoft.com/office/powerpoint/2010/main" val="236893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8EA9FEA-AA1D-4AC8-9248-33E443D87C57}"/>
              </a:ext>
            </a:extLst>
          </p:cNvPr>
          <p:cNvSpPr/>
          <p:nvPr/>
        </p:nvSpPr>
        <p:spPr>
          <a:xfrm>
            <a:off x="2123722" y="0"/>
            <a:ext cx="8200195"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 Ejemplo 2</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6" name="CuadroTexto 5">
            <a:extLst>
              <a:ext uri="{FF2B5EF4-FFF2-40B4-BE49-F238E27FC236}">
                <a16:creationId xmlns:a16="http://schemas.microsoft.com/office/drawing/2014/main" id="{4012E36B-1066-416F-88B5-A87F627A36C2}"/>
              </a:ext>
            </a:extLst>
          </p:cNvPr>
          <p:cNvSpPr txBox="1"/>
          <p:nvPr/>
        </p:nvSpPr>
        <p:spPr>
          <a:xfrm>
            <a:off x="339213" y="758225"/>
            <a:ext cx="10825316" cy="1015663"/>
          </a:xfrm>
          <a:prstGeom prst="rect">
            <a:avLst/>
          </a:prstGeom>
          <a:noFill/>
        </p:spPr>
        <p:txBody>
          <a:bodyPr wrap="square">
            <a:spAutoFit/>
          </a:bodyPr>
          <a:lstStyle/>
          <a:p>
            <a:pPr algn="just"/>
            <a:r>
              <a:rPr lang="es-ES" sz="2000" b="1" i="0" dirty="0">
                <a:solidFill>
                  <a:srgbClr val="151515"/>
                </a:solidFill>
                <a:effectLst/>
                <a:latin typeface="Verdana" panose="020B0604030504040204" pitchFamily="34" charset="0"/>
                <a:ea typeface="Verdana" panose="020B0604030504040204" pitchFamily="34" charset="0"/>
              </a:rPr>
              <a:t>Paso 3: Calcular los valores críticos de prueba, definiendo la zona de aceptación y la zona de rechazo de “H</a:t>
            </a:r>
            <a:r>
              <a:rPr lang="es-ES" sz="2000" b="1" i="0" baseline="-25000" dirty="0">
                <a:solidFill>
                  <a:srgbClr val="151515"/>
                </a:solidFill>
                <a:effectLst/>
                <a:latin typeface="Verdana" panose="020B0604030504040204" pitchFamily="34" charset="0"/>
                <a:ea typeface="Verdana" panose="020B0604030504040204" pitchFamily="34" charset="0"/>
              </a:rPr>
              <a:t>0</a:t>
            </a:r>
            <a:r>
              <a:rPr lang="es-ES" sz="2000" b="1" i="0" dirty="0">
                <a:solidFill>
                  <a:srgbClr val="151515"/>
                </a:solidFill>
                <a:effectLst/>
                <a:latin typeface="Verdana" panose="020B0604030504040204" pitchFamily="34" charset="0"/>
                <a:ea typeface="Verdana" panose="020B0604030504040204" pitchFamily="34" charset="0"/>
              </a:rPr>
              <a:t>”</a:t>
            </a:r>
          </a:p>
          <a:p>
            <a:pPr algn="just"/>
            <a:endParaRPr lang="es-ES" sz="2000" b="0" i="0" dirty="0">
              <a:solidFill>
                <a:srgbClr val="151515"/>
              </a:solidFill>
              <a:effectLst/>
              <a:latin typeface="Verdana" panose="020B0604030504040204" pitchFamily="34" charset="0"/>
              <a:ea typeface="Verdana" panose="020B0604030504040204" pitchFamily="34" charset="0"/>
            </a:endParaRPr>
          </a:p>
        </p:txBody>
      </p:sp>
      <mc:AlternateContent xmlns:mc="http://schemas.openxmlformats.org/markup-compatibility/2006" xmlns:p14="http://schemas.microsoft.com/office/powerpoint/2010/main">
        <mc:Choice Requires="p14">
          <p:contentPart p14:bwMode="auto" r:id="rId2">
            <p14:nvContentPartPr>
              <p14:cNvPr id="5" name="Entrada de lápiz 4">
                <a:extLst>
                  <a:ext uri="{FF2B5EF4-FFF2-40B4-BE49-F238E27FC236}">
                    <a16:creationId xmlns:a16="http://schemas.microsoft.com/office/drawing/2014/main" id="{0BE22ADC-DC4A-41B1-88AA-2716568507C8}"/>
                  </a:ext>
                </a:extLst>
              </p14:cNvPr>
              <p14:cNvContentPartPr/>
              <p14:nvPr/>
            </p14:nvContentPartPr>
            <p14:xfrm>
              <a:off x="177375" y="1661994"/>
              <a:ext cx="6242040" cy="3625920"/>
            </p14:xfrm>
          </p:contentPart>
        </mc:Choice>
        <mc:Fallback xmlns="">
          <p:pic>
            <p:nvPicPr>
              <p:cNvPr id="5" name="Entrada de lápiz 4">
                <a:extLst>
                  <a:ext uri="{FF2B5EF4-FFF2-40B4-BE49-F238E27FC236}">
                    <a16:creationId xmlns:a16="http://schemas.microsoft.com/office/drawing/2014/main" id="{0BE22ADC-DC4A-41B1-88AA-2716568507C8}"/>
                  </a:ext>
                </a:extLst>
              </p:cNvPr>
              <p:cNvPicPr/>
              <p:nvPr/>
            </p:nvPicPr>
            <p:blipFill>
              <a:blip r:embed="rId3"/>
              <a:stretch>
                <a:fillRect/>
              </a:stretch>
            </p:blipFill>
            <p:spPr>
              <a:xfrm>
                <a:off x="168015" y="1652634"/>
                <a:ext cx="6260760" cy="3644640"/>
              </a:xfrm>
              <a:prstGeom prst="rect">
                <a:avLst/>
              </a:prstGeom>
            </p:spPr>
          </p:pic>
        </mc:Fallback>
      </mc:AlternateContent>
      <p:cxnSp>
        <p:nvCxnSpPr>
          <p:cNvPr id="3" name="Conector recto 2">
            <a:extLst>
              <a:ext uri="{FF2B5EF4-FFF2-40B4-BE49-F238E27FC236}">
                <a16:creationId xmlns:a16="http://schemas.microsoft.com/office/drawing/2014/main" id="{10AD79CE-A2F6-4DB1-8845-730D17335616}"/>
              </a:ext>
            </a:extLst>
          </p:cNvPr>
          <p:cNvCxnSpPr/>
          <p:nvPr/>
        </p:nvCxnSpPr>
        <p:spPr>
          <a:xfrm>
            <a:off x="1415845" y="2005781"/>
            <a:ext cx="0" cy="3282133"/>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767FBF95-1172-4B25-92E2-970604CDCB9F}"/>
                  </a:ext>
                </a:extLst>
              </p:cNvPr>
              <p:cNvSpPr txBox="1"/>
              <p:nvPr/>
            </p:nvSpPr>
            <p:spPr>
              <a:xfrm>
                <a:off x="177375" y="5288974"/>
                <a:ext cx="2699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2400" i="1"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rPr>
                          </m:ctrlPr>
                        </m:sSubPr>
                        <m:e>
                          <m:r>
                            <a:rPr lang="es-ES" sz="2400" i="1"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rPr>
                            <m:t>𝑡</m:t>
                          </m:r>
                        </m:e>
                        <m:sub>
                          <m:r>
                            <a:rPr lang="es-ES" sz="2400" i="1"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rPr>
                            <m:t>𝑃</m:t>
                          </m:r>
                        </m:sub>
                      </m:sSub>
                      <m:r>
                        <a:rPr lang="es-ES" sz="2400" i="1"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rPr>
                        <m:t>=</m:t>
                      </m:r>
                      <m:r>
                        <a:rPr lang="es-NI" sz="2400" i="1"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rPr>
                        <m:t>−</m:t>
                      </m:r>
                      <m:r>
                        <a:rPr lang="es-NI" sz="2400" b="0" i="1"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rPr>
                        <m:t>2.918</m:t>
                      </m:r>
                    </m:oMath>
                  </m:oMathPara>
                </a14:m>
                <a:endParaRPr lang="es-NI" sz="2800" dirty="0">
                  <a:solidFill>
                    <a:srgbClr val="FF0000"/>
                  </a:solidFill>
                </a:endParaRPr>
              </a:p>
            </p:txBody>
          </p:sp>
        </mc:Choice>
        <mc:Fallback xmlns="">
          <p:sp>
            <p:nvSpPr>
              <p:cNvPr id="7" name="CuadroTexto 6">
                <a:extLst>
                  <a:ext uri="{FF2B5EF4-FFF2-40B4-BE49-F238E27FC236}">
                    <a16:creationId xmlns:a16="http://schemas.microsoft.com/office/drawing/2014/main" id="{767FBF95-1172-4B25-92E2-970604CDCB9F}"/>
                  </a:ext>
                </a:extLst>
              </p:cNvPr>
              <p:cNvSpPr txBox="1">
                <a:spLocks noRot="1" noChangeAspect="1" noMove="1" noResize="1" noEditPoints="1" noAdjustHandles="1" noChangeArrowheads="1" noChangeShapeType="1" noTextEdit="1"/>
              </p:cNvSpPr>
              <p:nvPr/>
            </p:nvSpPr>
            <p:spPr>
              <a:xfrm>
                <a:off x="177375" y="5288974"/>
                <a:ext cx="2699000" cy="461665"/>
              </a:xfrm>
              <a:prstGeom prst="rect">
                <a:avLst/>
              </a:prstGeom>
              <a:blipFill>
                <a:blip r:embed="rId4"/>
                <a:stretch>
                  <a:fillRect b="-6667"/>
                </a:stretch>
              </a:blipFill>
            </p:spPr>
            <p:txBody>
              <a:bodyPr/>
              <a:lstStyle/>
              <a:p>
                <a:r>
                  <a:rPr lang="es-NI">
                    <a:noFill/>
                  </a:rPr>
                  <a:t> </a:t>
                </a:r>
              </a:p>
            </p:txBody>
          </p:sp>
        </mc:Fallback>
      </mc:AlternateContent>
    </p:spTree>
    <p:extLst>
      <p:ext uri="{BB962C8B-B14F-4D97-AF65-F5344CB8AC3E}">
        <p14:creationId xmlns:p14="http://schemas.microsoft.com/office/powerpoint/2010/main" val="2500360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8EA9FEA-AA1D-4AC8-9248-33E443D87C57}"/>
              </a:ext>
            </a:extLst>
          </p:cNvPr>
          <p:cNvSpPr/>
          <p:nvPr/>
        </p:nvSpPr>
        <p:spPr>
          <a:xfrm>
            <a:off x="2123722" y="0"/>
            <a:ext cx="8200195"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Prueba de hipótesis: Ejemplo 2</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5" name="CuadroTexto 4">
            <a:extLst>
              <a:ext uri="{FF2B5EF4-FFF2-40B4-BE49-F238E27FC236}">
                <a16:creationId xmlns:a16="http://schemas.microsoft.com/office/drawing/2014/main" id="{CF8B8398-3807-4955-B27D-DD5D3ABFF084}"/>
              </a:ext>
            </a:extLst>
          </p:cNvPr>
          <p:cNvSpPr txBox="1"/>
          <p:nvPr/>
        </p:nvSpPr>
        <p:spPr>
          <a:xfrm>
            <a:off x="683342" y="963732"/>
            <a:ext cx="10825316" cy="1631216"/>
          </a:xfrm>
          <a:prstGeom prst="rect">
            <a:avLst/>
          </a:prstGeom>
          <a:noFill/>
        </p:spPr>
        <p:txBody>
          <a:bodyPr wrap="square">
            <a:spAutoFit/>
          </a:bodyPr>
          <a:lstStyle/>
          <a:p>
            <a:pPr algn="just"/>
            <a:r>
              <a:rPr lang="es-ES" sz="2000" b="1" i="0" dirty="0">
                <a:solidFill>
                  <a:srgbClr val="151515"/>
                </a:solidFill>
                <a:effectLst/>
                <a:latin typeface="Verdana" panose="020B0604030504040204" pitchFamily="34" charset="0"/>
                <a:ea typeface="Verdana" panose="020B0604030504040204" pitchFamily="34" charset="0"/>
              </a:rPr>
              <a:t>Paso 4: Decisiones y conclusiones</a:t>
            </a:r>
          </a:p>
          <a:p>
            <a:pPr algn="just"/>
            <a:endParaRPr lang="es-ES" sz="2000" b="1" i="0" dirty="0">
              <a:solidFill>
                <a:srgbClr val="151515"/>
              </a:solidFill>
              <a:effectLst/>
              <a:latin typeface="Verdana" panose="020B0604030504040204" pitchFamily="34" charset="0"/>
              <a:ea typeface="Verdana" panose="020B0604030504040204" pitchFamily="34" charset="0"/>
            </a:endParaRPr>
          </a:p>
          <a:p>
            <a:pPr algn="just"/>
            <a:r>
              <a:rPr lang="es-ES" sz="2000" b="0" i="0" dirty="0">
                <a:solidFill>
                  <a:srgbClr val="151515"/>
                </a:solidFill>
                <a:effectLst/>
                <a:latin typeface="Verdana" panose="020B0604030504040204" pitchFamily="34" charset="0"/>
                <a:ea typeface="Verdana" panose="020B0604030504040204" pitchFamily="34" charset="0"/>
              </a:rPr>
              <a:t>Se rechaza la hipótesis nula, por lo tanto no se puede decir que la media de las barras sea de 43 mm, por lo cual se debería ajustar o dar mantenimiento a la maquinaria</a:t>
            </a:r>
          </a:p>
        </p:txBody>
      </p:sp>
    </p:spTree>
    <p:extLst>
      <p:ext uri="{BB962C8B-B14F-4D97-AF65-F5344CB8AC3E}">
        <p14:creationId xmlns:p14="http://schemas.microsoft.com/office/powerpoint/2010/main" val="2822973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8EA9FEA-AA1D-4AC8-9248-33E443D87C57}"/>
              </a:ext>
            </a:extLst>
          </p:cNvPr>
          <p:cNvSpPr/>
          <p:nvPr/>
        </p:nvSpPr>
        <p:spPr>
          <a:xfrm>
            <a:off x="3845703" y="0"/>
            <a:ext cx="4756238" cy="830997"/>
          </a:xfrm>
          <a:prstGeom prst="rect">
            <a:avLst/>
          </a:prstGeom>
          <a:noFill/>
        </p:spPr>
        <p:txBody>
          <a:bodyPr wrap="none" lIns="91440" tIns="45720" rIns="91440" bIns="45720">
            <a:spAutoFit/>
          </a:bodyPr>
          <a:lstStyle/>
          <a:p>
            <a:pPr algn="ctr"/>
            <a:r>
              <a:rPr lang="es-E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Trabajo en grupos</a:t>
            </a:r>
            <a:endParaRPr lang="es-E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6" name="CuadroTexto 5">
            <a:extLst>
              <a:ext uri="{FF2B5EF4-FFF2-40B4-BE49-F238E27FC236}">
                <a16:creationId xmlns:a16="http://schemas.microsoft.com/office/drawing/2014/main" id="{44A6019D-D078-4AA1-81A5-E7436E52A995}"/>
              </a:ext>
            </a:extLst>
          </p:cNvPr>
          <p:cNvSpPr txBox="1"/>
          <p:nvPr/>
        </p:nvSpPr>
        <p:spPr>
          <a:xfrm>
            <a:off x="410496" y="3930134"/>
            <a:ext cx="11371005" cy="2246769"/>
          </a:xfrm>
          <a:prstGeom prst="rect">
            <a:avLst/>
          </a:prstGeom>
          <a:noFill/>
        </p:spPr>
        <p:txBody>
          <a:bodyPr wrap="square">
            <a:spAutoFit/>
          </a:bodyPr>
          <a:lstStyle/>
          <a:p>
            <a:r>
              <a:rPr lang="es-NI" sz="2000" b="1" dirty="0">
                <a:latin typeface="Verdana" panose="020B0604030504040204" pitchFamily="34" charset="0"/>
                <a:ea typeface="Verdana" panose="020B0604030504040204" pitchFamily="34" charset="0"/>
              </a:rPr>
              <a:t>Ejercicio 2: </a:t>
            </a:r>
            <a:r>
              <a:rPr lang="es-NI" sz="2000" dirty="0">
                <a:latin typeface="Verdana" panose="020B0604030504040204" pitchFamily="34" charset="0"/>
                <a:ea typeface="Verdana" panose="020B0604030504040204" pitchFamily="34" charset="0"/>
              </a:rPr>
              <a:t>Un fabricante de calzado artesanal desea hacer una transición a industrial, para ello compra una máquina de segunda mano que elabora las hormas de los zapatos, le contrata para revisar la maquinaria, luego de una prueba de 17 hormas usted obtiene los siguientes datos, la media fue de 20.5cm, la desviación estándar de la muestra fue de 1.7, y se sabe por el manual que la horma probada en particular debería tener un tamaño de 20cm, si se usa un nivel de significancia de el 5% ¿Aconsejaría usted al zapatero contratar a alguien que haga ajustes a la maquinaria?</a:t>
            </a:r>
          </a:p>
        </p:txBody>
      </p:sp>
      <p:sp>
        <p:nvSpPr>
          <p:cNvPr id="7" name="CuadroTexto 6">
            <a:extLst>
              <a:ext uri="{FF2B5EF4-FFF2-40B4-BE49-F238E27FC236}">
                <a16:creationId xmlns:a16="http://schemas.microsoft.com/office/drawing/2014/main" id="{6B72D9C0-5009-4826-AE8E-BA38835D552C}"/>
              </a:ext>
            </a:extLst>
          </p:cNvPr>
          <p:cNvSpPr txBox="1"/>
          <p:nvPr/>
        </p:nvSpPr>
        <p:spPr>
          <a:xfrm>
            <a:off x="410497" y="932716"/>
            <a:ext cx="11371005" cy="2246769"/>
          </a:xfrm>
          <a:prstGeom prst="rect">
            <a:avLst/>
          </a:prstGeom>
          <a:noFill/>
        </p:spPr>
        <p:txBody>
          <a:bodyPr wrap="square">
            <a:spAutoFit/>
          </a:bodyPr>
          <a:lstStyle/>
          <a:p>
            <a:pPr algn="just"/>
            <a:r>
              <a:rPr lang="es-ES" sz="2000" b="1" i="0" dirty="0">
                <a:solidFill>
                  <a:srgbClr val="151515"/>
                </a:solidFill>
                <a:effectLst/>
                <a:latin typeface="Verdana" panose="020B0604030504040204" pitchFamily="34" charset="0"/>
                <a:ea typeface="Verdana" panose="020B0604030504040204" pitchFamily="34" charset="0"/>
              </a:rPr>
              <a:t>Ejercicio 1: </a:t>
            </a:r>
            <a:r>
              <a:rPr lang="es-ES" sz="2000" b="0" i="0" dirty="0">
                <a:solidFill>
                  <a:srgbClr val="151515"/>
                </a:solidFill>
                <a:effectLst/>
                <a:latin typeface="Verdana" panose="020B0604030504040204" pitchFamily="34" charset="0"/>
                <a:ea typeface="Verdana" panose="020B0604030504040204" pitchFamily="34" charset="0"/>
              </a:rPr>
              <a:t>Una maquina que crea galletas </a:t>
            </a:r>
            <a:r>
              <a:rPr lang="es-ES" sz="2000" b="0" i="0" dirty="0" err="1">
                <a:solidFill>
                  <a:srgbClr val="151515"/>
                </a:solidFill>
                <a:effectLst/>
                <a:latin typeface="Verdana" panose="020B0604030504040204" pitchFamily="34" charset="0"/>
                <a:ea typeface="Verdana" panose="020B0604030504040204" pitchFamily="34" charset="0"/>
              </a:rPr>
              <a:t>oero</a:t>
            </a:r>
            <a:r>
              <a:rPr lang="es-ES" sz="2000" b="0" i="0" dirty="0">
                <a:solidFill>
                  <a:srgbClr val="151515"/>
                </a:solidFill>
                <a:effectLst/>
                <a:latin typeface="Verdana" panose="020B0604030504040204" pitchFamily="34" charset="0"/>
                <a:ea typeface="Verdana" panose="020B0604030504040204" pitchFamily="34" charset="0"/>
              </a:rPr>
              <a:t> debería fabricar cada galleta con un peso de 11 gramos, para verificar que la maquinaria funcione bien se toma una muestra aleatoria de 112 galletas, de las cuales se sabe que su peso medio fue de 11.3 gramos con una desviación estándar de 0.35. Se le pide verificar que la máquina funciona adecuada mente con métodos estadísticos, con una hipótesis alternativa de que la maquina está haciendo galletas más pesadas de lo que debería, use un nivel de significancia de 0.0516</a:t>
            </a:r>
          </a:p>
        </p:txBody>
      </p:sp>
      <mc:AlternateContent xmlns:mc="http://schemas.openxmlformats.org/markup-compatibility/2006" xmlns:p14="http://schemas.microsoft.com/office/powerpoint/2010/main">
        <mc:Choice Requires="p14">
          <p:contentPart p14:bwMode="auto" r:id="rId2">
            <p14:nvContentPartPr>
              <p14:cNvPr id="2" name="Entrada de lápiz 1">
                <a:extLst>
                  <a:ext uri="{FF2B5EF4-FFF2-40B4-BE49-F238E27FC236}">
                    <a16:creationId xmlns:a16="http://schemas.microsoft.com/office/drawing/2014/main" id="{E9BA9DFF-0C29-47EA-A9C1-005A14BDA502}"/>
                  </a:ext>
                </a:extLst>
              </p14:cNvPr>
              <p14:cNvContentPartPr/>
              <p14:nvPr/>
            </p14:nvContentPartPr>
            <p14:xfrm>
              <a:off x="2321640" y="2473560"/>
              <a:ext cx="9242640" cy="3938400"/>
            </p14:xfrm>
          </p:contentPart>
        </mc:Choice>
        <mc:Fallback xmlns="">
          <p:pic>
            <p:nvPicPr>
              <p:cNvPr id="2" name="Entrada de lápiz 1">
                <a:extLst>
                  <a:ext uri="{FF2B5EF4-FFF2-40B4-BE49-F238E27FC236}">
                    <a16:creationId xmlns:a16="http://schemas.microsoft.com/office/drawing/2014/main" id="{E9BA9DFF-0C29-47EA-A9C1-005A14BDA502}"/>
                  </a:ext>
                </a:extLst>
              </p:cNvPr>
              <p:cNvPicPr/>
              <p:nvPr/>
            </p:nvPicPr>
            <p:blipFill>
              <a:blip r:embed="rId3"/>
              <a:stretch>
                <a:fillRect/>
              </a:stretch>
            </p:blipFill>
            <p:spPr>
              <a:xfrm>
                <a:off x="2312280" y="2464200"/>
                <a:ext cx="9261360" cy="3957120"/>
              </a:xfrm>
              <a:prstGeom prst="rect">
                <a:avLst/>
              </a:prstGeom>
            </p:spPr>
          </p:pic>
        </mc:Fallback>
      </mc:AlternateContent>
    </p:spTree>
    <p:extLst>
      <p:ext uri="{BB962C8B-B14F-4D97-AF65-F5344CB8AC3E}">
        <p14:creationId xmlns:p14="http://schemas.microsoft.com/office/powerpoint/2010/main" val="189892432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TotalTime>
  <Words>1064</Words>
  <Application>Microsoft Office PowerPoint</Application>
  <PresentationFormat>Panorámica</PresentationFormat>
  <Paragraphs>66</Paragraphs>
  <Slides>13</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13</vt:i4>
      </vt:variant>
    </vt:vector>
  </HeadingPairs>
  <TitlesOfParts>
    <vt:vector size="19" baseType="lpstr">
      <vt:lpstr>Arial</vt:lpstr>
      <vt:lpstr>Calibri</vt:lpstr>
      <vt:lpstr>Calibri Light</vt:lpstr>
      <vt:lpstr>Cambria Math</vt:lpstr>
      <vt:lpstr>Verdana</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Aguirre</dc:creator>
  <cp:lastModifiedBy>Guillermo Aguirre</cp:lastModifiedBy>
  <cp:revision>3</cp:revision>
  <dcterms:created xsi:type="dcterms:W3CDTF">2021-09-20T16:39:11Z</dcterms:created>
  <dcterms:modified xsi:type="dcterms:W3CDTF">2021-09-29T20:51:50Z</dcterms:modified>
</cp:coreProperties>
</file>