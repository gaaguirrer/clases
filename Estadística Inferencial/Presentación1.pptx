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B03C8-43B0-42D6-BD38-90B739BA4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CB246F-A2EF-4878-BAD1-53B2970FF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085857-F1DB-46B1-8EE8-692F4262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566F9-FD46-4873-9912-91C9A2A3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1E3514-0F64-4321-9E31-ACD9F1AD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4835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58407-3F78-4335-93A8-E0B890BB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A93A59-2B09-4329-8496-DEEA03E05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AD975-ED54-4CBA-9477-3D240456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103324-728B-4B39-9022-95EAF76F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E7796C-A44C-44A0-B232-3A602869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7946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65FA4-2B66-4AC2-990E-A21391908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71E48F-36A4-4AE8-81B5-92FD2E1C4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282CF9-202E-493D-8FD5-09E3B682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805A17-56B9-417F-B3BB-0285B06D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C72815-95E2-42C9-85CB-CFDC38FE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6913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C23BD-3BDC-42D7-A3E9-7F1C3F4E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E8955A-86E9-4B56-BC1E-9AF445A12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11ED20-12E8-4889-8856-2730725A7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ABD3CA-94B7-401B-8D73-CCA76E3E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1B0318-9D25-48A6-9F94-5541DED5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57FB70-E357-4868-A812-140E1DBA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2182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19856-EA65-46E8-9DBE-D12C983D9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7016AB-4618-4DF8-BAB7-740E3A0A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45FB33-5390-45EC-9FD0-459AD7880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DF8CDC-3EC8-4B51-9466-5C5311963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F43F13-B9E8-43AB-A026-1FEF0090E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2A180D-E48F-487F-9F3E-EE30C24F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62B846-E511-4159-88E2-292EF33A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5CDD08-030C-4282-9951-0C3C83E2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0051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D9557-6BE9-416F-9B5F-A05E7CE0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64723F-6F08-4C84-A6A4-B9A55151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714DE6-C00F-4F9C-917B-0B2E661D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D7E688-8C04-467C-9514-8FCF6EAD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1452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38F308-CE7D-4CC8-8CAE-A9D78DAB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578041-B36D-4283-82EA-5B58707A4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8DD056-3B13-44CA-AAC2-D73CC106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4290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13403-AA66-4C36-8786-90034BCA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A4F509-CBFE-4568-8462-41758E076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380DA3-D1B0-410B-8EB7-812BA65DC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CB57C0-590E-4859-9E7A-A04993C6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BEB71D-CD2E-48C9-AF86-AA0EBBE1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5B8196-5B69-4FBF-9139-8CE5EAAD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0308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4F7AF-7B79-4B15-9A09-A734A183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AF086D-0678-45B9-9DAD-7B426E673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937B6F-D149-4D34-B797-559D33078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F6E0F1-F3A7-4682-8A43-3D3BCC52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70001-A39A-42C4-AB18-D77D9B00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50E8D5-AA3E-47EA-9070-4DBB38BA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4134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A03EF-9AA5-47F3-9518-43FA1B29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A2373C-B12F-49FF-ADFD-749D06BDE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444043-A23A-4A29-B833-50DB0C44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2F3698-8D53-4E72-9C04-6E5FB5E6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F69FD-2C44-4DF7-A69C-F175CCEC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7340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472162-92DA-4107-BD44-162C3C9F2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565221-6DE0-4824-8023-58A043E84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1C1C7-C69D-4726-ABD4-462C6F72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88D844-CA75-4184-BF6E-68A11A0E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7BFE59-9EA4-4BC0-AF5A-68E180A7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8923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E786B5-C837-4C7D-97EE-C65938E0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0B6B2D-ED0B-4135-AF1D-87DA694C7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F79E42-982B-4AE3-A381-C7D561108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21DF8-A22E-405D-9402-3582599BF903}" type="datetimeFigureOut">
              <a:rPr lang="es-NI" smtClean="0"/>
              <a:t>9/8/2021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F5B149-6E09-4066-827A-F5DCF7BCF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DB2D9A-9B9F-462B-B5B0-294669903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A4FAB-18C4-4FEE-9DAB-EE2236F3DF5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7509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15D2392-AE44-458E-AC71-1C5E09322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1" r="14521" b="5053"/>
          <a:stretch/>
        </p:blipFill>
        <p:spPr>
          <a:xfrm>
            <a:off x="1873045" y="308017"/>
            <a:ext cx="8008374" cy="62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Histograma&#10;&#10;Descripción generada automáticamente">
            <a:extLst>
              <a:ext uri="{FF2B5EF4-FFF2-40B4-BE49-F238E27FC236}">
                <a16:creationId xmlns:a16="http://schemas.microsoft.com/office/drawing/2014/main" id="{7BCDC110-FFAF-404C-BE4D-D0508F131D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496"/>
          <a:stretch/>
        </p:blipFill>
        <p:spPr>
          <a:xfrm>
            <a:off x="7770" y="147485"/>
            <a:ext cx="10404592" cy="63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5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50D1556-9F35-4AFC-85B5-A295BB52A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607" b="21517"/>
          <a:stretch/>
        </p:blipFill>
        <p:spPr>
          <a:xfrm>
            <a:off x="1272373" y="353961"/>
            <a:ext cx="10098634" cy="594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&#10;&#10;Descripción generada automáticamente con confianza media">
            <a:extLst>
              <a:ext uri="{FF2B5EF4-FFF2-40B4-BE49-F238E27FC236}">
                <a16:creationId xmlns:a16="http://schemas.microsoft.com/office/drawing/2014/main" id="{D0DC4AD5-58E7-4E17-B85A-F40E252DA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97" y="206477"/>
            <a:ext cx="10925880" cy="628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6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A6549842-F056-40C1-B88F-12ABDA39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75802"/>
            <a:ext cx="11208774" cy="64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611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2021-08-09T17:09:25Z</dcterms:created>
  <dcterms:modified xsi:type="dcterms:W3CDTF">2021-08-09T17:40:41Z</dcterms:modified>
</cp:coreProperties>
</file>