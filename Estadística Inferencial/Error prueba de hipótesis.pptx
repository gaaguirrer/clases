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66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C29494-16B1-4F3B-8163-2042B2FC50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ED31B0-E815-4580-B546-F8371838B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9E4198-E1E6-41A1-89DD-D302C783E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596C-4222-424E-BA4A-D6CEE38F1DCC}" type="datetimeFigureOut">
              <a:rPr lang="es-NI" smtClean="0"/>
              <a:t>4/10/2021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6A639B-8B91-4867-8016-C7A321687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954C24-F1FE-42AF-AD1E-C858CB090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5698A-101E-4B4C-B8F8-75AF96E6400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225707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034DE-4C5F-4CEE-B1A5-AB90B9FF5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FA8065-F59D-4628-9FD9-1AC63C5B9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414B27-F9B5-4247-B406-B2506B6E1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596C-4222-424E-BA4A-D6CEE38F1DCC}" type="datetimeFigureOut">
              <a:rPr lang="es-NI" smtClean="0"/>
              <a:t>4/10/2021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15EDDB-C825-462C-8B35-DFFF1B689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5D303E-EBC2-46DA-B641-328B74C41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5698A-101E-4B4C-B8F8-75AF96E6400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674875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0D069A-B451-4515-A38B-A610DFFF3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C59AE9-911E-4206-8820-3946E77D5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496E96-6F5A-4084-8416-480D994C1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596C-4222-424E-BA4A-D6CEE38F1DCC}" type="datetimeFigureOut">
              <a:rPr lang="es-NI" smtClean="0"/>
              <a:t>4/10/2021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846853-4591-4061-9E63-F6963714A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D82C28-CD92-4621-9A24-EF731B0E4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5698A-101E-4B4C-B8F8-75AF96E6400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010495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BFEB49-C612-4EBE-9A92-BFB8616D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9278C2-FB43-4B60-A7FF-604505DF77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C46774B-60CF-4ADB-B048-58E70977F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27F3B9-4D20-46B2-B227-8998F447F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596C-4222-424E-BA4A-D6CEE38F1DCC}" type="datetimeFigureOut">
              <a:rPr lang="es-NI" smtClean="0"/>
              <a:t>4/10/2021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B4978C-B236-4E12-9744-DE28ABC1E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5ECBDC-A647-4224-9144-4F2112832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5698A-101E-4B4C-B8F8-75AF96E6400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984829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CB8F80-1170-4780-9B9B-8178991FE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B747A6-99BA-45D8-8C06-19D3517DA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E36AE0-1C5C-45F8-B3AD-6E729BBB71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D97BECF-C1C0-4EF3-BDF4-D0E93895B0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C0B493F-6380-4A8D-8C34-C393F6AD7D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4D04810-A392-4B11-9A99-D89256A83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596C-4222-424E-BA4A-D6CEE38F1DCC}" type="datetimeFigureOut">
              <a:rPr lang="es-NI" smtClean="0"/>
              <a:t>4/10/2021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60C50CF-81AA-4B6E-88DA-40E7613E2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A3453E3-2B0D-411D-AA87-6488067F5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5698A-101E-4B4C-B8F8-75AF96E6400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425344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1AD32C-8353-474B-B186-EC6DA7A49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FE3A5E2-EB92-418B-A404-EBE2DEC78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596C-4222-424E-BA4A-D6CEE38F1DCC}" type="datetimeFigureOut">
              <a:rPr lang="es-NI" smtClean="0"/>
              <a:t>4/10/2021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247708B-8AD5-44E5-B295-E3313919E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D22FE87-4CF9-4B7F-99D8-8E2B1591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5698A-101E-4B4C-B8F8-75AF96E6400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194589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FDFD488-923C-4481-B2C0-AA51B797E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596C-4222-424E-BA4A-D6CEE38F1DCC}" type="datetimeFigureOut">
              <a:rPr lang="es-NI" smtClean="0"/>
              <a:t>4/10/2021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65F122B-BF05-4E0A-9BB0-15B8F2E33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480B41-EA70-486C-BB49-B2332240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5698A-101E-4B4C-B8F8-75AF96E6400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761026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317E03-7C94-4018-9511-557F3FD03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F47ECC-E998-4B7A-9A2C-786E15A92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A0645D4-9183-4385-8B97-075F410CC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0777A3-0D5E-445C-9A2D-3B7A4313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596C-4222-424E-BA4A-D6CEE38F1DCC}" type="datetimeFigureOut">
              <a:rPr lang="es-NI" smtClean="0"/>
              <a:t>4/10/2021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4F1684-46D4-4126-A212-637EE0A47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02B594-5E29-4190-9F9B-64505655A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5698A-101E-4B4C-B8F8-75AF96E6400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270529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0A37E-2811-4CB6-ACF6-81BDBFE3F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33966D0-39FB-449B-83BC-48152A0795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D1DD5E-1E66-4C25-8B25-69FC1B15E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5571A6-6AE5-48DE-9017-FCC8F1FE0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596C-4222-424E-BA4A-D6CEE38F1DCC}" type="datetimeFigureOut">
              <a:rPr lang="es-NI" smtClean="0"/>
              <a:t>4/10/2021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CA7AC3-E401-4797-9EC9-3209F868D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136D205-28A9-46FF-B91B-3DDD38DDA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5698A-101E-4B4C-B8F8-75AF96E6400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91188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534271-A282-42FB-B06B-0718BF30A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3D0C357-A68E-4E21-9E5C-8336A5DE7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0A82AB-6789-4C00-AFF6-6E94FFB8C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596C-4222-424E-BA4A-D6CEE38F1DCC}" type="datetimeFigureOut">
              <a:rPr lang="es-NI" smtClean="0"/>
              <a:t>4/10/2021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782D4E-D135-47B2-9D5B-5F1210679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B36B97-C8D4-4F8B-94A8-62DBC2D3D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5698A-101E-4B4C-B8F8-75AF96E6400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85742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586D601-407A-4B96-B274-CDF9D3819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A93C5CC-B12C-4E2F-9C05-6F507A9ED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86208B-D0CA-481D-B0A7-1721FBBB0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596C-4222-424E-BA4A-D6CEE38F1DCC}" type="datetimeFigureOut">
              <a:rPr lang="es-NI" smtClean="0"/>
              <a:t>4/10/2021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D69B89-3082-49BE-B2CA-82E0FAAD5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256991-2615-4E42-9C85-243068D7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5698A-101E-4B4C-B8F8-75AF96E6400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096105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17CF0B6-951D-4CAF-82E8-266FAEA78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9C7B083-9A7E-4F55-9258-077378A9E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060A20-98D7-40AB-B60F-D2FBE6C4B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9D596C-4222-424E-BA4A-D6CEE38F1DCC}" type="datetimeFigureOut">
              <a:rPr lang="es-NI" smtClean="0"/>
              <a:t>4/10/2021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67473D-BD47-4E27-9BF4-CB861A074B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F84A87-F364-43F5-8759-38729A5A7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5698A-101E-4B4C-B8F8-75AF96E6400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54992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4900E38-4EBF-45AA-9FFE-87701D106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694" y="364366"/>
            <a:ext cx="9605095" cy="448058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0B6AA91-ED43-4099-88F3-7C400F84D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405" y="5029768"/>
            <a:ext cx="6478419" cy="135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205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0376AAD-8C17-485E-BE85-D3DCD1CC95F1}"/>
              </a:ext>
            </a:extLst>
          </p:cNvPr>
          <p:cNvSpPr txBox="1"/>
          <p:nvPr/>
        </p:nvSpPr>
        <p:spPr>
          <a:xfrm>
            <a:off x="586854" y="436728"/>
            <a:ext cx="105360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dirty="0"/>
              <a:t>Sea una distribución normal de media poblacional y desviación estándar poblacional 3 se desea discernir entre la hipótesis nula, donde la media poblacional es 110 y la hipótesis alternativa donde la media poblacional es de 130, para ello se toma una muestra aleatoria simple de 81 y se establece una regla de petición que dice que si la media muestral es mayor o igual que 114 entonces la hipótesis nula se rechaza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BEBE9C4-2367-4B9E-B526-C89B05B04A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791" t="20683" r="29701" b="33524"/>
          <a:stretch/>
        </p:blipFill>
        <p:spPr>
          <a:xfrm>
            <a:off x="2518011" y="1801504"/>
            <a:ext cx="6673755" cy="446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73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7FD55FD-0532-44C8-B703-6A63048969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595" t="21574" r="24167" b="32266"/>
          <a:stretch/>
        </p:blipFill>
        <p:spPr>
          <a:xfrm>
            <a:off x="921657" y="460562"/>
            <a:ext cx="10348686" cy="593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683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9D72367-090B-407A-927C-AC892D8402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238" t="20937" r="29048" b="33538"/>
          <a:stretch/>
        </p:blipFill>
        <p:spPr>
          <a:xfrm>
            <a:off x="1024137" y="240547"/>
            <a:ext cx="10143726" cy="637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867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9A14662-E6F3-486D-9AFF-518CB5348DEB}"/>
              </a:ext>
            </a:extLst>
          </p:cNvPr>
          <p:cNvSpPr txBox="1"/>
          <p:nvPr/>
        </p:nvSpPr>
        <p:spPr>
          <a:xfrm>
            <a:off x="3614057" y="2032000"/>
            <a:ext cx="3381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dirty="0"/>
              <a:t>https://www.youtube.com/watch?v=Yxwm_2W9laY</a:t>
            </a:r>
          </a:p>
        </p:txBody>
      </p:sp>
    </p:spTree>
    <p:extLst>
      <p:ext uri="{BB962C8B-B14F-4D97-AF65-F5344CB8AC3E}">
        <p14:creationId xmlns:p14="http://schemas.microsoft.com/office/powerpoint/2010/main" val="40701381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89</Words>
  <Application>Microsoft Office PowerPoint</Application>
  <PresentationFormat>Panorámica</PresentationFormat>
  <Paragraphs>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Aguirre</dc:creator>
  <cp:lastModifiedBy>Guillermo Aguirre</cp:lastModifiedBy>
  <cp:revision>1</cp:revision>
  <dcterms:created xsi:type="dcterms:W3CDTF">2021-10-04T15:50:33Z</dcterms:created>
  <dcterms:modified xsi:type="dcterms:W3CDTF">2021-10-04T17:54:32Z</dcterms:modified>
</cp:coreProperties>
</file>