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2" r:id="rId7"/>
    <p:sldId id="261" r:id="rId8"/>
    <p:sldId id="263" r:id="rId9"/>
    <p:sldId id="264" r:id="rId10"/>
    <p:sldId id="265" r:id="rId11"/>
    <p:sldId id="266" r:id="rId12"/>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65" d="100"/>
          <a:sy n="65" d="100"/>
        </p:scale>
        <p:origin x="858" y="78"/>
      </p:cViewPr>
      <p:guideLst>
        <p:guide orient="horz" pos="2205"/>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9:03:40.266"/>
    </inkml:context>
    <inkml:brush xml:id="br0">
      <inkml:brushProperty name="width" value="0.05292" units="cm"/>
      <inkml:brushProperty name="height" value="0.05292" units="cm"/>
      <inkml:brushProperty name="color" value="#7030A0"/>
    </inkml:brush>
  </inkml:definitions>
  <inkml:trace contextRef="#ctx0" brushRef="#br0">20141 4862 0,'25'0'94,"25"0"-94,24 0 16,1 0-16,24 0 15,620 0 32,-272 0-31,-249 0-16,596 0 31,-571 0 16,-24 0-16,24-25 16,-124 0-47,248-49 31,-223 49-15,50 0 31,-25-25-31,24-24 30,-123 49-46,-25 0 16,0 25 0,74-74 15,-50 49-15,-24-24 15,0 24-16,25-25 17,-50 25-32,0-24 15,0-199 32,0 198-31,0-123 31,0 98-32,-149-99 17,-99 26-1,124 98-31,-124-24 47,74 49-32,-322 25 32,347 0-47,0 0 0,-719 0 31,198 0 16,472 0-15,173 0-32,0 0 15,-99 0 16,75 0-31,-224 25 32,-50 49 15,299-49-47,-1 0 31,-124 148 16,99-74-32,-123 50 17,123-74-17,25-1 32,25-24-47,0-1 31,0-24 16,25 0-31,-25 25 15,25-26-15,49 1 31,-49-25-32</inkml:trace>
  <inkml:trace contextRef="#ctx0" brushRef="#br0" timeOffset="5354.65">1885 6548 0,'25'0'79,"25"0"-79,24 0 15,25 0-15,50 0 16,149 0-1,-125 0-15,571 0 32,-198 0-17,967 0 32,-1314 0-31,173 0-1,-323-24 32,26 24-15,24-25-1,75-25 0,24 25 0,25-24 1,50-1-1,-223 25-16,24 25-15,1 0 16,-1 0 0,0 0-16,1 0 0,123 0 31,-148 0-15,-1 0-16,1 0 15,0-24 1,-25-1 15,148 0 0,-148 0-15,124 25 15,-75-49 0,-49 49 1,25 0-17,-1-50 32,-24-49-16,-25 49-15,0-24 0,0-26 15,-50-73 0,26 123-31,24 25 16,-50-49 15,0 0 0,-49-26 16,74 100-31,-148-24 15,-447 24 0,496 0-15,-224 0 15,175 0-15,98 0-16,-322 0 47,224 0-32,-299 0 17,-98 0-1,396 0 0,-347 0 0,373 0-31,-1 0 16,-25 0-16,-272 0 31,247 0-15,-98 0 15,222 0-15,26 0 15,24 0-31,-174-25 31,150 0-15,-1 25-16,25 0 31,-49-25 16,24 25-31,-74-25 15,25 1-16,74 24-15,-49-25 16,-25 0 15,-100 25 1,75 0-1,99 0-16,1 0 32,-101 25-15,76-25-1,24 0-16,-49 49 32,24-24-31,25 0 0,0 0-16,-99 99 31,100-99-16,-51 173 17,26-99-17,24 100 32,25-174-31,0 24-1,25 26 17,49-1 15,-24-49-32,74 49 16,-100-74-15,100 25 15,-99-25-31,50 25 16,74 24 15,-125-49 16,26 25 78,-25-25-109,0 25-16,-1 0 15,1-25 1,25 49-16,-25-49 0,24 25 31,26 0-15,-51 0-1,76 24 1,-26-49 31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8:57:21.100"/>
    </inkml:context>
    <inkml:brush xml:id="br0">
      <inkml:brushProperty name="width" value="0.05292" units="cm"/>
      <inkml:brushProperty name="height" value="0.05292" units="cm"/>
      <inkml:brushProperty name="color" value="#7030A0"/>
    </inkml:brush>
  </inkml:definitions>
  <inkml:trace contextRef="#ctx0" brushRef="#br0">23068 9525 0,'0'-25'94,"0"0"-94,0-49 16,0 0-1,25 24 1,0-24-16,25-50 16,49-149 31,0 49-16,0-24 0,-49 124-15,49-124 31,-49 75-16,-50 123-31,0 25 15,0 0 17,0 1 46,0-1-63,0 0 17,0 50 108,24 0-140,-24-1 16,0 1-16,0 25 16,0-1-16,0 26 15,0-26-15,0 1 16,0 25-1,-24 49 17,24-100-1,0 125 0,0-124-31,0 0 16,0 24 15,0-24 0,0 0 1,24-25 30,1 0-62,149-99 47,-124 49-31,-1 1-16,75-125 31,-99 100-16,0 24-15,0-25 32,24-24-1,-49 74-15,0 1-16,0 73 140,-25 1-124,25-1-16,-24-24 15,-1 75 1,-50 24 15,75-100-31,0 1 16,-24 25-16,24-25 16,-25 74 15,25-74-31,-25 123 47,25-73-32,0 24 17,0-25 14,0-49-30,0 0 62,25 0-31,0-25-16,-1 0-15,1-25 0,0-25 30,0 1-14,-25 24-17,0 0 17,0 0-17,0 1 16,0-26 1,0 25 15,0 0-1,-25 25 17,25 25-47,0 0-16,-25 0 15,25 0 16,0-1-15</inkml:trace>
  <inkml:trace contextRef="#ctx0" brushRef="#br0" timeOffset="1009.91">24532 8558 0,'49'0'125,"51"0"-109,-51 0-16,1 0 15,24 0-15,1 0 16,-26 0-1,-24 0-15,25 0 16,-25 0-16,-1 0 16,1 0-16,0 0 15,0 24 1,24-24 15</inkml:trace>
  <inkml:trace contextRef="#ctx0" brushRef="#br0" timeOffset="1855.66">24532 9079 0,'25'0'109,"49"0"-93,100-50 0,-100 50-1,149-25 17,-148 25-17,-1 0 32,-24 0-16</inkml:trace>
  <inkml:trace contextRef="#ctx0" brushRef="#br0" timeOffset="4281.41">25772 8111 0,'0'-25'31,"25"25"-15,-25-24-16,25-1 15,49 0-15,1 0 16,24 0-16,-50 25 16,51 0-1,-26 0-15,0 0 0,-24 0 16,99 0 15,-75 273 16,-74-198-31,0 222 15,-124-98 0,50-125 16,49-49-47,25 0 16,-50-1-16,26 26 15,-1-50 1,25 25-1,0 0 1,0 0 0,0-1 15,25-24-31,123 50 47,-48-50-32,98 0 1,-24 0 31,-125 0-31,-24 0-1,0 0 16</inkml:trace>
  <inkml:trace contextRef="#ctx0" brushRef="#br0" timeOffset="5457">27087 8012 0,'25'0'78,"-1"0"-63,26 0-15,0 0 16,24 0 0,100 0-1,-75 0 1,74 74 15,-73 125 16,-200 222 0,51-297-31,-75 50 15,99-75 16,25-74-16,0 0-15,25 49 30,0-74-30,297 25 31,-99-25-31,-74-25 15,-124 25-16,0 0 32,-25-24 16,0-26-1</inkml:trace>
  <inkml:trace contextRef="#ctx0" brushRef="#br0" timeOffset="6753.09">28401 7838 0,'0'-25'63,"25"25"-48,0 0 1,149 0-1,-26 25 32,-123 25-47,0 173 32,-50-124-17,0 1-15,1-26 16,-26 75 15,50-124 47,0-1-78,50-24 16,148 50 15,-148-50-15,49 74 31,-49 100-16,-75 49 16,0-198-32,-25 25 1,-49-25 31,49-25-47,1 0 15,-174 0 17,24 0-1,125 0 0</inkml:trace>
  <inkml:trace contextRef="#ctx0" brushRef="#br0" timeOffset="11879.79">30857 2828 0,'0'-25'219,"25"25"-110,0 0-93,-1 0 0,26 0-1,-25 0 1,0 0 15,-1 0 0,1 0-15,0 0 0,25 25 15,-26-25-16,1 0 1,25 0 31</inkml:trace>
  <inkml:trace contextRef="#ctx0" brushRef="#br0" timeOffset="14425.13">30882 2877 0,'0'25'109,"0"0"-109,0 0 31,0 0 0,0-1 94</inkml:trace>
  <inkml:trace contextRef="#ctx0" brushRef="#br0" timeOffset="16360.34">28575 7764 0,'50'0'94,"-1"0"-94,1 0 15,24 0-15,-24 0 16,74 0 0,-75 0-1,-24 0-15,99 0 31,-99 0-31,74 0 32,75 0-1,-149 0-15,49-25 30,-24 0-14,-25 25-17</inkml:trace>
  <inkml:trace contextRef="#ctx0" brushRef="#br0" timeOffset="21296.7">8954 10988 0,'0'0'0,"-74"0"16,24 0-16,26 0 15,-1 0-15,-50-49 16,51 49 0,-26 0-16,0 0 15,-49 0 1,-248 99 31,297-99-32,1 25-15,-100 74 32,74 50-1,75-124-16,0 99 17,0 25-1,25-1 0,99 125 0,-99-223-15,124 173 0,0 224 31,-75-274-32,75 75 32,-99-223-47,-1-25 0,1 50 31,173-50 1,-124 0-17,174 0 1,25-50-1,-75-49 32,-149 0-31,26-125 31,-76 150-32,-24-323 17,0 248-32,-99-248 31,-50 1 16,75 272-32,-100-100 17,50 175 15,-74-26-16,74-24 16,99 99 46,25 25-93,0 24 16</inkml:trace>
  <inkml:trace contextRef="#ctx0" brushRef="#br0" timeOffset="34329.11">22200 7392 0,'0'25'78,"0"49"-62,0 25-16,0 0 16,0 50-16,0 397 47,0-174-32,0 25 16,0 25 16,0-323-31,0-25-16,0 149 31,0-123-15,0-75 31,25-25-32,446 0 17,-322 0-17,694 0 16,-198-125 1,-149 51-17,-148 0 17,470 74-1,-446 0-16,397 0 17,-273-75-1,-297 75 0,-125 0-15,1 0 15,173-49 16,-149 49-31,149 0 15,25-75 0,149 26 0,-125-51 16,-272 100-47,25 0 47,-1 0-31,-24-24-16,149 24 31,-125 0-15,26 0 46,-51 0-46,-24-25 109,0 0-110,0 0-15,-24-24 16,-1-26-16,0-24 16,0-25-16,0-25 15,-49-248 1,24 199-16,-49-348 31,50 372-31,-75-123 31,-25-125 1,0 100 14,149 297-30,-25-25-16,0-24 31,-24 74 188,-51 0-203,-98 0-16,-100 0 15,-98 0 1,-51 74-16,-148 25 16,74 1-16,-546 123 31,497-149 0,495-74-15,-297 0 31,199 25-32,98-25-15,-421 75 31,347-51-15,25 1 15,25-25 16,0 25-31,-372 49 15,247-49-15,51 25 15,123-50 16,25 0-16,-24 0 16,-1 25 0,25-25-32,-24 0 17,-1 24-1,-74-24 0,99 0-15,0 0-1</inkml:trace>
  <inkml:trace contextRef="#ctx0" brushRef="#br0" timeOffset="42560.55">16049 4341 0,'24'0'125,"1"0"-109,0 0 0,49 0-1,-24 0 1,0 0-16,-1 0 15,1 0-15,24 0 16,-49 0-16,223-50 31,-198 50-15,99 0 0,-50 0 15,-74 0-16,-1 0 48,1 0-47,0 0-16,99-25 46,-25 25-30,149-24 31,-99 24-16,-99 0-31,-1 0 16,-24 0-16,25 0 31,24 0 0,25 0-15,25-25 15,25 0-15,99 0 31,-198 25-32,74 0 17,-99 0-32,74 0 46,-74 0-30,0 0-16,-1 0 16,1 0-1,0 0 1,0 0 0,124 0 30,-125 0-46,100 0 47,-24 0-31,173 0 15,-149 0 16,-75 0-47,373 25 47,-323 0-47,50 24 31,-124-49 0,24 0 32</inkml:trace>
  <inkml:trace contextRef="#ctx0" brushRef="#br0" timeOffset="46544.09">20712 11088 0,'25'0'47,"0"0"-31,-1 49-16,-24-24 16,25 0-16,0 49 15,0-24-15,0 124 47,-1 49-16,-24-174-31,25-24 16,-25 0 0,25 0 109,-25-50-94,0-74-16,149-149 17,-25 49 15,-124 175-47,25-1 15,24 0 1,-49 0-1,25 25 17,0 0 15,24 0-32,1 0 1,0 0-1,49 50 32,-50 198-15,-24-50 14,-25-99-30,0 100 31,0-125-16,0-49 0,25-25 79,0-25-79</inkml:trace>
  <inkml:trace contextRef="#ctx0" brushRef="#br0" timeOffset="47272.3">21927 11509 0,'25'-24'78,"0"24"-62,49 0-16,174 0 31,-74 0-16,-100 0 1,-49 0-16,0 0 16</inkml:trace>
  <inkml:trace contextRef="#ctx0" brushRef="#br0" timeOffset="47984.91">22076 11857 0,'25'0'62,"0"0"-46,24 0-16,1 0 16,0 0-16,24 0 15,0 0-15,-24 0 16,0 0-1,-1 0-15,1 0 16,-1 0-16,-24 0 16,0 0 140,0 0-140</inkml:trace>
  <inkml:trace contextRef="#ctx0" brushRef="#br0" timeOffset="49598.68">22820 11237 0,'25'0'109,"50"0"-109,-1 0 16,0 0 0,-24 0-16,0 0 15,-1 0-15,-24 0 16,0 0-1,0 0-15,-1 0 16,1 0 0,25 49 15,-25-24-15,-25 25 15,0-1 0,-100 75 0,-123-49 1,-74 24-1,272-99-16,0 0 17,50 0 46,24 0-63,175 0 1,-125 0 0,-25 0-16,50 0 31,-74 0 0,-50 25-15,25-25 15,-1 24 0,1-24-15,0 25 15,-25 74 16,0-74-31,0 25-1,-25-1 17,-99 51-1,-99-26 16,198-49-47,0 0 0,-123-25 47,98 49-32,-24-49 16,-26 0-15,-123 0 31,198 25-47,0 0 31,100-25 47,24 0-62</inkml:trace>
  <inkml:trace contextRef="#ctx0" brushRef="#br0" timeOffset="51521.27">23986 11137 0,'-25'0'62,"1"0"-62,-1 0 16,-25 0-16,0 100 31,26-51-31,24 26 32,0-51-32,0 100 46,0-24-30,0-1 31,0-74-47,0-1 0,0 1 16,0 124 30,0-99-46,24-26 0,-24 1 32,25 25 15,25-25-32,0 24 16,-1-49-31,-24 25 32,74-25-1,25 0 0,-74 0 0,-1 0 1,-24-50-17,-25-24 32,0 49-47,0-24 31,0-1-15,-49-49 31,-51 49 0,76 25-32,-1 25 32,0 0-31,-74 0 0,24 50 15,51-25 0,-26 24 0,0 26 1,50-50-17,0-1 1,0 1 15,0 0 0,0 0-15</inkml:trace>
  <inkml:trace contextRef="#ctx0" brushRef="#br0" timeOffset="67520.14">2480 5259 0,'0'24'63,"25"-24"-48,0 0-15,0 0 16,0 0 0,49 0-16,149 0 47,-99 0-32,25 0 1,25 0 31,-149 0-32,24 0 1,150 0 15,-75 0-15,-50 0-1,75 0 17,-124 0-32,148 0 31,-98 0-15,24 0 30,-49 0-30,24 0 15,-49 0-15,24 0 31,26 0-32,-50 0 17</inkml:trace>
  <inkml:trace contextRef="#ctx0" brushRef="#br0" timeOffset="69769.27">18455 13643 0,'24'0'109,"51"24"-109,-25 26 16,-1 0-16,50 24 15,-49-24 1,-25-26-16,24 1 16,-24 50-16,25-51 15,-25 26-15,24 24 16,-24-24-16,25 0 15,-26-1-15,26 1 16,-25-25-16,49 49 16,-49-49-1,0 0 17,0 0-17</inkml:trace>
  <inkml:trace contextRef="#ctx0" brushRef="#br0" timeOffset="70703.98">18802 14560 0,'-25'0'0,"25"-24"63,0-1-47,0-25-1,25 25 1,0 1-16,0-1 15,-1 0-15,1-25 16,0 25-16,0-24 16,24-1-1,-49 25-15,50-24 16,-25-1-16,24 1 16,-24-1-16,0 25 15,25-24 16,-50 24-15</inkml:trace>
  <inkml:trace contextRef="#ctx0" brushRef="#br0" timeOffset="71537.03">18355 13469 0,'0'-25'78,"25"25"-62,25 0-1,-1 0-15,26 0 16,-25 0-16,24 0 15,174 0 17,-25 0-1,-198 0-31,0 0 16,0 0 15</inkml:trace>
  <inkml:trace contextRef="#ctx0" brushRef="#br0" timeOffset="72305.03">19745 14064 0,'49'0'78,"-24"0"-62,25 0-1,-1 0 1,1 0-16,-25 0 0,123 0 31,-123 0-15,25 0-16,-25 0 15,-1 0 1,1 0-16</inkml:trace>
  <inkml:trace contextRef="#ctx0" brushRef="#br0" timeOffset="72952.5">19943 14436 0,'50'0'47,"-1"0"-31,1 0 0,24 0-16,1 0 0,24 0 15,-25 0-15,25 0 16,100 0 31,-174 0-47</inkml:trace>
  <inkml:trace contextRef="#ctx0" brushRef="#br0" timeOffset="74055.75">20786 13767 0,'50'0'94,"24"0"-94,26-25 15,-51 25-15,50 0 16,1 0-16,-26 0 16,50 0 15,-99 0-31,0 0 16,24 0-16,-49 25 15,50 49-15,-25-49 16,-25 0-16,0 24 15,0 1-15,0-1 16,0 26-16,-25-1 16,-25-24-1,-173 248 17,223-274-17,-50 1-15,50 0 0,-24 0 16,73-25 109,26 0-110,49 0 1,-50 0-16,0-25 16,-24 0-16,-25 25 15,25 0 1,-26 0 171</inkml:trace>
  <inkml:trace contextRef="#ctx0" brushRef="#br0" timeOffset="75217.08">21779 13816 0,'0'0'0,"49"-25"15,-24 25-15,149-24 32,-125-1-17,1 25 1,-25 0 0,-1 0-1,1 0 1,0 0-1,0 25 17,0 49-1,-25-24-31,0-26 16,0 1-1,0 124 1,-50-99-16,25 24 15,-24 75 17,49-124-17,-25 0-15,25-1 16,0 1 0,0 0 15,0 25 16,25-50-16,-1 0-31,1 0 16,25 24-16,-1-24 15,51 0 16,-26 0-31,-49 0 0,24 0 16,-24 0 0,0 0-16,0-24 125</inkml:trace>
  <inkml:trace contextRef="#ctx0" brushRef="#br0" timeOffset="76488.6">23044 13717 0,'-25'-25'15,"0"25"63,0 25-78,-24 25 16,49-1 0,-25 1-16,25-25 15,0 24-15,-25 26 16,0-1-1,25-24 1,0-1-16,0 1 16,0-25-16,0-1 15,25 76 1,0-51-16,49 75 31,-49-99-15,0-25 46,0 0-46,49 0 0,-49 0-16,0 0 15,49 0-15,-24 0 16,-1-25-16,1 25 15,24-49 1,-49 24-16,0-25 16,0 1-1,-25 24 1,0-25-16,0-49 31,-25-149 0,0 223-15,25 0 0,-25-24-16,25 24 0,-25 0 15,25 0-15,-24 25 16,-1-49-16,0 49 16,0-25-16,-24-49 31,24 49-31,0 0 15,0 25-15,0 0 32,1 0-17,-1 0 1,0 0 0,-25 0-16,26 25 31,-26 0 0</inkml:trace>
  <inkml:trace contextRef="#ctx0" brushRef="#br0" timeOffset="83207.7">18777 15677 0,'0'-25'31,"0"0"1,-25 25 14,1 0-30,-1 0 0,0 0-1,0 0-15,0 0 16,1 0-16,-26 0 16,50 25-16,-50 0 15,25-1 1,-99 150 15,100-124-15,-26 49 15,25-25 0,25-49-15,0 0-16,-25 49 31,25 50 0,0-49-15,50 49 31,0-25-16,24-49 0,50-50 16,-74 0-47,24 0 16,-24 0-16,49-75 31,-49 50-15,49-74-1,25-174 32,-124 224-31,25-26-16,-1-74 31,-24 75-15,0 24 31,-24-74-16,-1 75-16,0-1-15,0 25 16,0 1 47,1 24-17,-1-25-46,0 25 47,-25 0-31,1 99 15,-1 0 16,50-74-31,0 0 46,0 0-46,50-25 46,24 0-46,25 0-16,25 0 16,298-100 15,-223 51 0,-150 49 0</inkml:trace>
  <inkml:trace contextRef="#ctx0" brushRef="#br0" timeOffset="84089.47">19645 16247 0,'0'-50'78,"50"50"-46,-25-24-32,24-1 15,150-25 16,-100 25-15,-74 25 31</inkml:trace>
  <inkml:trace contextRef="#ctx0" brushRef="#br0" timeOffset="84817.09">19670 16669 0,'50'0'62,"74"0"-46,-75 0-16,51 0 16,-26-25-16,-49 25 15,49-25-15,-49 25 16,49 0-16,26 0 31,-76 0-15,26-25-1</inkml:trace>
  <inkml:trace contextRef="#ctx0" brushRef="#br0" timeOffset="87633.46">20811 15850 0,'0'-25'94,"0"1"-94,25 24 16,25-50-1,-26 25-15,26-24 0,-50-1 16,50 25-16,-1-24 31,-24-1-15,0 75 109,0 24-125,-1 1 16,1 0-16,-25-1 15,0 100 1,0-75-16,0 199 47,0-198-47,0 98 15,0 51 17,25-200 139</inkml:trace>
  <inkml:trace contextRef="#ctx0" brushRef="#br0" timeOffset="88552.73">20985 16768 0,'25'0'62,"-1"0"-46,1 0 0,0 0-1,74-50 17,-24 50-1,73-49-16,51-50 32,-174 74 31,-1 25-78</inkml:trace>
  <inkml:trace contextRef="#ctx0" brushRef="#br0" timeOffset="90633.13">22126 15255 0,'0'-25'94,"-50"25"-63,25 0-15,-24 25-16,-26 0 31,75-1-15,0 26 249,0-25-249,0 0-16,0 24 16,0 26-16,0-1 15,0 25-15,25-24 16,25-1-1,-25 50-15,49-25 0,0 149 32,-49-148 15,0-75-32,-25-50 48,0-25-32,50 25-15,-1-49 15,1 74-16,-25-25-15,-1 25 32,1 0-1,0 0-15,0 0 30,0 0-30,-1 0 0,1 0 31,-25 25-47,25-25 15,0 74 16,-25-49-15,25 50 31,-25-51-16,0 26 0,0-25-15,0 0 0,0-1-1,0 26-15,-50 49 47,25-99-47,0 25 16,-24 49 31,24-49-47,-25-25 31,-74 50 0,-74 24 16,99-74 0</inkml:trace>
  <inkml:trace contextRef="#ctx0" brushRef="#br0" timeOffset="91936.64">22002 15280 0,'49'0'78,"26"0"-62,-50-25-1,-1 25-15,26 0 16,0-25-1,-1 0 1,-24 25 15,25 0-15,-1 0 31,-24 0-47,0-25 47,-25 1-16</inkml:trace>
  <inkml:trace contextRef="#ctx0" brushRef="#br0" timeOffset="95720.07">19769 4242 0,'0'24'78,"0"26"-62,0 0-16,25 24 31,0-24-31,0 49 31,0-50-15,-25 100 31,0-99-47,0-25 15,0 24 1,0 51 31,0-26 0,0-49-16,0 24-16,0 1 32,0-25-31,0 24 15,0-24-31,0 0 31,0 0-15,0 0 15,0-1 235</inkml:trace>
  <inkml:trace contextRef="#ctx0" brushRef="#br0" timeOffset="116088.49">18951 6375 0,'25'0'16,"-1"0"-1,1 0 1,0 0-16,0 0 16,24 0-1,175 0 17,247 0-1,-372 0-31,100 0 47,-51 0-32,125 0 17,-74 0 14,-150 0-46,1 0 16,-25 0-16,148 0 31,-98 0-31,-1 0 16,174 0 0,75 0 30,-249 0-30,397 0 15,-247 0-15,148 0 15,-248 0 16,74 0 0,-99 0-31,472 0 15,-497 0-16,75 0 17,-124 0-32,124 0 31,49 0 0,75 0 0,-223 0-15,123 0 15,1 0 16,-100 0-47,1 0 16,24 0-16,-25 0 0,100 0 31,124 0 0,-75 0 1,149 0-1,-322 0-16,272 0 32,-272 0-47,24 0 16,-49 0-16,49 0 16,-24 0-1,74 0 16,-25 0-15,-49-25-16,-1 25 16,100-50 15,-25 50 0,-49-24-15,73-26 15,125 50 16,-198-50-31,148 50 46,-173 0-46,198-24 31,-174 24-47,-24-25 0,-1 25 15,1-25 1,124 0 31,-100 25-32,124 0 17,-123 0-17,-50 0-15,74 0 31,-74 0-31,24 0 32,150-25-1,-150 25-15,175 0 15,-125 0 0,99 0 0,-99 0 1,-74 0-17,0 0-15,25 0 0,74 0 31,-75 0-15,26 0 31,-51 0-31,1 0 15,0 0-16,0-24 17,-25-1-17,49-25 48,-24 50-63,0-49 31,0 24-15,0 0 31,0-25-32,-1 25 32,1-24-16,0 24 1,0 25-17,-25-25 32,0 0-31,0-24 31,0-1-32,-50-24 16,-49-50 16,74 74-31,-49 25 15,49 1 16,0 24-31,0-25-1,0 25-15,1-25 16,-1 25 15,0 0-31,0 0 16,-24-25-1,-100 25 32,-99 0-31,-75 0 15,1 0 0,99 0 1,173 0-17,-24 0-15,-1 0 16,1 0-16,-1 0 16,-98 0-1,-75-25 16,24 25-15,-73 0 15,247 0-15,-49-24-16,0-1 16,-50-25-1,0 50-15,-521-124 31,397 124 1,100 0-1,-26 0 16,75 0-32,-49 0 1,98 0 15,-98 0 16,24 0-31,-322 0 15,322 0 0,-149 0 1,224 0-17,-150 0 1,125 0-16,-223 0 47,-1 0-16,75 0 16,124 0-32,-223 50 17,25-50-1,148 0 0,0 0 16,100 0-47,-323 0 47,273 0-31,-124 0 15,173 0-16,-73 25 32,-100 24 0,198-49-47,0 25 0,1-25 47,-1 25-31,-198 0 15,-124-1 0,273-24-15,24 0-16,1 0 0,0 0 15,-1 0-15,26 0 16,24 0-16,-198 50 47,148-25-47,25 0 16,-49-25-1,74 0 1,-99 49 15,75-24-15,-26-25-1,26 0 17,-1 25-1,25-25-31,1 0 15,-26 25 32,-24 24 0,49-24-31,0 25 15,25-26-15,-25-24-1,25 25 1,-25 0 15,25 0-15,-24 0 31,24 49 0,-25-74-47,25 25 0,0 0 46,0 24-30,0 75 31,25-99-47,-1 25 47,100-1-16,-49 1 16,-50-25-31,-1-25 62,1 0-78,25 0 140</inkml:trace>
  <inkml:trace contextRef="#ctx0" brushRef="#br0" timeOffset="119552.04">2356 6945 0,'25'0'47,"0"0"-32,0 0-15,49 0 31,1 0-31,247 0 32,-99 0-17,50 0 17,-25 0-1,-198 0-16,272 0 17,-272 0-17,124 0 17,148 0-1,224 0 0,-125 0 16,-48 0-31,-51 0 15,-248 0-16,150 0 32,-175 0-31,1 0-16,-1 0 16,-24 0-1,174 0 16,-125 0-15,199 0 31,-223 0-47,-1 0 0,50 0 31</inkml:trace>
  <inkml:trace contextRef="#ctx0" brushRef="#br0" timeOffset="124000.1">13568 7045 0,'25'0'16,"0"0"-16,124 0 31,-100 0-31,1 0 16,-1 0-16,75 0 15,224 0 32,-249 0-31,521 0 15,-446 0-15,-125 0-16,75 0 47,-49 0-16,-75-25-31,25 25 15,123-50 17,26-24-17,-124 49-15,-26 25 16,26-25 0,-25 0-16,124-24 31,-50-1 16,-50 0-32,1 1 17,-50 24-1,0 0-16,0 0 1,0 1 0,0-1-16,-25-50 31,25 51-31,-124-125 31,75 124-15,-125-25 31,100 26-32,-75-1 1,-223 25 31,74 0 0,199 25-47,-25-25 47,-75 74-32,26-74 16,123 0-31,1 0 32,-150 50-1,149-50-15,-24 0-16,24 24 15,-198 1 32,199-25-31,24 0-16,-25 25 47,26-25-1</inkml:trace>
  <inkml:trace contextRef="#ctx0" brushRef="#br0" timeOffset="126106.37">12204 7838 0,'-50'25'15,"25"-25"-15,1 0 16,-51 25 0,26-25-16,-100 25 0,74-1 15,-73 1 17,-1 25-1,124-50-16,-173 25 17,123-25-1,-49 0 0,74 0-15,1 0-16,-75 0 47,74-25 0,25 0-47,25 0 31,0-49 0,0-25 0,50 74-15,74-25 31,-74 25-32,74 1 17,-100 24-17,1 0-15,50 0 32,-50 0-17,148 24 16,-74 1 1,75 99-1,-25-25 0,-50-24 16,-25-50-31,26 0 31,-76-1-32,51-24 16,-50 0-31,-25 25 32,25-25-1</inkml:trace>
  <inkml:trace contextRef="#ctx0" brushRef="#br0" timeOffset="126904.71">12650 7689 0,'25'-24'78,"0"24"-31,0 0-32,49 0-15,1 0 16,-26 24-16,50 1 31,-74-25-31,25 0 0,-25 0 16,74 0-1,-49 0 1,-26 0 15,-24 25 110,0 0-126</inkml:trace>
  <inkml:trace contextRef="#ctx0" brushRef="#br0" timeOffset="127615.43">12725 8062 0,'49'0'79,"26"-25"-64,-50 25-15,49 0 16,-24-25-1,-1 25-15,75-25 0,-49 25 16,123-50 0,-123 50-1,-26 0 17</inkml:trace>
  <inkml:trace contextRef="#ctx0" brushRef="#br0" timeOffset="128944.85">14089 7466 0,'0'-25'16,"-25"25"46,0 0-46,-24 0 0,24 0-1,-49 124 1,-1 75 31,75-174-32,50 198 17,-25-198-17,-1 24 32,1-24-47,0-25 16,0 0-1,24 25 1,-24-25 0,124 0-1,-99 0 1,49-50 15,-74 26-15,0-1-16,-1 0 15,26-99 17,-50 99-17,0-74 16,-25 74-31,25 0 16,-124-173 15,99 173-15,0 0-16,-24-24 16,24 24 15,-74 0 16,74 25-32,0 0 17,0 0-17,25 25 32,50 0-31</inkml:trace>
  <inkml:trace contextRef="#ctx0" brushRef="#br0" timeOffset="129416.7">14709 7937 0</inkml:trace>
  <inkml:trace contextRef="#ctx0" brushRef="#br0" timeOffset="130919.92">15081 7243 0,'0'25'62,"0"0"-46,0 24-16,0 1 15,0 74 1,0-75 0,0 125 15,0-124-16,25 49 1,0 0 31,-25-74-47,0 0 0,25 49 47,-1-74-47,1 25 31,25 0 0,99-25 16,-75 0-16,-49 0-15,0-25 0,0 0 15,-25-49-15,0-174 30,-25 198-46,25 0 16,-75-74 0,-74-49 15,125 148 0,-26-49-15,-49 24 31,74 25-47,-25 0 47,1 25 15,24 25-31,25 0 63</inkml:trace>
  <inkml:trace contextRef="#ctx0" brushRef="#br0" timeOffset="131575.99">15875 7317 0,'-25'-24'16</inkml:trace>
  <inkml:trace contextRef="#ctx0" brushRef="#br0" timeOffset="133528.54">16098 7268 0,'-25'0'31,"1"0"-31,-1 0 31,-25 0-15,1 0 15,24 0-15,0 0-16,-25 0 31,-24 0-15,-25 25 30,74-1 111,25 1-126,0 0-15,0 0-16,0 24 15,25 1 16,0 24 1,-1-49-17,1 0 63,0-25-46,0 0-17,24 0 1,51 0 31,-76 0-32,1 0 17,0 0-17,0 0 17,74 50 14,-74-26-30,0 1-16,-25 0 16,24 99 15,-24 0 16,0-99-32,0 25 17,0-26-1,0 1-15,0 25 30,-49-50-14,24 0-1,0 0-15,-124 0 15,100 0 16</inkml:trace>
  <inkml:trace contextRef="#ctx0" brushRef="#br0" timeOffset="-95679.72">6424 12973 0,'25'0'47,"0"0"-16,0 0-15,0 0-1,24 0 1,-24 0-1,99 0 17,-99 0-32,0 0 15,24 0-15,26 0 32,-50 0-17,-1 0 1,1 0-1,124 0 17,-124 0-17,0 0-15,-1 0 16,1-25 0,0 25-1,0 0 1,0 0-16,-1-25 15,51 25 17,-26 0-17,-49-25-15,25 25 16,50-24 31,-51 24-47,1 0 0,25-25 15,-25 25 1,24 0-16,50-25 31,-49 25-15,-25 0 0,-25-25-16,25 25 31,-1 0-16,1-25-15,25 25 47,-50-24-47,25 24 78,0-25-46,-25 0-1,0 0-15,0-49 30,-25 49-46,25 0 16,-50-24 15,0-75 1,26 124-17,-1-25-15,0 0 16,0 0-16,0 0 15,25 1-15,-24-1 16,24 0 15,-50 25-31,25-25 47,-24 0-47,24 25 47,25-25-47,-25 25 16,0 0 15,0-24-31,-24 24 31,24-25-15,0 25-1,0 0-15,1 0 0,-1 0 32,0 0-17,-25-25 1,26 25 0,-51 0 15,50 0-31,1 0 15,-1 0 1,-25 0 0,1 0-1,24 0-15,0 0 16,0 0 0,-24 25-16,-26-25 31,50 0-16,25 25-15,-25-25 32,1 0-32,-1 24 15,-25-24 1,25 0 0,1 25-16,-1-25 15,0 25 1,0-25-16,0 25 31,1-25 0,-1 50-15,0-26 0,0-24-1,0 75 16,1-75-15,24 25-16,0-1 16,-25 1-16,25 0 31,-25 25-31,25-26 31,0 1-31,0 74 47,0 1-16,0-1 1,0-74-17,25 24 1,-25-24 15,25 25-15,-25-26 31,24 1-47</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8:09:57.404"/>
    </inkml:context>
    <inkml:brush xml:id="br0">
      <inkml:brushProperty name="width" value="0.05292" units="cm"/>
      <inkml:brushProperty name="height" value="0.05292" units="cm"/>
    </inkml:brush>
  </inkml:definitions>
  <inkml:trace contextRef="#ctx0" brushRef="#br0">3101 9947 0,'24'0'203,"1"0"-188,25 0-15,-25 0 16,-1 0-16,26 0 16,0 0-16,-1 0 15,1 0-15,-1 0 16,1 0-16,-25 0 15,24 0-15,1 0 16,0 0 0,-1 0-16,1 0 15,-25 0-15,24 0 16,-24 0-16,0 0 16,25 0-16,-26 0 15,26 0 1,-25 0-1,24 0-15,1 0 16,0 0-16,-1 0 16,-24 0-16,25 0 15,-1 0 1,-24-25-16,25 0 16,-26 25-1,1 0-15,25 0 16,-1 0-16,1 0 15,24 0-15,1 0 16,-1 0-16,-24 0 16,0 0-16,-1 0 15,1 0-15,-1 0 16,1 0-16,0 0 16,-26 0-16,26 0 15,0 0 1,24 0-16,25 0 15,-24 0-15,24 0 16,-25 0-16,1 0 16,-26 0-16,26 0 15,-1 0-15,1 0 16,-26 0-16,26 0 16,-26 0-16,1 0 15,-25 0-15,-1 0 16,1 0-16,0 0 15,0 0-15,49 0 16,-49 0-16,25 0 16,-26 0-16,26 0 15,24 0-15,-49 0 16,0 0-16,25 0 16,-1-25-16,-24 25 15,25 0-15,-1 0 16,26 0-16,-1 0 15,1 0-15,-1 0 16,0 0-16,26 0 16,-26 0-16,25 0 15,-24 0-15,24 0 16,-25 0 0,-24 0-16,0 0 15,-1 0-15,26 0 16,-26 0-16,1 0 15,-1 0-15,1 0 16,0 0-16,-1 0 16,1 0-16,24 0 15,1 0-15,-26 0 16,26 0-16,-1 0 16,-24 0-16,-1 0 15,1 0-15,0 0 16,-1 0-16,1 0 15,-1 0-15,1 0 16,0 0-16,-1 0 16,1 0-16,24 0 15,-24 0-15,24 0 16,-24 0-16,24 0 16,-24 0-16,-1 0 15,1 0-15,0 0 16,-1 0-16,26 0 15,-26 0-15,1-25 16,-25 25 0,0 0-1,-1 0-15,26 0 16,0-24 0,-26 24-1,26 0-15,-25 0 16,49-25-16,-49 25 15,0 0-15,0 0 16,24-25-16,-24 25 16,0 0-16,49 0 15,1 0-15,-1 0 16,0 0-16,-24 0 16,24 0-16,1 0 15,-50 0-15,0 0 16,24 0-16,1 0 15,24 0-15,-24 0 16,-1 0-16,1 0 16,-25 0-16,24 0 15,-24 0 1,0 0 15,0 0-31,0 0 16,24-25-16,-24 25 15,0 0-15,24 0 16,26-25-16,-1 25 16,-49 0-16,25 0 15,24 0-15,25 0 16,25 0-16,-24 0 16,24 0-16,-50 0 15,-24 0-15,-1 0 16,-24 0-16,0 0 15,0 0 79</inkml:trace>
  <inkml:trace contextRef="#ctx0" brushRef="#br0" timeOffset="4631.24">2853 9426 0,'49'0'78,"-24"0"-62,25 0 0,-1 0-1,-24 0-15,25-25 16,-26 0-16,26 25 16,-25 0-16,0 0 15,-1 0-15,51 0 16,-26 0-16,-24 0 15,0 0-15,25 0 16,-1 0-16,1 0 16,-25 0-16,-1 0 15,26 0-15,-25 0 16,0 0-16,24 0 16,1 0-16,0 0 15,-26 0-15,1 0 16,0 0-16,0 0 15,0 0-15,24 0 16,-24 0 0,25 0-1,-1-25 1,-24 25 15,0 0-15,24-24-16,-24-1 31,0 25-31,-25-25 16,25 0-16,24 25 15,-24-49-15,25 49 16,-25-50-16,-1 25 16,26-24-16,-25 24 15,-25 0-15,25-25 16,-1 25-16,1-24 15,0 24-15,0 0 16,0 0-16,-1 1 16,1-26-16,-25 25 15,25-24 1,0 24-16,0-25 16,0 25-16,-25 1 15,0-1-15,24-25 16,1-24-16,0 49 15,-25 0-15,0 0 16,0 1-16,25-26 16,-25 0-1,0 26 1,0-1 0,0 0-1,25 0-15,-25 0 31,0-24-15,24 24-16,-24 0 16,0 0-16,25-24 15,0 24-15,0-25 16,-25 1-16,25 24 16,-1 0-16,-24 0 15,25 0-15,0 1 16,0-1-16,-25 0 15,49 0-15,-24-24 16,0 49-16,-25-25 16,25 0-16,-25 0 15,49 0-15,-24 1 16,-25-1 0,25 25-16,0-25 15,0 25-15,-1-25 16,1 25-16,-25-25 31,25 1-31,25-1 16,-26 0-1,1 0 1,0 25-16,0-25 16,0 1-16,-1-1 15,1 25 1,0-25-16,0 0 15,25 25 1,-50-25 0,24 25-16,26 0 15,0-24 1,-26-1-16,1 25 16,0 0-16,25-25 15,-26 0 1,1 25-16,0 0 15,25-25-15,-26 1 16,26 24-16,-25 0 16,24-25-1,-24 0 1,0 25 0,0 0-16,24-25 15,-24 0 1,0 25-1,25-25 1,-26 1 0,1 24-1,0 0 1,0-25-16,24 0 16,-24 25-1,25 0 1,-25-25-16,24 0 15,-24 25 1,25-24-16,-25-1 16,-1 25-16,1 0 15,25 0-15,-1-25 16,1 25-16,24-25 16,-49 25-16,25 0 15,24-25-15,-24 25 16,-1 0-16,51-24 15,-51 24-15,26 0 16,-26 0-16,1 0 16,-1 0-16,26 0 15,-1 0-15,-49 0 16,50 0 0,-26 0-16,1 0 15,-25 0-15,24 0 16,1 0-16,-1 0 15,1 0-15,24 24 16,-24 1-16,0-25 16,24 25-16,0-25 15,-24 25-15,-25-25 16,24 0-16,26 25 16,-25-1-16,-1-24 15,1 0-15,-25 0 16,-1 0-1,51 25-15,-50 0 16,24-25 0,-24 25-16,0 0 15,0-25-15,-1 24 16,26 1-16,-25 0 16,0 0-16,24-25 15,-24 25-15,25 0 16,-26-1-16,1 26 15,25-25-15,-1 24 16,-24-49 0,25 50-16,-1-25 15,-49 0 1,25-1-16,0-24 16,0 25-16,0 0 15,0 0-15,-1 0 16,1-1-16,0 1 15,0-25-15,0 25 16,-1 0 0,1 24-1,0-49-15,-25 50 16,25-25-16,0 0 16,-25 24-16,49-49 15,-49 50-15,25-25 16,0-1-16,-25 26 15,49-25-15,-24 24 16,-25-24-16,25 0 16,0 25-16,-25-26 15,25 1-15,-1 0 16,-24 25 0,25-1-16,-25-24 31,0 0-31,25 0 15,0 0-15,-25-1 16,25 26 0,-1 0-16,-24-26 15,0 1-15,25 25 16,0-25-16,-25-1 16,25 26-16,0-25 15,-25 0-15,49-25 16,-49 24-16,25 1 15,-25 0-15,25 0 16,0 0-16,-1-1 16,1 1-16,0-25 15,0 25-15,0 0 16,-1-25-16,1 0 16,0 25-1,0-25 1,0 24-1,0-24 1,24 25 0,-24-25-16,0 25 15,0-25-15,-1 0 16,1 25 0,0-25-1,25 25-15,-1-25 16,-24 24-1,0-24-15,0 0 16,24 25-16,-24-25 16,0 0-16,24 0 15,-24 0 1,0 0 0,0 25-16,0-25 15,24 25-15,-24-25 16,0 0-16,74 0 15,-49 25-15,-26-25 16,26 25-16,-25-25 16,25 0-16,-26 0 15,51 24-15,-26-24 16,-24 0-16,25 25 16,-25-25-16,24 25 15,1 0-15,-25-25 16,24 0-1,-24 0 17,0 0-32,0 0 15,-1 0 1,-24 25-16,25-25 31,0 0 32,0 0-63,0 24 15</inkml:trace>
  <inkml:trace contextRef="#ctx0" brushRef="#br0" timeOffset="7408.68">5060 8334 0,'0'25'234,"0"25"-218,0-25-1,0 24-15,0-24 16,0 25-16,0-1 16,0 1-16,0-1 15,0 1-15,0-25 16,0 49-16,0-49 15,0 0-15,0 0 16,0 49-16,0-49 16,0 0-16,0 0 15,0-1-15,0 1 16,0 0-16,0 25 16,0-1-1,0-24-15,0 0 16,0 0-16,0-1 15,0 1-15,0 0 16,0 0 0,0 0-1,0-1-15,0 1 32,0 0-17,0 0 16,0 0-31,0-1 16,0 1 0,0 0 15,0 0 0,0 0-15,0-1 15,0 1-15,0 0 15,0 0-31,0 0 62,0-1 48,0 1-63</inkml:trace>
  <inkml:trace contextRef="#ctx0" brushRef="#br0" timeOffset="8527.23">4986 9178 0,'-25'25'110,"0"-1"-95,25 1-15,0 25 16,-25-1 0,1-24-16,24 25 15,0-25 1,-25-1-16,0 26 15,0-25 17,0 24-32,0 1 15,1-25 1,24 0 0,-25-1-1,0 1 1,25 0 15,0 0-31,-25-25 16,25 25-1,0-1 17,-25 1-17,1 0 1</inkml:trace>
  <inkml:trace contextRef="#ctx0" brushRef="#br0" timeOffset="9655.73">4911 8905 0,'0'49'109,"-24"-24"-93,24 0-16,0 0 16,-25 0-16,25 24 15,-25-24-15,0 25 16,0-25-16,25-1 15,-25 26-15,1-25 16,-1 0-16,0-1 16,25 1-16,-25 25 15,0-25-15,25-1 16,-24 26-16,-1-25 16,0 24-16,0-49 15,25 25-15,-25 0 16,25 0-16,-24 24 15,-1-24-15,-25 0 16,50 0 0,-25 0-16,1-1 15,-1 1 1,25 0 0</inkml:trace>
  <inkml:trace contextRef="#ctx0" brushRef="#br0" timeOffset="10712.65">4638 9004 0,'-24'75'94,"-1"-51"-78,-25 1-16,25 50 15,1-51-15,-1 26 16,0 0-16,0-26 16,0 1-16,1 25 15,-1-25-15,0 24 16,-25-24-16,50 0 15,-49 24-15,49-24 16,-25 25-16,0-1 16,0 1-1,1-25 1,-1 0 0,25-1-1,0 1-15,-25 0 16,0 0-16,0 0 15,1 24-15,24-24 16,-25 0-16,-25 25 16,25-26-16,1 26 15,-1-50-15,25 25 16,-25-25-16,0 49 16</inkml:trace>
  <inkml:trace contextRef="#ctx0" brushRef="#br0" timeOffset="11567.23">3994 9376 0,'-25'25'78,"-25"0"-78,25 24 15,1-24-15,-26 50 16,25-51-16,0 26 16,-24 24-16,49-24 15,-25-25-15,0 24 16,0-24-16,0 0 16,25 0-16,0 0 15,-24-1-15,-1 1 16,25 0-16,-25 0 15,25 0 1,-25 0-16,0-1 16,1 26-1,-1 0 1,0-26 0</inkml:trace>
  <inkml:trace contextRef="#ctx0" brushRef="#br0" timeOffset="12920.22">3423 9525 0,'25'-50'156,"-25"26"-140,0-1-1,25-25-15,-25 100 204,0-25-189,-25 24 1,0 1-16,25-25 15,-25 24-15,0-24 16,25 25-16,-24-26 16,24 1-1,0 0-15,-25 0 32,25 0-17,-25-1 1,25 1-1,0 0 1,-25-25 0,25 25-1,0 0 32,-25-25 0</inkml:trace>
  <inkml:trace contextRef="#ctx0" brushRef="#br0" timeOffset="15047.98">4862 10368 0,'-25'0'125,"0"0"-125,0 0 16,0 0 15,1 25-15,-1 0-1,0 0 1,0 0 0,25-1 15,-25 1-31,1 0 16,24 0-1,0 0 1,0-1-16,0 1 15,0 0-15,0 0 16,0 0 0,0-1-1,0 1 1,0 0 0,0 0-1,0 0 1,24-25-1,-24 24 17,0 1-32,25-25 31,-25 25-15,25-25-1,25 0 1,-26 0-1,1 0 1,0 0 0,0 0-1,0 0-15,24-25 32,-24 0 30,-25 1-31,25-1-15,0 0 0,-25 0-1,0 0 1,0 1-1,0-1 1,0-25-16,0 1 16,-25 49-16,25-25 31,0-25-15,0 25-16,0 1 15,-25-1 1,0 0-16,25 0 15,0 0 48,-24 25-16,24-24 31,-25 24 16</inkml:trace>
  <inkml:trace contextRef="#ctx0" brushRef="#br0" timeOffset="15743.4">5159 10864 0</inkml:trace>
  <inkml:trace contextRef="#ctx0" brushRef="#br0" timeOffset="17807.62">5358 10443 0,'0'49'188,"0"-24"-157,0 0-15,0 25-1,0-26 1,0 1 0,0 0-16,0 0 15,0 0 1,0-1 0,0 1-1,0 0 1,0 0-1,0 0 17,0-1-32,0 1 15,0 0 17,25-25 77,-1 0-78,1 0-15,0 0-16,25 0 15,-26 0 32,1 0-31,0-25 0,-25 0-1,25 1 1,-25-26 15,25 50-31,-25-25 31,0 0 16,0 1-31,0-1-1,0 0 1,0-25 0,0 26-1,0-1-15,-25 25 16,25-50 0,-25 50-16,0-49 31,25 24-16,-25 25 17,25-25-17,-24 25 32,-1 0-31,0 0 15,0 0 0,0 0-15,1 0 0,-1 0-1,0 25 1,0-25-1,25 25 1,-25-25 0,25 24-16,0 1 15,-24 0-15,-1 25 32</inkml:trace>
  <inkml:trace contextRef="#ctx0" brushRef="#br0" timeOffset="19256.53">5879 10344 0,'0'-25'15,"-25"25"48,0 0-48,-25 25 1,26-1 0,24 1 15,0 0 16,0 0-32,0 0 1,0-1 0,49-24-16,1 25 15,-25 0-15,0-25 16,-1 0-16,26 25 15,-25 0-15,24-25 16,1 24 15,-50 1-31,25-25 16,0 25 15,-1-25-31,-24 25 16,25-25-1,-25 25-15,25-1 16,-25 1 15,0 0-15,0 0-16,0 0 16,0-1-1,0 26 1,0-25-1,-25-25 17,0 0-17,1 0 1,-1 0-16,0 0 16,-25 0-16,26 0 15,-51 0-15,50 0 16,1 0-1,-1 0-15,0 0 16,25-25 31,-25 25 47</inkml:trace>
  <inkml:trace contextRef="#ctx0" brushRef="#br0" timeOffset="20032.16">5804 10319 0,'0'-25'93,"25"0"-77,25 25 0,-1 0-16,-24 0 15,0 0 1,25 0-16,-26 0 16,1 0-16,0 0 15,25 0-15,-26 0 31</inkml:trace>
  <inkml:trace contextRef="#ctx0" brushRef="#br0" timeOffset="24631.67">5829 11633 0,'0'25'62,"0"0"-46,-50 0 0,1 0-1,24-25 1,-25 24-1,26-24-15,-1 25 16,0 0-16,-49-25 16,49 25-1,-25 0-15,-24-25 16,49 24 0,0-24-16,-24 0 15,24 25 1,0 0-16,0-25 15,0 0-15,1 0 16,-1 0-16,0 0 16,0 0-16,0 0 15,1 0-15,-26 0 16,25 0-16,0 0 16,-24-25-16,24 25 15,-25 0 1,25-25-1,1 25 1,24-24-16,-25-1 16,0 25-16,0-50 15,25 25 1,0 1 0,0-26-1,0 0-15,0 1 16,0 24-16,0-25 15,25 26-15,0-1 16,0 0-16,-25 0 16,24 0-1,1 25 1,0 0 31,0 0-32,49 0 1,-74 25 0,50-25-16,0 25 15,-26 0 1,1 0-16,0-1 16,0 1-16,24 0 15,-24-25-15,25 25 16,-25 0-1,-1-25-15,26 24 16,-25 1 0,0 0-16,24 0 0,1 0 15,-25-1 1,24 1-16,1 0 16,-1 0 15,-24 0-31,0-25 15,0 24-15,0-24 16,-1 0 0,26 25-16,-25-25 15,0 0 1,24 25-16,-24-25 16,0 0-1,0 0 1,0 0-1,-1 25 1</inkml:trace>
  <inkml:trace contextRef="#ctx0" brushRef="#br0" timeOffset="29599.57">2679 7689 0,'0'50'110,"0"-25"-95,25 0-15,0 24 16,-1-24-16,1 0 15,0 24-15,-25-24 16,25 25-16,0-25 16,-25 0-16,24-1 15,1 1-15,-25 0 16,25 0-16,-25 0 16,25-1-16,0-24 15,-25 50-15,24-50 16,-24 25-1,0 0-15,25-1 16,0 1 15,0-25-15,-25 25-16,25 0 31</inkml:trace>
  <inkml:trace contextRef="#ctx0" brushRef="#br0" timeOffset="30927.69">2828 8434 0,'25'0'156,"-1"24"-156,1-24 15,0 25-15,0 0 16,0 0-16,-1 0 16,1-25-16,-25 24 15,25-24-15,0 0 16,0 0 0,-1 25-16,1 0 15,0-25-15,0 0 16,0 0-1,-1 0-15,1 0 16,0 0 0,0 0 15,0 0 141,-25-25-157,0-24 1,0 24 0,0-25-16,0-24 15,-25 24-15,25 1 16,-25-26-16,0 26 16,0-1-16,1 0 15,-1 1-15,25 24 16,-25 0-16</inkml:trace>
  <inkml:trace contextRef="#ctx0" brushRef="#br0" timeOffset="33000.1">149 7392 0,'0'-25'78,"25"-25"-62,-1-24-1,26 24-15,-25 1 16,24-1-16,-24-24 16,0 49-16,0 0 15,24-24-15,-24 24 16,25-25-16,-50 25 15,50 0-15,-50-24 16,49 49-16,-49-50 16,50 25-16,-50 1 15,49-1-15,-24 0 16,0 25 0,0-25-1,-25 75 79,0 49-94,-25 0 16,0-24-16,0 49 15,-24-25-15,-1 25 16,1-25-1,-1 0-15,25-24 16,-25-1-16,26 1 16,24-26-16,0-24 15,-25 25-15,0-26 16,25 1-16,0 0 16,0 0-16,0 0 15,0-1-15,0 1 16,50-50 109,-1-24-125,26 24 15,-26-49-15,1 49 16,0-25-16,24 25 16,-49-24-16,24 24 15,1 0-15,-50 0 16,25 1 31</inkml:trace>
  <inkml:trace contextRef="#ctx0" brushRef="#br0" timeOffset="33767.49">347 7615 0,'25'-25'31,"25"0"-31,-1 1 16,-24-26-16,25 0 15,-1 26-15,26-26 16,-26 0-16,-24 1 16,25-1-16,-25 25 15,-25-24-15,24 49 16,-24-25-16</inkml:trace>
  <inkml:trace contextRef="#ctx0" brushRef="#br0" timeOffset="35079.98">1067 7367 0,'-50'0'16,"50"25"15,-25 0-31,25-1 31,-25 1-31,1 0 16,24 0 15,0 0 16,0-1-31,124 1 46,-100 0-62,1-25 47,0 0-47,0 0 16,24-25-1,-24 0 1,-25 1-1,25 24-15,0-25 16,-25 0 0,0 0-16,0-24 15,25 24-15,-25 0 16,0 0 62,0 0-78,0-24 16,-25 49 31,25-25-47,-25 25 15,0 0 1,0 0-1,1 0-15,-26 0 16,0 25 0,26 0-1,-1-1 1,0-24-16,0 25 16,25 0-16,0 0 93,0 0-46</inkml:trace>
  <inkml:trace contextRef="#ctx0" brushRef="#br0" timeOffset="36343.21">1389 7169 0,'0'49'110,"25"-24"-110,0 0 15,-25 0-15,24-1 16,-24 1 0,25 25-16,-25-25 46,25-25 79,-25-75-93,0 26-32,0-26 15,0 26-15,0-1 16,0 0 0,0 26-16,0-26 15,0 25-15,0 0 16,0 1-1,25-1 17,0 0 15,-1 25-16,1 0-16,25 25 17,-25 0-17,0-25-15,-25 24 16,24 1 0,1 0-16,0-25 15,-25 25-15,25-25 16,-25 25-16,25 24 31,-1 1-15,1-25-1,-25-1 1,0 1 0,0 0-1</inkml:trace>
  <inkml:trace contextRef="#ctx0" brushRef="#br0" timeOffset="37623.18">2034 6697 0,'-25'0'0,"0"0"31,1 0-15,-1 25 0,0-25-1,25 25-15,0 0 32,0-1-32,-25 26 15,0 0-15,25-25 16,0-1-1,0 1-15,0 25 16,0-25-16,25-1 16,-25 1-1,25 0 1,-25 0 0,25-25-1,0 25 1,-1-25-1,1 0 1,0 0 0,0 0-16,0 0 15,-1-25 1,1 0 0,50-25-1,-75 26-15,24-26 16,1 0-16,-25 1 31,0 24-31,0-25 16,-25 25-16,25 1 15,0-1 79,0 74-47,0-24-31,0 0-1,0 0-15,0 25 16,0-26-1,25 1-15,0 0 32,0 0-17,0-25 1,-1 0 15,1 0-15,25 0 78,-25-25-79,-1 25 1</inkml:trace>
  <inkml:trace contextRef="#ctx0" brushRef="#br0" timeOffset="40071.43">2729 6375 0,'0'-25'16,"-25"25"31,0 0-31,0 0 15,0 0-16,0 0-15,1 0 16,24 25-16,-25 0 16,0 24-16,25-24 15,-25 0-15,25 0 16,-25 24-16,25 1 16,0-25-1,0-1-15,0 1 16,0 0-1,0 25 1,0-26-16,25 1 16,25-25-1,-25 0 1,-1 0 0,1 0-16,0 0 15,0 0-15,0-25 16,0 25-1,-25-24-15,24-1 16,1 0-16,-25-25 16,0 26-16,0-26 15,0 0 1,0 1-16,0-26 0,0 26 16,0-26-1,0 26-15,-49-1 16,49 1-16,0-1 15,-25-24-15,0 24 16,0 0-16,25 1 16,-25-1-16,0-24 15,1 49-15,24 0 16,-25 25-16,25-25 16,0 0 15,-25 1-16,25 48 79,0 26-78,0 0-1,0 24 1,0 1-16,25-26 16,0 26-16,-25-26 15,0-24-15,24 49 16,1-24-16,-25 0 16,25-26-16,0 26 15,-25-25-15,25 0 16,0-1-16,-1 1 15,1-25 17,0 0-32,0 0 15,0 0 1,-1 0 0,26 0-1,-25-25 1,0 1-1,-1 24 1,-24-25-16,0 0 16,0 0-1,0 0 1,0 1 0,0-1-16,0 0 15,0 0 63,-24 25-15,-1 0-32,25 25-15,0 0-1,0 0 1,0-1-16,0 1 16,0 0-16,25 0 15,-25 0 16,24-25-31,-24 24 16,25 1 0,0-25 15,0 0-15,0 0-1,-1 0-15,1-25 16,0 1 15,0 24-15,0-25 15</inkml:trace>
  <inkml:trace contextRef="#ctx0" brushRef="#br0" timeOffset="42240.4">3274 5556 0,'0'25'62,"50"0"-46,-1 49-16,1-24 15,0-1-15,-1 26 16,1-50-16,-25 0 16,-1 24-16,26-24 15,-25 25-15,25-50 16,-26 49-16,1-49 15,0 25-15,-25-50 141,-50 0-141,-24-49 16,24 0-16,1 24 15,-1-25-15,0 26 16,1-1-16,-1-24 16,25 49-16,1-25 15,-1 1-15,0 24 16,25 0-16,0 0 31,0 1 47,0-1-78,0 0 31,25 25-31,0 0 16,-1 0 0,1 0-1,0 0 1,0 0 0,0 0-1,-1 0 1,1 0-1,0 0 1,-25 25-16,25 0 16,-25-1-16,25-24 15,-1 50-15,-24-25 16,0 24 0,0-24-16,0 25 15,0-25-15,0 49 16,-24-49-16,-1 0 15,25-1-15,0 1 32,-25 0-32,50-25 203,24 0-203,26 0 15,-50 0-15,0 0 16,24 0-16,-24 0 16,0 0-1,0 0-15,-1 0 16,1 0 0,25 0-1,-25 0 1,-1 25-16,-24 0 15,25 0-15,-25-1 16,25-24-16,0 50 16,0-25-1,-25 0-15,24-1 16,-24-48 187</inkml:trace>
  <inkml:trace contextRef="#ctx0" brushRef="#br0" timeOffset="43343.45">4291 5655 0,'0'-24'250,"0"-1"-250,0 0 16,-25 0 62,1 25-62,-1 0-1,0 25-15,0 0 16,0 0-16,1-1 16,-1 1-16,25 0 15,0 0 1,0 0-16,0-1 16,0 1-16,0 25 15,0-25 1,0 0-1,0-1-15,0 1 16,25 0 0,-25 0-1,24-25-15,1 25 16,25-1 0,-25-24-1,24 0-15,1 0 16,-25 0-16,74-24 15,-50-1 1,1 25-16,0-25 16,-1-25-16,-24 50 15,0-49-15,0 49 16,-25-25 140,0 0-140</inkml:trace>
  <inkml:trace contextRef="#ctx0" brushRef="#br0" timeOffset="44479.8">4440 5110 0,'0'25'62,"0"24"-62,25 26 0,0-1 16,-1 0 0,26 26-16,-25-26 15,0-24-15,-1 24 16,1-24-16,0-1 15,0-49-15,-25 25 32,25-75 61,-1 26-77,-24-26-16,25 0 16,0-24-16,-25 49 15,0-24-15,0-1 16,0 0-16,0 26 16,0-26-1,25 50 32,0 0-31,0 0-1,-1 0 1,1 0 0,0 25-1,-25 0 1,25-25-16,-25 49 15,25-24 1,-1 0-16,-24 0 16,25-1-16,0 1 15,-25 0-15,0 0 16,0 0-16,0-1 16,0 51-16,25-75 15</inkml:trace>
  <inkml:trace contextRef="#ctx0" brushRef="#br0" timeOffset="45936.9">5283 5383 0,'0'0'0,"-24"0"16,-1 0-16,0 0 15,-25 0 1,50 24-16,-49-24 16,49 25-1,-25 0-15,25 0 16,0 0-1,0-1-15,0 1 32,50-25 15,-26 0-32,1 0 1,25 0-1,-25 0 32,-25-49-31,24 24 0,-24 0-1,0 0-15,0 0 16,0 1-16,0-1 203,0 50-47,0-1-140,25-24-16,-25 50 15,25-25 1,0-25-16,-25 25 16,25-1 15,-1-24 94</inkml:trace>
  <inkml:trace contextRef="#ctx0" brushRef="#br0" timeOffset="47295.37">5432 5060 0,'25'0'78,"49"-25"-78,-24 1 16,-25 24-16,49-25 15,-49 25 1,0 0-16,0 0 16,-1 0 30,-24 25-46,25-1 16,-25 1-16,25 25 16,-25-25-16,0-1 15,0 1-15,0 25 16,0-25 0,0-1-16,0 26 15,-25 0 1,0-1 15,1-24 16,24 0-16,0 0 32,24-25-48,1 0-15,25 0 16,24 0-16,-24-25 16,0 25-16,24-25 15,-24 25 1,-26-25-16</inkml:trace>
  <inkml:trace contextRef="#ctx0" brushRef="#br0" timeOffset="48127.21">5655 5259 0,'0'-25'109,"25"25"-93,25 0-1,-1-25-15,-24 0 16,0 25-16,0 0 16,0-25-16,0 1 62</inkml:trace>
  <inkml:trace contextRef="#ctx0" brushRef="#br0" timeOffset="49271.82">6325 5110 0,'-25'0'31,"1"0"-15,-1 0-1,0 25 1,0-1 0,25 1 31,0 0-32,0 0 1,0 0-1,0-1-15,25-24 16,-25 50 0,25-50-16,0 25 15,-1-25 1,1 0 15,0 25-31,0-25 47,0 0-31,-1 0-1,1 0 1,0 0-16,0-25 31,0 25-15,-25-50-1,0 25-15,0 1 16,0-1-16,0 0 16,0 0-1,0 0-15,0 1 16,0-1-16,-25 0 16,0 25-16,25-25 15,-50 0-15,1 25 16,24 0 15,0 0-15,0 0-16,1 0 15,-1 0 1,0 0-16,0 0 16,25 25 15,-25 0 31</inkml:trace>
  <inkml:trace contextRef="#ctx0" brushRef="#br0" timeOffset="51119.21">12030 7169 0,'0'-25'47,"-49"25"-31,-1 25-1,25-25-15,0 24 16,-24 1 0,24-25-16,-25 25 15,26 0-15,-26-25 16,0 49-16,26-49 15,-26 50-15,25-25 16,-24 24-16,-1-24 16,25 25-16,-24-25 15,-26 24-15,26-24 16,-1 25-16,0-26 16,-24 1-16,49 0 15,-25 25-15,1-26 16,-26 26-16,26-25 15,24 0-15,-25-1 16,1 1-16,24 0 16,-25 0-16,26 0 15,-1 0-15,-25-25 16,25 24 0,-24 1-16,24 0 15,0-25 1,25 25-16,-49 0 15,-1-1 1,25 1 0,-49 0-1,49 0 1,0 0 0,25-1 15</inkml:trace>
  <inkml:trace contextRef="#ctx0" brushRef="#br0" timeOffset="52184.2">10120 7838 0,'0'25'94,"0"0"-78,0 0-16,0 24 15,0 1 1,0-25-16,-24 49 16,-1 1-16,0-26 15,25-24 1,0 25-16,0-26 16,0 1-16,0 25 15,0-25-15,0-1 16,0 1-1,0 0 157,50-25-156,24 0-16,-49 0 16,49-25-16,-24 0 15,-1 25 1,-24 0-1</inkml:trace>
  <inkml:trace contextRef="#ctx0" brushRef="#br0" timeOffset="53664.28">12477 6623 0,'25'-25'32,"-1"25"-17,1 0 1,0 0-16,0 0 16,24 0-16,-24 0 31,0 25-16,-25 0 1,0 24 0,0 1-16,0-1 15,0 1-15,0 74 16,0-99-16,-25 49 16,0-49-16,1 50 15,24-26-15,-25-24 16,0 0-16,25 24 15,-25 1 1,0-50-16,25 25 16,0 0-1,0-1 48,0 1-63,0 0 15,25 0 1,0 0 0,0-25-16,0 0 15,-1 0-15,1 0 16,25 0-16,24 0 16,-24 0-16,-1 0 15,-24 0-15,0 0 16,0 0-1,0 0 1,-1 0 0,-48 0 124,-26 0-124</inkml:trace>
  <inkml:trace contextRef="#ctx0" brushRef="#br0" timeOffset="54400.51">12427 7020 0,'25'0'47,"0"0"-32,24 0-15,-24 0 16,25 0-16,-25 0 15,24 0-15,1 0 16,-25 0-16,-1 0 16,1 0-1,0 0 1,0 0 0,0 0-1,-1 0-15,1 0 16,0 0-16,0 0 15</inkml:trace>
  <inkml:trace contextRef="#ctx0" brushRef="#br0" timeOffset="55694.36">13444 7441 0,'0'-24'16,"-25"-1"-16,25 0 15,-24 25-15,-1-25 31,0 0 1,0 25-1,0 0-15,1 0-1,-1 0 1,0 0-16,0 0 15,0 0-15,0 25 47,1 0-15,24 0-32,0 0 15,0-1 1,0 1-16,0 0 15,0 25-15,24-26 16,-24 1 0,25-25-16,-25 25 15,50-25 1,-25 0 0,0 25-16,24-25 15,-24 0 1,0 0-16,0 0 15,-1 0 1,1 0 0,0 0-16,0 0 47,0 0-47,-25-25 15,0 0 1,0-24-1,0 24-15,0 0 16,0-25-16,0 1 16,-25 24-16,0 0 15,0 0 1,-24 25 0,24 0-1,0 0 1,0 0-1,0 0-15,1 0 63,-1 0-63</inkml:trace>
  <inkml:trace contextRef="#ctx0" brushRef="#br0" timeOffset="56895.21">13717 7392 0,'0'25'78,"0"-1"-63,0 51-15,0-26 16,0 1-16,0-25 16,0 0-16,0 24 15,0-24 1,25-25 62,-25-25-47,25-24-31,-1 24 16,-24-25-16,0 25 15,25-24 1,-25 24 0,25 0-16,-25 0 15,25 1-15,-25-1 32,25 0-32,-1 25 15,26 0 16,-25-25-31,0 0 16,24 25 62,-49 25-62,25 0-16,0 25 15,-25-26 1,0 1 0,0 50-16,25-51 15,-25 1 1,0 0-16,0 0 31,0 0-15,0-1-1,0 1 1,0 0 15</inkml:trace>
  <inkml:trace contextRef="#ctx0" brushRef="#br0" timeOffset="58015.58">14387 7392 0,'0'0'0,"-50"0"16,25 0 0,0 25-16,25-1 15,-24-24-15,24 25 16,0 25-1,-25-25-15,0-1 16,25 1 0,0 0 31,0 0-32,25-25 1,0 0-1,24 0-15,-24 0 16,0 0-16,0 0 31,-25-25-31,25 25 32,-25-25-17,0 0 1,0 1-16,0-26 15,0 25-15,0 0 16,0 1 0,49 24 77,-49 49-77,25-24 0,0 25-16,-25-26 15,25 1 1,-1 25 0,1-25 93,0-25-78,-75-25 32,1 25-63</inkml:trace>
  <inkml:trace contextRef="#ctx0" brushRef="#br0" timeOffset="60751.43">15677 7441 0,'0'0'0,"-25"0"15,-25 0-15,1 0 16,-1 0-16,-24 0 16,24 0-16,25 0 15,0 0-15,0 0 16,1 0-16,-1 0 16,-50 0-16,51 0 15,-1 25 1,-25 0-16,25-25 15,1 25-15,-1 0 16,0-1 0,0 1-16,25 0 31,0 0-15,0 0-1,0 24 1,50-49-1,-25 25-15,-1-25 16,26 0-16,49 0 16,-74 0-16,0-25 15,24 0-15,1 1 16,0 24-16,-25-25 16,24 0-16,-49 0 15,50 0-15,-25 1 16,24-26-16,-24 0 15,0 1-15,0-1 16,-1 1-16,1-26 16,-25 26-16,0-26 15,0 1-15,0-1 16,0 1-16,0-1 16,0 51-16,-25-26 15,25 0-15,0 1 16,-24-26-16,24 26 31,0 24-31,-25 0 16,25 0-16,0 75 140,0 24-140,0 1 16,0-1-16,25 1 16,-25-1-16,24 25 15,-24-24-15,25-1 16,0-24-16,0-1 15,-25-24-15,0 0 16,0 0-16,0 0 16,0-1-16,25 26 15,-1-50-15,-24 25 16,0 24 0,25-24-16,0 0 15,-25 0-15,0 0 31,25-1-31,-25 1 32,25 0-17,-1 25 1,1-50 140</inkml:trace>
  <inkml:trace contextRef="#ctx0" brushRef="#br0" timeOffset="61744.23">16247 7466 0,'0'-25'109,"0"1"-93,0-1-16,0 0 31,0 0 0,-50 25-15,26 0 0,-26 0-1,25 0 1,-24 0-16,24 0 31,0 50-15,25-25-1,0-1 1,0 1 0,0 0-16,0 0 15,0 0 1,0-1-16,25-24 16,-25 25-16,25-25 15,-1 25-15,1-25 16,25 0-1,-25 0-15,-1 0 16,26 0-16,0 0 16,-1 0-16,1 0 15,0 0-15,-1 0 16,-24 0-16,0 0 16,0 0 155</inkml:trace>
  <inkml:trace contextRef="#ctx0" brushRef="#br0" timeOffset="63214.87">14759 8682 0,'0'0'16,"-25"-25"-16,0 25 0,-24-25 31,24 25-31,0 0 16,0 0-1,0 0 1,1 0-16,-26 0 15,50 25-15,-25 24 16,0 1-16,1-25 16,24 0-16,0-1 15,0 26-15,0-25 16,0 24-16,0-24 16,0 0-16,0 25 15,24-25 1,-24-1-16,25-24 15,-25 25-15,25 0 16,0-25-16,-25 25 16,25-25-16,24 25 15,-24-25-15,25 0 16,-1 0-16,1 0 16,24 0-16,-24 0 15,24 0-15,-49-25 16,0 25-1,-25-25-15,25 0 16,-25 0-16,0-24 16,0 24-16,0 0 15,0-25-15,0 1 16,0 24 0,0-25-16,-25 26 15,25-1 1,0 50 93,0 24-109,25-24 16,-25 0-16,24 0 15,1 24-15,-25-24 16,25 0-16,0 25 16,0-26-16,-1 1 15,1-25-15,25 25 16,-1 0 0,-24-25-1,25 0-15,-25 0 16,0 0 46,24 0-46,-24 0 0,0-25-16,0 25 15</inkml:trace>
  <inkml:trace contextRef="#ctx0" brushRef="#br0" timeOffset="65255.87">15850 8806 0,'0'-25'46,"0"0"-46,0 0 16,0 0 0,0-24 15,-25 49 0,25-25-31,-24 25 16,-1 0-1,0 0 1,0 0 0,-24 0-1,24 0-15,0 25 16,-25 0 0,26 24-1,-1-49-15,25 25 16,-25 0-16,25 0 15,-25 24-15,0-24 16,25 0-16,0 0 16,0-1-16,0 1 15,0 0-15,0 0 16,0 0-16,0 24 16,25 1-1,-25-25-15,25-25 16,-25 25-1,25-1 1,0-24-16,24 25 16,1-25-16,24 0 15,-24 0-15,24 0 16,-24 0-16,24 0 16,25 0-16,-74 0 15,0 0-15,0 0 16,0 0-1,-25-25 79</inkml:trace>
  <inkml:trace contextRef="#ctx0" brushRef="#br0" timeOffset="66239.17">16470 8954 0,'0'-24'63,"25"-1"-48,0 0 1,-25 0 0,0 0-16,0 1 46,-25 24-30,0 0 0,-24 0-1,24 0-15,0 0 16,0 0 0,0 24-16,1-24 15,24 25-15,-25-25 16,25 25-1,0 0 1,0 0 0,0-1-16,0 1 31,0 0-15,0 0-1,0 0-15,25-25 16,-1 0-16,26 0 15,0 0-15,-25 0 16,-1 0-16,1 0 16,25 0-16,-25 0 15,-1 0-15,26 0 16,-25 0-16,0 0 125,-1-25-125,1 25 16,0-25-1</inkml:trace>
  <inkml:trace contextRef="#ctx0" brushRef="#br0" timeOffset="67720.4">17214 8880 0,'-24'0'47,"24"25"-16,0 0-15,0-1-16,0 26 15,0-25-15,0 25 16,0-1-16,0 1 15,0-1-15,24 26 16,1-26 0,-25-24-16,0 0 15,0 0-15,0 0 16,0-1 0,25-24 109,-25-24-125,0-26 15,0-24-15,0-1 16,0 1-16,0-1 15,0 1-15,0-25 16,-25 49 0,25 25-16,0-49 15,0 49-15,0 0 16,0 0-16,0 1 16,0-1-1,0 0-15,25 0 16,0 25 15,0 0-15,-1 0-1,1 0 17,0 0-17,0 0 1,0 0-1,-25 25 1,24 0 0,1-25-16,-25 49 15,25-49-15,-25 25 16,25 25 0,0-50-16,-25 25 15,0-1 1,0 1-1,0 0 1,0 0-16,-25 0 16,0-25-16,0 24 15,-24 1-15,24-25 16,0 25-16,0-25 47</inkml:trace>
  <inkml:trace contextRef="#ctx0" brushRef="#br0" timeOffset="68719.19">17810 8210 0,'-25'0'0,"0"0"15,0 50-15,1 0 16,-1-1-16,0 1 15,25-1-15,-25 26 16,25-26-16,0-24 16,0 25-16,0-1 15,0 26-15,0-50 16,0-1 0,0 1-16,0 0 15,25 0 16,25 0-15,-26-25 0,26 0-16,0 24 15,-1 1 1,-24-25-16,0 0 16,0 0-16,24 0 15,-24 0-15,0 0 16,0 25-16,24-25 31</inkml:trace>
  <inkml:trace contextRef="#ctx0" brushRef="#br0" timeOffset="69439.73">17388 8533 0,'0'-25'47,"25"25"-31,0 0-1,24 0 1,1 0-16,24-25 16,-49 25-16,0 0 15,25 0 1,-50-25-1,24 25 17,26-24-17,-25 24 1</inkml:trace>
  <inkml:trace contextRef="#ctx0" brushRef="#br0" timeOffset="70879.62">18331 8706 0,'0'0'0,"-25"0"15,-25 0 16,25 25-15,-24-25 0,24 50-16,0-1 15,25-24 1,0 0 0,0 0-1,0 0-15,0-1 16,0 1 15,50 0 0,-25-25-31,-1 0 16,1 0 0,0 0-1,25 0-15,-26 0 31,1-25-15,-25 0 31,0 1-31,0-1-16,0 0 15,25 25 126,0 25-126,-25 0-15,25-1 16,-25 1-16,24 0 16,1-25-16,0 25 15,-25 0-15,25-25 16,0 25 0,0-25-1,-25 24-15,24-24 31,1 0-31,0 0 141</inkml:trace>
  <inkml:trace contextRef="#ctx0" brushRef="#br0" timeOffset="71975.19">19124 8905 0,'-24'-25'31,"-1"0"-15,25 0-16,-25 1 15,25-1-15,-25-25 16,-24 25-16,49-24 15,-50 49-15,50-50 16,-50 50-16,50-25 16,-24 25 46,-1 0-46,0 25-1,0 0-15,0 25 16,25-26-16,0 26 16,0 24-16,0-24 15,0-25-15,0 24 16,0-24-16,25 25 16,-25-25-16,25 0 15,0-1-15,-25 1 16,25-25-16,24 25 15,-24 0-15,0-25 16,24 0 0,-24 0-16,0 0 15,25 0-15,-26 0 16,1 0-16,0 0 16,25 0-16,-1 0 15,1 0 1,-25-25-16,-1 0 15,1 0-15,0 25 16,-25-24 62,25 24-62</inkml:trace>
  <inkml:trace contextRef="#ctx0" brushRef="#br0" timeOffset="72903.03">19422 8657 0,'0'0'0,"0"25"15,0-1-15,0 26 16,0-25 0,0 24-1,0-24 1,0 0-16,0 0 16,25 0-16,-25-1 78,0 1-63,25 0 1</inkml:trace>
  <inkml:trace contextRef="#ctx0" brushRef="#br0" timeOffset="73400.73">19298 8334 0</inkml:trace>
  <inkml:trace contextRef="#ctx0" brushRef="#br0" timeOffset="74769.23">19745 8682 0,'-25'0'93,"0"0"-77,0 0 0,0 74-1,1-74-15,24 25 16,0 24-1,0-24 1,0 0 0,0 0-16,0 0 15,0-1 1,0 1 0,0 0-16,0 0 15,24 0-15,-24 0 16,25-1 15,-25 1-31,25-25 47,0 0-31,0 0-16,-1 0 15,1 0 1,0 0-1,0 0 17,0 0-17,-25-25 17,0 1-17,0-1 1,0 0-1,0 0-15,0-25 16,0 1-16,0 24 16,0-49-16,0 24 15,-25 25 1,0 0 0,0 1-16,25-1 15,-25 25 1,25-25-16,-24 25 31,-1 0-31,0 0 31,0 0-31,0 25 16,1-25-16,24 25 31,0-1-15,0 1-1,0 0 1,0 0 0</inkml:trace>
  <inkml:trace contextRef="#ctx0" brushRef="#br0" timeOffset="76208.19">19943 8806 0,'25'0'93,"-25"24"-77,0 1 0,0 0-16,25 0 15,-25 0-15,0 24 16,24 1-1,-24-25 1,0 0 15,25 24 1,-25-74 108,0-24-124,0-1-1,0 0-15,0 1 16,0-1-16,0 25 16,0 1-16,0-26 15,0 25 17,25 25-1,0 0-16,0 0 1,-1 0 0,1 0 46,0 0-46,0 0-1,0 0 1,-1 50-16,1-25 16,0-1-1,-25 1 1,25 0-16,0 0 31,-25 24-31,0 1 16,24-25-1,-24 0 1,0 0-16,0-1 16,25 26-1,-25-100 157,0 1-172,-25-1 16</inkml:trace>
  <inkml:trace contextRef="#ctx0" brushRef="#br0" timeOffset="76942.98">19769 8483 0,'-24'-49'63,"24"24"-48,0 0-15,0-25 16,-25 26-1,25-1-15,0 0 16,0 0 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9:02:37.820"/>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1364 13519 0,'0'74'110,"0"0"-95,0 1-15,0 74 32,0-75-32,0 273 31,0-198-15,0 99 30,0-223-30,25-50 140,-25-24-140</inkml:trace>
  <inkml:trace contextRef="#ctx0" brushRef="#br0" timeOffset="935.83">1736 13717 0,'0'25'78,"0"24"-62,0 1-16,0 0 15,0-1-15,0 26 16,0 98 15,0 100 0,0-174-15,0 50 31,0-124-47,0 74 31,0-74-31,0 0 31,0-75 79,0 25-95</inkml:trace>
  <inkml:trace contextRef="#ctx0" brushRef="#br0" timeOffset="1783.96">1290 14387 0,'25'0'110,"24"0"-110,-24 0 15,0 0 1,0 0-1,-1 0 1,1 0 0,0 0 15,25 0-15,-26 0-1,51-25 16</inkml:trace>
  <inkml:trace contextRef="#ctx0" brushRef="#br0" timeOffset="2967.13">1885 14784 0,'25'0'78,"0"0"-63,-25-25-15,74-99 47,-74 99-31,50-49 15,-25 98 157,-1 1-173,-24 0-15,0 0 16,0 0 0,0 24-16,0 1 0,0 49 31,0-74-16,0 0-15,0-1 16,0 1 0,0 50 15,0-51-15</inkml:trace>
  <inkml:trace contextRef="#ctx0" brushRef="#br0" timeOffset="4023.73">1935 15081 0,'25'0'109,"-1"0"-109,26 0 16,-25 0-1,24 0 1,1-25-16,-50 1 16,50 24 15,-26 0-31,26 0 16,-25 0 15,0 0-16,-1 0 17,1-25 46</inkml:trace>
  <inkml:trace contextRef="#ctx0" brushRef="#br0" timeOffset="8287.78">3274 13891 0,'-25'0'78,"-24"0"-63,24 24-15,-49 1 32,24 0-32,-148 124 31,24-50 16,149-74-47,0-25 0,-24 25 31,24-1 0,50 1 157,-1-25-173,51 0-15,-1 0 16,-24 0-16,24 0 16,-24 0-16,0 0 15,123 0 17,-148 0-32,0 0 15,24 0 1,-24 0-1,0 0 17,0 25 140,0-25-157</inkml:trace>
  <inkml:trace contextRef="#ctx0" brushRef="#br0" timeOffset="50792.43">16371 13444 0,'0'-25'109,"25"25"-93,25 0 0,-26 0-1,26 25 1,-25-25-1,-25 25 1,25-25-16,-25 25 16,24-25-1,1 25 1,-25-1-16,25-24 16,-25 25-1,25 0-15,0 25 16,-25-26 15,24 1-31,-24 0 31,0 0-31,0 0 16,-24 24 15,-51 1 0,26-25 1,24-25-1,0 0-15,25 24 109,25-24-110,24 0 1,-24 0-1,0 0 1,0 25-16,0-25 47,-1 0-47,26 25 47,-25 0 0,-25 0-47,25-25 15,-1 24 1,-24 26 15,0 74 16,0-74-31,-49 24 15,24-74-15,-99 50-1,74-50 16,26 0 1</inkml:trace>
  <inkml:trace contextRef="#ctx0" brushRef="#br0" timeOffset="52696.08">17115 13395 0,'0'-25'78,"-25"50"-63,1-1 1,24 1 0,-25 0-16,0 0 15,0 24 1,25 1-1,-49 49 17,49-49-17,0-25 1,0 74 31,0-74-32,0-1-15,0 1 47,0 25-15,0 49-1,0-74 0,24 24 0,1-49 63,0 0-78,0 0 15,0 0-15,-1 0-16,26-24 31,-25-1 0,0-25 0,-1-24 16,-24 49-31,0-25 15,0 1-15,0 24 31,-24 25-47,-1-25 15,25 0 16,-25 25 1,-49 0 15,-1 50-32,50 0 32,1-26-31,24 1 31</inkml:trace>
  <inkml:trace contextRef="#ctx0" brushRef="#br0" timeOffset="78919.95">22448 15081 0,'25'0'78,"25"-25"-63,-1 25-15,26 0 16,-26-24-16,-24 24 16,50-25-16,-26 25 15,50-25 1,-49 25 0,-25 0-16,0 0 15,24-25 1,-24 25-16,0 0 15,49 0 1,174 0 15,-198 0-15,-25 0-16,-1 0 16,200-25 15,-175 25-16,26 0-15,-1 0 0,1 0 16,148-24 15,149 24 1,-323 0-17,-24 0-15,25 0 16,-25 0-1,24 0-15,-24 0 16,0 0 0,0 0-16,24 0 15,-24 0-15,25 0 16,-25 0-16,24 0 16,1 0-16,-25 0 15,49 0 1,-49 0-16,24 0 15,-24 0-15,25 0 16,-1 0 0,26 0-16,-26 0 0,1 0 15,74 0 17,25 0-1,-99 0-31,123 0 47,-123 0-32,74-25 1,0 0 31,-99 25-47,-1-25 0,26 0 15,-25 25 1,49 0 0,-49 0-16,0 0 15,24 0-15,100-74 32,-25 49-1,-74 25-16,-25 0 1,0 0 0,-1 0-16,1 0 31,0 0-15,0-25-1,0 1-15,-1 24 31,26 0-31,-50-25 16,25 25 0,0-25-1,-1 0 17,-24 0-1,50-24-16,-50 24 17,0-25-17,-50 1-15,1-26 16,-26 1 0,-148-75 15,149 124-31,-1-24 15,26 24-15,-26 0 16,-98-49 0,98 49-1,-24 0-15,0-25 16,-224-24 0,150 49-16,-497-74 46,521 99-46,50 0 16,-174 0 15,248 0-31,0 0 16,-24 0 0,24 0-1,-198 0 16,173 0-31,-74 0 16,-49 0-16,-26 0 16,-24 0-16,-25 0 15,49 0-15,51 0 16,-26 0-16,75 0 16,49 0-16,0 0 15,1 0 16,24 0 1,0 0-17,25 25 1,-49-25 0,24 0-1,0 25 1,0-1-16,0 1 31,1-25-31,24 25 16,-25 25-1,25-26 17,0 1-32,-25 25 15,25-25 1,-25 24-16,-24 100 47,49-124-47,0 0 15,0-1 1,0 1 0,0 0-1,0 0 1,0 0-1,0-1-15,0 101 47,0-101-31,0 51 15,24-26-31,-24 1 31,25-25-31,-25 0 16,25-1 15,0 1-31,-25 0 32,0 0-32,0 0 15,25-1 1,-25 1-1,24 0 17,-24 0-1,25 0-15,0-1-1,0 26 32,0-25-31,-1 0 15</inkml:trace>
  <inkml:trace contextRef="#ctx0" brushRef="#br0" timeOffset="82704.34">20439 15850 0,'25'-25'31,"24"1"-15,26 24-16,148-25 31,-124 25-16,149 0 17,373 25-1,-473-25-15,324 0 30,-26 0-14,-347 0-32,1 0 15,-26 0-15,100 0 32,24 0-32,174 0 46,-322 0-46,-1 0 16,1 0-16,24 0 16,-24 0-1,74 0 17,-99 0-32,0 0 15,-1 0-15,1 0 16,0 0-1,124 0 17,24 0-1,-148 0-31,0 0 16,25 0-16,-26 0 15,26 0 16,-25 0-31,0 0 63,0 0-32,-1 0-31,1 0 47</inkml:trace>
  <inkml:trace contextRef="#ctx0" brushRef="#br1" timeOffset="97617.11">4167 12179 0,'25'0'62,"0"0"-46,24 25-16,-24-25 16,124 25-1,-75 0-15,26-1 16,-51-24-16,75 25 15,124 25 1,50-25 15,148-25 1,-421 0-32,25 0 15,0 0 1,-1 0-1,75-25 17,174-99-1,-224 99-15,1 0-16,98-49 15,1-26 16,-25-98 1,-149 173-17,0-173 17,0 99-1,0-100 0,-50 100-15,-24-100 31,24 75-32,-49 0 1,-50-99 15,99 174-15,-74-100 31,50 74-16,24 51 0,-74-51 0,25 26-15,-50-1 31,-49 0-16,173 50-31,-74-25 16,24 1-16,-49 24 15,75 0-15,-50-25 16,24 0-16,1 0 16,24 25-16,-24-25 15,24 25-15,1 0 16,24 0-1,0 0-15,0 0 16,-25 0 15,26 0-31,-1 0 16,-149 0 15,100 0-31,-1 0 16,1 0-16,-25 25 15,74-25-15,-49 25 16,49-25-16,-25 25 16,1 0 15,24-25-31,25 24 16,-25-24-1,0 25 1,0 0-16,25 25 15,-124 74 1,100-99 0,-76 148 15,75-123-31,25-25 16,-24-1-1,-1 76 1,-25 48 15,50-98-15,-25 198 15,25 0 16,0-173-47,0-26 15,0 26-15,25-51 16,0 1-16,0 25 16,-25-25-16,25 24 15,-1 1 17,1-1-32,0-49 0,0 25 15,124 74 16,-124-74-31,24-25 16,-49 25-16,50-25 31,-1 25-15,100 0 15,-124-25-15,0 0-1,24 24-15,1-24 16,-25 0-16,74 25 16,-49-25-16,198 50 31,-224-50-31,26 0 47,0 25-32,-25-1 17,-1-24-17,1 25 251,-25 0-250,25 0-1,-25 0 1,0 0-16,0-1 15,25-24 17,-25 25-32,0 0 78,25 0-63,-1-25 1,26 49 15</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9:04:48.371"/>
    </inkml:context>
    <inkml:brush xml:id="br0">
      <inkml:brushProperty name="width" value="0.05292" units="cm"/>
      <inkml:brushProperty name="height" value="0.05292" units="cm"/>
      <inkml:brushProperty name="color" value="#FF0000"/>
    </inkml:brush>
  </inkml:definitions>
  <inkml:trace contextRef="#ctx0" brushRef="#br0">21307 13543 0,'-25'0'47,"-24"0"-47,-1-24 16,25 24-16,-198 0 31,149 0-16,-25 0-15,24 0 16,-24 0-16,-149 24 31,198 1-31,1-25 0,24 0 16,0 0-16,0 0 16,0 0-16,-123 0 46,98 0-46,-49 0 0,0 0 16,-75 0-16,99 0 16,-24 0-16,25 0 15,24 0-15,25 0 16,-24 0 0,24 0-1,0 0-15,-24 0 31,-26 0 1,50 0-32,1 0 15,-26 0-15,25 0 16,-24 0-16,24 0 16,0 0-16,0 0 15,0 0 1,1 0 15,-1 0-31,0 0 16,0 0-16,-49 0 15,-100 0 1,25 0-16,25 0 16,0 0-16,0 0 15,25 0 1,25 0-16,-150 0 31,175 0-31,-75 0 47,74 0-47,0 0 16,1 0-16,-26 0 15,-148 0 16,0 0 1,198 0-32,0 0 15,1 0-15,-1 0 16,0 0-16,0 0 16,0 0-1,-24 0 16,-1 0-31,-198 0 47,174 0-47,-50-25 0,49 1 16,26 24-16,-75 0 31,99 0-31,-25 0 0,1 0 16,-1 0-16,-49 0 31,49 0-31,-148 0 31,98 0-31,26 0 16,-25 0-16,24 0 16,26 0-16,-150 0 46,150 0-46,-75 0 32,-174 0-1,224 0-31,-1 0 16,-198 0 15,224 0-16,-1 0-15,-24 0 32,-1-25-32,-123-25 31,148 50-15,1 0-16,-1 0 15,-24 0-15,-249 0 47,174-25-47,75 25 16,-50 0-1,-273 0 17,248 0-32,25 0 15,-372 0 16,446 0-15,1 0-16,-1 0 16,1 0-1,24 0-15,-50 0 32,26 0-17,-1 0-15,-123 0 16,-175 0 31,274 0-47,24 0 15,1 0-15,-1 0 16,25 0 15,0 0-15,1 0-16,-100 0 15,-124 0 17,198 0-17,-99 0 32,124 0-47,1 0 0,-1 0 16,-50 0-1,51 0-15,-100 0 47,49 0-31,-148 0 15,173 0-31,-24 0 16,-75 0 15,-74 0 0,124 0-15,-125 0 31,-98 0 0,247 0-47,1 0 0,-248 0 47,247 0-32,-24 0 32,49 0-31,-74 0 15,50 0 0,-199 0 16,174 0-31,-50 0 31,99 0-47,-98 0 31,98 0-31,-223 0 31,174 0-15,-25 0 31,49 0-1,1-24 1,49 24-31,-49 0 31,-1 0-16,51 0-15,-26 0 15,25 0-31,-49 0 31,-1 0 0,51 0-15,-1 0 31,-25 0-31,25 0-1,-124 0 32,125 0-31,-1 0 15,0 0-31,-25 24 62,26-24-62,-1 0 16,0 0 15,0 0-15,0 0-16,1 0 31,-1 0-31,0 0 31,0 0-15,0 0 0,1 0 31,-1 0-32,0 0 1,0 0-1,0 0 1,-74 0 15,74 0-31,1 0 16,-26 0 0,25 0-1,0 0 16,1 0 1,-1 0-32,0 0 31,0 0-15,0 0-1,1 0-15,-1 0 16,0 0-1,0 0 1,0 0 62,0 0-62,-24 0 31,24-24 0,-25-1-16,26 0-16,-1 0 1,0 25 15,25-25-31,-25-24 32,25-1-17,0 25 1,-25 0-16,1 1 15,24-1 17,0 0-32,-25-49 47,25 49-32,0 0 16,0 0-15,0 0-16,0 1 16,0-1 15,25 0-15,-1 0-1,-24 0-15,25 25 16,-25-24-1,50-1 1,-25 0 0,-25 0-1,99 25 17,-99-25-17,74 25 16,1 0 16,-50 0-47,74 0 47,-25 0-31,1 0 15,-26 0-15,-24 0-16,25 0 15,49 0 17,-74 0-32,24 0 0,-24 0 15,0 25 1,0-25 15,-1 0 0,1 25-15,25 0 15,-25-25-31,-1 49 31,76-24 1,-76 25-1,51-25 16,-50-1-47,-1 1 15,1 25 17,0-1-17,0 1 17,0-25-32,0 24 31,-25-24-16,24 25 32,-24-25-15,0 0-17,0-1 1,0 1 31,0 0-47,25-25 328</inkml:trace>
  <inkml:trace contextRef="#ctx0" brushRef="#br0" timeOffset="6553.12">18976 13494 0,'0'-25'47,"-25"0"-32,25-24 1,-25-26 0,25 50-16,0-24 15,0-26 1,0 26-16,0 24 0,0 0 16,0-173 15,0-75 0,0 223-15,0 1-16,0-1 15,0-24-15,0 24 16,0 25-16,0 0 16,0-198 15,0 173-31,0 1 15,0 24-15,0-49 16,0 49-16,0 0 16,0 0-16,-25-49 15,25-1-15,0-98 47,0 123-47,0-74 31,0-74 1,0 148-17,0 25-15,0 0 0,0 1 16,0-26 0,0 25-16,0 0 15,0 1-15,0-100 31,0 99-15,0 0-16,0 0 16,0 0-16,0 1 15,0-1-15,0 0 16,0-25-16,0 1 16,0 24-16,0 0 15,0-74 1,0 25-16,0-75 31,0 124-15,0 0-16,0-25 15,0 1-15,0-125 32,0 125-32,0-1 15,0 0-15,0-24 16,0 49-1,0-173 17,0 173-32,25-49 15,-25 49-15,0 0 16,0-25-16,0 26 16,0-26-16,0 25 15,0-49-15,0 49 16,0 0-16,0 0 15,0-99 17,0 99-32,0-49 0,0 49 15,0 0-15,0-24 16,0-26-16,0 26 16,0-1-16,0 1 15,0-1-15,0-24 16,0 24-16,0-24 15,0-1 1,0-123 15,25-125 1,-25 274-17,0-1-15,0 0 16,0 1-1,0-1-15,0 1 0,0 24 16,0-25 0,0 1 15,0 24-31,0 0 16,0-25-16,0 26 15,0-1-15,0 0 16,0 0-16,0 0 15,0-24 1,0 24-16,0 0 0,0-124 31,0 124-15,0-24-16,0 24 16,0 0-16,0 0 15,0 1 1,0-1-16,0-25 47,25 25-47,-25-24 47,0 24-47,0 0 31,0 0-31,0 1 15,0-1 17,0 0-17,0 0-15,0 0 16,0 1 0,0-1-1,0 0-15,0 0 16,0 0-16,24-24 15,-24-1-15,0 25 16,25-24 0,-25 24-1,0 0 17,0 0-17,25 0 1,-25 1 15,0-1-15,0 0-1,25 0-15,-25-24 32,0-1-17,0 0 1,25 26-16,-1-76 15,-24 76 1,0-26-16,25-24 16,-25 49-1,0-25-15,0 25 16,0 1-16,0-1 16,0 0-16,0 0 15,0-24-15,0-1 16,0 25-16,0 0 15,0-24-15,0 24 16,0 0 0,0 0-1,0 0 1,0 1 15,0-1-15,0 0-16,0 0 0,0 0 31,0-24-15,0 24-1,0-124 1,-25 75-16,1-25 16,-1 24-16,0 1 15,-49-323 16,49 322-31,25-24 16,0 74-16,0-24 16,-25-26-16,0 51 15,25-1-15,0 0 16,0 0 0,0 0 30,-25-24 17,25 24-47,0 0-1,0 0-15,-24-24 31,24 24-15,0 0 0,0-24-16,0-1 15,-25 0 1,0-24-16,0 24 16,25 25-1,0-24-15,0-1 16,0 1-16,0 24 15,0-25-15,-25 50 32,25-25-32,0 1 31,-24-1 188,-1 25-204,0-25-15,-25 0 32,26 25-32,-1 0 15,-25 0 16,25-25-31,0 25 47,1 0-31,-1-24-16,-25 24 47,50-25-32,-25 25 1,1 0 15,-1 0 1,0 0-32,0 0 31,0 0-16,-24 0-15,24 0 16,0 0 0,0 0-16,1 0 15,-1 0 1,0 0 0,0 0-1,0 0 1,1 0-1,-1 0-15,0 0 16,-173 25 15,123-1 16,75 1-47,-49-25 16,24 0-1,0 0 1,-25 25 0,25-25-1,-24 0 17,24 25-17,0-25 16,25 25-15,-25-25-16,-24 24 16,-1 1 15,50 0-31,-49-25 16,49 25-1,-25-25-15,25 25 16,-25-1-16,0 1 31,25 0-15,0 0-1,0 24 17,0-24-17,0 0-15,0 0 16,0 0 15,0 0-15,0-1-1,0 1-15,25 0 47,-25 0-31,25-25-1,0 49 1,-1-24 15,-24 0 1,25-25-17,50 25 32,-51 0-31,26-25 15,0 24 0,24 1 0,25 0 1,-74-25-17,0 0 1,0 0 0,0 0-16,-1 0 31,1 0 0,74 0 0,-74 0-15,0 0 15,25 0 0,74 0 16,-100 0-31,76 0 15,-76 0-31,1 0 16,0 0-1,0 0 1,0 0-16,-1 0 31,1 0-15,0 0 0,0 0-16,0 0 15,24 0-15,-24 0 16,0 0-16,0 0 15,0 0 1,-1 0 0,1 0-1,0 0 1,25 0 0,-26 0-16,26 0 31,-25 0-31,0 0 15,-1 0-15,1 0 16,0 0 15,0 0-15,0 0 0,-1 0 15</inkml:trace>
  <inkml:trace contextRef="#ctx0" brushRef="#br0" timeOffset="25449.3">21183 13543 0,'25'0'94,"0"0"-94,49-24 15,-49-1-15,0 25 16,0 0-16,24-25 15,-24 25 1,0 0 0,49-25-1,-24 25 1,-1 0 15,-24 0-15,0 0-1,0-25 17,0 1-17,-25-1 1,25 0 0,-25 0-1,0 0-15,0 1 16,24-26-1,-24 25-15,0 0 16,0 0-16,0-24 16,0 24-1,0 0 1,0 0-16,0 1 16,0-1-16,0-50 46,0-73-14,0 123-17,-24-25-15,24 25 16,0 1 0,0-1-16,-25-50 15,25 1 1,0 49-16,0 0 15,0 1-15,-25-26 16,0-49 0,25 49-1,0 25 1,0-24-16,-25-1 16,25 25-1,0 0-15,0 1 16,-25-26-16,25 25 15,0 0 1,0-24 0,0-1-1,0 1-15,0 24 16,0-25 0,0-49 15,0 25-16,0-125 32,0 150-47,0-1 16,0 0 0,0 25-16,0-24 15,0 24 1,0-74 15,0 74-15,0 0-16,0 0 15,0 1 1,0-1-16,0 0 16,0-25-16,0 26 15,0-1 1,25-25-16,0 25 0,-25-24 31,0 24-31,0 0 16,0 0-1,0-24 32,25-1-47,0 25 16,-25 1-1,0-1-15,0-74 47,0 24-47,0 50 0,0 1 16,25-26-16,-25 25 16,0-25-1,0-24-15,0 49 16,0 0-1,0 1-15,0-1 16,0-25 0,0 25-16,0 1 15,0-1 1,0 0 0,0 0-1,0 0 1,0 1-1,0-1 1,0 0 0,0-74 15,0-75 16,0 149-47,0-24 0,0 24 15,0-99 17,0 49-1,0 51-15,0-1-1,0 0 1,0 0-16,0 0 15,0-24 17,0 24-32,0-99 47,0 99-47,0 0 15,0 1 1,0-1-16,0 0 15,0 0-15,0-24 16,0 24 0,0 0-16,0-49 31,0 49-15,0 0 15,0 0-16,0 0 1,0 1 0,0-1-16,0 0 15,0 0 1,0-24-16,0-1 16,0 0-16,0-49 15,-25 0-15,25-75 16,-75-49-16,26-50 15,-1 0-15,0-24 16,1 24 0,-1 0-16,-24 50 15,-100-695 17,149 794-32,1 49 15,24 26 1,0-26 15,24 51 157,1 24-173,25 0 1,-25 0-1,-1-25-15,26 0 16,0 0 0,-26 0-1,1 25-15,50-49 32,-51 24-1,1 25-31,0-25 31,0 0-15,-25 1-1,25-1-15,-1 25 16,-24-25 0,25-74 15,-25 74 0,25-25-31,0 50 16,-25-24-1,0-1 1,0-50-16,0 51 16,25-51-16,24-148 15,1-25 16,-50 149-31,0-522 32,-25 398 15,0 198 328,1 25-329,-1 0-30,0 0-16,-50 0 47,51 0-31,-1 0 15,0 0 0,0 0 0,0 0-31,1 0 32,-1 0-1,0 0-31,0 0 0,0 0 15,1 0 1,-1 0-16,-25 0 31,1 0-31,24 0 47,-25-24-16,25 24 16,1 0-31,-1 0 0,0 0-1,0 0 16,0 0-15,1 0 0,-26 0 15,0 0-15,1 0-16,24 0 15,0 0-15,-24 0 16,-26 0-16,25 0 15,26 0-15,-1 0 16,0 0 0,0 0 46,0 0-46,1 0-1,-1 0-15,-25 24 63,-24-24-47,-1 50-16,-173 0 31,199-26-16,24-24-15,-25 25 16,26 0 0,-1-25-1,25 25 32,-25 0-31,0-1-1,25 1 17,0 0-17,0 0 32,0 25-31,25-50-1,-25 24 1,25 26 0,0-25 15,-1-25-31,-24 25 16,25-1-16,74 26 31,-49-25-16,0-25 1,-1 0 0,-24 25-1,25-25-15,-1 0 16,26 24-16,-26-24 16,50 0 15,-49 0-31,-25 0 15,99 0 17,-99 0-32,24 0 15,1 0-15,-25 0 16,0 0 0,-1 0-16,1 0 0,25 0 31,-25 0-16,-1 0-15,1 0 16,0 0 0,49 0 15,-49 0-31,25 0 16,-1 0-16,1 0 15,24 0-15,100 0 47,-124 0-47,-26 0 0,1 0 16,0 0-16,0 0 15,0 0-15,0 0 16,24 0-16,-24 0 16,0 0-1,0 0-15,24 0 16,26 0 15,-51 0-31,1 0 16,25 0 15,-25 0-15</inkml:trace>
  <inkml:trace contextRef="#ctx0" brushRef="#br0" timeOffset="55128.11">273 10021 0,'25'0'172,"-1"0"-156,1 0-1,0 0 16,0 0-15,0 0 0,24 0 15,-24 0-15,0 0-16,0 0 15,0 0 16,-1 0 1,1 0-17</inkml:trace>
  <inkml:trace contextRef="#ctx0" brushRef="#br0" timeOffset="56320.3">695 9748 0,'0'-25'172,"0"-24"-141,24 24 1,-24 0 14,25-24-14,0 49 108,-25 24-124,0 1 0,25 25-16,0 49 31,-1 75 0,-24-25 16,0-125-31,0 51 15,0-50-16,0-1-15,0 1 16,0 0 0</inkml:trace>
  <inkml:trace contextRef="#ctx0" brushRef="#br0" timeOffset="67728.83">1141 10344 0</inkml:trace>
  <inkml:trace contextRef="#ctx0" brushRef="#br0" timeOffset="70081.32">1587 9525 0,'0'-25'140,"-24"25"-108,-1 25-32,0-25 15,0 25 1,0 0-1,25 24 17,-24 1-17,24-25 1,0 24 0,0-24-16,0 0 15,0 0-15,0 24 16,0-24-16,0 0 15,0 0 1,0 24 15,0-24-31,0 25 47,0-1-31,0-24-1,24 25 1,1-50 0,-25 25-1,0-1 1,25-24-16,0 25 31,0-25-15,-25 25-1,24-25 32,26 0 78,-50-25-109,25 0 0,-25 1-1,0-26 1,0 25 31,0 0 0,0-24-16,0 24 31,-25 25 173,0 0-204,0 0-15,-24 0 15,24 25 0,25 0 32</inkml:trace>
  <inkml:trace contextRef="#ctx0" brushRef="#br0" timeOffset="75775.39">1736 9550 0,'25'0'250,"0"0"-250,0 0 16,-25 25 0,0-1-1,0 1 1,0 25 0,25-50-1,-25 25 1,0-1-16,0 1 15,0 0 1,0 0 0,24 0 62,1-25-63,0 0 17,0 0 30,0 0 16,-1 0-46,1 0 139,0 0-139,0 0-32,0 0 31,-1 0 156</inkml:trace>
  <inkml:trace contextRef="#ctx0" brushRef="#br0" timeOffset="76697.4">2059 9351 0,'0'25'63,"0"0"-32,0 0-15,25 24-1,-25-24 1,0 0-16,0 0 16,0 49-1,0 75 17,0-124-17,0 49 16,0-24-31,0 99 32,0-124-17,0-1-15,0 1 16</inkml:trace>
  <inkml:trace contextRef="#ctx0" brushRef="#br0" timeOffset="78281.75">347 11658 0,'25'0'141,"0"0"-125,0 0-16,24 0 15,26 0-15,-26 0 16,-24 0-16,25 0 15,49 0 17,-74 0-17,0 0 17,-1 0-32</inkml:trace>
  <inkml:trace contextRef="#ctx0" brushRef="#br0" timeOffset="79432.5">1017 11336 0,'0'-25'109,"25"0"-109,0 0 16,-1 25-16,-24-24 15,50-1 1,0-25 15,-26 0 0,-24 26 63,25 24-47,-25 49-16,25-24-31,0 0 16,-25 25-16,0 24 31,25 124 0,-1-148-31,-24-25 32,0 74-1,0-74-15,0 0-16,0-1 15,0 1 1,0 0 31</inkml:trace>
  <inkml:trace contextRef="#ctx0" brushRef="#br0" timeOffset="80240.67">1091 11956 0,'25'0'63,"0"0"-47,0-25-16,24 25 0,-24 0 15,0 0 1,25 0-16,-1-25 15,-24 25 1,0 0 0,0 0-16,-1 0 15,1 0 1,0 0-16,0 0 16,0 0 15,-1 0 0,1 0-31,0 0 63</inkml:trace>
  <inkml:trace contextRef="#ctx0" brushRef="#br0" timeOffset="81008.23">1736 11956 0</inkml:trace>
  <inkml:trace contextRef="#ctx0" brushRef="#br0" timeOffset="82688.42">2232 10790 0,'-24'25'78,"24"24"-62,-25-24-16,0 25 31,-25 74 0,50-99-15,0 24-16,-24 1 0,-26 124 31,50-150-15,0 26-16,-25 0 15,25-1 1,0-24-16,-49 124 31,49-50 16,0-74-31,0 24 31,0-24-47,24 0 46,1 0-30,0-25 15,0 0-31,0 0 16,-1 0 0,1 0-1,50-50 1,-75 25-1,24 1 1,1-51 31,-25 50-31,0 1-16,0-1 31,0 0 16,0 0-16,-25 25 0,1 0 0,-1 0-15,0 0 0,0 0-16,0 0 15,-49 99 17,49-49-32,0-25 15,25 0-15,0 24 47,0-24-31,25-25 109,0 0-110</inkml:trace>
  <inkml:trace contextRef="#ctx0" brushRef="#br0" timeOffset="83987.27">2729 11088 0,'0'-25'78,"-25"74"-47,25-24-15,0 0-1,0 0 1,0 25 0,0-26-1,0 1 1,0 0 15,25-25 16,-1 0-16,26 25-31,-25-25 16,0 25-1,-1-25 1,1 0 15,0 24-31,0 1 47,24 25-31,-49 99 31,0-125-32,0 1-15,0 0 16,0 0 15,0 0-15,-49-1-1,-75 26 17,25-50-17,74 0-15,-25 0 16,-24 0 15,49 0-31,-25-25 16,25 25-1,1-25-15,-1 1 16,0-1 15,25 0-15,0 0 0</inkml:trace>
  <inkml:trace contextRef="#ctx0" brushRef="#br0" timeOffset="84976.78">2778 11063 0,'25'0'78,"0"0"-47,0 0-15,-1 0 0,51 0-1,-50 0 1,74 0 31,-74 0-47,74 0 47,-74 0 140</inkml:trace>
  <inkml:trace contextRef="#ctx0" brushRef="#br0" timeOffset="93321.13">273 13543 0,'0'-24'78,"0"-1"-31,25 25-16,-1 0-15,1 0 30,0 0 1,0 0-31,24-25 15,-24 25-15,0 0 46</inkml:trace>
  <inkml:trace contextRef="#ctx0" brushRef="#br0" timeOffset="94407.45">695 13246 0,'-25'0'78,"25"-25"-62,25 0-16,-1 25 15,51-50 17,-50 26-32,-1-1 15,1-25-15,25-24 16,-25 74-1,-25-25 1,0 0 31,0 50 15,0 25-62,0 24 16,0-49-16,0 24 16,-25-24-16,25 0 15,0 25-15,0-25 16,0 24 0,-25-24-1,0 0-15,25 0 16,0 49 31,0-49-47,0 49 47,0-49-47,-25 0 15,1 0 1,24-1-1,0 1 1</inkml:trace>
  <inkml:trace contextRef="#ctx0" brushRef="#br0" timeOffset="95047.74">645 13742 0,'99'0'78,"-49"-25"-78,-1 25 15,1-25-15,0 0 16,-26 25-16,1 0 47,0 0-31</inkml:trace>
  <inkml:trace contextRef="#ctx0" brushRef="#br0" timeOffset="96433.08">1315 13072 0,'0'25'78,"0"0"-78,0 24 16,-25-24-16,25 0 16,0 0-1,-25 49-15,25-49 16,0 25-1,0-26-15,0 1 16,0 0-16,0 0 16,0 0-16,0 24 15,0-24 1,0 0 0,0 0-16,0-1 15,25 1 16,0 0 1,-25 0-1,24-25-15,26 0 15,-25 0-31,0 0 15,-1-25 1,-24 0 15,0-24-15,0 24 0,0 0-16,0-25 46,-24 50 33,-1 0-79,0 0 15,-25 0 1,50 25-16,-24-25 15,24 25 1</inkml:trace>
  <inkml:trace contextRef="#ctx0" brushRef="#br0" timeOffset="97255.76">1439 13072 0,'0'25'63,"0"0"-47,0-1-1,0 26-15,0 0 16,0 24 15,0-49-15,0 0 15,0 0-15,0-1 15,24-24-31,-24 25 15,100-25 17,-76 0-17,1 0 1,0 0 0,0 0 124,-25-25-124,0 1-16,0-1 15</inkml:trace>
  <inkml:trace contextRef="#ctx0" brushRef="#br0" timeOffset="97855.88">1687 13171 0,'0'25'62,"0"25"-46,0-25-16,0 24 16,0 1-16,0-1 15,0 1-15,0 0 16,0 49 15,0-74-31,0 24 16,0-24-1,25 25 1,-25-26 15,0 1 47,24-25 16</inkml:trace>
  <inkml:trace contextRef="#ctx0" brushRef="#br0" timeOffset="99712.87">967 13742 0,'0'-25'78,"0"0"-78,50 0 32</inkml:trace>
  <inkml:trace contextRef="#ctx0" brushRef="#br0" timeOffset="100312.79">1166 13618 0</inkml:trace>
  <inkml:trace contextRef="#ctx0" brushRef="#br0" timeOffset="100472.23">1166 13618 0</inkml:trace>
  <inkml:trace contextRef="#ctx0" brushRef="#br0" timeOffset="112480.76">1885 13643 0,'25'0'110,"0"0"-79,0 0-31,-1 0 31,1 0-15,0 0-16,49 24 31,-49-24 0</inkml:trace>
  <inkml:trace contextRef="#ctx0" brushRef="#br0" timeOffset="113561.7">2232 13593 0,'0'-25'94,"0"0"-78,25 25-1,-25-24 1,25-1-1,0 25-15,-25-25 16,25 0-16,-25 0 16,24 25-1,-24 25 142,25 25-142,-25-25 1,0-1-16,0 51 31,0 24 0,0-74-15,0 0-16,0-1 16,0 1-1,0 0 16,25-25 1,-25 25-17,0 0 1,0-1 0</inkml:trace>
  <inkml:trace contextRef="#ctx0" brushRef="#br0" timeOffset="114321.17">2381 13965 0,'50'0'109,"-25"0"-93,-1 0-16,1 0 78,0 0-78,0 0 62</inkml:trace>
  <inkml:trace contextRef="#ctx0" brushRef="#br0" timeOffset="114872.9">2778 13965 0</inkml:trace>
  <inkml:trace contextRef="#ctx0" brushRef="#br0" timeOffset="116055.78">3051 13494 0,'-25'0'47,"0"49"-31,1-49-16,24 25 15,-25 25-15,25-1 16,0-24 0,0 0-16,0 0 15,0 0-15,0-1 16,0 1-1,0 0 1,0 25 0,0-26 15,0 26-31,25-50 16,-1 25-1,1 0 1,0-25 46,25 0 1,-50-25-16,0 0-16,-25 25 63,0 0-94,0 0 31</inkml:trace>
  <inkml:trace contextRef="#ctx0" brushRef="#br0" timeOffset="117128.73">3299 13593 0,'-25'0'62,"0"25"-46,1-25-1,-1 25 1,25-1 0,0 26 31,0-25-16,25-25-16,-1 25-15,1-1 16,0-24 15,0 25-15,0-25 0,24 50 15,1-25-16,-25 24 17,-1-24-32,-24 0 31,0 0 0,0-1 0,0 1 16,0 0-15,-24-25-17,-1 0 1,0 0-1,0 0-15,0 0 16,1 0 0,-1-25-1,25 0 32,0 1-31</inkml:trace>
  <inkml:trace contextRef="#ctx0" brushRef="#br0" timeOffset="117728.36">3274 13667 0,'25'0'109,"0"0"-93,0 0-1,-1 0 17,-73 0 108</inkml:trace>
  <inkml:trace contextRef="#ctx0" brushRef="#br0" timeOffset="118975.83">198 14709 0,'25'0'62,"25"0"-62,24-25 16,1 1-16,24-1 16,0 0-16,248-49 46,-223 49-30,-99 25-16,25 0 0,123 0 31,-98 0-31,-26 0 16,1 0-16,0 0 16,24 0-1,348 0 16,24 0 1,-98 0 15,-324 0-47,1 0 15,0 0-15,0 0 16,223 0 31,-199 0-47,-24 0 0,99 0 47,25 0-16,-75 0 0</inkml:trace>
  <inkml:trace contextRef="#ctx0" brushRef="#br0" timeOffset="120192.02">1042 15032 0,'0'0'0,"49"0"0,-49-25 16,25 25-16,50 0 16,173-50 15,-224 50-31,76-25 16,123 25 30,-173 0-46,-26 0 16,1 0 0,0 25-16,-25 0 15,25 25 17,-25 148-1,-124 1 0,99-199-15,0 49-1,0-49 32,25 25-31,-24-25-16,24 25 78,49-25-47,-24 0-31,25 0 16,24 0-16,0 0 15,1 0-15,-1 0 16,1 0-16,-51 0 16,1 0-16,25 0 31,-25 0 0,-1 0-15,1 0 15</inkml:trace>
  <inkml:trace contextRef="#ctx0" brushRef="#br0" timeOffset="136473.18">273 16545 0,'25'0'125,"-1"0"-109,1 0-1,50 0-15,148 0 31,-149 0-15,-49 0 0,0 0 31</inkml:trace>
  <inkml:trace contextRef="#ctx0" brushRef="#br0" timeOffset="137504.29">794 16247 0,'25'0'110,"24"-25"-110,1 0 15,-1-24 1,1-1-16,0 1 0,-26 24 15,1-25 1,25 50 93,-50 50-93,0-1-16,0 100 31,0-99-15,0 24-16,0-24 16,0 0-16,0-1 15,0 125 16,25-100-15,-1-49 0,-24 0-1,0 0 17</inkml:trace>
  <inkml:trace contextRef="#ctx0" brushRef="#br0" timeOffset="138217.84">967 16917 0,'25'0'110,"0"0"-110,49 0 15,-24 0-15,0-25 16,-1 25-16,1 0 16,24-25-1,50 0 16,-99 25-31,25 0 47</inkml:trace>
  <inkml:trace contextRef="#ctx0" brushRef="#br0" timeOffset="138601.84">1712 16694 0</inkml:trace>
  <inkml:trace contextRef="#ctx0" brushRef="#br0" timeOffset="140624.91">2183 15999 0,'-25'0'94,"0"25"-78,25 0-16,-25-1 15,1 1-15,-1 0 16,0 0-16,25 0 16,-50 49-1,26-24 1,24-26-1,0 26-15,-25 25 47,25-26-47,0-24 16,0 25-16,0-26 16,0 1-16,0 0 15,0 0 1,0 0-1,0-1 1,0 1 15,0 0 1,0 0-17,25 0 1,-1-1 15,1-24-15,0 0-1,0 0 1,0 0 0,49 0 15,-49 0-16,0 0 1,-25-24-16,49-26 47,-49 25-31,0 0 15,0 1-16,0-1-15,0 0 32,-25-25-17,25 26 1,-24-1-16,-1 0 31,0 25-31,0 0 125,0 0-125,1 0 16,24 25-16,0 0 15,-25 24 1,25-24 0,-25 0-1</inkml:trace>
  <inkml:trace contextRef="#ctx0" brushRef="#br0" timeOffset="141831.74">2480 15974 0,'0'25'78,"0"0"-62,0 24 0,0 1-1,0 0 1,0-26-16,0 1 16,0 0-1,0 0 1,0 0 15,0-1 63,25-24-47,0 0-32,0 0 1,0 0-16,-1 0 16,1 0-1,0 0-15,0 0 16,0 0 31,0 0-16</inkml:trace>
  <inkml:trace contextRef="#ctx0" brushRef="#br0" timeOffset="142551.91">2729 16073 0,'0'25'47,"0"25"-31,0 24-16,0-24 16,0-25-16,0 24 15,0-24-15,0 25 16,0-25-16,0-1 15,0 1-15,0 25 16,0 24 0,0-49-16,0 0 15,0 0-15,0-1 16,0 1-16,0 0 16,0 0-1,0 0-15,0 24 47,0-24-47,0 0 125,-25-25-109,25-25-1</inkml:trace>
  <inkml:trace contextRef="#ctx0" brushRef="#br0" timeOffset="144568.17">3274 16024 0,'-25'0'79,"1"0"-79,-1 0 15,0 0 1,0 0 15,0 0-31,-24 0 47,24 0-31,0 0 15,0 0-16,25 49 126,0-24-141,0 25 16,0-25-16,0 74 31,0-74-31,0-1 0,0 1 16,0 0-16,0 0 15,0 49 16,0-49-15,0 0 31,25-25 47,0 0-79,49-25 17,-49 25-17,0 0 1,0 0-1,0 0 1,-1 0 0,51 25 15,-26 25-15,-24 24-16,0 25 31,-25 25 16,0-99-32,0 49 17,-25-74-17,-24 50 16,24-50-31,-25 0 16,25 25-16,1 0 16,-26-25-1,-49 0 17,74 0-17,0 0-15,0 0 16,-24 0 15,24-25-31,0 25 0,0 0 31,25-25-15,0 0 109</inkml:trace>
  <inkml:trace contextRef="#ctx0" brushRef="#br0" timeOffset="148047.73">546 17487 0,'25'0'62,"49"-25"-62,0 25 16,26 0-1,-1 0-15,347 0 32,-322 0-17,-74 0-15,24 0 16,125 0 15,-100 0-31,-25 0 0,-24 0 16,0 0-16,24 0 15,174-74 32,-99 49-31,-75 0-16,125 1 31,24-1 16,-173 25-47,173 0 47,-149 0-47,50-50 31,50 25 16,-149 1-31,0 24-16,-1 0 0,51 0 31,-50-25-16,49-25 17,-49 25-17,0 1 1,-25-1 0,0-50 15,0 26-16,0 24 1,0-99 0,-75-74 15,26 98-15,-100-98 15,99 148-31,25 25 15,0 1-15,-24-1 16,24 0 0,-124-99 15,100 99-15,24 0-16,0 1 15,-25-1 16,1 0-31,49 0 0,-25 25 16,25-25 0,-25 25-1,-24-24 17,24-1-17,0 25-15,-49-25 31,-26 0 1,51 0-17,-125 25 32,149 0-47,0 0 16,-49 0 15,49 0-31,0 0 0,1 0 16,-1 0-16,-25 0 15,-99 0 32,75 0-31,49 0-16,-99 0 31,75 0-15,24 0-16,-25 0 15,-74 0 1,75 0-16,-175 0 31,125 0-15,74 0-1,0 0 1,-49 0 15,49 0-15,-99 0 15,50 0-31,49 0 16,0 0-16,-24 0 31,24 0-31,-50 0 31,26 0-15,24 0-16,-173 0 47,173 0-47,0 0 15,0 0 1,0 0-16,0 0 31,1 0-15,-26 0 0,25 0-1,-49 0 16,-1 0 1,51 0-17,-1 0-15,-25 25 16,25 0-16,-24-25 16,24 50-16,25-1 46,0 1-46,0-1 16,0-24 0,0 25-1,0-25-15,0 24 16,0-24 0,0 25-1,0-26 1,0 76 15,0-51-15,0 1-1,25 0 1,-25-26-16,25 1 16,-25 0-1,49 99 1,1-50 31,-50-49-47,25 0 0,-25 25 15,0-26 1,24 1-16,1 0 16,-25 0-16,25 0 15,0-1 1,-25 1-16,74 50 31,-49-51-15,-25 1-16,25 25 15,24-25-15,-49-1 16,25-24-16,-25 25 16,25 0-16,-25 0 31,50-25-31,-50 25 15,25-1 17,-1-24-32,1 25 31,-25 0-15,25 0-1,25-25 1,-50 25-16,24-1 15,1-24 1,25 25 15,-1 0-15,-49 0 0,25-25-1,25 0 1</inkml:trace>
  <inkml:trace contextRef="#ctx0" brushRef="#br0" timeOffset="181823.75">1836 16768 0</inkml:trace>
  <inkml:trace contextRef="#ctx0" brushRef="#br0" timeOffset="182016.9">1836 16768 0</inkml:trace>
  <inkml:trace contextRef="#ctx0" brushRef="#br0" timeOffset="182201.61">1836 16768 0</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8:09:57.404"/>
    </inkml:context>
    <inkml:brush xml:id="br0">
      <inkml:brushProperty name="width" value="0.05292" units="cm"/>
      <inkml:brushProperty name="height" value="0.05292" units="cm"/>
    </inkml:brush>
  </inkml:definitions>
  <inkml:trace contextRef="#ctx0" brushRef="#br0">3101 9947 0,'24'0'203,"1"0"-188,25 0-15,-25 0 16,-1 0-16,26 0 16,0 0-16,-1 0 15,1 0-15,-1 0 16,1 0-16,-25 0 15,24 0-15,1 0 16,0 0 0,-1 0-16,1 0 15,-25 0-15,24 0 16,-24 0-16,0 0 16,25 0-16,-26 0 15,26 0 1,-25 0-1,24 0-15,1 0 16,0 0-16,-1 0 16,-24 0-16,25 0 15,-1 0 1,-24-25-16,25 0 16,-26 25-1,1 0-15,25 0 16,-1 0-16,1 0 15,24 0-15,1 0 16,-1 0-16,-24 0 16,0 0-16,-1 0 15,1 0-15,-1 0 16,1 0-16,0 0 16,-26 0-16,26 0 15,0 0 1,24 0-16,25 0 15,-24 0-15,24 0 16,-25 0-16,1 0 16,-26 0-16,26 0 15,-1 0-15,1 0 16,-26 0-16,26 0 16,-26 0-16,1 0 15,-25 0-15,-1 0 16,1 0-16,0 0 15,0 0-15,49 0 16,-49 0-16,25 0 16,-26 0-16,26 0 15,24 0-15,-49 0 16,0 0-16,25 0 16,-1-25-16,-24 25 15,25 0-15,-1 0 16,26 0-16,-1 0 15,1 0-15,-1 0 16,0 0-16,26 0 16,-26 0-16,25 0 15,-24 0-15,24 0 16,-25 0 0,-24 0-16,0 0 15,-1 0-15,26 0 16,-26 0-16,1 0 15,-1 0-15,1 0 16,0 0-16,-1 0 16,1 0-16,24 0 15,1 0-15,-26 0 16,26 0-16,-1 0 16,-24 0-16,-1 0 15,1 0-15,0 0 16,-1 0-16,1 0 15,-1 0-15,1 0 16,0 0-16,-1 0 16,1 0-16,24 0 15,-24 0-15,24 0 16,-24 0-16,24 0 16,-24 0-16,-1 0 15,1 0-15,0 0 16,-1 0-16,26 0 15,-26 0-15,1-25 16,-25 25 0,0 0-1,-1 0-15,26 0 16,0-24 0,-26 24-1,26 0-15,-25 0 16,49-25-16,-49 25 15,0 0-15,0 0 16,24-25-16,-24 25 16,0 0-16,49 0 15,1 0-15,-1 0 16,0 0-16,-24 0 16,24 0-16,1 0 15,-50 0-15,0 0 16,24 0-16,1 0 15,24 0-15,-24 0 16,-1 0-16,1 0 16,-25 0-16,24 0 15,-24 0 1,0 0 15,0 0-31,0 0 16,24-25-16,-24 25 15,0 0-15,24 0 16,26-25-16,-1 25 16,-49 0-16,25 0 15,24 0-15,25 0 16,25 0-16,-24 0 16,24 0-16,-50 0 15,-24 0-15,-1 0 16,-24 0-16,0 0 15,0 0 79</inkml:trace>
  <inkml:trace contextRef="#ctx0" brushRef="#br0" timeOffset="4631.24">2853 9426 0,'49'0'78,"-24"0"-62,25 0 0,-1 0-1,-24 0-15,25-25 16,-26 0-16,26 25 16,-25 0-16,0 0 15,-1 0-15,51 0 16,-26 0-16,-24 0 15,0 0-15,25 0 16,-1 0-16,1 0 16,-25 0-16,-1 0 15,26 0-15,-25 0 16,0 0-16,24 0 16,1 0-16,0 0 15,-26 0-15,1 0 16,0 0-16,0 0 15,0 0-15,24 0 16,-24 0 0,25 0-1,-1-25 1,-24 25 15,0 0-15,24-24-16,-24-1 31,0 25-31,-25-25 16,25 0-16,24 25 15,-24-49-15,25 49 16,-25-50-16,-1 25 16,26-24-16,-25 24 15,-25 0-15,25-25 16,-1 25-16,1-24 15,0 24-15,0 0 16,0 0-16,-1 1 16,1-26-16,-25 25 15,25-24 1,0 24-16,0-25 16,0 25-16,-25 1 15,0-1-15,24-25 16,1-24-16,0 49 15,-25 0-15,0 0 16,0 1-16,25-26 16,-25 0-1,0 26 1,0-1 0,0 0-1,25 0-15,-25 0 31,0-24-15,24 24-16,-24 0 16,0 0-16,25-24 15,0 24-15,0-25 16,-25 1-16,25 24 16,-1 0-16,-24 0 15,25 0-15,0 1 16,0-1-16,-25 0 15,49 0-15,-24-24 16,0 49-16,-25-25 16,25 0-16,-25 0 15,49 0-15,-24 1 16,-25-1 0,25 25-16,0-25 15,0 25-15,-1-25 16,1 25-16,-25-25 31,25 1-31,25-1 16,-26 0-1,1 0 1,0 25-16,0-25 16,0 1-16,-1-1 15,1 25 1,0-25-16,0 0 15,25 25 1,-50-25 0,24 25-16,26 0 15,0-24 1,-26-1-16,1 25 16,0 0-16,25-25 15,-26 0 1,1 25-16,0 0 15,25-25-15,-26 1 16,26 24-16,-25 0 16,24-25-1,-24 0 1,0 25 0,0 0-16,24-25 15,-24 0 1,0 25-1,25-25 1,-26 1 0,1 24-1,0 0 1,0-25-16,24 0 16,-24 25-1,25 0 1,-25-25-16,24 0 15,-24 25 1,25-24-16,-25-1 16,-1 25-16,1 0 15,25 0-15,-1-25 16,1 25-16,24-25 16,-49 25-16,25 0 15,24-25-15,-24 25 16,-1 0-16,51-24 15,-51 24-15,26 0 16,-26 0-16,1 0 16,-1 0-16,26 0 15,-1 0-15,-49 0 16,50 0 0,-26 0-16,1 0 15,-25 0-15,24 0 16,1 0-16,-1 0 15,1 0-15,24 24 16,-24 1-16,0-25 16,24 25-16,0-25 15,-24 25-15,-25-25 16,24 0-16,26 25 16,-25-1-16,-1-24 15,1 0-15,-25 0 16,-1 0-1,51 25-15,-50 0 16,24-25 0,-24 25-16,0 0 15,0-25-15,-1 24 16,26 1-16,-25 0 16,0 0-16,24-25 15,-24 25-15,25 0 16,-26-1-16,1 26 15,25-25-15,-1 24 16,-24-49 0,25 50-16,-1-25 15,-49 0 1,25-1-16,0-24 16,0 25-16,0 0 15,0 0-15,-1 0 16,1-1-16,0 1 15,0-25-15,0 25 16,-1 0 0,1 24-1,0-49-15,-25 50 16,25-25-16,0 0 16,-25 24-16,49-49 15,-49 50-15,25-25 16,0-1-16,-25 26 15,49-25-15,-24 24 16,-25-24-16,25 0 16,0 25-16,-25-26 15,25 1-15,-1 0 16,-24 25 0,25-1-16,-25-24 31,0 0-31,25 0 15,0 0-15,-25-1 16,25 26 0,-1 0-16,-24-26 15,0 1-15,25 25 16,0-25-16,-25-1 16,25 26-16,0-25 15,-25 0-15,49-25 16,-49 24-16,25 1 15,-25 0-15,25 0 16,0 0-16,-1-1 16,1 1-16,0-25 15,0 25-15,0 0 16,-1-25-16,1 0 16,0 25-1,0-25 1,0 24-1,0-24 1,24 25 0,-24-25-16,0 25 15,0-25-15,-1 0 16,1 25 0,0-25-1,25 25-15,-1-25 16,-24 24-1,0-24-15,0 0 16,24 25-16,-24-25 16,0 0-16,24 0 15,-24 0 1,0 0 0,0 25-16,0-25 15,24 25-15,-24-25 16,0 0-16,74 0 15,-49 25-15,-26-25 16,26 25-16,-25-25 16,25 0-16,-26 0 15,51 24-15,-26-24 16,-24 0-16,25 25 16,-25-25-16,24 25 15,1 0-15,-25-25 16,24 0-1,-24 0 17,0 0-32,0 0 15,-1 0 1,-24 25-16,25-25 31,0 0 32,0 0-63,0 24 15</inkml:trace>
  <inkml:trace contextRef="#ctx0" brushRef="#br0" timeOffset="7408.68">5060 8334 0,'0'25'234,"0"25"-218,0-25-1,0 24-15,0-24 16,0 25-16,0-1 16,0 1-16,0-1 15,0 1-15,0-25 16,0 49-16,0-49 15,0 0-15,0 0 16,0 49-16,0-49 16,0 0-16,0 0 15,0-1-15,0 1 16,0 0-16,0 25 16,0-1-1,0-24-15,0 0 16,0 0-16,0-1 15,0 1-15,0 0 16,0 0 0,0 0-1,0-1-15,0 1 32,0 0-17,0 0 16,0 0-31,0-1 16,0 1 0,0 0 15,0 0 0,0 0-15,0-1 15,0 1-15,0 0 15,0 0-31,0 0 62,0-1 48,0 1-63</inkml:trace>
  <inkml:trace contextRef="#ctx0" brushRef="#br0" timeOffset="8527.23">4986 9178 0,'-25'25'110,"0"-1"-95,25 1-15,0 25 16,-25-1 0,1-24-16,24 25 15,0-25 1,-25-1-16,0 26 15,0-25 17,0 24-32,0 1 15,1-25 1,24 0 0,-25-1-1,0 1 1,25 0 15,0 0-31,-25-25 16,25 25-1,0-1 17,-25 1-17,1 0 1</inkml:trace>
  <inkml:trace contextRef="#ctx0" brushRef="#br0" timeOffset="9655.73">4911 8905 0,'0'49'109,"-24"-24"-93,24 0-16,0 0 16,-25 0-16,25 24 15,-25-24-15,0 25 16,0-25-16,25-1 15,-25 26-15,1-25 16,-1 0-16,0-1 16,25 1-16,-25 25 15,0-25-15,25-1 16,-24 26-16,-1-25 16,0 24-16,0-49 15,25 25-15,-25 0 16,25 0-16,-24 24 15,-1-24-15,-25 0 16,50 0 0,-25 0-16,1-1 15,-1 1 1,25 0 0</inkml:trace>
  <inkml:trace contextRef="#ctx0" brushRef="#br0" timeOffset="10712.65">4638 9004 0,'-24'75'94,"-1"-51"-78,-25 1-16,25 50 15,1-51-15,-1 26 16,0 0-16,0-26 16,0 1-16,1 25 15,-1-25-15,0 24 16,-25-24-16,50 0 15,-49 24-15,49-24 16,-25 25-16,0-1 16,0 1-1,1-25 1,-1 0 0,25-1-1,0 1-15,-25 0 16,0 0-16,0 0 15,1 24-15,24-24 16,-25 0-16,-25 25 16,25-26-16,1 26 15,-1-50-15,25 25 16,-25-25-16,0 49 16</inkml:trace>
  <inkml:trace contextRef="#ctx0" brushRef="#br0" timeOffset="11567.23">3994 9376 0,'-25'25'78,"-25"0"-78,25 24 15,1-24-15,-26 50 16,25-51-16,0 26 16,-24 24-16,49-24 15,-25-25-15,0 24 16,0-24-16,0 0 16,25 0-16,0 0 15,-24-1-15,-1 1 16,25 0-16,-25 0 15,25 0 1,-25 0-16,0-1 16,1 26-1,-1 0 1,0-26 0</inkml:trace>
  <inkml:trace contextRef="#ctx0" brushRef="#br0" timeOffset="12920.22">3423 9525 0,'25'-50'156,"-25"26"-140,0-1-1,25-25-15,-25 100 204,0-25-189,-25 24 1,0 1-16,25-25 15,-25 24-15,0-24 16,25 25-16,-24-26 16,24 1-1,0 0-15,-25 0 32,25 0-17,-25-1 1,25 1-1,0 0 1,-25-25 0,25 25-1,0 0 32,-25-25 0</inkml:trace>
  <inkml:trace contextRef="#ctx0" brushRef="#br0" timeOffset="15047.98">4862 10368 0,'-25'0'125,"0"0"-125,0 0 16,0 0 15,1 25-15,-1 0-1,0 0 1,0 0 0,25-1 15,-25 1-31,1 0 16,24 0-1,0 0 1,0-1-16,0 1 15,0 0-15,0 0 16,0 0 0,0-1-1,0 1 1,0 0 0,0 0-1,0 0 1,24-25-1,-24 24 17,0 1-32,25-25 31,-25 25-15,25-25-1,25 0 1,-26 0-1,1 0 1,0 0 0,0 0-1,0 0-15,24-25 32,-24 0 30,-25 1-31,25-1-15,0 0 0,-25 0-1,0 0 1,0 1-1,0-1 1,0-25-16,0 1 16,-25 49-16,25-25 31,0-25-15,0 25-16,0 1 15,-25-1 1,0 0-16,25 0 15,0 0 48,-24 25-16,24-24 31,-25 24 16</inkml:trace>
  <inkml:trace contextRef="#ctx0" brushRef="#br0" timeOffset="15743.4">5159 10864 0</inkml:trace>
  <inkml:trace contextRef="#ctx0" brushRef="#br0" timeOffset="17807.62">5358 10443 0,'0'49'188,"0"-24"-157,0 0-15,0 25-1,0-26 1,0 1 0,0 0-16,0 0 15,0 0 1,0-1 0,0 1-1,0 0 1,0 0-1,0 0 17,0-1-32,0 1 15,0 0 17,25-25 77,-1 0-78,1 0-15,0 0-16,25 0 15,-26 0 32,1 0-31,0-25 0,-25 0-1,25 1 1,-25-26 15,25 50-31,-25-25 31,0 0 16,0 1-31,0-1-1,0 0 1,0-25 0,0 26-1,0-1-15,-25 25 16,25-50 0,-25 50-16,0-49 31,25 24-16,-25 25 17,25-25-17,-24 25 32,-1 0-31,0 0 15,0 0 0,0 0-15,1 0 0,-1 0-1,0 25 1,0-25-1,25 25 1,-25-25 0,25 24-16,0 1 15,-24 0-15,-1 25 32</inkml:trace>
  <inkml:trace contextRef="#ctx0" brushRef="#br0" timeOffset="19256.53">5879 10344 0,'0'-25'15,"-25"25"48,0 0-48,-25 25 1,26-1 0,24 1 15,0 0 16,0 0-32,0 0 1,0-1 0,49-24-16,1 25 15,-25 0-15,0-25 16,-1 0-16,26 25 15,-25 0-15,24-25 16,1 24 15,-50 1-31,25-25 16,0 25 15,-1-25-31,-24 25 16,25-25-1,-25 25-15,25-1 16,-25 1 15,0 0-15,0 0-16,0 0 16,0-1-1,0 26 1,0-25-1,-25-25 17,0 0-17,1 0 1,-1 0-16,0 0 16,-25 0-16,26 0 15,-51 0-15,50 0 16,1 0-1,-1 0-15,0 0 16,25-25 31,-25 25 47</inkml:trace>
  <inkml:trace contextRef="#ctx0" brushRef="#br0" timeOffset="20032.16">5804 10319 0,'0'-25'93,"25"0"-77,25 25 0,-1 0-16,-24 0 15,0 0 1,25 0-16,-26 0 16,1 0-16,0 0 15,25 0-15,-26 0 31</inkml:trace>
  <inkml:trace contextRef="#ctx0" brushRef="#br0" timeOffset="24631.67">5829 11633 0,'0'25'62,"0"0"-46,-50 0 0,1 0-1,24-25 1,-25 24-1,26-24-15,-1 25 16,0 0-16,-49-25 16,49 25-1,-25 0-15,-24-25 16,49 24 0,0-24-16,-24 0 15,24 25 1,0 0-16,0-25 15,0 0-15,1 0 16,-1 0-16,0 0 16,0 0-16,0 0 15,1 0-15,-26 0 16,25 0-16,0 0 16,-24-25-16,24 25 15,-25 0 1,25-25-1,1 25 1,24-24-16,-25-1 16,0 25-16,0-50 15,25 25 1,0 1 0,0-26-1,0 0-15,0 1 16,0 24-16,0-25 15,25 26-15,0-1 16,0 0-16,-25 0 16,24 0-1,1 25 1,0 0 31,0 0-32,49 0 1,-74 25 0,50-25-16,0 25 15,-26 0 1,1 0-16,0-1 16,0 1-16,24 0 15,-24-25-15,25 25 16,-25 0-1,-1-25-15,26 24 16,-25 1 0,0 0-16,24 0 0,1 0 15,-25-1 1,24 1-16,1 0 16,-1 0 15,-24 0-31,0-25 15,0 24-15,0-24 16,-1 0 0,26 25-16,-25-25 15,0 0 1,24 25-16,-24-25 16,0 0-1,0 0 1,0 0-1,-1 25 1</inkml:trace>
  <inkml:trace contextRef="#ctx0" brushRef="#br0" timeOffset="29599.57">2679 7689 0,'0'50'110,"0"-25"-95,25 0-15,0 24 16,-1-24-16,1 0 15,0 24-15,-25-24 16,25 25-16,0-25 16,-25 0-16,24-1 15,1 1-15,-25 0 16,25 0-16,-25 0 16,25-1-16,0-24 15,-25 50-15,24-50 16,-24 25-1,0 0-15,25-1 16,0 1 15,0-25-15,-25 25-16,25 0 31</inkml:trace>
  <inkml:trace contextRef="#ctx0" brushRef="#br0" timeOffset="30927.69">2828 8434 0,'25'0'156,"-1"24"-156,1-24 15,0 25-15,0 0 16,0 0-16,-1 0 16,1-25-16,-25 24 15,25-24-15,0 0 16,0 0 0,-1 25-16,1 0 15,0-25-15,0 0 16,0 0-1,-1 0-15,1 0 16,0 0 0,0 0 15,0 0 141,-25-25-157,0-24 1,0 24 0,0-25-16,0-24 15,-25 24-15,25 1 16,-25-26-16,0 26 16,0-1-16,1 0 15,-1 1-15,25 24 16,-25 0-16</inkml:trace>
  <inkml:trace contextRef="#ctx0" brushRef="#br0" timeOffset="33000.1">149 7392 0,'0'-25'78,"25"-25"-62,-1-24-1,26 24-15,-25 1 16,24-1-16,-24-24 16,0 49-16,0 0 15,24-24-15,-24 24 16,25-25-16,-50 25 15,50 0-15,-50-24 16,49 49-16,-49-50 16,50 25-16,-50 1 15,49-1-15,-24 0 16,0 25 0,0-25-1,-25 75 79,0 49-94,-25 0 16,0-24-16,0 49 15,-24-25-15,-1 25 16,1-25-1,-1 0-15,25-24 16,-25-1-16,26 1 16,24-26-16,0-24 15,-25 25-15,0-26 16,25 1-16,0 0 16,0 0-16,0 0 15,0-1-15,0 1 16,50-50 109,-1-24-125,26 24 15,-26-49-15,1 49 16,0-25-16,24 25 16,-49-24-16,24 24 15,1 0-15,-50 0 16,25 1 31</inkml:trace>
  <inkml:trace contextRef="#ctx0" brushRef="#br0" timeOffset="33767.49">347 7615 0,'25'-25'31,"25"0"-31,-1 1 16,-24-26-16,25 0 15,-1 26-15,26-26 16,-26 0-16,-24 1 16,25-1-16,-25 25 15,-25-24-15,24 49 16,-24-25-16</inkml:trace>
  <inkml:trace contextRef="#ctx0" brushRef="#br0" timeOffset="35079.98">1067 7367 0,'-50'0'16,"50"25"15,-25 0-31,25-1 31,-25 1-31,1 0 16,24 0 15,0 0 16,0-1-31,124 1 46,-100 0-62,1-25 47,0 0-47,0 0 16,24-25-1,-24 0 1,-25 1-1,25 24-15,0-25 16,-25 0 0,0 0-16,0-24 15,25 24-15,-25 0 16,0 0 62,0 0-78,0-24 16,-25 49 31,25-25-47,-25 25 15,0 0 1,0 0-1,1 0-15,-26 0 16,0 25 0,26 0-1,-1-1 1,0-24-16,0 25 16,25 0-16,0 0 93,0 0-46</inkml:trace>
  <inkml:trace contextRef="#ctx0" brushRef="#br0" timeOffset="36343.21">1389 7169 0,'0'49'110,"25"-24"-110,0 0 15,-25 0-15,24-1 16,-24 1 0,25 25-16,-25-25 46,25-25 79,-25-75-93,0 26-32,0-26 15,0 26-15,0-1 16,0 0 0,0 26-16,0-26 15,0 25-15,0 0 16,0 1-1,25-1 17,0 0 15,-1 25-16,1 0-16,25 25 17,-25 0-17,0-25-15,-25 24 16,24 1 0,1 0-16,0-25 15,-25 25-15,25-25 16,-25 25-16,25 24 31,-1 1-15,1-25-1,-25-1 1,0 1 0,0 0-1</inkml:trace>
  <inkml:trace contextRef="#ctx0" brushRef="#br0" timeOffset="37623.18">2034 6697 0,'-25'0'0,"0"0"31,1 0-15,-1 25 0,0-25-1,25 25-15,0 0 32,0-1-32,-25 26 15,0 0-15,25-25 16,0-1-1,0 1-15,0 25 16,0-25-16,25-1 16,-25 1-1,25 0 1,-25 0 0,25-25-1,0 25 1,-1-25-1,1 0 1,0 0 0,0 0-16,0 0 15,-1-25 1,1 0 0,50-25-1,-75 26-15,24-26 16,1 0-16,-25 1 31,0 24-31,0-25 16,-25 25-16,25 1 15,0-1 79,0 74-47,0-24-31,0 0-1,0 0-15,0 25 16,0-26-1,25 1-15,0 0 32,0 0-17,0-25 1,-1 0 15,1 0-15,25 0 78,-25-25-79,-1 25 1</inkml:trace>
  <inkml:trace contextRef="#ctx0" brushRef="#br0" timeOffset="40071.43">2729 6375 0,'0'-25'16,"-25"25"31,0 0-31,0 0 15,0 0-16,0 0-15,1 0 16,24 25-16,-25 0 16,0 24-16,25-24 15,-25 0-15,25 0 16,-25 24-16,25 1 16,0-25-1,0-1-15,0 1 16,0 0-1,0 25 1,0-26-16,25 1 16,25-25-1,-25 0 1,-1 0 0,1 0-16,0 0 15,0 0-15,0-25 16,0 25-1,-25-24-15,24-1 16,1 0-16,-25-25 16,0 26-16,0-26 15,0 0 1,0 1-16,0-26 0,0 26 16,0-26-1,0 26-15,-49-1 16,49 1-16,0-1 15,-25-24-15,0 24 16,0 0-16,25 1 16,-25-1-16,0-24 15,1 49-15,24 0 16,-25 25-16,25-25 16,0 0 15,-25 1-16,25 48 79,0 26-78,0 0-1,0 24 1,0 1-16,25-26 16,0 26-16,-25-26 15,0-24-15,24 49 16,1-24-16,-25 0 16,25-26-16,0 26 15,-25-25-15,25 0 16,0-1-16,-1 1 15,1-25 17,0 0-32,0 0 15,0 0 1,-1 0 0,26 0-1,-25-25 1,0 1-1,-1 24 1,-24-25-16,0 0 16,0 0-1,0 0 1,0 1 0,0-1-16,0 0 15,0 0 63,-24 25-15,-1 0-32,25 25-15,0 0-1,0 0 1,0-1-16,0 1 16,0 0-16,25 0 15,-25 0 16,24-25-31,-24 24 16,25 1 0,0-25 15,0 0-15,0 0-1,-1 0-15,1-25 16,0 1 15,0 24-15,0-25 15</inkml:trace>
  <inkml:trace contextRef="#ctx0" brushRef="#br0" timeOffset="42240.4">3274 5556 0,'0'25'62,"50"0"-46,-1 49-16,1-24 15,0-1-15,-1 26 16,1-50-16,-25 0 16,-1 24-16,26-24 15,-25 25-15,25-50 16,-26 49-16,1-49 15,0 25-15,-25-50 141,-50 0-141,-24-49 16,24 0-16,1 24 15,-1-25-15,0 26 16,1-1-16,-1-24 16,25 49-16,1-25 15,-1 1-15,0 24 16,25 0-16,0 0 31,0 1 47,0-1-78,0 0 31,25 25-31,0 0 16,-1 0 0,1 0-1,0 0 1,0 0 0,0 0-1,-1 0 1,1 0-1,0 0 1,-25 25-16,25 0 16,-25-1-16,25-24 15,-1 50-15,-24-25 16,0 24 0,0-24-16,0 25 15,0-25-15,0 49 16,-24-49-16,-1 0 15,25-1-15,0 1 32,-25 0-32,50-25 203,24 0-203,26 0 15,-50 0-15,0 0 16,24 0-16,-24 0 16,0 0-1,0 0-15,-1 0 16,1 0 0,25 0-1,-25 0 1,-1 25-16,-24 0 15,25 0-15,-25-1 16,25-24-16,0 50 16,0-25-1,-25 0-15,24-1 16,-24-48 187</inkml:trace>
  <inkml:trace contextRef="#ctx0" brushRef="#br0" timeOffset="43343.45">4291 5655 0,'0'-24'250,"0"-1"-250,0 0 16,-25 0 62,1 25-62,-1 0-1,0 25-15,0 0 16,0 0-16,1-1 16,-1 1-16,25 0 15,0 0 1,0 0-16,0-1 16,0 1-16,0 25 15,0-25 1,0 0-1,0-1-15,0 1 16,25 0 0,-25 0-1,24-25-15,1 25 16,25-1 0,-25-24-1,24 0-15,1 0 16,-25 0-16,74-24 15,-50-1 1,1 25-16,0-25 16,-1-25-16,-24 50 15,0-49-15,0 49 16,-25-25 140,0 0-140</inkml:trace>
  <inkml:trace contextRef="#ctx0" brushRef="#br0" timeOffset="44479.8">4440 5110 0,'0'25'62,"0"24"-62,25 26 0,0-1 16,-1 0 0,26 26-16,-25-26 15,0-24-15,-1 24 16,1-24-16,0-1 15,0-49-15,-25 25 32,25-75 61,-1 26-77,-24-26-16,25 0 16,0-24-16,-25 49 15,0-24-15,0-1 16,0 0-16,0 26 16,0-26-1,25 50 32,0 0-31,0 0-1,-1 0 1,1 0 0,0 25-1,-25 0 1,25-25-16,-25 49 15,25-24 1,-1 0-16,-24 0 16,25-1-16,0 1 15,-25 0-15,0 0 16,0 0-16,0-1 16,0 51-16,25-75 15</inkml:trace>
  <inkml:trace contextRef="#ctx0" brushRef="#br0" timeOffset="45936.9">5283 5383 0,'0'0'0,"-24"0"16,-1 0-16,0 0 15,-25 0 1,50 24-16,-49-24 16,49 25-1,-25 0-15,25 0 16,0 0-1,0-1-15,0 1 32,50-25 15,-26 0-32,1 0 1,25 0-1,-25 0 32,-25-49-31,24 24 0,-24 0-1,0 0-15,0 0 16,0 1-16,0-1 203,0 50-47,0-1-140,25-24-16,-25 50 15,25-25 1,0-25-16,-25 25 16,25-1 15,-1-24 94</inkml:trace>
  <inkml:trace contextRef="#ctx0" brushRef="#br0" timeOffset="47295.37">5432 5060 0,'25'0'78,"49"-25"-78,-24 1 16,-25 24-16,49-25 15,-49 25 1,0 0-16,0 0 16,-1 0 30,-24 25-46,25-1 16,-25 1-16,25 25 16,-25-25-16,0-1 15,0 1-15,0 25 16,0-25 0,0-1-16,0 26 15,-25 0 1,0-1 15,1-24 16,24 0-16,0 0 32,24-25-48,1 0-15,25 0 16,24 0-16,-24-25 16,0 25-16,24-25 15,-24 25 1,-26-25-16</inkml:trace>
  <inkml:trace contextRef="#ctx0" brushRef="#br0" timeOffset="48127.21">5655 5259 0,'0'-25'109,"25"25"-93,25 0-1,-1-25-15,-24 0 16,0 25-16,0 0 16,0-25-16,0 1 62</inkml:trace>
  <inkml:trace contextRef="#ctx0" brushRef="#br0" timeOffset="49271.82">6325 5110 0,'-25'0'31,"1"0"-15,-1 0-1,0 25 1,0-1 0,25 1 31,0 0-32,0 0 1,0 0-1,0-1-15,25-24 16,-25 50 0,25-50-16,0 25 15,-1-25 1,1 0 15,0 25-31,0-25 47,0 0-31,-1 0-1,1 0 1,0 0-16,0-25 31,0 25-15,-25-50-1,0 25-15,0 1 16,0-1-16,0 0 16,0 0-1,0 0-15,0 1 16,0-1-16,-25 0 16,0 25-16,25-25 15,-50 0-15,1 25 16,24 0 15,0 0-15,0 0-16,1 0 15,-1 0 1,0 0-16,0 0 16,25 25 15,-25 0 31</inkml:trace>
  <inkml:trace contextRef="#ctx0" brushRef="#br0" timeOffset="51119.21">12030 7169 0,'0'-25'47,"-49"25"-31,-1 25-1,25-25-15,0 24 16,-24 1 0,24-25-16,-25 25 15,26 0-15,-26-25 16,0 49-16,26-49 15,-26 50-15,25-25 16,-24 24-16,-1-24 16,25 25-16,-24-25 15,-26 24-15,26-24 16,-1 25-16,0-26 16,-24 1-16,49 0 15,-25 25-15,1-26 16,-26 26-16,26-25 15,24 0-15,-25-1 16,1 1-16,24 0 16,-25 0-16,26 0 15,-1 0-15,-25-25 16,25 24 0,-24 1-16,24 0 15,0-25 1,25 25-16,-49 0 15,-1-1 1,25 1 0,-49 0-1,49 0 1,0 0 0,25-1 15</inkml:trace>
  <inkml:trace contextRef="#ctx0" brushRef="#br0" timeOffset="52184.2">10120 7838 0,'0'25'94,"0"0"-78,0 0-16,0 24 15,0 1 1,0-25-16,-24 49 16,-1 1-16,0-26 15,25-24 1,0 25-16,0-26 16,0 1-16,0 25 15,0-25-15,0-1 16,0 1-1,0 0 157,50-25-156,24 0-16,-49 0 16,49-25-16,-24 0 15,-1 25 1,-24 0-1</inkml:trace>
  <inkml:trace contextRef="#ctx0" brushRef="#br0" timeOffset="53664.28">12477 6623 0,'25'-25'32,"-1"25"-17,1 0 1,0 0-16,0 0 16,24 0-16,-24 0 31,0 25-16,-25 0 1,0 24 0,0 1-16,0-1 15,0 1-15,0 74 16,0-99-16,-25 49 16,0-49-16,1 50 15,24-26-15,-25-24 16,0 0-16,25 24 15,-25 1 1,0-50-16,25 25 16,0 0-1,0-1 48,0 1-63,0 0 15,25 0 1,0 0 0,0-25-16,0 0 15,-1 0-15,1 0 16,25 0-16,24 0 16,-24 0-16,-1 0 15,-24 0-15,0 0 16,0 0-1,0 0 1,-1 0 0,-48 0 124,-26 0-124</inkml:trace>
  <inkml:trace contextRef="#ctx0" brushRef="#br0" timeOffset="54400.51">12427 7020 0,'25'0'47,"0"0"-32,24 0-15,-24 0 16,25 0-16,-25 0 15,24 0-15,1 0 16,-25 0-16,-1 0 16,1 0-1,0 0 1,0 0 0,0 0-1,-1 0-15,1 0 16,0 0-16,0 0 15</inkml:trace>
  <inkml:trace contextRef="#ctx0" brushRef="#br0" timeOffset="55694.36">13444 7441 0,'0'-24'16,"-25"-1"-16,25 0 15,-24 25-15,-1-25 31,0 0 1,0 25-1,0 0-15,1 0-1,-1 0 1,0 0-16,0 0 15,0 0-15,0 25 47,1 0-15,24 0-32,0 0 15,0-1 1,0 1-16,0 0 15,0 25-15,24-26 16,-24 1 0,25-25-16,-25 25 15,50-25 1,-25 0 0,0 25-16,24-25 15,-24 0 1,0 0-16,0 0 15,-1 0 1,1 0 0,0 0-16,0 0 47,0 0-47,-25-25 15,0 0 1,0-24-1,0 24-15,0 0 16,0-25-16,0 1 16,-25 24-16,0 0 15,0 0 1,-24 25 0,24 0-1,0 0 1,0 0-1,0 0-15,1 0 63,-1 0-63</inkml:trace>
  <inkml:trace contextRef="#ctx0" brushRef="#br0" timeOffset="56895.21">13717 7392 0,'0'25'78,"0"-1"-63,0 51-15,0-26 16,0 1-16,0-25 16,0 0-16,0 24 15,0-24 1,25-25 62,-25-25-47,25-24-31,-1 24 16,-24-25-16,0 25 15,25-24 1,-25 24 0,25 0-16,-25 0 15,25 1-15,-25-1 32,25 0-32,-1 25 15,26 0 16,-25-25-31,0 0 16,24 25 62,-49 25-62,25 0-16,0 25 15,-25-26 1,0 1 0,0 50-16,25-51 15,-25 1 1,0 0-16,0 0 31,0 0-15,0-1-1,0 1 1,0 0 15</inkml:trace>
  <inkml:trace contextRef="#ctx0" brushRef="#br0" timeOffset="58015.58">14387 7392 0,'0'0'0,"-50"0"16,25 0 0,0 25-16,25-1 15,-24-24-15,24 25 16,0 25-1,-25-25-15,0-1 16,25 1 0,0 0 31,0 0-32,25-25 1,0 0-1,24 0-15,-24 0 16,0 0-16,0 0 31,-25-25-31,25 25 32,-25-25-17,0 0 1,0 1-16,0-26 15,0 25-15,0 0 16,0 1 0,49 24 77,-49 49-77,25-24 0,0 25-16,-25-26 15,25 1 1,-1 25 0,1-25 93,0-25-78,-75-25 32,1 25-63</inkml:trace>
  <inkml:trace contextRef="#ctx0" brushRef="#br0" timeOffset="60751.43">15677 7441 0,'0'0'0,"-25"0"15,-25 0-15,1 0 16,-1 0-16,-24 0 16,24 0-16,25 0 15,0 0-15,0 0 16,1 0-16,-1 0 16,-50 0-16,51 0 15,-1 25 1,-25 0-16,25-25 15,1 25-15,-1 0 16,0-1 0,0 1-16,25 0 31,0 0-15,0 0-1,0 24 1,50-49-1,-25 25-15,-1-25 16,26 0-16,49 0 16,-74 0-16,0-25 15,24 0-15,1 1 16,0 24-16,-25-25 16,24 0-16,-49 0 15,50 0-15,-25 1 16,24-26-16,-24 0 15,0 1-15,0-1 16,-1 1-16,1-26 16,-25 26-16,0-26 15,0 1-15,0-1 16,0 1-16,0-1 16,0 51-16,-25-26 15,25 0-15,0 1 16,-24-26-16,24 26 31,0 24-31,-25 0 16,25 0-16,0 75 140,0 24-140,0 1 16,0-1-16,25 1 16,-25-1-16,24 25 15,-24-24-15,25-1 16,0-24-16,0-1 15,-25-24-15,0 0 16,0 0-16,0 0 16,0-1-16,25 26 15,-1-50-15,-24 25 16,0 24 0,25-24-16,0 0 15,-25 0-15,0 0 31,25-1-31,-25 1 32,25 0-17,-1 25 1,1-50 140</inkml:trace>
  <inkml:trace contextRef="#ctx0" brushRef="#br0" timeOffset="61744.23">16247 7466 0,'0'-25'109,"0"1"-93,0-1-16,0 0 31,0 0 0,-50 25-15,26 0 0,-26 0-1,25 0 1,-24 0-16,24 0 31,0 50-15,25-25-1,0-1 1,0 1 0,0 0-16,0 0 15,0 0 1,0-1-16,25-24 16,-25 25-16,25-25 15,-1 25-15,1-25 16,25 0-1,-25 0-15,-1 0 16,26 0-16,0 0 16,-1 0-16,1 0 15,0 0-15,-1 0 16,-24 0-16,0 0 16,0 0 155</inkml:trace>
  <inkml:trace contextRef="#ctx0" brushRef="#br0" timeOffset="63214.87">14759 8682 0,'0'0'16,"-25"-25"-16,0 25 0,-24-25 31,24 25-31,0 0 16,0 0-1,0 0 1,1 0-16,-26 0 15,50 25-15,-25 24 16,0 1-16,1-25 16,24 0-16,0-1 15,0 26-15,0-25 16,0 24-16,0-24 16,0 0-16,0 25 15,24-25 1,-24-1-16,25-24 15,-25 25-15,25 0 16,0-25-16,-25 25 16,25-25-16,24 25 15,-24-25-15,25 0 16,-1 0-16,1 0 16,24 0-16,-24 0 15,24 0-15,-49-25 16,0 25-1,-25-25-15,25 0 16,-25 0-16,0-24 16,0 24-16,0 0 15,0-25-15,0 1 16,0 24 0,0-25-16,-25 26 15,25-1 1,0 50 93,0 24-109,25-24 16,-25 0-16,24 0 15,1 24-15,-25-24 16,25 0-16,0 25 16,0-26-16,-1 1 15,1-25-15,25 25 16,-1 0 0,-24-25-1,25 0-15,-25 0 16,0 0 46,24 0-46,-24 0 0,0-25-16,0 25 15</inkml:trace>
  <inkml:trace contextRef="#ctx0" brushRef="#br0" timeOffset="65255.87">15850 8806 0,'0'-25'46,"0"0"-46,0 0 16,0 0 0,0-24 15,-25 49 0,25-25-31,-24 25 16,-1 0-1,0 0 1,0 0 0,-24 0-1,24 0-15,0 25 16,-25 0 0,26 24-1,-1-49-15,25 25 16,-25 0-16,25 0 15,-25 24-15,0-24 16,25 0-16,0 0 16,0-1-16,0 1 15,0 0-15,0 0 16,0 0-16,0 24 16,25 1-1,-25-25-15,25-25 16,-25 25-1,25-1 1,0-24-16,24 25 16,1-25-16,24 0 15,-24 0-15,24 0 16,-24 0-16,24 0 16,25 0-16,-74 0 15,0 0-15,0 0 16,0 0-1,-25-25 79</inkml:trace>
  <inkml:trace contextRef="#ctx0" brushRef="#br0" timeOffset="66239.17">16470 8954 0,'0'-24'63,"25"-1"-48,0 0 1,-25 0 0,0 0-16,0 1 46,-25 24-30,0 0 0,-24 0-1,24 0-15,0 0 16,0 0 0,0 24-16,1-24 15,24 25-15,-25-25 16,25 25-1,0 0 1,0 0 0,0-1-16,0 1 31,0 0-15,0 0-1,0 0-15,25-25 16,-1 0-16,26 0 15,0 0-15,-25 0 16,-1 0-16,1 0 16,25 0-16,-25 0 15,-1 0-15,26 0 16,-25 0-16,0 0 125,-1-25-125,1 25 16,0-25-1</inkml:trace>
  <inkml:trace contextRef="#ctx0" brushRef="#br0" timeOffset="67720.39">17214 8880 0,'-24'0'47,"24"25"-16,0 0-15,0-1-16,0 26 15,0-25-15,0 25 16,0-1-16,0 1 15,0-1-15,24 26 16,1-26 0,-25-24-16,0 0 15,0 0-15,0 0 16,0-1 0,25-24 109,-25-24-125,0-26 15,0-24-15,0-1 16,0 1-16,0-1 15,0 1-15,0-25 16,-25 49 0,25 25-16,0-49 15,0 49-15,0 0 16,0 0-16,0 1 16,0-1-1,0 0-15,25 0 16,0 25 15,0 0-15,-1 0-1,1 0 17,0 0-17,0 0 1,0 0-1,-25 25 1,24 0 0,1-25-16,-25 49 15,25-49-15,-25 25 16,25 25 0,0-50-16,-25 25 15,0-1 1,0 1-1,0 0 1,0 0-16,-25 0 16,0-25-16,0 24 15,-24 1-15,24-25 16,0 25-16,0-25 47</inkml:trace>
  <inkml:trace contextRef="#ctx0" brushRef="#br0" timeOffset="68719.19">17810 8210 0,'-25'0'0,"0"0"15,0 50-15,1 0 16,-1-1-16,0 1 15,25-1-15,-25 26 16,25-26-16,0-24 16,0 25-16,0-1 15,0 26-15,0-50 16,0-1 0,0 1-16,0 0 15,25 0 16,25 0-15,-26-25 0,26 0-16,0 24 15,-1 1 1,-24-25-16,0 0 16,0 0-16,24 0 15,-24 0-15,0 0 16,0 25-16,24-25 31</inkml:trace>
  <inkml:trace contextRef="#ctx0" brushRef="#br0" timeOffset="69439.73">17388 8533 0,'0'-25'47,"25"25"-31,0 0-1,24 0 1,1 0-16,24-25 16,-49 25-16,0 0 15,25 0 1,-50-25-1,24 25 17,26-24-17,-25 24 1</inkml:trace>
  <inkml:trace contextRef="#ctx0" brushRef="#br0" timeOffset="70879.62">18331 8706 0,'0'0'0,"-25"0"15,-25 0 16,25 25-15,-24-25 0,24 50-16,0-1 15,25-24 1,0 0 0,0 0-1,0 0-15,0-1 16,0 1 15,50 0 0,-25-25-31,-1 0 16,1 0 0,0 0-1,25 0-15,-26 0 31,1-25-15,-25 0 31,0 1-31,0-1-16,0 0 15,25 25 126,0 25-126,-25 0-15,25-1 16,-25 1-16,24 0 16,1-25-16,0 25 15,-25 0-15,25-25 16,0 25 0,0-25-1,-25 24-15,24-24 31,1 0-31,0 0 141</inkml:trace>
  <inkml:trace contextRef="#ctx0" brushRef="#br0" timeOffset="71975.19">19124 8905 0,'-24'-25'31,"-1"0"-15,25 0-16,-25 1 15,25-1-15,-25-25 16,-24 25-16,49-24 15,-50 49-15,50-50 16,-50 50-16,50-25 16,-24 25 46,-1 0-46,0 25-1,0 0-15,0 25 16,25-26-16,0 26 16,0 24-16,0-24 15,0-25-15,0 24 16,0-24-16,25 25 16,-25-25-16,25 0 15,0-1-15,-25 1 16,25-25-16,24 25 15,-24 0-15,0-25 16,24 0 0,-24 0-16,0 0 15,25 0-15,-26 0 16,1 0-16,0 0 16,25 0-16,-1 0 15,1 0 1,-25-25-16,-1 0 15,1 0-15,0 25 16,-25-24 62,25 24-62</inkml:trace>
  <inkml:trace contextRef="#ctx0" brushRef="#br0" timeOffset="72903.03">19422 8657 0,'0'0'0,"0"25"15,0-1-15,0 26 16,0-25 0,0 24-1,0-24 1,0 0-16,0 0 16,25 0-16,-25-1 78,0 1-63,25 0 1</inkml:trace>
  <inkml:trace contextRef="#ctx0" brushRef="#br0" timeOffset="73400.73">19298 8334 0</inkml:trace>
  <inkml:trace contextRef="#ctx0" brushRef="#br0" timeOffset="74769.23">19745 8682 0,'-25'0'93,"0"0"-77,0 0 0,0 74-1,1-74-15,24 25 16,0 24-1,0-24 1,0 0 0,0 0-16,0 0 15,0-1 1,0 1 0,0 0-16,0 0 15,24 0-15,-24 0 16,25-1 15,-25 1-31,25-25 47,0 0-31,0 0-16,-1 0 15,1 0 1,0 0-1,0 0 17,0 0-17,-25-25 17,0 1-17,0-1 1,0 0-1,0 0-15,0-25 16,0 1-16,0 24 16,0-49-16,0 24 15,-25 25 1,0 0 0,0 1-16,25-1 15,-25 25 1,25-25-16,-24 25 31,-1 0-31,0 0 31,0 0-31,0 25 16,1-25-16,24 25 31,0-1-15,0 1-1,0 0 1,0 0 0</inkml:trace>
  <inkml:trace contextRef="#ctx0" brushRef="#br0" timeOffset="76208.19">19943 8806 0,'25'0'93,"-25"24"-77,0 1 0,0 0-16,25 0 15,-25 0-15,0 24 16,24 1-1,-24-25 1,0 0 15,25 24 1,-25-74 108,0-24-124,0-1-1,0 0-15,0 1 16,0-1-16,0 25 16,0 1-16,0-26 15,0 25 17,25 25-1,0 0-16,0 0 1,-1 0 0,1 0 46,0 0-46,0 0-1,0 0 1,-1 50-16,1-25 16,0-1-1,-25 1 1,25 0-16,0 0 31,-25 24-31,0 1 16,24-25-1,-24 0 1,0 0-16,0-1 16,25 26-1,-25-100 157,0 1-172,-25-1 16</inkml:trace>
  <inkml:trace contextRef="#ctx0" brushRef="#br0" timeOffset="76942.98">19769 8483 0,'-24'-49'63,"24"24"-48,0 0-15,0-25 16,-25 26-1,25-1-15,0 0 16,0 0 0</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9:08:09.627"/>
    </inkml:context>
    <inkml:brush xml:id="br0">
      <inkml:brushProperty name="width" value="0.05292" units="cm"/>
      <inkml:brushProperty name="height" value="0.05292" units="cm"/>
      <inkml:brushProperty name="color" value="#FF0000"/>
    </inkml:brush>
  </inkml:definitions>
  <inkml:trace contextRef="#ctx0" brushRef="#br0">28079 15106 0,'50'0'46,"-1"0"-30,-24 0-16,0 0 16,74-25-16,-74 25 15,74-25-15,-49 25 16,173-49 0,-99 24-1,372 0 16,-322 25-15,49 0 15,-198 0-15,74 0 15,-50 0-31,100-25 31,149-24 16,-124-1-15,-26 1-1,-123 24-16,99-50 17,-124 1 15,0 49-47,0-24 31,0-125 16,0 75-16,0 49-15,-25 25-16,-24-49 15,24 49 1,0-49-1,-49-1 17,-25 26 15,49 24-47,25 0 0,-49 0 31,-75-24 0,25 24 0,25 0-15,-25 0 15,-174 0 16,248 25-31,-74 0-1,100 0 1,-26 0-16,-99 0 47,75 0-47,-1 0 0,26 0 15,-75 0 1,-100 50 15,26 0 16,173-50-31,-24 24-1,-51 1 32,51 25-31,24-25 0,-49 49 30,-1 25-14,50-24-17,25-1 17,-25 0-1,25-49-16,0 0-15,0 0 32,0 0-32,0 74 47,0-49-47,0-26 31,0 1-31,0 124 31,0-124 0,25 99 1,0-75-17,25 100 32,-25-149-47,-1 50 16,1-25-1,0-1 1,0 1 0,74 25 30,-74-50-30,0 0 0,-1 25-1,1-1 1</inkml:trace>
  <inkml:trace contextRef="#ctx0" brushRef="#br0" timeOffset="6793.14">4341 12303 0,'25'0'63,"49"25"-48,0 0-15,26 0 16,-1-25-16,0 0 15,25 0-15,0 0 16,50 0 0,123 0 15,150 0 16,-273-25-16,-75 0 0,50-25 1,-100 26-1,-24 24-31,173-125 31,-123 51-15,49-124 31,-124 123-16,0 26 0,0 24-31,0-25 16,0 25-1,0-24 1,0-75 15,-50-50 0,50 149-15,0 1-16,-49-76 16,49 51-1,-50-75 17,0-100-1,26 200-16,-51-150 17,75 149-17,-49-74 1,-26-75 15,75 150-31,-25-1 16,25 0-1,-24 0 1,24 0 15,-25 25-15,25-24 31,-25 24-47,0 0 47,0-25-47,1 0 15,-1 0 1,-25 0 0,25 25-1,-24-25 1,24 25 15,0 0-31,0 0 16,-24 0-1,24 0 1,0 0 0,-124 0 15,124 0-16,-24 0 1,-1 0 15,-49 0-15,-199 25 31,274-25-47,-200 50 31,150-25-15,0 0-16,49-25 15,-25 24-15,0-24 32,-74 25 14,100-25-46,-1 0 0,-25 25 16,25-25-16,-148 25 31,123 0-15,-74 24 15,50 26 16,49-75-31,0 0-1,25 24 1,-25-24-16,25 25 16,-24 50-1,-26 148 32,50-198-47,0 49 16,0-24-16,0-26 15,0 1 1,0 0-16,0 25 0,0 49 31,0-74-31,0 24 16,0-24-1,0 25 1,0-25-16,0-1 16,25 26-1,-25-25 1,0 74 0,49 149 30,-24-149-30,25 75 15,-25-149-31,-1-25 94,1 0-78,25 0-1,-1 24 17,-49 1-32,50 0 15,0-25 16,24 25 1,-49 0-17,0-1 1,74 1 31,-74 0-32,-1 0 1,26-25 15,-25 25-15,24 0 31,-24-1-32,0-24 32</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8:27:39.317"/>
    </inkml:context>
    <inkml:brush xml:id="br0">
      <inkml:brushProperty name="width" value="0.05292" units="cm"/>
      <inkml:brushProperty name="height" value="0.05292" units="cm"/>
    </inkml:brush>
  </inkml:definitions>
  <inkml:trace contextRef="#ctx0" brushRef="#br0">1141 9723 0,'0'25'78,"50"-25"-62,24 0-16,0 0 15,-24 0-15,49 0 16,0 0 0,-24 0-16,24 0 15,-24 0-15,-1 0 16,-24 0-16,24 0 15,0 0-15,-24 0 16,49 0-16,-24 0 16,24 0-16,-25 0 15,25 0-15,26 0 16,-26 0-16,0 0 16,-25 0-16,26 0 15,-26 0-15,0 0 16,1 0-16,-1 0 15,1 0-15,-1 0 16,0 0-16,1 0 16,-1 0-16,26 0 15,-1 0-15,0 0 16,0 0-16,0 0 16,1 0-16,48 0 15,-24 0-15,25 0 16,-25 0-16,0 0 15,25 0 1,-50 0-16,25 0 0,25 0 16,-25 0-1,25 0-15,0 0 16,25 0-16,-26 0 16,-24 0-16,-24 0 15,48 0-15,1 0 16,0 0-16,-25 0 15,50 0-15,-50 0 16,25 0-16,-25 0 16,24 0-16,-48 0 15,-26 0-15,1 0 16,-1 0-16,-24 0 16,-1 0-16,26 0 15,-26 0-15,50 0 16,-24 0-16,24 0 15,0 0-15,-24 0 16,24 0-16,50 0 16,-25 0-16,-25 0 15,50 0-15,-50 0 16,0 0-16,-24 0 16,24 0-16,-25 0 15,25 0-15,-24 0 16,24 0-1,0 0-15,-24 0 16,-1 0-16,1 0 16,-1 0-16,0 0 15,1 0-15,-26 0 16,1 0-16,-25 0 16,24 0-16,-24 0 15,0 0-15,0 0 16,0 0-16,-1 0 15,1 0-15,0 0 47,0 0-47,0 0 16,24 0 0,-24 0-1,25 0-15,-25 0 16,24 25-16,-24 0 15,49-25-15,-49 0 16,50 25-16,-1-1 16,-49-24-16,49 25 15,-24-25 1,-25 0-16,24 0 0,1 0 16,-1 25-1,-24-25 16,0 0-15,0 0-16,0 0 16,24 0-1,-24 0-15,0 0 16,0 0-16,-1 0 16,1 0-16,0 0 15,0 0-15,0 0 16,0 0-1,-1 0 1,1 0 0,0 0-16,0 0 15</inkml:trace>
  <inkml:trace contextRef="#ctx0" brushRef="#br0" timeOffset="1">819 8954 0,'24'-24'47,"1"-1"-47,0 25 31,0 0-31,0 0 16,-1 0-1,1 0 1,0 0-16,0 0 15,0 0-15,-1 0 16,51 0-16,-50 0 16,-1 0-16,1 0 15,0 0 1,0 0 0,0 0-16,-1 0 15,1 0 1,0 0-16,0 0 15,0 0-15,-1 0 16,1 0-16,25 0 16,-1 0-1,-24 0-15,0 0 16,0 0-16,0 0 16,0 0-1,-1 0 1,1 0-16,0 0 0,0 0 15,0 0-15,-1 0 32,1 0-32,0 0 15,0 0 1,0 0-16,-1 0 16,1 0-1,0 0 1,0 0-16,0 0 15,-1 0-15,1 0 16,25 0-16,-25 0 16,-1 0-16,26-25 15,-50 0-15,25 25 16,49-25 0,-49 1-16,0-1 15,24 0-15,-24 0 16,25 0-16,-1 1 15,-24-1-15,25-25 16,0 50-16,-26-49 16,1-1-16,0 0 15,0 1-15,0 24 16,-25 0-16,24-24 16,26-1-16,-50 25 15,25-24-15,0 24 16,-1 0-1,1-25-15,0 26 16,0-26-16,0 25 16,-25 0-16,24-24 15,1 24-15,-25 0 16,25-25-16,0 26 16,0-26-16,24 0 15,-49 1-15,50-1 16,-25 1-16,49-26 15,-49 26-15,24-1 16,-24 0-16,25-24 16,-25 24-16,-1 26 15,-24-26-15,25 50 16,0-50-16,-25 26 16,25-1-16,0-25 15,0 25-15,24 1 16,-24-26-16,0 25 15,0-49-15,24 49 16,-24 0-16,0-25 16,24 26-16,-24-26 15,50 25-15,-51-24 16,1 24-16,50 0 16,-26-25-1,1 26-15,-1-1 16,26-25-16,-1 25 15,-49-24-15,49 24 16,-24-25-16,0 26 16,-1-26-16,1 50 15,0-25-15,-1 0 16,-24 1-16,25-1 16,-26 0-16,26 0 15,-25 0-15,0 25 16,-1-24-16,1-1 15,0 25-15,25-25 16,-26 0 0,26 0-1,-25 25-15,24-25 16,-24-24-16,25 49 16,-1-25-16,26 0 31,-50 0-31,49 1 0,-24-1 15,-1 25-15,1-25 16,24 0 0,-24 0-16,-25 1 15,74-1 1,-74 0-16,24 0 16,1 25-16,0-25 15,-1 25 1,26-24-16,-26-1 15,1 25-15,-1-25 16,1 0-16,0 0 16,-1 25-16,1 0 15,24 0-15,1-24 16,-1-1-16,1 25 16,-1 0-16,25 0 15,-24 0-15,-1 0 16,0 0-16,1 0 15,-26 0-15,1 0 16,0 0-16,24 0 16,0 0-16,1 25 15,-26-25-15,26 49 16,-1-24-16,26 0 16,-26 24-16,0 26 15,26-50-15,-26 24 16,0 26-1,26-26-15,-26 26 16,25-1-16,-24 1 16,-1-26-16,-24 1 15,-1-1-15,26 1 16,-50-25-16,-1 0 16,-24-1-16,25 1 15,0 25-15,0-25 16,0-1-16,-25 26 15,49 0-15,-24-1 16,25 26-16,-26-26 16,1-24-16,0 25 15,25-1-15,-26 1 16,26-1-16,0 26 16,-1-25-16,-24 24 15,25-24-15,-1 24 16,-24-49-16,25 0 15,-26 24-15,1-24 16,0 0-16,-25 0 16,25 24-1,-25-24-15,50 0 16,-50 0 0,49-1-16,-49 1 15,50 50-15,-25-51 16,24 1-16,-24 50 15,25-26-15,-1 1 16,1-1-16,-1 26 16,-24-26-16,25-24 15,-1 50-15,1-26 16,0 26-16,24 24 16,-49-74-16,24 24 15,26 1-15,-50-25 16,24 0-16,-24-1 15,25 1-15,-26 0 16,1 0 0,-25 0-16,50-25 15,-50 24-15,25-24 16,-25 25-16,25-25 16,-1 25-16,26-25 15,0 25 1,-1 0-16,1-25 15,-1 24-15,1 1 16,0 0 0,-1-25-16,1 25 15,-25-25-15,49 25 16,-24-25-16,-26 0 16,51 24-16,-26-24 15,26 25-15,-1 0 16,26 0-16,-51-25 15,50 0-15,-24 25 16,-1-1-16,-24-24 16,-1 0-16,1 0 15,24 0-15,-24 0 16,0 0-16,-1 0 16,1 0-16,49 25 15,-25 0-15,-24-25 16,25 0-16,-26 0 15,1 0-15,-1 0 16,1 0-16,0 0 16,-1 0-16,26 0 15,-51 0-15,1 0 16,0 0-16,0 0 16,0 0-1,-1 0 16,1 0-15,0 0 15</inkml:trace>
  <inkml:trace contextRef="#ctx0" brushRef="#br0" timeOffset="2">3324 7615 0,'0'25'109,"0"49"-93,0-24-16,0-1 15,0 1-15,0-25 16,0 24-16,0-24 16,0 25-16,0-25 15,0 24-15,0-24 16,0 25-16,0-25 15,0-1-15,0 26 16,0 0-16,0-26 16,0 1-16,0 25 15,0-1-15,0-24 16,0 25-16,0-1 16,0 26-16,0-50 15,0 24-15,0 1 16,0-1-16,0 1 15,0 24-15,0-24 16,0 0-16,0-25 16,0-1-16,0 26 15,0 0-15,0-26 16,0 1-16,0 25 16,0-25-1,0-1-15,0 1 16,0 25-16,0-25 15,0-1 1,0 1-16,0 0 16,0 25-1,0-26 1,0 1 46,0 0-30,0 0-17</inkml:trace>
  <inkml:trace contextRef="#ctx0" brushRef="#br0" timeOffset="3">3299 8855 0,'0'25'93,"0"0"-93,0 49 16,0-49-16,0 50 16,-25-1-16,0-24 15,25-1-15,0-24 16,-24 49-16,-1 1 16,25-26-16,-25-24 15,0 25-15,25-25 16,-25 24-1,25-24-15,0 0 16,0 0 0,0-1-1,0 1-15,-24 0 16,24 25 15,0-75 172,0-25-187,0-49-16</inkml:trace>
  <inkml:trace contextRef="#ctx0" brushRef="#br0" timeOffset="4">3274 8731 0,'0'25'78,"-25"25"-62,1-1-16,24-24 15,-25 25-15,0-1 16,25-24-16,-25 25 16,0 24-16,1-49 15,24 0-15,-25 24 16,0 26 0,25-26-16,-25 1 15,0-25-15,1 49 16,24-49-16,-25 0 15,0 0-15,25 24 16,-25 1 0,0-25-16,25-1 15,0 26-15,-24-50 16,24 50 0,0-26 109,0-48-32,0-51-93,0 26 16,0-75-16</inkml:trace>
  <inkml:trace contextRef="#ctx0" brushRef="#br0" timeOffset="5">3175 8458 0,'0'25'140,"0"0"-124,0 25-16,0-1 16,-25 1-1,0-1 1,1 1-16,-1 24 15,-25 26-15,50-51 16,-49 26-16,24-1 16,0-24-16,0-1 15,0 26-15,1-50 16,24 24-16,-25 1 16,0-1-1,25-24-15,-25 25 16,25-25-1,-25-1-15,25 26 16,-24-25-16,-1 24 16,25-24-1,-25 0-15,25 25 16,-25-26 0,0 26-1,25-25 16,25-100 110,0 26-125,25 24-1</inkml:trace>
  <inkml:trace contextRef="#ctx0" brushRef="#br0" timeOffset="6">3299 8136 0,'0'50'63,"-50"-26"-63,26 26 15,-51 24-15,50-24 16,-24 24-16,24 1 16,-49 24-16,-1-25 15,26 26-15,-26-26 16,26 25-16,-1-24 16,0-26-16,25 26 15,-24 24-15,24-25 16,-25 1-16,1 24 15,24-25-15,0 1 16,-24-26-16,49 26 16,-25-26-16,0-24 15,25 0-15,-50 25 16,26-26 0,24 1-1,-25 0 1,25 0-16,-25 0 15,-25 0 1,50-50 93,0 0-109,0-25 16,0-24-16,0 49 16</inkml:trace>
  <inkml:trace contextRef="#ctx0" brushRef="#br0" timeOffset="7">2431 8830 0,'-25'25'94,"0"0"-94,0 25 15,-24-1-15,24 1 16,-49 24-16,49-24 16,-25 0-16,50-1 15,-49 1-15,24 24 16,0-24-1,-25-1-15,26 1 16,-26 24-16,50-24 16,-50-25-16,26 24 15,24-24-15,0 0 32,-25-25-32,0 25 31,0-25 109</inkml:trace>
  <inkml:trace contextRef="#ctx0" brushRef="#br0" timeOffset="8">1786 8880 0,'0'25'78,"-25"24"-78,-24 26 16,24-25-16,-25 49 16,25-50-1,-24 1-15,24 0 16,-25 24-16,25-24 16,1-1-16,-1 1 15,25-1-15,-25-24 16,0 0-16,25 0 15,-25-25-15,1 49 16,24-24-16,-25 0 16,0 0 15,0-50 78,25-25-93</inkml:trace>
  <inkml:trace contextRef="#ctx0" brushRef="#br0" timeOffset="9">1315 9079 0,'-25'24'47,"25"1"-32,-25 0 1,0 25-16,0 24 16,1 0-16,-26 1 15,25 24-15,0 25 16,-24-50-16,-1 50 15,25-49-15,-24-1 16,-1 1-16,25-26 16,1 1-16,-1-25 15,0 0-15,25-75 125,0 25-125,0-24 16,0-1-16,0 0 16,0 1-16</inkml:trace>
  <inkml:trace contextRef="#ctx0" brushRef="#br0" timeOffset="10">1042 9004 0,'0'25'79,"-25"49"-64,0-24-15,-24 24 16,24 1-1,-50 24-15,1-25 16,24 50-16,26-49 16,-1-26-16,0 1 15,0 0-15,0-26 16,25 1-16,-24-25 16,24-25 155</inkml:trace>
  <inkml:trace contextRef="#ctx0" brushRef="#br0" timeOffset="11">2431 10691 0,'25'0'109,"-1"0"-93,1 0 15,0 0-15,0 0-1,0 0 1,-1 0 0,1 0-1,0 0-15,0 0 16,0 0-1,0 0 1,-1 0 31</inkml:trace>
  <inkml:trace contextRef="#ctx0" brushRef="#br0" timeOffset="12">2977 10492 0,'0'-24'78,"0"-1"-78,24 25 16,1-25 0,0 25-1,-25-25-15,25 25 16,0-49-1,-25 148 251,0-74-250,0 24-1,0-24 1,0 0-16,-25 24 16,25-24-1,0 0-15,0 0 31,0 0-15,0-1 125,0 1-126,0 0 17,0 0 124,0 0-125,0-1-15,0 1-1,0 0 1,0 0-16,0 0 16,0-1 15</inkml:trace>
  <inkml:trace contextRef="#ctx0" brushRef="#br0" timeOffset="13">2877 11013 0,'0'-25'32,"25"25"-1,0 0-16,0-24-15,0 24 16,-1 0 0,1 0 15,0 0-15,0 0-1,0 0 1,24 0 15,-24 0-31,0 0 16,0 0-16,-1 0 15,1 0-15,0 0 32,0 0-17,0 0 16,-1 0-15,1 0 0</inkml:trace>
  <inkml:trace contextRef="#ctx0" brushRef="#br0" timeOffset="14">3547 10914 0</inkml:trace>
  <inkml:trace contextRef="#ctx0" brushRef="#br0" timeOffset="15">4018 10294 0,'-24'0'140,"-1"0"-140,0 0 16,0 0 0,0 25-16,1 0 15,-1-25 1,25 24-16,-25-24 15,0 25 1,25 0 0,0 0-1,0 0 1,0-1-16,-25 1 16,25 0 15,0 0-31,-24 0 15,24-1 1,0 1 0,0 0-1,0 0 1,-25 24-16,25-24 16,0 0-1,0 0 32,0 0 0,0-1-31,25 1 15,-1-25-31,1 25 15,25 0 1,-25-25 0,-1 0-1,1 0 1,0 0 0,0 0 15,0 0-16,-1 0 1,1 0 0,0 0-1,0 0 1,24 0 0,-49-25-1,25 0 1,0 25-16,-25-25 78,0 1-78,0-1 47,-25 0-32,0 0 1,1 25 0,-1 0-1,0 0-15,0 0 16,0 0 0,1 0 15,-26 25 16,25 0-16,0 24 0,25-24 16,0 0 31,0 0-31,0 0-47,50-50 78</inkml:trace>
  <inkml:trace contextRef="#ctx0" brushRef="#br0" timeOffset="16">4366 10319 0,'0'49'62,"-25"1"-30,25-25-32,0 0 15,0-1-15,0 26 16,0-25-1,0 0 1,0-1 62,0 1-62,25-25-1,-1 0 1,26 0-16,-25 0 16,0 0-16,-1 0 15,26 0 1,-25 0 0</inkml:trace>
  <inkml:trace contextRef="#ctx0" brushRef="#br0" timeOffset="17">4589 10344 0,'0'49'78,"0"-24"-78,0 25 16,-25-1-16,25 1 15,0-25 1,0 24-16,0-24 16,0 0-16,-25 0 15,0 24-15,25 1 16,0-25-1,0 24 1,0-24 0,0 0 15,0 0-31,0-1 31,0 1 0,0 0 1,0 0-17,0 0 1,0-1 0,0-48 109,0-1-110,0 0-15</inkml:trace>
  <inkml:trace contextRef="#ctx0" brushRef="#br0" timeOffset="18">4862 10443 0,'0'-25'0,"-25"25"31,0 0-15,0 0-1,-24 0 1,24 25 31,0 24-32,0-49 1,25 25 0,0 0-1,0 0 1,0 0-1,0-1 1,0 26 0,50-50-1,-1 0 1,-24 0 0,0 0-1,0 0 1,0 0-1,0 25 1,-1 0-16,26-1 47,-25 1-16,-25 0 16,0 0-31,0 0-1,0-1-15,0 1 32,0 0-32,0 0 15,-25 0 16,0-25-15,0 0 15,1 0 1,-1 0-17,0 0 16,0 0 32,25-25-47,-25 25-1,25-25-15,-25 25 16,25-25 15</inkml:trace>
  <inkml:trace contextRef="#ctx0" brushRef="#br0" timeOffset="19">4862 10443 0,'25'-25'141,"-1"25"-126,1 0-15,25 0 16,-25 0-1,-1 0 1,1 0 78,0 0-94,0 0 31</inkml:trace>
  <inkml:trace contextRef="#ctx0" brushRef="#br0" timeOffset="20">8533 8186 0,'0'0'0,"25"-25"31,-1 25-31,1-25 16,0 0-16,25 0 15,49-24-15,0-1 16,0 25-16,1-24 16,48-26-16,1 26 15,-25-1-15,25-24 16,-25 24-16,25-24 15,-50 49-15,25-25 16,-25 25-16,25-24 16,-49 24-1,-1 0-15,1-24 16,-1 24-16,0 25 16,-24-50-16,0 25 15,-26 25-15</inkml:trace>
  <inkml:trace contextRef="#ctx0" brushRef="#br0" timeOffset="21">10815 6921 0,'0'-25'47,"49"25"-31,-24 0-1,0 0-15,25 0 16,-26 0-16,1 0 31,0 25-15,-25 24 15,25-24-31,-25 0 16,0 24-16,0 1 15,0 0-15,0-1 16,0 26-16,-25-51 16,0 51-16,0-26 15,1-24-15,-1 25 16,0-50-16,0 49 15,0-49-15,1 25 16,24 0 0</inkml:trace>
  <inkml:trace contextRef="#ctx0" brushRef="#br0" timeOffset="22">11286 6548 0,'25'-49'47,"0"49"-32,0 0 1,-1 0-16,26 0 15,-25 0 1,0 0-16,-1 0 16,1 0-1,0 0 1,-25 49 0,0 1-1,0 24-15,0 1 16,-25-1-16,25-24 15,-25 24-15,-24-24 16,24 24-16,0-24 16,0 0-16,1-1 15,-1 1-15,25-25 16,-25-25-16,25 24 94,25-24-79,49 0-15,1 0 16,-26 0-16,26 0 16,-26-24-16,-24 24 15,25 0-15,-26 0 16,1-25 15,-25 0 94,-25 25-125</inkml:trace>
  <inkml:trace contextRef="#ctx0" brushRef="#br0" timeOffset="23">11385 6970 0,'25'-25'47,"25"1"-47,-1 24 15,-24 0 1,0 0-16,0 0 16,24-25-16,-49 0 62,25 25-15</inkml:trace>
  <inkml:trace contextRef="#ctx0" brushRef="#br0" timeOffset="24">11981 6995 0,'0'25'15,"-25"0"1,25-1 15,0 1-15,-25 25-1,25-25 1,0 24 0,0-24-1,0 0 1,0 0-16,0-1 16,0 1-16,0 0 15,25-25 16,0 0-15,-1 0-16,1 0 16,0 0-16,0 0 31,0 0-15,-1 0-1,1 0-15,-25-25 16,0 0 15,0 1-15,0-1-16,0 0 15,0-25 1,0 26 0,-25-1-1,1 25 1,-1 0-1,0 0 1,0 0 15,0 0 16</inkml:trace>
  <inkml:trace contextRef="#ctx0" brushRef="#br0" timeOffset="25">12303 7094 0,'0'0'0,"25"0"0,-25 50 16,25-50-16,-25 49 15,25-49-15,-25 25 16,24 25 0,-24-25-16,0-1 15,25-24 126,-25-49-110,25-26-31,-25 1 16,25 49-1,0 0-15,-25-24 16,24 24-16,1-25 16,0 26-1,0 24 48,0 24-63,-1-24 15,1 25-15,-25 0 16,25 0-16,0 24 16,-25 1-1,25-25-15,-25 0 16,0-1 0,24 1-1</inkml:trace>
  <inkml:trace contextRef="#ctx0" brushRef="#br0" timeOffset="26">12973 6846 0,'-25'0'16,"-25"0"-16,26 0 16,-1 25 15,0 25-31,25-26 15,0 1-15,0 0 16,0 0-16,0 0 16,0-1-16,0 1 31,25-25 0,0 0-15,-1 0-1,1 0 1,0 0 15,0 0-31,0-25 32,-25 1-32,24-1 15,-24 0 16,25 25 48,0 25-64,-25 0-15,0 24 16,25-24-16,0 0 15,-1-25-15,1 49 16,-25-73 187</inkml:trace>
  <inkml:trace contextRef="#ctx0" brushRef="#br0" timeOffset="27">13990 6821 0,'-25'0'15,"0"-25"-15,0 25 31,1-24-31,-1 24 16,0 0 0,0 0-1,0 0 1,1 0 0,-1 0 15,0 0-31,0 24 31,0 1-15,25 0-16,0 0 15,0 0 1,0 0 0,0-1-1,25-24 1,0 0-1,25 0 1,-26 0-16,1 0 16,0 0-16,49 0 15,-49-24 1,25 24-16,-50-25 16,49 25-16,-49-25 15,25 0-15,0 25 16,0-50-1,0 26-15,-1-1 16,1-25-16,-25 1 16,0 24-1,0-25-15,0 1 16,0-26-16,0 1 16,0-1-16,0 1 15,-25 24-15,1-49 16,24 50-1,-50 24-15,25-25 16,25 1-16,-25-1 31,1 25-15,24 0 0,-25 0-1,25 50 63,-25 75-62,0-26-16,0 0 16,25-24-16,0 49 15,0-24-15,0 24 16,0-25-16,0 1 15,25-1-15,0-49 16,-25 24 0,25 1-1,0-25-15,-25 24 16,24-49-16,-24 25 16,25 25-1,0-50-15,0 25 16,0-25-1,-1 25 1,-24-1-16,25-24 16,0 0-16,0 25 15</inkml:trace>
  <inkml:trace contextRef="#ctx0" brushRef="#br0" timeOffset="28">14387 6796 0,'0'-24'62,"25"-1"-62,-1 0 16,-24 0-16,50-24 31,-25-1-15,-25 25-16,0 0 16,0 1 46,-25 24-31,0 24-31,0 1 16,1 0-16,-1 25 16,25-1-1,0-24-15,0 0 16,0 24-16,0-24 15,0 0-15,0 0 16,0 25-16,0-26 31,0 1-15,25-25 0,24 0-1,1 0-15,49 0 16,-74 0-1,24-25 1,-24 1-16,0 24 16</inkml:trace>
  <inkml:trace contextRef="#ctx0" brushRef="#br0" timeOffset="29">13122 8161 0,'0'-25'16,"0"0"15,-25 25-15,0 0-1,0 0-15,-24 0 16,24 0 0,-25 0-16,25 0 15,1 25-15,-1 49 16,0-24-16,25-25 15,0 0-15,0 49 16,0-49-16,0 0 16,0 24-16,25-24 15,0-25 1,24 0 0,26 0-16,24-25 15,-74-24-15,24 24 16,1 0-16,-25-25 15,0 26-15,-25-26 16,0 25 0,24-49-1,-24 49 1,25 25 62,0 25-47,0 0-15,0 24 0,-1-24-1,1 0-15,-25 0 16,25-25-16,-25 24 15,25 1 1,-25 0-16,25-25 31,-1 0 1,26 0 46,-25-25-63</inkml:trace>
  <inkml:trace contextRef="#ctx0" brushRef="#br0" timeOffset="30">13965 7863 0,'0'-25'63,"0"0"-48,-25 25 1,0-24 0,1 24-16,-1 0 47,0 0-32,0 0-15,25 24 16,-25 51-16,1-26 15,24-24-15,0 0 16,0 25-16,0-25 16,0 24-16,0-24 15,0 25-15,0 24 16,0-49-16,0 24 16,24-24 15,1 0-16,0-25 1,0 0 0,24 0-16,1 0 15,0 0-15,-26-25 16,1 25-16,0 0 16,25-25-16,-1 1 15,-24-1-15,0 0 16,0 0-1,-1 0 1,1 1 0,-25-1-1,0-25 1,0 25 0,0 50 62,0 25-63,0-1-15,0-24 16,0 0-16,0 49 16,0-49-1,0 0-15,0 0 31,50-25 1,-25 0-32,0 0 15,-1 0 110</inkml:trace>
  <inkml:trace contextRef="#ctx0" brushRef="#br0" timeOffset="31">14486 8037 0,'0'0'0,"0"25"0,0-1 15,0 51-15,25-26 16,0-24-16,-25 0 16,24 25-16,1 24 15,-25-49 1,25 49-16,-25-24 16,25-25-16,0-1 15,-25 1-15,0 0 31,24 0-31,-24-75 94,0 1-94,0-1 16,0 25-1,-24-74-15,24 25 0,-25-1 16,0 26 0,0-1-16</inkml:trace>
  <inkml:trace contextRef="#ctx0" brushRef="#br0" timeOffset="32">14560 7863 0,'25'-25'32,"0"25"-1,0 0-16,0 0 1,-1 0-16,-24 25 16,25-25-16,-25 50 15,25-26 1,0 26 0,-25-25-1,0 25 1,0-1-1,-25-49-15,25 25 16,-25-25-16,0 50 31,25-26-31,-24 1 32,-1 0-1</inkml:trace>
  <inkml:trace contextRef="#ctx0" brushRef="#br0" timeOffset="33">15032 7441 0,'0'25'47,"-25"50"-32,0-26-15,25 1 16,0 24-16,0-24 16,0 49-16,0-74 15,0 24-15,0 1 16,0 0-16,25-1 16,0-24-1,-25 0 1,24-25-1,1 0 1,25 0 0,-25 0-16,-1 0 15,26 0-15,-25 0 16,0 0 0,-1 0-16,1 0 31,0 0-31,0 0 15,0-25 1</inkml:trace>
  <inkml:trace contextRef="#ctx0" brushRef="#br0" timeOffset="34">14833 7813 0,'50'0'63,"-1"0"-63,1 0 15,0 0-15,24-24 16,-24-1-16,-1 0 15,26 0-15,-51 0 16,1 25-16,0 0 16,0 0-16,0 0 78</inkml:trace>
  <inkml:trace contextRef="#ctx0" brushRef="#br0" timeOffset="35">15553 8012 0,'-25'0'31,"0"0"-16,0 0 1,25 25-16,0 0 16,0-1-16,0 1 15,0 0-15,0 0 16,0 0 0,0-1-1,0 1 1,25-25-1,0 0 1,0 0-16,-1 0 16,1 0-16,0-25 15,0 1 1,-25-1-16,25 0 16,-1-25-1,-24 1-15,0 24 16,0 0-1,0 0-15,0 0 16,0 50 109,0 0-125,25 0 0,-25 0 16,0 0-16,25-1 15,0 1 1,-25 0 15,25-25-15,-1 25-1</inkml:trace>
  <inkml:trace contextRef="#ctx0" brushRef="#br0" timeOffset="36">15949 7813 0,'0'25'0,"0"-50"141,0 1-141,0 48 94,0 1-79,0 25-15,0-25 16,0 24-16,0-24 16,0 0-16,0 0 15,0 24-15,0 1 16,0-25-16,0 0 15,25-25 1,0 0 31,0 0-31,0 0-16,-1 0 15,1 0-15,0 0 16,0 0-1,0 0 32,-1 0-31,1 0 0,0 0 15,0 0-16,0 0 1,-25 24 0,24-24-1,-24 25-15,25 25 16</inkml:trace>
  <inkml:trace contextRef="#ctx0" brushRef="#br0" timeOffset="37">16222 7764 0</inkml:trace>
  <inkml:trace contextRef="#ctx0" brushRef="#br0" timeOffset="38">16222 7764 0,'0'25'32,"0"-1"-32,0 1 15,0 0 1,25 25-16,-25-1 15,0-24 1,25 25-16,-25-25 16,0-1-16,25 1 15,-25 0-15,0 25 16,24-26 0,-24 1-16,0 25 15,0-25 1</inkml:trace>
  <inkml:trace contextRef="#ctx0" brushRef="#br0" timeOffset="39">16197 7541 0,'-24'0'156</inkml:trace>
  <inkml:trace contextRef="#ctx0" brushRef="#br0" timeOffset="40">16818 7789 0,'-25'0'47,"-25"24"-31,50 1-1,-25 0-15,25 0 16,0 0-16,-24 24 16,-1 1-16,0 0 15,25-26-15,0 1 16,0 0-16,0 0 15,0 24-15,0-24 16,0 0 0,0 0-16,0 0 15,25-25 17,0 0-17,-1 0-15,1 0 16,25 0-16,-25 0 15,-1 0-15,26 0 16,-25 0-16,0-25 16,-1 0-16,1 0 15,0-24-15,0-1 16,0 25-16,-25 0 16,0 1-16,0-1 15,0 0-15,0-25 16,0-24-16,0 49 15,-50-25-15,25 26 16,0-1 0,1 0-1,-1 25 17,0 0-32,-25 0 15,26 25 1,-1-25-16,0 49 15,0-49-15,0 50 16,25-25 0,-24 0-1,24-1 1</inkml:trace>
  <inkml:trace contextRef="#ctx0" brushRef="#br0" timeOffset="41">17165 7665 0,'25'0'16,"-25"24"0,24-24-16,-24 25 15,0 25-15,0-25 16,25 49-16,0-24 15,0-26-15,-25 1 16,0 0-16,0 25 16,0-25-16,0-1 15,0 1 1,49-25 93,-49-49-93,25-26-16,0 50 16,-25 0-16,0 1 15,0-26-15,0 0 16,0 26-1,0-1-15,25 0 16,0 25-16,-25-25 16,24 25-1,1-25 1,0 25 0,0 0 30,25 0 1,-50 25-31,0 0 0,0 49-16,24-49 15,1 25-15,-25-25 16,25 49-1,-25-49-15,0 0 16,0 0-16</inkml:trace>
  <inkml:trace contextRef="#ctx0" brushRef="#br0" timeOffset="42">16917 7119 0,'0'50'46,"0"-26"-30,0 26 0,0 24-16,0-24 15,0 24-15,0-49 16,0 25-16,0-25 16</inkml:trace>
  <inkml:trace contextRef="#ctx0" brushRef="#br0" timeOffset="43">15949 7863 0,'50'0'32,"-25"-25"-1,0 25 141,-1 0-172,1 0 78,-25 25-63,0 0 1,25-25-16,0 49 16,-25-24-1,0 0 17</inkml:trace>
  <inkml:trace contextRef="#ctx0" brushRef="#br0" timeOffset="44">149 6871 0,'25'0'62,"-1"0"-62,51-25 16,-1 0-16,25 0 16,-49 25-16,25 0 15,-51-24-15,1 24 63,-25 24-63,0 26 15,0 0 1,0-1-16,0 26 16,-25-26-16,25 1 15,-24 0-15,-1-26 16,0 26-16,-25-25 16,25 24-16,1-24 15,24 0-15,-25 0 16,0 0-1,25-1 1,0 1 31,0 0 47,50-25-79,-26-25 1,51 25-16,-50-25 16,24 1-1,1 24-15,-25-25 16,0 0-16,-1 25 15,1 0-15,-25-25 157</inkml:trace>
  <inkml:trace contextRef="#ctx0" brushRef="#br0" timeOffset="45">298 7169 0,'0'0'0,"49"0"16,1-25-16,-1-25 16,1 50-16,0-49 15,-1 24-15,26 0 16,-26 0-16,1 0 16,-25 1-16</inkml:trace>
  <inkml:trace contextRef="#ctx0" brushRef="#br0" timeOffset="46">1091 6846 0,'0'0'0,"0"50"31,-24-25-31,-1-1 16,0 26-16,25 0 15,0-1 1,-25-24-16,25 0 16,0 0-1,25-25 48,25 0-63,24 0 15,-49 0-15,24-25 16,-24 25-16,0-25 16,0-25-1,-25 26 1,0-1 0,0 0-1,0 0 1,0-24-1,0 24-15,-25 0 16,0 25-16,0 0 16,1 0-16,-1 0 15,0 0 1,0 0 62</inkml:trace>
  <inkml:trace contextRef="#ctx0" brushRef="#br0" timeOffset="47">1290 6672 0,'25'0'15,"-25"25"1,0 0 0,0 49-16,24-74 15,-24 25-15,0 25 32,0-25-32,0 0 31,50-25 47,-50-25-62,25-25-1,0 25-15,-25 0 16,0 1-16,24-51 15,1 1-15,0 49 16,0 0 0,-25 0 31,25 25-16,-1 0-16,1 0 1,0 25 15,-25 25-15,25-50-16,-25 25 16,0-1-16,25 1 15,-25 0 1,0 0-1,0 0 1</inkml:trace>
  <inkml:trace contextRef="#ctx0" brushRef="#br0" timeOffset="48">1836 6424 0,'-25'0'0,"0"0"31,0 0-31,25 25 16,0 25-1,-25 24-15,1-49 16,24 0-16,0 0 15,0-1 1,0 1 31,24-25-31,1 0-16,25 0 15,-25 0 1,-1 0-16,1 0 15,-25-25 1,25 1 0,-25-1-1,0 0 1,25 25 125,0 0-110,-1 0-16</inkml:trace>
  <inkml:trace contextRef="#ctx0" brushRef="#br0" timeOffset="49">1910 6400 0,'0'24'63,"0"1"-48,25 0-15,-25 25 31,0-26-31,0 26 16,0-25 0,25-25 15,-1 25-15,-24-1-1,25-24 16</inkml:trace>
  <inkml:trace contextRef="#ctx0" brushRef="#br0" timeOffset="50">2406 6176 0,'-25'0'47,"-24"0"-16,24 25-15,25 0-16,-25 25 16,25-26-1,0 1-15,0 0 16,0 0-16,0 0 15,0-1-15,0 1 16,0 0 0,0 0-1,0 0 17,25-25-1,0 0-31,-1 0 15,1 0 1,0 0 0,-25-25-16,50 0 15,-26 0-15,1-24 16,0 24-16,0-25 16,-25 25-1,0-24-15,0-1 16,0 25-16,0 1 15,0-51-15,0 50 16,0 1-16,0-1 16,0-25-16,-25 25 187,0 25-187,0-24 31,25-1-15,-24 0 0,-1 25-1,25-25 1,-25 0-16,25 0 16,-25 25-16,25-24 15,0-1 32,0 0-16,0 0-15,-25 25 15,25-25 16,0 1 47,-24-1-94,24 0 15,-25 0 1,0-24 0,0 24-1,25 0 1</inkml:trace>
  <inkml:trace contextRef="#ctx0" brushRef="#br0" timeOffset="51">2604 6201 0,'25'0'31,"0"-25"0,0 1 1,-25-1-17,0 0-15,0 0 16,0-24 0,0 24 15,0 0-31,0 0 62,-25 25-15,-25 0-31,26 0-1,-1 25 1,25 0-16,-25 24 16,0-24-16,25 0 15,0 25-15,0-26 16,0 1-16,0 0 16,0 0-16,0 24 15,25-24 1,0 0-1,0 0-15,-1-25 16,26 0 0,-25 0-1,0 0 1,24 0 0,-49-25-16,25 25 15,0 0-15,25-25 16,-50 0-16,24 25 15,26-24-15,-25-1 16,24 0-16,-24 0 16,0 25-16,25-25 15,-50 1-15,24 24 16,-24-25 109</inkml:trace>
  <inkml:trace contextRef="#ctx0" brushRef="#br0" timeOffset="52">3225 5407 0,'24'0'15,"1"0"1,0 0-16,0 25 16,0-25-16,-1 50 15,26-25-15,0 24 16,-26-24-16,26 0 16,-25 0-1,0-1 1,-1 1-16,1-25 15,25 25-15,-25 0 16,0-25 0,-1 0-1,1 0 17,0 0-17</inkml:trace>
  <inkml:trace contextRef="#ctx0" brushRef="#br0" timeOffset="53">2902 4986 0,'0'0'0,"0"-25"0,50 25 16,-1-25-1,-24 25-15,25 0 16,-1 0-16,1 0 15,-25 0-15,0 0 16,24 0-16,-24 0 16,25 0-1,-26 25 1,1-25-16,0 50 16,0-26-16,-25 1 15,25 25-15,-25-25 16,0-1-1,0 26-15,0 0 16,0-1-16,0-24 16,0 0-1,0 0 1,0-1 0,0 1 93,49-25-93,1 0-16,24 0 15,1 0-15,-26 0 16,1 0-16,-25 0 15,0 0-15,-1 0 79,1 0-64,0 25 1</inkml:trace>
  <inkml:trace contextRef="#ctx0" brushRef="#br0" timeOffset="54">4167 5159 0,'0'0'0,"0"-24"15,0-1 1,-25 25-16,1 0 47,-1 0-47,0 0 31,0 0-31,0 0 16,-24 0-16,24 49 15,0-49 1,25 25-16,-25 25 15,25-25-15,0-1 16,0 26-16,0-25 16,0 0-1,0-1-15,25 1 32,0-25-17,0 0-15,24 0 16,1 0-16,-25 0 15,0 0-15,24 0 16,1 0-16,-1 0 16,-49-25-16,25 25 15,0 0-15,25-24 16,-26-1 78,-24 0-79,25 0 1</inkml:trace>
  <inkml:trace contextRef="#ctx0" brushRef="#br0" timeOffset="55">4490 4911 0,'24'-24'110,"-48"24"-63,-1 0 0,0 0-32,0 0 16,0 24-31,25 1 16,0 0-16,0 25 16,0-26-16,0 1 15,0 25-15,0-25 16,0-1-16,0 26 16,25-25-1,0 0-15,0-25 31,0 0-15,-1 0-16,26 24 16,-25 1-16,0-25 15,-1 0 1,1 0 0,0 0-1,0 0 1,24 0-1,-24-25 1,0 25 0,-25-24-16,50 24 0,-50-50 15</inkml:trace>
  <inkml:trace contextRef="#ctx0" brushRef="#br0" timeOffset="56">4713 4638 0,'0'25'47,"0"25"-47,0 24 15,25-24-15,-1 0 16,1-1-16,0 1 16,-25-1-1,25-24-15,0 0 16,-25 0 15,25-25 79,-1-25-95,-24 0-15,25 0 16,-25 1-1,0-26-15,0 25 16,25-24-16,-25 24 16,25 25 62,0 0-47,-1 0 47,1 0-62,0 49-1,0-49-15,-25 50 16,25-25 0,-1 0 15,1-25 0</inkml:trace>
  <inkml:trace contextRef="#ctx0" brushRef="#br0" timeOffset="57">5283 4738 0,'-24'0'16,"-1"24"15,0 1-31,25 0 15,0 0-15,0 0 16,0 24-16,0-24 16,0 0-16,0 0 15,0 0 48,25-25-16,0 0-47,-1 0 31,1-25-15,0 0-1,-25 0 1,0 0-16,0 1 15,0-1 1,25 25 172,24 0-173,-24 0 32,0 0-31,0 0-1,0 0 1,-1 0 46</inkml:trace>
  <inkml:trace contextRef="#ctx0" brushRef="#br0" timeOffset="58">5407 4564 0,'25'-50'93,"25"50"-77,-25-24-16,24-1 16,-24 25-1,0 0 48,-25 49-32,0 1-31,0 0 16,0-1-16,0-24 15,0 49-15,0-24 16,0-25-1,-25 25 1,50-50 125,24 0-141,-24 0 15,25-25-15,-1 0 16</inkml:trace>
  <inkml:trace contextRef="#ctx0" brushRef="#br0" timeOffset="59">5531 4738 0,'-24'0'62,"73"-25"-46,-24 0 0,25 25-16,-1-25 15,-49 0 1,25 25-16,-25-24 15,25 24 1,0-25-16</inkml:trace>
  <inkml:trace contextRef="#ctx0" brushRef="#br0" timeOffset="60">5978 4539 0,'-25'0'15,"0"25"32,25 0-31,-24 24-16,24-24 15,0 0-15,0 0 16,0 0-16,0 24 16,0-24-1,0 0 1,24-25 62,1 0-78,0 0 16,0 0 30,0 0-30,-1-25 0,-24 0-1,0 0-15,0 1 16,0-26 0,0 25-1,-24-24 1,-1 49 15,0 0-15,0 0-16,0 0 15,-24 0 1</inkml:trace>
  <inkml:trace contextRef="#ctx0" brushRef="#br0" timeOffset="61">1811 7243 0,'-25'0'94,"0"0"-94,0 0 15,1 0 1,-26 0 15,0 25-31,25-25 16,1 25-16,24-1 16,-25-24-1,0 0-15,0 25 16,0-25-1,1 25-15,-26 0 16,25 0 0,0-25-1,1 0 1,24 24-16,-25 1 16,0-25-1,0 25-15,0 0 31,-24 0-15,24-1 0,0 1-1,0 0-15,1 0 16,-1-25 15,0 25-31,0-1 16,25 1-1,-25-25 1,1 25 0,-1-25-16,25 25 15,-25-25-15,25 25 16,0 24-16,-25-24 16,0 0-16,25 0 15,-24-1-15,-1 1 16,25 0-16,-25 0 15,0 25 1,0-1 0,1 1-1,-1-1 1,0 1 0,25-25-1,0 0 1,-25-1-16,25 1 47,0 0-32,0 0 1,0 0 0,25-25 30,0 0-46,24 24 16,-24-24-16,25 0 16,-1 0-16,26 0 15,-50 0-15,24 0 16,1 0-16,24 0 16,-49 0-1,0-24 1,0 24 156,-1 0-172,1 0 31,0 0-15,0 0-1,0 0 1,-1 0-1,-24 24-15,25-24 32,0 25-1,-25 0-31,0 0 31,0 0-15,25-1-1,-25-48 282</inkml:trace>
  <inkml:trace contextRef="#ctx0" brushRef="#br0" timeOffset="62">1215 8483 0,'25'0'62,"0"0"-62,0 0 16,0 25 0,24 0-1,-24 24 17,0-49-17,0 25 1,-1-25-1,1 25 1,-25 0-16,25-25 16,-25 25 15,0-1-15,50-24 234,-50-24-219,24-1-31,-24 0 15,25-25 1,0 26-16,-25-1 16,0 0-16,25 0 15,-25 0 32,0 1-47,0-1 16,0-25-1,25 25-15</inkml:trace>
  <inkml:trace contextRef="#ctx0" brushRef="#br0" timeOffset="63">1240 8434 0,'0'-25'63,"0"0"-32,0 0-31,0 0 16,25 1-1,0-26 1,0 25 0,-25 0 15,24 1-16,1 24 1,0 0 47,25 0 46,-26 0-93,1 24-1,-25 1 16,0 0-15,25 0-16,-25 24 16,0-24 15,0 25-31,0-25 16,0-1 109,25-48 31</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9:08:26.196"/>
    </inkml:context>
    <inkml:brush xml:id="br0">
      <inkml:brushProperty name="width" value="0.05292" units="cm"/>
      <inkml:brushProperty name="height" value="0.05292" units="cm"/>
      <inkml:brushProperty name="color" value="#FF0000"/>
    </inkml:brush>
  </inkml:definitions>
  <inkml:trace contextRef="#ctx0" brushRef="#br0">25 11559 0,'25'-25'0,"-1"0"32,26 1-1,49-1-16,-24 0-15,222 0 32,820 0-1,-721 25-15,-247 0-1,25 0 1,396 0-1,150 0 17,-51 0 15,-396 0-32,595 0 16,-198 0 1,-521 0-17,0 0-15,24 0 16,150 0 0,-149 0-16,967-24 46,-993-1-46,26 0 16,148-49 0,125 74 31,-249 0-47,1191 0 46,-272 0-14,-423 0-1,-495 0-15,49 0-16,-25 0 15,546 0 1,347 0 31,-694 0-32,669 0 17,-843 0-17,-49 0-15,396-25 47,-471 25-47,0 0 16,0 0-16,50 0 15,223 0 1,-199 0-16,695-124 47,223-100-16,-223 200 16,-248 24-16,-521 0-31,347 0 47,-272 0-31,371 0 15,-495 0-31,49 0 16,-25 0 30,174 0-14,-199 0-17,1 0-15,49 0 16,-75 0 0,125 0 30,-149 0-46,0 0 63,24 0-47,26 124 15,-26 24 0,26 26 16,-75-149-47,0 0 62,24 0 235</inkml:trace>
  <inkml:trace contextRef="#ctx0" brushRef="#br0" timeOffset="2632.94">19397 10889 0,'0'-25'31,"0"1"-31,-49-26 16,-1-49-16,25-25 15,0-25-15,1 0 16,-1 0-16,0-24 16,0-1-16,25-347 31,-49-25-16,-75 125 17,-25-348 15,124 496-32,-49-347 16,74 223 1,0 248-17,0 25-15,0-25 16,0-49 0,0 74-16,-75-347 46,75 421-46,0-24 16,-25-100 0,1 99 31</inkml:trace>
  <inkml:trace contextRef="#ctx0" brushRef="#br0" timeOffset="3511.77">17537 4614 0,'-25'24'110,"0"26"-95,25 0-15,-25-26 16,1 26-16,-76 99 31,-222 173 16,297-297-47,-74 50 47,99-51-31,0-48 140,-25-26-140</inkml:trace>
  <inkml:trace contextRef="#ctx0" brushRef="#br0" timeOffset="4353.42">16694 4887 0,'0'24'16,"24"1"-16,-24 50 15,25-51 1,-25 76-1,0 172 17,0-197-32,25 148 47,-25-198-47,0 0 0,0-1 31,25 1-31,0-25 31,-1 0 0,1 0 1,0 0-17,74 0 16,25 0-15,50-25 31,-149 25-47,-1-24 16</inkml:trace>
  <inkml:trace contextRef="#ctx0" brushRef="#br0" timeOffset="15375">3398 9748 0,'0'25'281,"0"0"-265,0 0-16,0-1 15,0 1 1,0 25 15,0-25 63,0-1-32,0 1-46,0 0-16,0 25 47,0-25-16,0-1-31,0 1 47,0 0-31,0 0 62,0 0 0,0-1-63,0 1 298</inkml:trace>
  <inkml:trace contextRef="#ctx0" brushRef="#br0" timeOffset="21649.2">21927 6846 0,'0'-25'78,"50"25"-62,24 0-16,26 0 15,48 0-15,1 0 16,50 0-16,-26 0 16,26 0-1,-1 0-15,1 0 0,371 0 31,-421 0-15,-25 0-16,124 0 16,323 0 31,-472 0-47,0 0 15,75-25 1,247-74 31,-297 99-47,-49 0 0,74-25 15,-1 1-15,100-26 32,-148 25-32,-26 0 0,-24 25 15,-1-24 1,26-1-1,-1 0-15,25-25 32,-49 1-17,-25 49-15,0-50 0,24 1 16,-24 24 0,-25 0-1,0 0 16,0 0-31,-50-247 47,-173-101-15,173 324-32,26-1 15,-175-123 16,174 148-15,-223-149 15,174 125-15,-25 49-16,24-50 16,1 25-16,0 0 15,-1 1-15,1-1 16,-1 25-16,-49-25 15,25 0-15,-50 0 16,50 0-16,-149 1 31,174 24-31,-1 0 16,50 0-16,-24 0 16,24 0-16,-25 0 15,-24 0-15,49 0 16,-124 0-1,75 0 1,-174 0 0,-149 99 31,347-99-32,-24 25-15,-1 0 0,1-1 16,24-24-16,-49 0 15,25 25-15,-1 0 16,-98 0 0,98 0-1,-123-1 17,148 1-32,26-25 31,-1 0-16,0 25 1,0 25 0,0-50-1,-49 124 17,49-100-17,25 1-15,-25 25 16,-24 49 15,24-49-31,0-50 16,25 24-1,0 1 1,-25 0 15,25 0 16,0 0 0,-25-1 47,1 1-94,-26-25 15,-49 50 17,24-50-32,-98 124 31,148-99-31,-25 24 15,26 26-15,-1-26 16,0 1-16,0 0 16,25-1-1,0 1-15,0-1 16,0 1 0,0-25-16,0 0 15,0 24 1,0 26 31,0-51-47,0 1 15,0 0-15,0 0 16,0 0 31</inkml:trace>
  <inkml:trace contextRef="#ctx0" brushRef="#br0" timeOffset="22999.78">21034 7689 0,'50'0'94,"0"0"-94,49 0 15,-25 0-15,50 0 16,-74 0 0,-25 0 15,-1 0-31,1 0 16,-25 50-1,0 24-15,-25 26 16,-24-51-16,24 26 15,-149 123 17,125-148-32,-125 99 31,25-50 16,174-74 47,50-25-94,24 24 15,-25-24-15,1 0 16,73 0-16,-48 0 15,-1 0-15,-25 0 16,-24 0-16,0 0 16,-75-24 124,-50-26-124</inkml:trace>
  <inkml:trace contextRef="#ctx0" brushRef="#br0" timeOffset="23511.82">20811 8111 0,'25'0'32,"0"25"-32,24-25 15,51 0-15,-26 0 16,25 0-16,50 0 15,-25 0-15,-25 0 16,149 0 15,-198 0-31,-25 0 16,24 25-16,1 0 16,0-25-1,-1 0 16,-24 24 48</inkml:trace>
  <inkml:trace contextRef="#ctx0" brushRef="#br0" timeOffset="24087.25">22324 8756 0,'0'25'47,"0"0"-47,25-1 15,0 26-15,-25-25 16,0 24-16,25 100 31,-25-74-15,0 24-1,49 0 32,-49-124 16,-49-24-48,49-26-15,-50-24 16,25 0-16</inkml:trace>
  <inkml:trace contextRef="#ctx0" brushRef="#br0" timeOffset="25023.64">22250 8359 0,'0'0'0,"25"0"16,-1 0-16,76 0 31,-76 0-31,1 0 15,0 0-15,25 0 16,-1 0 0,26 25 15,-51 0-31,-24 0 16,50-1-1,-50 1 32,0 25-31,0-1-1,-50 100 32,26-124-31,-1 0 15,0-25 0,-25 25-15,50-1 0,-24-24-1,-1 0 1,0 0-1,0 0 32,0 0-15,1 0-1,-1 0-16,0 0 1</inkml:trace>
  <inkml:trace contextRef="#ctx0" brushRef="#br0" timeOffset="40735.11">6648 4118 0,'24'24'62,"1"26"-46,25 0-1,-25-1-15,24 1 16,-24-1-16,0 1 16,0-25-16,74 148 46,-74-123-46,0-50 0,-1 50 16,1-26 0</inkml:trace>
  <inkml:trace contextRef="#ctx0" brushRef="#br0" timeOffset="41352.1">7020 4093 0,'0'25'94,"49"-1"-94,-24 1 16,0 50-16,25 24 31,-26-50-31,1 26 0,74 98 47,-99-148-47,25 25 15</inkml:trace>
  <inkml:trace contextRef="#ctx0" brushRef="#br0" timeOffset="41943.54">7020 4688 0,'0'-25'62,"0"0"-15,0 1-31,25-26-1,49-24 17,-24 49-1,-50 0-16,24 25-15</inkml:trace>
  <inkml:trace contextRef="#ctx0" brushRef="#br0" timeOffset="43279.51">7541 4490 0,'24'24'110,"-24"26"-79,0-25-15,0 49 15,0 25 0,0-74-15,0 0-1,25 0-15,0 0 16,0-25 125,24 0-110,-24 0-15,0-25-1,-25-50 32,0 51-16,-25-76 1,25 76-17,-25-1 16,25 0-15,-24 0 15,-1 0 16</inkml:trace>
  <inkml:trace contextRef="#ctx0" brushRef="#br0" timeOffset="65904.23">9575 5432 0,'0'25'171,"0"25"-171,-25-26 16,25 1-16,-50 50 31,1-26-31,-26 100 32,26-74-17,-1-51 32</inkml:trace>
  <inkml:trace contextRef="#ctx0" brushRef="#br0" timeOffset="67135.53">9128 5556 0,'25'25'16,"25"-25"0,-1 99 15,1 100 16,-25-150-47,-25 1 15,24 0 17,-24 24 14,25-24-14,0-50 77,0 0-93,0 0-1,24 0 17,-49-25-32,25 25 203,0-25-188,0 25-15,24-50 32,1 26-17,-25-1 32</inkml:trace>
  <inkml:trace contextRef="#ctx0" brushRef="#br0" timeOffset="69477.87">16669 3200 0,'0'-25'0,"0"0"16,-25 25-16,25-25 15,-25 1-15,0-1 16,-24 25 0,24-25-1,25 0-15,-25 25 16,-24 0 0,-26-25 15,50 25-16,-24 0 1,24 0-16,-50-49 31,51 49-15,-1 0 0,0 0-16,0 0 15,-24 0-15,-1 25 16,-74 24 15,-25 26 0,50 24 16,49 99-16,26-123-31,24-26 16,0-24 0,0 25-16,0-1 31,0 100 16,0-124-47,74 124 47,-24-50-32,49 50 17,-74-124-17,-1-1 1,1 26-1,0-50 1,74 25 0,174 0 31,-199-25-47,175 0 46,-200 0-30,125-124 31,74-273-16,-199 298-15,-24 24-16,0 25 15,0-24 1,-25 0-16,-50-174 47,-123 24-31,-1 76 15,25 98 16,124 50-32,-49-25 32,24 25-16,26 25 1,-1 0-32</inkml:trace>
  <inkml:trace contextRef="#ctx0" brushRef="#br0" timeOffset="87912.76">645 11435 0,'0'25'125,"0"0"-109,0-1-16,0 51 15,0-50 1,-25 123 15,0-73-31,25-50 0,0-1 16,-24 76-1,24-76-15,0 1 16,0 25 0,-25 24-1,0 1 1,25 49 15,0 149 0,0-224-31,0 1 16,0 24 0,0 174 15,0-173-31,0-1 16,-50 174 15,50-198-31,0-1 15,0 125 1,0-124 0,0-1-16,0 1 15,0-1-15,0 1 16,0 24-16,0 50 16,0 0 15,25-74-31,-25-25 15,0 0 1,0 24 15,25-24 94,0-25-93,0 0-17,-1 0 1,26 0-16,347 75 47,-298-51-47,-25-24 0,26 0 15,-26 0-15,-24 0 16,24 0-16,-24 0 16,-26 0-16,26 0 15,0 0 1,173 50 15,75 0 0,-199-26-31,174-24 47,-224 0-47,75 25 31,124 25 1,-173-25-17,24-25 1,-25 0 15,-49 0-15,25 24-1,-1 1 1,51 0-16,-1-25 16,-50 0-1,1 0-15,0 0 16,-1 0-16,1 0 16,-25 0-16,24 0 15,75 0 1,-24 0-16,-1 0 15,0 0 1,347 0 0,224 0 15,-521 0-15,-50 0-1,273 0 16,-297 0-15,198 0 15,-199 0-15,-49 0-16,49-25 47,-24 25-32,-1-25 1,-24 1 0,25 24-1,24-50 17,-24 50-17,0-25 16,49-49 48,-74 49-79,-1 0 31,-24 0-31,25 25 62,0-24-46,-25-1 15,0-25-15,0-24 15,0-26-15,0-48-1,0-26 17,0-49 14,0 124-30,0-75 0,0-198 31,-74 99-16,74 199-16,-50-125 32,50 174-47,-25-74 16,25 0 15,-25 0 0,25 49 1,0-49-1,0 0 0,0 74-15,0 0 31,0 0 15,0 0-62,0 1 266,0-1-235,0 0 0,0 0 16,0 0-47,0 1 188</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8:25:28.692"/>
    </inkml:context>
    <inkml:brush xml:id="br0">
      <inkml:brushProperty name="width" value="0.05292" units="cm"/>
      <inkml:brushProperty name="height" value="0.05292" units="cm"/>
    </inkml:brush>
  </inkml:definitions>
  <inkml:trace contextRef="#ctx0" brushRef="#br0">1141 9723 0,'0'25'78,"50"-25"-62,24 0-16,0 0 15,-24 0-15,49 0 16,0 0 0,-24 0-16,24 0 15,-24 0-15,-1 0 16,-24 0-16,24 0 15,0 0-15,-24 0 16,49 0-16,-24 0 16,24 0-16,-25 0 15,25 0-15,26 0 16,-26 0-16,0 0 16,-25 0-16,26 0 15,-26 0-15,0 0 16,1 0-16,-1 0 15,1 0-15,-1 0 16,0 0-16,1 0 16,-1 0-16,26 0 15,-1 0-15,0 0 16,0 0-16,0 0 16,1 0-16,48 0 15,-24 0-15,25 0 16,-25 0-16,0 0 15,25 0 1,-50 0-16,25 0 0,25 0 16,-25 0-1,25 0-15,0 0 16,25 0-16,-26 0 16,-24 0-16,-24 0 15,48 0-15,1 0 16,0 0-16,-25 0 15,50 0-15,-50 0 16,25 0-16,-25 0 16,24 0-16,-48 0 15,-26 0-15,1 0 16,-1 0-16,-24 0 16,-1 0-16,26 0 15,-26 0-15,50 0 16,-24 0-16,24 0 15,0 0-15,-24 0 16,24 0-16,50 0 16,-25 0-16,-25 0 15,50 0-15,-50 0 16,0 0-16,-24 0 16,24 0-16,-25 0 15,25 0-15,-24 0 16,24 0-1,0 0-15,-24 0 16,-1 0-16,1 0 16,-1 0-16,0 0 15,1 0-15,-26 0 16,1 0-16,-25 0 16,24 0-16,-24 0 15,0 0-15,0 0 16,0 0-16,-1 0 15,1 0-15,0 0 47,0 0-47,0 0 16,24 0 0,-24 0-1,25 0-15,-25 0 16,24 25-16,-24 0 15,49-25-15,-49 0 16,50 25-16,-1-1 16,-49-24-16,49 25 15,-24-25 1,-25 0-16,24 0 0,1 0 16,-1 25-1,-24-25 16,0 0-15,0 0-16,0 0 16,24 0-1,-24 0-15,0 0 16,0 0-16,-1 0 16,1 0-16,0 0 15,0 0-15,0 0 16,0 0-1,-1 0 1,1 0 0,0 0-16,0 0 15</inkml:trace>
  <inkml:trace contextRef="#ctx0" brushRef="#br0" timeOffset="4439.89">819 8954 0,'24'-24'47,"1"-1"-47,0 25 31,0 0-31,0 0 16,-1 0-1,1 0 1,0 0-16,0 0 15,0 0-15,-1 0 16,51 0-16,-50 0 16,-1 0-16,1 0 15,0 0 1,0 0 0,0 0-16,-1 0 15,1 0 1,0 0-16,0 0 15,0 0-15,-1 0 16,1 0-16,25 0 16,-1 0-1,-24 0-15,0 0 16,0 0-16,0 0 16,0 0-1,-1 0 1,1 0-16,0 0 0,0 0 15,0 0-15,-1 0 32,1 0-32,0 0 15,0 0 1,0 0-16,-1 0 16,1 0-1,0 0 1,0 0-16,0 0 15,-1 0-15,1 0 16,25 0-16,-25 0 16,-1 0-16,26-25 15,-50 0-15,25 25 16,49-25 0,-49 1-16,0-1 15,24 0-15,-24 0 16,25 0-16,-1 1 15,-24-1-15,25-25 16,0 50-16,-26-49 16,1-1-16,0 0 15,0 1-15,0 24 16,-25 0-16,24-24 16,26-1-16,-50 25 15,25-24-15,0 24 16,-1 0-1,1-25-15,0 26 16,0-26-16,0 25 16,-25 0-16,24-24 15,1 24-15,-25 0 16,25-25-16,0 26 16,0-26-16,24 0 15,-49 1-15,50-1 16,-25 1-16,49-26 15,-49 26-15,24-1 16,-24 0-16,25-24 16,-25 24-16,-1 26 15,-24-26-15,25 50 16,0-50-16,-25 26 16,25-1-16,0-25 15,0 25-15,24 1 16,-24-26-16,0 25 15,0-49-15,24 49 16,-24 0-16,0-25 16,24 26-16,-24-26 15,50 25-15,-51-24 16,1 24-16,50 0 16,-26-25-1,1 26-15,-1-1 16,26-25-16,-1 25 15,-49-24-15,49 24 16,-24-25-16,0 26 16,-1-26-16,1 50 15,0-25-15,-1 0 16,-24 1-16,25-1 16,-26 0-16,26 0 15,-25 0-15,0 25 16,-1-24-16,1-1 15,0 25-15,25-25 16,-26 0 0,26 0-1,-25 25-15,24-25 16,-24-24-16,25 49 16,-1-25-16,26 0 31,-50 0-31,49 1 0,-24-1 15,-1 25-15,1-25 16,24 0 0,-24 0-16,-25 1 15,74-1 1,-74 0-16,24 0 16,1 25-16,0-25 15,-1 25 1,26-24-16,-26-1 15,1 25-15,-1-25 16,1 0-16,0 0 16,-1 25-16,1 0 15,24 0-15,1-24 16,-1-1-16,1 25 16,-1 0-16,25 0 15,-24 0-15,-1 0 16,0 0-16,1 0 15,-26 0-15,1 0 16,0 0-16,24 0 16,0 0-16,1 25 15,-26-25-15,26 49 16,-1-24-16,26 0 16,-26 24-16,0 26 15,26-50-15,-26 24 16,0 26-1,26-26-15,-26 26 16,25-1-16,-24 1 16,-1-26-16,-24 1 15,-1-1-15,26 1 16,-50-25-16,-1 0 16,-24-1-16,25 1 15,0 25-15,0-25 16,0-1-16,-25 26 15,49 0-15,-24-1 16,25 26-16,-26-26 16,1-24-16,0 25 15,25-1-15,-26 1 16,26-1-16,0 26 16,-1-25-16,-24 24 15,25-24-15,-1 24 16,-24-49-16,25 0 15,-26 24-15,1-24 16,0 0-16,-25 0 16,25 24-1,-25-24-15,50 0 16,-50 0 0,49-1-16,-49 1 15,50 50-15,-25-51 16,24 1-16,-24 50 15,25-26-15,-1 1 16,1-1-16,-1 26 16,-24-26-16,25-24 15,-1 50-15,1-26 16,0 26-16,24 24 16,-49-74-16,24 24 15,26 1-15,-50-25 16,24 0-16,-24-1 15,25 1-15,-26 0 16,1 0 0,-25 0-16,50-25 15,-50 24-15,25-24 16,-25 25-16,25-25 16,-1 25-16,26-25 15,0 25 1,-1 0-16,1-25 15,-1 24-15,1 1 16,0 0 0,-1-25-16,1 25 15,-25-25-15,49 25 16,-24-25-16,-26 0 16,51 24-16,-26-24 15,26 25-15,-1 0 16,26 0-16,-51-25 15,50 0-15,-24 25 16,-1-1-16,-24-24 16,-1 0-16,1 0 15,24 0-15,-24 0 16,0 0-16,-1 0 16,1 0-16,49 25 15,-25 0-15,-24-25 16,25 0-16,-26 0 15,1 0-15,-1 0 16,1 0-16,0 0 16,-1 0-16,26 0 15,-51 0-15,1 0 16,0 0-16,0 0 16,0 0-1,-1 0 16,1 0-15,0 0 15</inkml:trace>
  <inkml:trace contextRef="#ctx0" brushRef="#br0" timeOffset="7056.34">3324 7615 0,'0'25'109,"0"49"-93,0-24-16,0-1 15,0 1-15,0-25 16,0 24-16,0-24 16,0 25-16,0-25 15,0 24-15,0-24 16,0 25-16,0-25 15,0-1-15,0 26 16,0 0-16,0-26 16,0 1-16,0 25 15,0-1-15,0-24 16,0 25-16,0-1 16,0 26-16,0-50 15,0 24-15,0 1 16,0-1-16,0 1 15,0 24-15,0-24 16,0 0-16,0-25 16,0-1-16,0 26 15,0 0-15,0-26 16,0 1-16,0 25 16,0-25-1,0-1-15,0 1 16,0 25-16,0-25 15,0-1 1,0 1-16,0 0 16,0 25-1,0-26 1,0 1 46,0 0-30,0 0-17</inkml:trace>
  <inkml:trace contextRef="#ctx0" brushRef="#br0" timeOffset="8007.35">3299 8855 0,'0'25'93,"0"0"-93,0 49 16,0-49-16,0 50 16,-25-1-16,0-24 15,25-1-15,0-24 16,-24 49-16,-1 1 16,25-26-16,-25-24 15,0 25-15,25-25 16,-25 24-1,25-24-15,0 0 16,0 0 0,0-1-1,0 1-15,-24 0 16,24 25 15,0-75 172,0-25-187,0-49-16</inkml:trace>
  <inkml:trace contextRef="#ctx0" brushRef="#br0" timeOffset="8880.2">3274 8731 0,'0'25'78,"-25"25"-62,1-1-16,24-24 15,-25 25-15,0-1 16,25-24-16,-25 25 16,0 24-16,1-49 15,24 0-15,-25 24 16,0 26 0,25-26-16,-25 1 15,0-25-15,1 49 16,24-49-16,-25 0 15,0 0-15,25 24 16,-25 1 0,0-25-16,25-1 15,0 26-15,-24-50 16,24 50 0,0-26 109,0-48-32,0-51-93,0 26 16,0-75-16</inkml:trace>
  <inkml:trace contextRef="#ctx0" brushRef="#br0" timeOffset="9855.23">3175 8458 0,'0'25'140,"0"0"-124,0 25-16,0-1 16,-25 1-1,0-1 1,1 1-16,-1 24 15,-25 26-15,50-51 16,-49 26-16,24-1 16,0-24-16,0-1 15,0 26-15,1-50 16,24 24-16,-25 1 16,0-1-1,25-24-15,-25 25 16,25-25-1,-25-1-15,25 26 16,-24-25-16,-1 24 16,25-24-1,-25 0-15,25 25 16,-25-26 0,0 26-1,25-25 16,25-100 110,0 26-125,25 24-1</inkml:trace>
  <inkml:trace contextRef="#ctx0" brushRef="#br0" timeOffset="10719.81">3299 8136 0,'0'50'63,"-50"-26"-63,26 26 15,-51 24-15,50-24 16,-24 24-16,24 1 16,-49 24-16,-1-25 15,26 26-15,-26-26 16,26 25-16,-1-24 16,0-26-16,25 26 15,-24 24-15,24-25 16,-25 1-16,1 24 15,24-25-15,0 1 16,-24-26-16,49 26 16,-25-26-16,0-24 15,25 0-15,-50 25 16,26-26 0,24 1-1,-25 0 1,25 0-16,-25 0 15,-25 0 1,50-50 93,0 0-109,0-25 16,0-24-16,0 49 16</inkml:trace>
  <inkml:trace contextRef="#ctx0" brushRef="#br0" timeOffset="11455.64">2431 8830 0,'-25'25'94,"0"0"-94,0 25 15,-24-1-15,24 1 16,-49 24-16,49-24 16,-25 0-16,50-1 15,-49 1-15,24 24 16,0-24-1,-25-1-15,26 1 16,-26 24-16,50-24 16,-50-25-16,26 24 15,24-24-15,0 0 32,-25-25-32,0 25 31,0-25 109</inkml:trace>
  <inkml:trace contextRef="#ctx0" brushRef="#br0" timeOffset="12127.6">1786 8880 0,'0'25'78,"-25"24"-78,-24 26 16,24-25-16,-25 49 16,25-50-1,-24 1-15,24 0 16,-25 24-16,25-24 16,1-1-16,-1 1 15,25-1-15,-25-24 16,0 0-16,25 0 15,-25-25-15,1 49 16,24-24-16,-25 0 16,0 0 15,0-50 78,25-25-93</inkml:trace>
  <inkml:trace contextRef="#ctx0" brushRef="#br0" timeOffset="12775.66">1315 9079 0,'-25'24'47,"25"1"-32,-25 0 1,0 25-16,0 24 16,1 0-16,-26 1 15,25 24-15,0 25 16,-24-50-16,-1 50 15,25-49-15,-24-1 16,-1 1-16,25-26 16,1 1-16,-1-25 15,0 0-15,25-75 125,0 25-125,0-24 16,0-1-16,0 0 16,0 1-16</inkml:trace>
  <inkml:trace contextRef="#ctx0" brushRef="#br0" timeOffset="13439.83">1042 9004 0,'0'25'79,"-25"49"-64,0-24-15,-24 24 16,24 1-1,-50 24-15,1-25 16,24 50-16,26-49 16,-1-26-16,0 1 15,0 0-15,0-26 16,25 1-16,-24-25 16,24-25 155</inkml:trace>
  <inkml:trace contextRef="#ctx0" brushRef="#br0" timeOffset="15912.12">2431 10691 0,'25'0'109,"-1"0"-93,1 0 15,0 0-15,0 0-1,0 0 1,-1 0 0,1 0-1,0 0-15,0 0 16,0 0-1,0 0 1,-1 0 31</inkml:trace>
  <inkml:trace contextRef="#ctx0" brushRef="#br0" timeOffset="17647.32">2977 10492 0,'0'-24'78,"0"-1"-78,24 25 16,1-25 0,0 25-1,-25-25-15,25 25 16,0-49-1,-25 148 251,0-74-250,0 24-1,0-24 1,0 0-16,-25 24 16,25-24-1,0 0-15,0 0 31,0 0-15,0-1 125,0 1-126,0 0 17,0 0 124,0 0-125,0-1-15,0 1-1,0 0 1,0 0-16,0 0 16,0-1 15</inkml:trace>
  <inkml:trace contextRef="#ctx0" brushRef="#br0" timeOffset="18582.98">2877 11013 0,'0'-25'32,"25"25"-1,0 0-16,0-24-15,0 24 16,-1 0 0,1 0 15,0 0-15,0 0-1,0 0 1,24 0 15,-24 0-31,0 0 16,0 0-16,-1 0 15,1 0-15,0 0 32,0 0-17,0 0 16,-1 0-15,1 0 0</inkml:trace>
  <inkml:trace contextRef="#ctx0" brushRef="#br0" timeOffset="19632.68">3547 10914 0</inkml:trace>
  <inkml:trace contextRef="#ctx0" brushRef="#br0" timeOffset="21911.66">4018 10294 0,'-24'0'140,"-1"0"-140,0 0 16,0 0 0,0 25-16,1 0 15,-1-25 1,25 24-16,-25-24 15,0 25 1,25 0 0,0 0-1,0 0 1,0-1-16,-25 1 16,25 0 15,0 0-31,-24 0 15,24-1 1,0 1 0,0 0-1,0 0 1,-25 24-16,25-24 16,0 0-1,0 0 32,0 0 0,0-1-31,25 1 15,-1-25-31,1 25 15,25 0 1,-25-25 0,-1 0-1,1 0 1,0 0 0,0 0 15,0 0-16,-1 0 1,1 0 0,0 0-1,0 0 1,24 0 0,-49-25-1,25 0 1,0 25-16,-25-25 78,0 1-78,0-1 47,-25 0-32,0 0 1,1 25 0,-1 0-1,0 0-15,0 0 16,0 0 0,1 0 15,-26 25 16,25 0-16,0 24 0,25-24 16,0 0 31,0 0-31,0 0-47,50-50 78</inkml:trace>
  <inkml:trace contextRef="#ctx0" brushRef="#br0" timeOffset="22912.12">4366 10319 0,'0'49'62,"-25"1"-30,25-25-32,0 0 15,0-1-15,0 26 16,0-25-1,0 0 1,0-1 62,0 1-62,25-25-1,-1 0 1,26 0-16,-25 0 16,0 0-16,-1 0 15,26 0 1,-25 0 0</inkml:trace>
  <inkml:trace contextRef="#ctx0" brushRef="#br0" timeOffset="23791.12">4589 10344 0,'0'49'78,"0"-24"-78,0 25 16,-25-1-16,25 1 15,0-25 1,0 24-16,0-24 16,0 0-16,-25 0 15,0 24-15,25 1 16,0-25-1,0 24 1,0-24 0,0 0 15,0 0-31,0-1 31,0 1 0,0 0 1,0 0-17,0 0 1,0-1 0,0-48 109,0-1-110,0 0-15</inkml:trace>
  <inkml:trace contextRef="#ctx0" brushRef="#br0" timeOffset="25087.52">4862 10443 0,'0'-25'0,"-25"25"31,0 0-15,0 0-1,-24 0 1,24 25 31,0 24-32,0-49 1,25 25 0,0 0-1,0 0 1,0 0-1,0-1 1,0 26 0,50-50-1,-1 0 1,-24 0 0,0 0-1,0 0 1,0 0-1,0 25 1,-1 0-16,26-1 47,-25 1-16,-25 0 16,0 0-31,0 0-1,0-1-15,0 1 32,0 0-32,0 0 15,-25 0 16,0-25-15,0 0 15,1 0 1,-1 0-17,0 0 16,0 0 32,25-25-47,-25 25-1,25-25-15,-25 25 16,25-25 15</inkml:trace>
  <inkml:trace contextRef="#ctx0" brushRef="#br0" timeOffset="26008.88">4862 10443 0,'25'-25'141,"-1"25"-126,1 0-15,25 0 16,-25 0-1,-1 0 1,1 0 78,0 0-94,0 0 31</inkml:trace>
  <inkml:trace contextRef="#ctx0" brushRef="#br0" timeOffset="31087.17">8533 8186 0,'0'0'0,"25"-25"31,-1 25-31,1-25 16,0 0-16,25 0 15,49-24-15,0-1 16,0 25-16,1-24 16,48-26-16,1 26 15,-25-1-15,25-24 16,-25 24-16,25-24 15,-50 49-15,25-25 16,-25 25-16,25-24 16,-49 24-1,-1 0-15,1-24 16,-1 24-16,0 25 16,-24-50-16,0 25 15,-26 25-15</inkml:trace>
  <inkml:trace contextRef="#ctx0" brushRef="#br0" timeOffset="31903.12">10815 6921 0,'0'-25'47,"49"25"-31,-24 0-1,0 0-15,25 0 16,-26 0-16,1 0 31,0 25-15,-25 24 15,25-24-31,-25 0 16,0 24-16,0 1 15,0 0-15,0-1 16,0 26-16,-25-51 16,0 51-16,0-26 15,1-24-15,-1 25 16,0-50-16,0 49 15,0-49-15,1 25 16,24 0 0</inkml:trace>
  <inkml:trace contextRef="#ctx0" brushRef="#br0" timeOffset="32959.89">11286 6548 0,'25'-49'47,"0"49"-32,0 0 1,-1 0-16,26 0 15,-25 0 1,0 0-16,-1 0 16,1 0-1,0 0 1,-25 49 0,0 1-1,0 24-15,0 1 16,-25-1-16,25-24 15,-25 24-15,-24-24 16,24 24-16,0-24 16,0 0-16,1-1 15,-1 1-15,25-25 16,-25-25-16,25 24 94,25-24-79,49 0-15,1 0 16,-26 0-16,26 0 16,-26-24-16,-24 24 15,25 0-15,-26 0 16,1-25 15,-25 0 94,-25 25-125</inkml:trace>
  <inkml:trace contextRef="#ctx0" brushRef="#br0" timeOffset="33463.11">11385 6970 0,'25'-25'47,"25"1"-47,-1 24 15,-24 0 1,0 0-16,0 0 16,24-25-16,-49 0 62,25 25-15</inkml:trace>
  <inkml:trace contextRef="#ctx0" brushRef="#br0" timeOffset="34463.64">11981 6995 0,'0'25'15,"-25"0"1,25-1 15,0 1-15,-25 25-1,25-25 1,0 24 0,0-24-1,0 0 1,0 0-16,0-1 16,0 1-16,0 0 15,25-25 16,0 0-15,-1 0-16,1 0 16,0 0-16,0 0 31,0 0-15,-1 0-1,1 0-15,-25-25 16,0 0 15,0 1-15,0-1-16,0 0 15,0-25 1,0 26 0,-25-1-1,1 25 1,-1 0-1,0 0 1,0 0 15,0 0 16</inkml:trace>
  <inkml:trace contextRef="#ctx0" brushRef="#br0" timeOffset="35544.1">12303 7094 0,'0'0'0,"25"0"0,-25 50 16,25-50-16,-25 49 15,25-49-15,-25 25 16,24 25 0,-24-25-16,0-1 15,25-24 126,-25-49-110,25-26-31,-25 1 16,25 49-1,0 0-15,-25-24 16,24 24-16,1-25 16,0 26-1,0 24 48,0 24-63,-1-24 15,1 25-15,-25 0 16,25 0-16,0 24 16,-25 1-1,25-25-15,-25 0 16,0-1 0,24 1-1</inkml:trace>
  <inkml:trace contextRef="#ctx0" brushRef="#br0" timeOffset="36655.28">12973 6846 0,'-25'0'16,"-25"0"-16,26 0 16,-1 25 15,0 25-31,25-26 15,0 1-15,0 0 16,0 0-16,0 0 16,0-1-16,0 1 31,25-25 0,0 0-15,-1 0-1,1 0 1,0 0 15,0 0-31,0-25 32,-25 1-32,24-1 15,-24 0 16,25 25 48,0 25-64,-25 0-15,0 24 16,25-24-16,0 0 15,-1-25-15,1 49 16,-25-73 187</inkml:trace>
  <inkml:trace contextRef="#ctx0" brushRef="#br0" timeOffset="38472.11">13990 6821 0,'-25'0'15,"0"-25"-15,0 25 31,1-24-31,-1 24 16,0 0 0,0 0-1,0 0 1,1 0 0,-1 0 15,0 0-31,0 24 31,0 1-15,25 0-16,0 0 15,0 0 1,0 0 0,0-1-1,25-24 1,0 0-1,25 0 1,-26 0-16,1 0 16,0 0-16,49 0 15,-49-24 1,25 24-16,-50-25 16,49 25-16,-49-25 15,25 0-15,0 25 16,0-50-1,0 26-15,-1-1 16,1-25-16,-25 1 16,0 24-1,0-25-15,0 1 16,0-26-16,0 1 16,0-1-16,0 1 15,-25 24-15,1-49 16,24 50-1,-50 24-15,25-25 16,25 1-16,-25-1 31,1 25-15,24 0 0,-25 0-1,25 50 63,-25 75-62,0-26-16,0 0 16,25-24-16,0 49 15,0-24-15,0 24 16,0-25-16,0 1 15,25-1-15,0-49 16,-25 24 0,25 1-1,0-25-15,-25 24 16,24-49-16,-24 25 16,25 25-1,0-50-15,0 25 16,0-25-1,-1 25 1,-24-1-16,25-24 16,0 0-16,0 25 15</inkml:trace>
  <inkml:trace contextRef="#ctx0" brushRef="#br0" timeOffset="39319.65">14387 6796 0,'0'-24'62,"25"-1"-62,-1 0 16,-24 0-16,50-24 31,-25-1-15,-25 25-16,0 0 16,0 1 46,-25 24-31,0 24-31,0 1 16,1 0-16,-1 25 16,25-1-1,0-24-15,0 0 16,0 24-16,0-24 15,0 0-15,0 0 16,0 25-16,0-26 31,0 1-15,25-25 0,24 0-1,1 0-15,49 0 16,-74 0-1,24-25 1,-24 1-16,0 24 16</inkml:trace>
  <inkml:trace contextRef="#ctx0" brushRef="#br0" timeOffset="40488.08">13122 8161 0,'0'-25'16,"0"0"15,-25 25-15,0 0-1,0 0-15,-24 0 16,24 0 0,-25 0-16,25 0 15,1 25-15,-1 49 16,0-24-16,25-25 15,0 0-15,0 49 16,0-49-16,0 0 16,0 24-16,25-24 15,0-25 1,24 0 0,26 0-16,24-25 15,-74-24-15,24 24 16,1 0-16,-25-25 15,0 26-15,-25-26 16,0 25 0,24-49-1,-24 49 1,25 25 62,0 25-47,0 0-15,0 24 0,-1-24-1,1 0-15,-25 0 16,25-25-16,-25 24 15,25 1 1,-25 0-16,25-25 31,-1 0 1,26 0 46,-25-25-63</inkml:trace>
  <inkml:trace contextRef="#ctx0" brushRef="#br0" timeOffset="41607.92">13965 7863 0,'0'-25'63,"0"0"-48,-25 25 1,0-24 0,1 24-16,-1 0 47,0 0-32,0 0-15,25 24 16,-25 51-16,1-26 15,24-24-15,0 0 16,0 25-16,0-25 16,0 24-16,0-24 15,0 25-15,0 24 16,0-49-16,0 24 16,24-24 15,1 0-16,0-25 1,0 0 0,24 0-16,1 0 15,0 0-15,-26-25 16,1 25-16,0 0 16,25-25-16,-1 1 15,-24-1-15,0 0 16,0 0-1,-1 0 1,1 1 0,-25-1-1,0-25 1,0 25 0,0 50 62,0 25-63,0-1-15,0-24 16,0 0-16,0 49 16,0-49-1,0 0-15,0 0 31,50-25 1,-25 0-32,0 0 15,-1 0 110</inkml:trace>
  <inkml:trace contextRef="#ctx0" brushRef="#br0" timeOffset="42224.53">14486 8037 0,'0'0'0,"0"25"0,0-1 15,0 51-15,25-26 16,0-24-16,-25 0 16,24 25-16,1 24 15,-25-49 1,25 49-16,-25-24 16,25-25-16,0-1 15,-25 1-15,0 0 31,24 0-31,-24-75 94,0 1-94,0-1 16,0 25-1,-24-74-15,24 25 0,-25-1 16,0 26 0,0-1-16</inkml:trace>
  <inkml:trace contextRef="#ctx0" brushRef="#br0" timeOffset="43063.68">14560 7863 0,'25'-25'32,"0"25"-1,0 0-16,0 0 1,-1 0-16,-24 25 16,25-25-16,-25 50 15,25-26 1,0 26 0,-25-25-1,0 25 1,0-1-1,-25-49-15,25 25 16,-25-25-16,0 50 31,25-26-31,-24 1 32,-1 0-1</inkml:trace>
  <inkml:trace contextRef="#ctx0" brushRef="#br0" timeOffset="44455.63">15032 7441 0,'0'25'47,"-25"50"-32,0-26-15,25 1 16,0 24-16,0-24 16,0 49-16,0-74 15,0 24-15,0 1 16,0 0-16,25-1 16,0-24-1,-25 0 1,24-25-1,1 0 1,25 0 0,-25 0-16,-1 0 15,26 0-15,-25 0 16,0 0 0,-1 0-16,1 0 31,0 0-31,0 0 15,0-25 1</inkml:trace>
  <inkml:trace contextRef="#ctx0" brushRef="#br0" timeOffset="45066.95">14833 7813 0,'50'0'63,"-1"0"-63,1 0 15,0 0-15,24-24 16,-24-1-16,-1 0 15,26 0-15,-51 0 16,1 25-16,0 0 16,0 0-16,0 0 78</inkml:trace>
  <inkml:trace contextRef="#ctx0" brushRef="#br0" timeOffset="46096.65">15553 8012 0,'-25'0'31,"0"0"-16,0 0 1,25 25-16,0 0 16,0-1-16,0 1 15,0 0-15,0 0 16,0 0 0,0-1-1,0 1 1,25-25-1,0 0 1,0 0-16,-1 0 16,1 0-16,0-25 15,0 1 1,-25-1-16,25 0 16,-1-25-1,-24 1-15,0 24 16,0 0-1,0 0-15,0 0 16,0 50 109,0 0-125,25 0 0,-25 0 16,0 0-16,25-1 15,0 1 1,-25 0 15,25-25-15,-1 25-1</inkml:trace>
  <inkml:trace contextRef="#ctx0" brushRef="#br0" timeOffset="47304.83">15949 7813 0,'0'25'0,"0"-50"141,0 1-141,0 48 94,0 1-79,0 25-15,0-25 16,0 24-16,0-24 16,0 0-16,0 0 15,0 24-15,0 1 16,0-25-16,0 0 15,25-25 1,0 0 31,0 0-31,0 0-16,-1 0 15,1 0-15,0 0 16,0 0-1,0 0 32,-1 0-31,1 0 0,0 0 15,0 0-16,0 0 1,-25 24 0,24-24-1,-24 25-15,25 25 16</inkml:trace>
  <inkml:trace contextRef="#ctx0" brushRef="#br0" timeOffset="47832.25">16222 7764 0</inkml:trace>
  <inkml:trace contextRef="#ctx0" brushRef="#br0" timeOffset="48223.1">16222 7764 0,'0'25'32,"0"-1"-32,0 1 15,0 0 1,25 25-16,-25-1 15,0-24 1,25 25-16,-25-25 16,0-1-16,25 1 15,-25 0-15,0 25 16,24-26 0,-24 1-16,0 25 15,0-25 1</inkml:trace>
  <inkml:trace contextRef="#ctx0" brushRef="#br0" timeOffset="48815.11">16197 7541 0,'-24'0'156</inkml:trace>
  <inkml:trace contextRef="#ctx0" brushRef="#br0" timeOffset="49951.46">16818 7789 0,'-25'0'47,"-25"24"-31,50 1-1,-25 0-15,25 0 16,0 0-16,-24 24 16,-1 1-16,0 0 15,25-26-15,0 1 16,0 0-16,0 0 15,0 24-15,0-24 16,0 0 0,0 0-16,0 0 15,25-25 17,0 0-17,-1 0-15,1 0 16,25 0-16,-25 0 15,-1 0-15,26 0 16,-25 0-16,0-25 16,-1 0-16,1 0 15,0-24-15,0-1 16,0 25-16,-25 0 16,0 1-16,0-1 15,0 0-15,0-25 16,0-24-16,0 49 15,-50-25-15,25 26 16,0-1 0,1 0-1,-1 25 17,0 0-32,-25 0 15,26 25 1,-1-25-16,0 49 15,0-49-15,0 50 16,25-25 0,-24 0-1,24-1 1</inkml:trace>
  <inkml:trace contextRef="#ctx0" brushRef="#br0" timeOffset="51127.27">17165 7665 0,'25'0'16,"-25"24"0,24-24-16,-24 25 15,0 25-15,0-25 16,25 49-16,0-24 15,0-26-15,-25 1 16,0 0-16,0 25 16,0-25-16,0-1 15,0 1 1,49-25 93,-49-49-93,25-26-16,0 50 16,-25 0-16,0 1 15,0-26-15,0 0 16,0 26-1,0-1-15,25 0 16,0 25-16,-25-25 16,24 25-1,1-25 1,0 25 0,0 0 30,25 0 1,-50 25-31,0 0 0,0 49-16,24-49 15,1 25-15,-25-25 16,25 49-1,-25-49-15,0 0 16,0 0-16</inkml:trace>
  <inkml:trace contextRef="#ctx0" brushRef="#br0" timeOffset="51791.71">16917 7119 0,'0'50'46,"0"-26"-30,0 26 0,0 24-16,0-24 15,0 24-15,0-49 16,0 25-16,0-25 16</inkml:trace>
  <inkml:trace contextRef="#ctx0" brushRef="#br0" timeOffset="53791.11">15949 7863 0,'50'0'32,"-25"-25"-1,0 25 141,-1 0-172,1 0 78,-25 25-63,0 0 1,25-25-16,0 49 16,-25-24-1,0 0 17</inkml:trace>
  <inkml:trace contextRef="#ctx0" brushRef="#br0" timeOffset="56735.83">149 6871 0,'25'0'62,"-1"0"-62,51-25 16,-1 0-16,25 0 16,-49 25-16,25 0 15,-51-24-15,1 24 63,-25 24-63,0 26 15,0 0 1,0-1-16,0 26 16,-25-26-16,25 1 15,-24 0-15,-1-26 16,0 26-16,-25-25 16,25 24-16,1-24 15,24 0-15,-25 0 16,0 0-1,25-1 1,0 1 31,0 0 47,50-25-79,-26-25 1,51 25-16,-50-25 16,24 1-1,1 24-15,-25-25 16,0 0-16,-1 25 15,1 0-15,-25-25 157</inkml:trace>
  <inkml:trace contextRef="#ctx0" brushRef="#br0" timeOffset="57279.1">298 7169 0,'0'0'0,"49"0"16,1-25-16,-1-25 16,1 50-16,0-49 15,-1 24-15,26 0 16,-26 0-16,1 0 16,-25 1-16</inkml:trace>
  <inkml:trace contextRef="#ctx0" brushRef="#br0" timeOffset="58095.07">1091 6846 0,'0'0'0,"0"50"31,-24-25-31,-1-1 16,0 26-16,25 0 15,0-1 1,-25-24-16,25 0 16,0 0-1,25-25 48,25 0-63,24 0 15,-49 0-15,24-25 16,-24 25-16,0-25 16,0-25-1,-25 26 1,0-1 0,0 0-1,0 0 1,0-24-1,0 24-15,-25 0 16,0 25-16,0 0 16,1 0-16,-1 0 15,0 0 1,0 0 62</inkml:trace>
  <inkml:trace contextRef="#ctx0" brushRef="#br0" timeOffset="59054.94">1290 6672 0,'25'0'15,"-25"25"1,0 0 0,0 49-16,24-74 15,-24 25-15,0 25 32,0-25-32,0 0 31,50-25 47,-50-25-62,25-25-1,0 25-15,-25 0 16,0 1-16,24-51 15,1 1-15,0 49 16,0 0 0,-25 0 31,25 25-16,-1 0-16,1 0 1,0 25 15,-25 25-15,25-50-16,-25 25 16,0-1-16,25 1 15,-25 0 1,0 0-1,0 0 1</inkml:trace>
  <inkml:trace contextRef="#ctx0" brushRef="#br0" timeOffset="60359.1">1836 6424 0,'-25'0'0,"0"0"31,0 0-31,25 25 16,0 25-1,-25 24-15,1-49 16,24 0-16,0 0 15,0-1 1,0 1 31,24-25-31,1 0-16,25 0 15,-25 0 1,-1 0-16,1 0 15,-25-25 1,25 1 0,-25-1-1,0 0 1,25 25 125,0 0-110,-1 0-16</inkml:trace>
  <inkml:trace contextRef="#ctx0" brushRef="#br0" timeOffset="61479.6">1910 6400 0,'0'24'63,"0"1"-48,25 0-15,-25 25 31,0-26-31,0 26 16,0-25 0,25-25 15,-1 25-15,-24-1-1,25-24 16</inkml:trace>
  <inkml:trace contextRef="#ctx0" brushRef="#br0" timeOffset="63455.11">2406 6176 0,'-25'0'47,"-24"0"-16,24 25-15,25 0-16,-25 25 16,25-26-1,0 1-15,0 0 16,0 0-16,0 0 15,0-1-15,0 1 16,0 0 0,0 0-1,0 0 17,25-25-1,0 0-31,-1 0 15,1 0 1,0 0 0,-25-25-16,50 0 15,-26 0-15,1-24 16,0 24-16,0-25 16,-25 25-1,0-24-15,0-1 16,0 25-16,0 1 15,0-51-15,0 50 16,0 1-16,0-1 16,0-25-16,-25 25 187,0 25-187,0-24 31,25-1-15,-24 0 0,-1 25-1,25-25 1,-25 0-16,25 0 16,-25 25-16,25-24 15,0-1 32,0 0-16,0 0-15,-25 25 15,25-25 16,0 1 47,-24-1-94,24 0 15,-25 0 1,0-24 0,0 24-1,25 0 1</inkml:trace>
  <inkml:trace contextRef="#ctx0" brushRef="#br0" timeOffset="64623.23">2604 6201 0,'25'0'31,"0"-25"0,0 1 1,-25-1-17,0 0-15,0 0 16,0-24 0,0 24 15,0 0-31,0 0 62,-25 25-15,-25 0-31,26 0-1,-1 25 1,25 0-16,-25 24 16,0-24-16,25 0 15,0 25-15,0-26 16,0 1-16,0 0 16,0 0-16,0 24 15,25-24 1,0 0-1,0 0-15,-1-25 16,26 0 0,-25 0-1,0 0 1,24 0 0,-49-25-16,25 25 15,0 0-15,25-25 16,-50 0-16,24 25 15,26-24-15,-25-1 16,24 0-16,-24 0 16,0 25-16,25-25 15,-50 1-15,24 24 16,-24-25 109</inkml:trace>
  <inkml:trace contextRef="#ctx0" brushRef="#br0" timeOffset="66438.89">3225 5407 0,'24'0'15,"1"0"1,0 0-16,0 25 16,0-25-16,-1 50 15,26-25-15,0 24 16,-26-24-16,26 0 16,-25 0-1,0-1 1,-1 1-16,1-25 15,25 25-15,-25 0 16,0-25 0,-1 0-1,1 0 17,0 0-17</inkml:trace>
  <inkml:trace contextRef="#ctx0" brushRef="#br0" timeOffset="67415">2902 4986 0,'0'0'0,"0"-25"0,50 25 16,-1-25-1,-24 25-15,25 0 16,-1 0-16,1 0 15,-25 0-15,0 0 16,24 0-16,-24 0 16,25 0-1,-26 25 1,1-25-16,0 50 16,0-26-16,-25 1 15,25 25-15,-25-25 16,0-1-1,0 26-15,0 0 16,0-1-16,0-24 16,0 0-1,0 0 1,0-1 0,0 1 93,49-25-93,1 0-16,24 0 15,1 0-15,-26 0 16,1 0-16,-25 0 15,0 0-15,-1 0 79,1 0-64,0 25 1</inkml:trace>
  <inkml:trace contextRef="#ctx0" brushRef="#br0" timeOffset="68639.09">4167 5159 0,'0'0'0,"0"-24"15,0-1 1,-25 25-16,1 0 47,-1 0-47,0 0 31,0 0-31,0 0 16,-24 0-16,24 49 15,0-49 1,25 25-16,-25 25 15,25-25-15,0-1 16,0 26-16,0-25 16,0 0-1,0-1-15,25 1 32,0-25-17,0 0-15,24 0 16,1 0-16,-25 0 15,0 0-15,24 0 16,1 0-16,-1 0 16,-49-25-16,25 25 15,0 0-15,25-24 16,-26-1 78,-24 0-79,25 0 1</inkml:trace>
  <inkml:trace contextRef="#ctx0" brushRef="#br0" timeOffset="69976.03">4490 4911 0,'24'-24'110,"-48"24"-63,-1 0 0,0 0-32,0 0 16,0 24-31,25 1 16,0 0-16,0 25 16,0-26-16,0 1 15,0 25-15,0-25 16,0-1-16,0 26 16,25-25-1,0 0-15,0-25 31,0 0-15,-1 0-16,26 24 16,-25 1-16,0-25 15,-1 0 1,1 0 0,0 0-1,0 0 1,24 0-1,-24-25 1,0 25 0,-25-24-16,50 24 0,-50-50 15</inkml:trace>
  <inkml:trace contextRef="#ctx0" brushRef="#br0" timeOffset="71151.5">4713 4638 0,'0'25'47,"0"25"-47,0 24 15,25-24-15,-1 0 16,1-1-16,0 1 16,-25-1-1,25-24-15,0 0 16,-25 0 15,25-25 79,-1-25-95,-24 0-15,25 0 16,-25 1-1,0-26-15,0 25 16,25-24-16,-25 24 16,25 25 62,0 0-47,-1 0 47,1 0-62,0 49-1,0-49-15,-25 50 16,25-25 0,-1 0 15,1-25 0</inkml:trace>
  <inkml:trace contextRef="#ctx0" brushRef="#br0" timeOffset="72327.62">5283 4738 0,'-24'0'16,"-1"24"15,0 1-31,25 0 15,0 0-15,0 0 16,0 24-16,0-24 16,0 0-16,0 0 15,0 0 48,25-25-16,0 0-47,-1 0 31,1-25-15,0 0-1,-25 0 1,0 0-16,0 1 15,0-1 1,25 25 172,24 0-173,-24 0 32,0 0-31,0 0-1,0 0 1,-1 0 46</inkml:trace>
  <inkml:trace contextRef="#ctx0" brushRef="#br0" timeOffset="73495.56">5407 4564 0,'25'-50'93,"25"50"-77,-25-24-16,24-1 16,-24 25-1,0 0 48,-25 49-32,0 1-31,0 0 16,0-1-16,0-24 15,0 49-15,0-24 16,0-25-1,-25 25 1,50-50 125,24 0-141,-24 0 15,25-25-15,-1 0 16</inkml:trace>
  <inkml:trace contextRef="#ctx0" brushRef="#br0" timeOffset="74263.02">5531 4738 0,'-24'0'62,"73"-25"-46,-24 0 0,25 25-16,-1-25 15,-49 0 1,25 25-16,-25-24 15,25 24 1,0-25-16</inkml:trace>
  <inkml:trace contextRef="#ctx0" brushRef="#br0" timeOffset="75215.36">5978 4539 0,'-25'0'15,"0"25"32,25 0-31,-24 24-16,24-24 15,0 0-15,0 0 16,0 0-16,0 24 16,0-24-1,0 0 1,24-25 62,1 0-78,0 0 16,0 0 30,0 0-30,-1-25 0,-24 0-1,0 0-15,0 1 16,0-26 0,0 25-1,-24-24 1,-1 49 15,0 0-15,0 0-16,0 0 15,-24 0 1</inkml:trace>
  <inkml:trace contextRef="#ctx0" brushRef="#br0" timeOffset="77759.1">1811 7243 0,'-25'0'94,"0"0"-94,0 0 15,1 0 1,-26 0 15,0 25-31,25-25 16,1 25-16,24-1 16,-25-24-1,0 0-15,0 25 16,0-25-1,1 25-15,-26 0 16,25 0 0,0-25-1,1 0 1,24 24-16,-25 1 16,0-25-1,0 25-15,0 0 31,-24 0-15,24-1 0,0 1-1,0 0-15,1 0 16,-1-25 15,0 25-31,0-1 16,25 1-1,-25-25 1,1 25 0,-1-25-16,25 25 15,-25-25-15,25 25 16,0 24-16,-25-24 16,0 0-16,25 0 15,-24-1-15,-1 1 16,25 0-16,-25 0 15,0 25 1,0-1 0,1 1-1,-1-1 1,0 1 0,25-25-1,0 0 1,-25-1-16,25 1 47,0 0-32,0 0 1,0 0 0,25-25 30,0 0-46,24 24 16,-24-24-16,25 0 16,-1 0-16,26 0 15,-50 0-15,24 0 16,1 0-16,24 0 16,-49 0-1,0-24 1,0 24 156,-1 0-172,1 0 31,0 0-15,0 0-1,0 0 1,-1 0-1,-24 24-15,25-24 32,0 25-1,-25 0-31,0 0 31,0 0-15,25-1-1,-25-48 282</inkml:trace>
  <inkml:trace contextRef="#ctx0" brushRef="#br0" timeOffset="79015.47">1215 8483 0,'25'0'62,"0"0"-62,0 0 16,0 25 0,24 0-1,-24 24 17,0-49-17,0 25 1,-1-25-1,1 25 1,-25 0-16,25-25 16,-25 25 15,0-1-15,50-24 234,-50-24-219,24-1-31,-24 0 15,25-25 1,0 26-16,-25-1 16,0 0-16,25 0 15,-25 0 32,0 1-47,0-1 16,0-25-1,25 25-15</inkml:trace>
  <inkml:trace contextRef="#ctx0" brushRef="#br0" timeOffset="80433.14">1240 8434 0,'0'-25'63,"0"0"-32,0 0-31,0 0 16,25 1-1,0-26 1,0 25 0,-25 0 15,24 1-16,1 24 1,0 0 47,25 0 46,-26 0-93,1 24-1,-25 1 16,0 0-15,25 0-16,-25 24 16,0-24 15,0 25-31,0-25 16,0-1 109,25-48 31</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9:12:59.276"/>
    </inkml:context>
    <inkml:brush xml:id="br0">
      <inkml:brushProperty name="width" value="0.05292" units="cm"/>
      <inkml:brushProperty name="height" value="0.05292" units="cm"/>
      <inkml:brushProperty name="color" value="#FF0000"/>
    </inkml:brush>
  </inkml:definitions>
  <inkml:trace contextRef="#ctx0" brushRef="#br0">16321 15304 0,'-24'-24'63,"-1"24"-16,0 0-16,0-25-31,0 0 16,-24 25-1,-50-50 16,24 50-15,26 0 31,-1 0-47,0-24 16,26-1-1,-76 25 16,1 0 16,74 0-31,-24 25 15,-50-1 0,-50 51 1,25-1-1,74-49-15,25 0-1,0 74 32,25-74-31,0 25-1,0-26 1,0 1-16,-24 25 16,-1-50-16,25 25 15,0-1-15,0 26 16,0-25-1,0 24-15,0 1 32,25 99 15,-25-124-32,24 123 16,1-48 1,0-76-32,0 1 15,-25 25 17,25 24-32,24-49 15,-24 25 16,49 24 1,-24-49-17,25 0 17,24 0-17,50 24 32,-50-24-31,-50-25-1,150 50 32,-75-50 0,-99 0-47,-1 0 16,150-50-1,25 25 17,24-24-1,-99-1 16,-99 25-16,49-49 0,-24-25 0,-50 74-31,0 0 16,0-25-16,0-49 31,0-50-15,-25-99 31,0 174-32,-99-100 17,74 125-17,-49-26 1,74 26 0,-148-51 15,49 26-16,24 24 32</inkml:trace>
  <inkml:trace contextRef="#ctx0" brushRef="#br0" timeOffset="2071.11">15354 15081 0,'-25'0'78,"-49"0"-62,-1 0-16,-173 0 31,100 0-16,-175 0 17,249 0-17,-1 0-15,-123 0 32,-373 0-1,-173 25 16,645-25-47,0 0 0,-75 0 31,50 0-31,0 0 47,99 0-47,0 25 31</inkml:trace>
  <inkml:trace contextRef="#ctx0" brushRef="#br0" timeOffset="3391.5">12973 14734 0,'0'0'0,"-25"0"0,-49 0 16,-50 0-1,-149 25 17,223-25-32,-99 49 31,-24 1 0,148-25-15,-25-25-16,1 25 15,-51-1 1,51 26 0,-26-25 31,26 0-16,24-25 16,25 24-32,25 1 79,24 0-78,1-25-1,0 25-15,173 24 32,99 26 14,-247-50-46,-26-25 16,125 24 15,-149-24 32,0 0-1</inkml:trace>
  <inkml:trace contextRef="#ctx0" brushRef="#br0" timeOffset="22911.65">1960 8954 0,'0'25'141,"0"0"-125,0 25-16,0 24 15,0-24-15,0-25 16,-25 24-16,0 1 15,25 24 1,0 149 31,0-148-47,0-26 0,0 175 31,0-51-15,0-123-1,0 0-15,0 24 16,0-24 0,0-1-16,0 1 15,0-1-15,0 1 16,0 297 15,25-297-15,-25 148 15,0-148-15,0 0-16,0 98 31,0-123-15,0 0-1,0 25 1,0-26-1</inkml:trace>
  <inkml:trace contextRef="#ctx0" brushRef="#br0" timeOffset="40456.11">1860 8979 0,'0'25'125,"25"25"-125,-25-1 16,25 26-16,-25-1 16,0 1-1,0 123 17,0-99-1,25-24 0,-25-26 0,0-24-31,0 25 32,0-1-1,0 26-16,0 24 32,0-49-31,0 98 15,0-123-15,0 149 31,0-149-32,0-1-15,0 1 16,0 25 15,0 74 16,0-50-31,0-24 31,0 24-16,0-49-16,0 0-15,0 24 0,0-24 32,0 0-17,0 0 1,0 0-16,0-1 31,0 1-15,0 0-1,0 0-15,0 0 32,0 0-17,0 24 17,0-24-17,0 0 1,0 24 15,0 26 16,0-50-31,0-1-1,0 51 48,0-50-32,0-1 16,0 1 31</inkml:trace>
  <inkml:trace contextRef="#ctx0" brushRef="#br0" timeOffset="44584.75">471 8062 0,'0'24'16,"25"-24"0,74 0-1,25-24-15,-24-26 16,48 25-16,-48-25 15,24 26-15,148-76 32,-123 51-17,25-26 1,24-24 31,-173 99-32,198-99 17,75-25-1,-224 124-15,51-50-16,-51 26 0,0-26 15,1 25 1,24-24-1,323-125 17,-25 0-1,-323 149-15,25 1-16,-49-1 15,173-74 1,-198 74-1,49 0-15,50-74 32,149-100 15,-25 51-1,-198 148-46,148-174 47,-74 100-31,-74 24-16,74-124 31,25-24 16,-125 123-47,1 51 16,99-200 15,-49 100 0,-75 75-15,49-150 31,-49 125-32,-24-50 17,24 74-17,-50-74 32,0 75-31,50-26 15,-24 50-31,-26-24 47,-198-26 0,124 26-32,-174-1 17,199 25-17,-199 25 32,25 25-16,-24 50 16,173-51-31,-199 125 31,274-149-47,-75 50 31,99-50-31,-198 74 47,-249 50-16,-495 50 16,644-100-47,-49 26 31,75 48 16,123-73-16,125-26-15,-100 51 31,124-76-47,0 1 15,-49 25 1,49-25-16,-74 49 31,24 25 16,1-49-16,-25 99 16,74-125-47,0 175 47,25-149-47,0 74 47,0-50-16,0-49-31,0 124 32,0-125-17,0 26 1,0 0-1,0-26-15,0 125 47,0-99-31,0 24 15,0 75 0,50 124 1,-50-223-17,24 123 17,1-49-1,0-25-16,25 174 17,24-124 15,-49-99-32,0-50 1,-1 0 31,1 0 0,25 0-47,223-25 46,-149-25-30,-50 26-16,50-26 47,-74 0-16,-25 50 32</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06T19:13:54.124"/>
    </inkml:context>
    <inkml:brush xml:id="br0">
      <inkml:brushProperty name="width" value="0.05292" units="cm"/>
      <inkml:brushProperty name="height" value="0.05292" units="cm"/>
      <inkml:brushProperty name="color" value="#FF0000"/>
    </inkml:brush>
  </inkml:definitions>
  <inkml:trace contextRef="#ctx0" brushRef="#br0">4713 3646 0,'25'0'94,"74"0"-94,25 0 15,25 0-15,24 0 16,26 0-1,49 0-15,74 0 0,26 0 16,-26 0 0,596 0-1,-50 0 32,-744 0-47,25 0 0,421 0 47,-24 0-31,918 0 15,-224-25 16,-645-99-16,273 124 16,-645 0-47,-24 0 0,-1 0 16,-49 0-16,25-24 46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B7B502-02A4-4275-9ED6-5EECC982473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C3EFE785-2FC4-4FEF-A8B3-359CFBCFD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CA0C9F24-7989-4DFB-A2E1-A5D97D20A177}"/>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5" name="Marcador de pie de página 4">
            <a:extLst>
              <a:ext uri="{FF2B5EF4-FFF2-40B4-BE49-F238E27FC236}">
                <a16:creationId xmlns:a16="http://schemas.microsoft.com/office/drawing/2014/main" id="{8C101220-67A5-413E-9193-F76982BD67E8}"/>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08C3DA65-883F-415F-BC54-6B6A3672968B}"/>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455996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F29710-B97A-45AB-B3C1-34259C9BD7FF}"/>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473D4E0C-1562-493F-859F-F4D678045C4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3895BA1E-DBDD-43D2-8BF0-B8CC67579B0D}"/>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5" name="Marcador de pie de página 4">
            <a:extLst>
              <a:ext uri="{FF2B5EF4-FFF2-40B4-BE49-F238E27FC236}">
                <a16:creationId xmlns:a16="http://schemas.microsoft.com/office/drawing/2014/main" id="{54502581-D96A-4503-BD37-D442F2318450}"/>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8D98B37A-C10E-412F-97F9-98E50C7A43C9}"/>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3601418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BA3CAF-C4C2-4128-9946-E477F3848D7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2A362CBD-8681-45FA-A37C-3BA7DDF640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69B0515-3D72-459C-B60C-EFBE371E1A42}"/>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5" name="Marcador de pie de página 4">
            <a:extLst>
              <a:ext uri="{FF2B5EF4-FFF2-40B4-BE49-F238E27FC236}">
                <a16:creationId xmlns:a16="http://schemas.microsoft.com/office/drawing/2014/main" id="{3819E0CE-B5A8-472D-AFE0-6DC22B03D1A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2D15EDCB-5883-4C81-BD9D-AA49496B64FB}"/>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332932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E0BCD9-304F-4209-8DF9-1ED087D279F0}"/>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84C18395-B0C3-469F-97C6-927969E0ACB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ADD3B98C-3E15-491A-AB1B-3EF6CC9F90D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C889EEFC-E2B3-4C66-B8C4-A2CA02B177AC}"/>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6" name="Marcador de pie de página 5">
            <a:extLst>
              <a:ext uri="{FF2B5EF4-FFF2-40B4-BE49-F238E27FC236}">
                <a16:creationId xmlns:a16="http://schemas.microsoft.com/office/drawing/2014/main" id="{0006CAA2-5FB5-462D-85CF-F32A52FACAFE}"/>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1D137B08-BA6D-468E-90E3-90ED51EBB549}"/>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2113908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403E6C-F078-4181-968B-79D1AE78AC3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F79D32C1-E175-4B9C-B79A-63069C05C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3F71956-00E6-4247-80BF-23ED4856E87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44FC2320-7E98-4455-AA29-644864EDE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0EB0B93-46D9-4E3C-BA9F-1B9E51386A1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340ECA8E-EA14-47F5-ACCB-E963E7C890ED}"/>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8" name="Marcador de pie de página 7">
            <a:extLst>
              <a:ext uri="{FF2B5EF4-FFF2-40B4-BE49-F238E27FC236}">
                <a16:creationId xmlns:a16="http://schemas.microsoft.com/office/drawing/2014/main" id="{F8302B40-0993-4619-8908-59440C86F9E5}"/>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E51F0459-E012-4F87-9DA3-B4C828775653}"/>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275485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EEAC65-A4CE-4B63-B36E-E6E230FCC1A7}"/>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93949FE1-2D0C-4C8C-8A4D-D460BCB55972}"/>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4" name="Marcador de pie de página 3">
            <a:extLst>
              <a:ext uri="{FF2B5EF4-FFF2-40B4-BE49-F238E27FC236}">
                <a16:creationId xmlns:a16="http://schemas.microsoft.com/office/drawing/2014/main" id="{A81D6AA9-4673-4E22-B40A-C37ECEB0E47F}"/>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909B449E-A629-4998-93B1-B9D5DF0B6425}"/>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3141178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5CC9674-43A2-46D6-B3CF-38060AEE86F8}"/>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3" name="Marcador de pie de página 2">
            <a:extLst>
              <a:ext uri="{FF2B5EF4-FFF2-40B4-BE49-F238E27FC236}">
                <a16:creationId xmlns:a16="http://schemas.microsoft.com/office/drawing/2014/main" id="{3CECCC0C-C55D-4C94-A38D-FE9530BA0884}"/>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1CB62E02-E5CD-4EFF-BB3D-CD5B92DC30BC}"/>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230355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6EBD90-622A-4CF9-AEAB-86B5AC3EEFC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640F62CF-F25E-4D40-ABAD-077A486203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4A4EC7B7-62A4-4303-933B-BF88F01B1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8CEE5ED-1EC0-4D0D-9EAE-39768C9C5AE0}"/>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6" name="Marcador de pie de página 5">
            <a:extLst>
              <a:ext uri="{FF2B5EF4-FFF2-40B4-BE49-F238E27FC236}">
                <a16:creationId xmlns:a16="http://schemas.microsoft.com/office/drawing/2014/main" id="{AB99A259-C3BB-4FE5-9DE0-A891411B8839}"/>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8D91A51A-819E-413B-AD36-30B2F5B951D5}"/>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2624362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F7A42F-FD8B-40EF-8A9E-74E7CB3709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659B6989-79AD-42EE-9751-DD27C2FB4E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9909CFEF-F5C6-48D7-ABF8-6D2AD50A3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C6884D4-F2F4-4F15-B44D-534DF50F0B1D}"/>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6" name="Marcador de pie de página 5">
            <a:extLst>
              <a:ext uri="{FF2B5EF4-FFF2-40B4-BE49-F238E27FC236}">
                <a16:creationId xmlns:a16="http://schemas.microsoft.com/office/drawing/2014/main" id="{AE9D86DA-E03C-4DA1-8AE4-B0CC530BEA52}"/>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775F74BB-FFEA-45FB-96FE-02694C4B013B}"/>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3717627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49F95E-18D8-4E91-AEBC-9EAB416B5D67}"/>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63204122-05A6-4F5C-AD03-553EBAA34B7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3B9271FC-8E9D-4FE3-9CA7-B32167AFEEEB}"/>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5" name="Marcador de pie de página 4">
            <a:extLst>
              <a:ext uri="{FF2B5EF4-FFF2-40B4-BE49-F238E27FC236}">
                <a16:creationId xmlns:a16="http://schemas.microsoft.com/office/drawing/2014/main" id="{9D0EA6BE-5C90-45B4-91CD-058F508D06A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3588D853-C45C-43AD-A33E-4944A68DC965}"/>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744698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EA2EA1C-3723-42E6-A753-D66472483C8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6C5CF10F-CDFB-4FEE-819F-EA6CDD5E955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7D3DA07B-01A3-4BB3-A337-083F6ACC3788}"/>
              </a:ext>
            </a:extLst>
          </p:cNvPr>
          <p:cNvSpPr>
            <a:spLocks noGrp="1"/>
          </p:cNvSpPr>
          <p:nvPr>
            <p:ph type="dt" sz="half" idx="10"/>
          </p:nvPr>
        </p:nvSpPr>
        <p:spPr/>
        <p:txBody>
          <a:bodyPr/>
          <a:lstStyle/>
          <a:p>
            <a:fld id="{3AB304D8-9B74-4D94-B90E-8D5147A6E319}" type="datetimeFigureOut">
              <a:rPr lang="es-NI" smtClean="0"/>
              <a:t>20/9/2021</a:t>
            </a:fld>
            <a:endParaRPr lang="es-NI"/>
          </a:p>
        </p:txBody>
      </p:sp>
      <p:sp>
        <p:nvSpPr>
          <p:cNvPr id="5" name="Marcador de pie de página 4">
            <a:extLst>
              <a:ext uri="{FF2B5EF4-FFF2-40B4-BE49-F238E27FC236}">
                <a16:creationId xmlns:a16="http://schemas.microsoft.com/office/drawing/2014/main" id="{6CA9D9D6-9A6D-404A-B338-7C6F25026FDC}"/>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265C80B0-3101-4EB1-8CE9-2D6431845D5E}"/>
              </a:ext>
            </a:extLst>
          </p:cNvPr>
          <p:cNvSpPr>
            <a:spLocks noGrp="1"/>
          </p:cNvSpPr>
          <p:nvPr>
            <p:ph type="sldNum" sz="quarter" idx="12"/>
          </p:nvPr>
        </p:nvSpPr>
        <p:spPr/>
        <p:txBody>
          <a:bodyPr/>
          <a:lstStyle/>
          <a:p>
            <a:fld id="{C002486C-B2D3-45B3-86E1-9E24E06893C8}" type="slidenum">
              <a:rPr lang="es-NI" smtClean="0"/>
              <a:t>‹Nº›</a:t>
            </a:fld>
            <a:endParaRPr lang="es-NI"/>
          </a:p>
        </p:txBody>
      </p:sp>
    </p:spTree>
    <p:extLst>
      <p:ext uri="{BB962C8B-B14F-4D97-AF65-F5344CB8AC3E}">
        <p14:creationId xmlns:p14="http://schemas.microsoft.com/office/powerpoint/2010/main" val="589555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33D8D7F-9C1E-4623-859D-A15671F228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FEB2AAF1-BEFF-4176-99E5-E5868B283E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171CD466-1E12-4A33-87D2-3A13A80C75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B304D8-9B74-4D94-B90E-8D5147A6E319}" type="datetimeFigureOut">
              <a:rPr lang="es-NI" smtClean="0"/>
              <a:t>20/9/2021</a:t>
            </a:fld>
            <a:endParaRPr lang="es-NI"/>
          </a:p>
        </p:txBody>
      </p:sp>
      <p:sp>
        <p:nvSpPr>
          <p:cNvPr id="5" name="Marcador de pie de página 4">
            <a:extLst>
              <a:ext uri="{FF2B5EF4-FFF2-40B4-BE49-F238E27FC236}">
                <a16:creationId xmlns:a16="http://schemas.microsoft.com/office/drawing/2014/main" id="{AE463377-041B-44EC-8F62-909F272379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DB21EAD6-D9ED-4B96-8AC6-A68F1EC310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02486C-B2D3-45B3-86E1-9E24E06893C8}" type="slidenum">
              <a:rPr lang="es-NI" smtClean="0"/>
              <a:t>‹Nº›</a:t>
            </a:fld>
            <a:endParaRPr lang="es-NI"/>
          </a:p>
        </p:txBody>
      </p:sp>
    </p:spTree>
    <p:extLst>
      <p:ext uri="{BB962C8B-B14F-4D97-AF65-F5344CB8AC3E}">
        <p14:creationId xmlns:p14="http://schemas.microsoft.com/office/powerpoint/2010/main" val="423020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emf"/><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customXml" Target="../ink/ink4.xml"/></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customXml" Target="../ink/ink7.xml"/></Relationships>
</file>

<file path=ppt/slides/_rels/slide9.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2.png"/><Relationship Id="rId7" Type="http://schemas.openxmlformats.org/officeDocument/2006/relationships/customXml" Target="../ink/ink8.xml"/><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7.emf"/><Relationship Id="rId4" Type="http://schemas.openxmlformats.org/officeDocument/2006/relationships/image" Target="../media/image13.png"/><Relationship Id="rId9" Type="http://schemas.openxmlformats.org/officeDocument/2006/relationships/customXml" Target="../ink/ink9.xml"/></Relationships>
</file>

<file path=ppt/slides/_rels/slide10.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customXml" Target="../ink/ink10.xml"/><Relationship Id="rId7"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emf"/><Relationship Id="rId9" Type="http://schemas.openxmlformats.org/officeDocument/2006/relationships/image" Target="../media/image22.emf"/></Relationships>
</file>

<file path=ppt/slides/_rels/slide1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customXml" Target="../ink/ink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324F6B6-7498-4894-ACEA-788F56A3C769}"/>
              </a:ext>
            </a:extLst>
          </p:cNvPr>
          <p:cNvSpPr txBox="1"/>
          <p:nvPr/>
        </p:nvSpPr>
        <p:spPr>
          <a:xfrm>
            <a:off x="811161" y="923330"/>
            <a:ext cx="10825316" cy="5016758"/>
          </a:xfrm>
          <a:prstGeom prst="rect">
            <a:avLst/>
          </a:prstGeom>
          <a:noFill/>
        </p:spPr>
        <p:txBody>
          <a:bodyPr wrap="square">
            <a:spAutoFit/>
          </a:bodyPr>
          <a:lstStyle/>
          <a:p>
            <a:pPr algn="just"/>
            <a:r>
              <a:rPr lang="es-ES" sz="2000" b="0" i="0" dirty="0">
                <a:solidFill>
                  <a:srgbClr val="151515"/>
                </a:solidFill>
                <a:effectLst/>
                <a:latin typeface="Verdana" panose="020B0604030504040204" pitchFamily="34" charset="0"/>
                <a:ea typeface="Verdana" panose="020B0604030504040204" pitchFamily="34" charset="0"/>
              </a:rPr>
              <a:t>Una prueba de hipótesis es una regla que especifica cuando se puede aceptar o rechazar una afirmación sobre una población dependiendo de la evidencia proporcionada por una muestra de datos.</a:t>
            </a:r>
          </a:p>
          <a:p>
            <a:pPr algn="just"/>
            <a:endParaRPr lang="es-ES" sz="2000" b="0" i="0" dirty="0">
              <a:solidFill>
                <a:srgbClr val="151515"/>
              </a:solidFill>
              <a:effectLst/>
              <a:latin typeface="Verdana" panose="020B0604030504040204" pitchFamily="34" charset="0"/>
              <a:ea typeface="Verdana" panose="020B0604030504040204" pitchFamily="34" charset="0"/>
            </a:endParaRPr>
          </a:p>
          <a:p>
            <a:pPr algn="just"/>
            <a:r>
              <a:rPr lang="es-ES" sz="2000" b="0" i="0" dirty="0">
                <a:solidFill>
                  <a:srgbClr val="151515"/>
                </a:solidFill>
                <a:effectLst/>
                <a:latin typeface="Verdana" panose="020B0604030504040204" pitchFamily="34" charset="0"/>
                <a:ea typeface="Verdana" panose="020B0604030504040204" pitchFamily="34" charset="0"/>
              </a:rPr>
              <a:t>Una prueba de hipótesis examina dos hipótesis opuestas sobre una población: la hipótesis nula y la hipótesis alternativa. La hipótesis nula es la afirmación que se está comprobando. Normalmente la hipótesis nula es una afirmación de "sin efecto" o "sin diferencia". La hipótesis alternativa es la afirmación que se desea ser capaz de concluir que es verdadera basándose en la evidencia proporcionada por los datos de la muestra.</a:t>
            </a:r>
            <a:br>
              <a:rPr lang="es-ES" sz="2000" b="0" i="0" dirty="0">
                <a:solidFill>
                  <a:srgbClr val="151515"/>
                </a:solidFill>
                <a:effectLst/>
                <a:latin typeface="Verdana" panose="020B0604030504040204" pitchFamily="34" charset="0"/>
                <a:ea typeface="Verdana" panose="020B0604030504040204" pitchFamily="34" charset="0"/>
              </a:rPr>
            </a:br>
            <a:br>
              <a:rPr lang="es-ES" sz="2000" b="0" i="0" dirty="0">
                <a:solidFill>
                  <a:srgbClr val="151515"/>
                </a:solidFill>
                <a:effectLst/>
                <a:latin typeface="Verdana" panose="020B0604030504040204" pitchFamily="34" charset="0"/>
                <a:ea typeface="Verdana" panose="020B0604030504040204" pitchFamily="34" charset="0"/>
              </a:rPr>
            </a:br>
            <a:r>
              <a:rPr lang="es-ES" sz="2000" b="0" i="0" dirty="0">
                <a:solidFill>
                  <a:srgbClr val="151515"/>
                </a:solidFill>
                <a:effectLst/>
                <a:latin typeface="Verdana" panose="020B0604030504040204" pitchFamily="34" charset="0"/>
                <a:ea typeface="Verdana" panose="020B0604030504040204" pitchFamily="34" charset="0"/>
              </a:rPr>
              <a:t>Basándose en los datos de la muestra, la prueba determina cuando rechazar la hipótesis nula. Se utiliza un p-valor, para realizar esa determinación. Si el p-valor es menos que el nivel de significación (conocido como α o alfa), entonces se puede rechazar la hipótesis nula.</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p:sp>
        <p:nvSpPr>
          <p:cNvPr id="6" name="Rectángulo 5">
            <a:extLst>
              <a:ext uri="{FF2B5EF4-FFF2-40B4-BE49-F238E27FC236}">
                <a16:creationId xmlns:a16="http://schemas.microsoft.com/office/drawing/2014/main" id="{3EB1F65D-922D-482D-BD94-4ABFA4334EB9}"/>
              </a:ext>
            </a:extLst>
          </p:cNvPr>
          <p:cNvSpPr/>
          <p:nvPr/>
        </p:nvSpPr>
        <p:spPr>
          <a:xfrm>
            <a:off x="3612912"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676134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324F6B6-7498-4894-ACEA-788F56A3C769}"/>
              </a:ext>
            </a:extLst>
          </p:cNvPr>
          <p:cNvSpPr txBox="1"/>
          <p:nvPr/>
        </p:nvSpPr>
        <p:spPr>
          <a:xfrm>
            <a:off x="811161" y="923330"/>
            <a:ext cx="10825316" cy="5940088"/>
          </a:xfrm>
          <a:prstGeom prst="rect">
            <a:avLst/>
          </a:prstGeom>
          <a:noFill/>
        </p:spPr>
        <p:txBody>
          <a:bodyPr wrap="square">
            <a:spAutoFit/>
          </a:bodyPr>
          <a:lstStyle/>
          <a:p>
            <a:pPr algn="just"/>
            <a:r>
              <a:rPr lang="es-ES" sz="2000" b="0" i="0" dirty="0">
                <a:solidFill>
                  <a:srgbClr val="151515"/>
                </a:solidFill>
                <a:effectLst/>
                <a:latin typeface="Verdana" panose="020B0604030504040204" pitchFamily="34" charset="0"/>
                <a:ea typeface="Verdana" panose="020B0604030504040204" pitchFamily="34" charset="0"/>
              </a:rPr>
              <a:t>Un error común suele ser que las pruebas de hipótesis estadísticas están diseñadas para seleccionar la más probable de dos hipótesis. Sin embargo, al diseño una prueba de hipótesis, se configura la hipótesis nula como la que se quiere rechazar. Dado que se fija que el nivel de significación sea pequeño antes del análisis (normalmente, un valor de 0.05 funciona correctamente), Cuando se rechaza la hipótesis nula, se tiene una prueba estadística de que la alternativa es cierta. Por el contrario, si no se rechaza la hipótesis nula, no se tiene prueba estadística de que la hipótesis nula sea cierta. Esto es debido a que no se ha fijado la probabilidad de que se acepte falsamente que la hipótesis nula sea pequeña.</a:t>
            </a:r>
          </a:p>
          <a:p>
            <a:pPr algn="just"/>
            <a:endParaRPr lang="es-ES" sz="2000" b="0" i="0" dirty="0">
              <a:solidFill>
                <a:srgbClr val="151515"/>
              </a:solidFill>
              <a:effectLst/>
              <a:latin typeface="Verdana" panose="020B0604030504040204" pitchFamily="34" charset="0"/>
              <a:ea typeface="Verdana" panose="020B0604030504040204" pitchFamily="34" charset="0"/>
            </a:endParaRPr>
          </a:p>
          <a:p>
            <a:pPr algn="just"/>
            <a:r>
              <a:rPr lang="es-ES" sz="2000" b="0" i="0" dirty="0">
                <a:solidFill>
                  <a:srgbClr val="151515"/>
                </a:solidFill>
                <a:effectLst/>
                <a:latin typeface="Verdana" panose="020B0604030504040204" pitchFamily="34" charset="0"/>
                <a:ea typeface="Verdana" panose="020B0604030504040204" pitchFamily="34" charset="0"/>
              </a:rPr>
              <a:t>Ejemplos de algunas preguntas que se pueden responder con una prueba de hipótesis:</a:t>
            </a:r>
          </a:p>
          <a:p>
            <a:pPr algn="just"/>
            <a:endParaRPr lang="es-ES" sz="2000" b="0" i="0" dirty="0">
              <a:solidFill>
                <a:srgbClr val="151515"/>
              </a:solidFill>
              <a:effectLst/>
              <a:latin typeface="Verdana" panose="020B0604030504040204" pitchFamily="34" charset="0"/>
              <a:ea typeface="Verdana" panose="020B0604030504040204" pitchFamily="34" charset="0"/>
            </a:endParaRP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¿La altura media de las mujeres en secundaria difiere de 168 cm?</a:t>
            </a: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¿La desviación </a:t>
            </a:r>
            <a:r>
              <a:rPr lang="es-ES" sz="2000" b="0" i="0" dirty="0" err="1">
                <a:solidFill>
                  <a:srgbClr val="151515"/>
                </a:solidFill>
                <a:effectLst/>
                <a:latin typeface="Verdana" panose="020B0604030504040204" pitchFamily="34" charset="0"/>
                <a:ea typeface="Verdana" panose="020B0604030504040204" pitchFamily="34" charset="0"/>
              </a:rPr>
              <a:t>estandar</a:t>
            </a:r>
            <a:r>
              <a:rPr lang="es-ES" sz="2000" b="0" i="0" dirty="0">
                <a:solidFill>
                  <a:srgbClr val="151515"/>
                </a:solidFill>
                <a:effectLst/>
                <a:latin typeface="Verdana" panose="020B0604030504040204" pitchFamily="34" charset="0"/>
                <a:ea typeface="Verdana" panose="020B0604030504040204" pitchFamily="34" charset="0"/>
              </a:rPr>
              <a:t> de sus alturas es igual o menor que 13 cm?</a:t>
            </a: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¿Los estudiantes masculinos y femeninos difieren en su altura promedio?</a:t>
            </a: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¿Es la proporción de estudiantes masculinos de secundaria significativamente más alta que la proporción de estudiantes femeninas de secundaria?</a:t>
            </a:r>
          </a:p>
        </p:txBody>
      </p:sp>
      <p:sp>
        <p:nvSpPr>
          <p:cNvPr id="6" name="Rectángulo 5">
            <a:extLst>
              <a:ext uri="{FF2B5EF4-FFF2-40B4-BE49-F238E27FC236}">
                <a16:creationId xmlns:a16="http://schemas.microsoft.com/office/drawing/2014/main" id="{3EB1F65D-922D-482D-BD94-4ABFA4334EB9}"/>
              </a:ext>
            </a:extLst>
          </p:cNvPr>
          <p:cNvSpPr/>
          <p:nvPr/>
        </p:nvSpPr>
        <p:spPr>
          <a:xfrm>
            <a:off x="3612912"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06372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3612915"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 name="Rectángulo 1">
            <a:extLst>
              <a:ext uri="{FF2B5EF4-FFF2-40B4-BE49-F238E27FC236}">
                <a16:creationId xmlns:a16="http://schemas.microsoft.com/office/drawing/2014/main" id="{97D9E2DE-B41A-4104-A917-66EA82A72473}"/>
              </a:ext>
            </a:extLst>
          </p:cNvPr>
          <p:cNvSpPr/>
          <p:nvPr/>
        </p:nvSpPr>
        <p:spPr>
          <a:xfrm>
            <a:off x="411480" y="1184255"/>
            <a:ext cx="11399520" cy="4832092"/>
          </a:xfrm>
          <a:prstGeom prst="rect">
            <a:avLst/>
          </a:prstGeom>
          <a:noFill/>
        </p:spPr>
        <p:txBody>
          <a:bodyPr wrap="square" lIns="91440" tIns="45720" rIns="91440" bIns="45720">
            <a:spAutoFit/>
          </a:bodyPr>
          <a:lstStyle/>
          <a:p>
            <a:pPr marL="914400" indent="-914400" algn="just">
              <a:buAutoNum type="arabicPeriod"/>
            </a:pPr>
            <a:r>
              <a:rPr lang="es-ES" sz="4400" dirty="0">
                <a:ln w="0"/>
                <a:effectLst>
                  <a:outerShdw blurRad="38100" dist="19050" dir="2700000" algn="tl" rotWithShape="0">
                    <a:schemeClr val="dk1">
                      <a:alpha val="40000"/>
                    </a:schemeClr>
                  </a:outerShdw>
                </a:effectLst>
              </a:rPr>
              <a:t>Proponer las hipótesis “H</a:t>
            </a:r>
            <a:r>
              <a:rPr lang="es-ES" sz="4400" baseline="-25000" dirty="0">
                <a:ln w="0"/>
                <a:effectLst>
                  <a:outerShdw blurRad="38100" dist="19050" dir="2700000" algn="tl" rotWithShape="0">
                    <a:schemeClr val="dk1">
                      <a:alpha val="40000"/>
                    </a:schemeClr>
                  </a:outerShdw>
                </a:effectLst>
              </a:rPr>
              <a:t>0</a:t>
            </a:r>
            <a:r>
              <a:rPr lang="es-ES" sz="4400" dirty="0">
                <a:ln w="0"/>
                <a:effectLst>
                  <a:outerShdw blurRad="38100" dist="19050" dir="2700000" algn="tl" rotWithShape="0">
                    <a:schemeClr val="dk1">
                      <a:alpha val="40000"/>
                    </a:schemeClr>
                  </a:outerShdw>
                </a:effectLst>
              </a:rPr>
              <a:t>” y “H</a:t>
            </a:r>
            <a:r>
              <a:rPr lang="es-ES" sz="4400" baseline="-25000" dirty="0">
                <a:ln w="0"/>
                <a:effectLst>
                  <a:outerShdw blurRad="38100" dist="19050" dir="2700000" algn="tl" rotWithShape="0">
                    <a:schemeClr val="dk1">
                      <a:alpha val="40000"/>
                    </a:schemeClr>
                  </a:outerShdw>
                </a:effectLst>
              </a:rPr>
              <a:t>1</a:t>
            </a:r>
            <a:r>
              <a:rPr lang="es-ES" sz="4400" dirty="0">
                <a:ln w="0"/>
                <a:effectLst>
                  <a:outerShdw blurRad="38100" dist="19050" dir="2700000" algn="tl" rotWithShape="0">
                    <a:schemeClr val="dk1">
                      <a:alpha val="40000"/>
                    </a:schemeClr>
                  </a:outerShdw>
                </a:effectLst>
              </a:rPr>
              <a:t>”</a:t>
            </a:r>
          </a:p>
          <a:p>
            <a:pPr marL="914400" indent="-914400" algn="just">
              <a:buAutoNum type="arabicPeriod"/>
            </a:pPr>
            <a:r>
              <a:rPr lang="es-ES" sz="4400" b="0" cap="none" spc="0" dirty="0">
                <a:ln w="0"/>
                <a:solidFill>
                  <a:schemeClr val="tx1"/>
                </a:solidFill>
                <a:effectLst>
                  <a:outerShdw blurRad="38100" dist="19050" dir="2700000" algn="tl" rotWithShape="0">
                    <a:schemeClr val="dk1">
                      <a:alpha val="40000"/>
                    </a:schemeClr>
                  </a:outerShdw>
                </a:effectLst>
              </a:rPr>
              <a:t>Especificar la significación</a:t>
            </a:r>
          </a:p>
          <a:p>
            <a:pPr marL="914400" indent="-914400" algn="just">
              <a:buAutoNum type="arabicPeriod"/>
            </a:pPr>
            <a:r>
              <a:rPr lang="es-ES" sz="4400" dirty="0">
                <a:ln w="0"/>
                <a:effectLst>
                  <a:outerShdw blurRad="38100" dist="19050" dir="2700000" algn="tl" rotWithShape="0">
                    <a:schemeClr val="dk1">
                      <a:alpha val="40000"/>
                    </a:schemeClr>
                  </a:outerShdw>
                </a:effectLst>
              </a:rPr>
              <a:t>Calcular los valores críticos de prueba, definiendo la zona de aceptación y la zona de rechazo de “H</a:t>
            </a:r>
            <a:r>
              <a:rPr lang="es-ES" sz="4400" baseline="-25000" dirty="0">
                <a:ln w="0"/>
                <a:effectLst>
                  <a:outerShdw blurRad="38100" dist="19050" dir="2700000" algn="tl" rotWithShape="0">
                    <a:schemeClr val="dk1">
                      <a:alpha val="40000"/>
                    </a:schemeClr>
                  </a:outerShdw>
                </a:effectLst>
              </a:rPr>
              <a:t>0</a:t>
            </a:r>
            <a:r>
              <a:rPr lang="es-ES" sz="4400" dirty="0">
                <a:ln w="0"/>
                <a:effectLst>
                  <a:outerShdw blurRad="38100" dist="19050" dir="2700000" algn="tl" rotWithShape="0">
                    <a:schemeClr val="dk1">
                      <a:alpha val="40000"/>
                    </a:schemeClr>
                  </a:outerShdw>
                </a:effectLst>
              </a:rPr>
              <a:t>”</a:t>
            </a:r>
          </a:p>
          <a:p>
            <a:pPr marL="914400" indent="-914400" algn="just">
              <a:buAutoNum type="arabicPeriod"/>
            </a:pPr>
            <a:r>
              <a:rPr lang="es-ES" sz="4400" dirty="0">
                <a:ln w="0"/>
                <a:effectLst>
                  <a:outerShdw blurRad="38100" dist="19050" dir="2700000" algn="tl" rotWithShape="0">
                    <a:schemeClr val="dk1">
                      <a:alpha val="40000"/>
                    </a:schemeClr>
                  </a:outerShdw>
                </a:effectLst>
              </a:rPr>
              <a:t>Decisiones y Conclusiones</a:t>
            </a:r>
          </a:p>
          <a:p>
            <a:pPr marL="914400" indent="-914400" algn="just">
              <a:buAutoNum type="arabicPeriod"/>
            </a:pPr>
            <a:endParaRPr lang="es-ES" sz="4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21035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3612915"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 name="Rectángulo 1">
            <a:extLst>
              <a:ext uri="{FF2B5EF4-FFF2-40B4-BE49-F238E27FC236}">
                <a16:creationId xmlns:a16="http://schemas.microsoft.com/office/drawing/2014/main" id="{97D9E2DE-B41A-4104-A917-66EA82A72473}"/>
              </a:ext>
            </a:extLst>
          </p:cNvPr>
          <p:cNvSpPr/>
          <p:nvPr/>
        </p:nvSpPr>
        <p:spPr>
          <a:xfrm>
            <a:off x="411480" y="1184255"/>
            <a:ext cx="11399520" cy="2308324"/>
          </a:xfrm>
          <a:prstGeom prst="rect">
            <a:avLst/>
          </a:prstGeom>
          <a:noFill/>
        </p:spPr>
        <p:txBody>
          <a:bodyPr wrap="square" lIns="91440" tIns="45720" rIns="91440" bIns="45720">
            <a:spAutoFit/>
          </a:bodyPr>
          <a:lstStyle/>
          <a:p>
            <a:pPr algn="just"/>
            <a:r>
              <a:rPr lang="es-ES" sz="3600" dirty="0">
                <a:ln w="0"/>
                <a:effectLst>
                  <a:outerShdw blurRad="38100" dist="19050" dir="2700000" algn="tl" rotWithShape="0">
                    <a:schemeClr val="dk1">
                      <a:alpha val="40000"/>
                    </a:schemeClr>
                  </a:outerShdw>
                </a:effectLst>
              </a:rPr>
              <a:t>Para encontrar el valor crítico (</a:t>
            </a:r>
            <a:r>
              <a:rPr lang="es-ES" sz="3600" dirty="0" err="1">
                <a:ln w="0"/>
                <a:effectLst>
                  <a:outerShdw blurRad="38100" dist="19050" dir="2700000" algn="tl" rotWithShape="0">
                    <a:schemeClr val="dk1">
                      <a:alpha val="40000"/>
                    </a:schemeClr>
                  </a:outerShdw>
                </a:effectLst>
              </a:rPr>
              <a:t>Vc</a:t>
            </a:r>
            <a:r>
              <a:rPr lang="es-ES" sz="3600" dirty="0">
                <a:ln w="0"/>
                <a:effectLst>
                  <a:outerShdw blurRad="38100" dist="19050" dir="2700000" algn="tl" rotWithShape="0">
                    <a:schemeClr val="dk1">
                      <a:alpha val="40000"/>
                    </a:schemeClr>
                  </a:outerShdw>
                </a:effectLst>
              </a:rPr>
              <a:t>), si n&gt;=30 trabajo con un valor z crítico, pero si n &lt; 30 trabajo con un valor t crítico y el valor de prueba de calcula con la formula adecuada a cada caso </a:t>
            </a:r>
            <a:endParaRPr lang="es-ES" sz="3600" b="0" cap="none" spc="0" dirty="0">
              <a:ln w="0"/>
              <a:solidFill>
                <a:schemeClr val="tx1"/>
              </a:solidFill>
              <a:effectLst>
                <a:outerShdw blurRad="38100" dist="19050" dir="2700000" algn="tl" rotWithShape="0">
                  <a:schemeClr val="dk1">
                    <a:alpha val="40000"/>
                  </a:schemeClr>
                </a:outerShdw>
              </a:effectLst>
            </a:endParaRPr>
          </a:p>
        </p:txBody>
      </p:sp>
      <p:pic>
        <p:nvPicPr>
          <p:cNvPr id="4" name="Imagen 3">
            <a:extLst>
              <a:ext uri="{FF2B5EF4-FFF2-40B4-BE49-F238E27FC236}">
                <a16:creationId xmlns:a16="http://schemas.microsoft.com/office/drawing/2014/main" id="{806603AD-294B-42EB-AE5B-33CD29461366}"/>
              </a:ext>
            </a:extLst>
          </p:cNvPr>
          <p:cNvPicPr>
            <a:picLocks noChangeAspect="1"/>
          </p:cNvPicPr>
          <p:nvPr/>
        </p:nvPicPr>
        <p:blipFill rotWithShape="1">
          <a:blip r:embed="rId2"/>
          <a:srcRect b="4577"/>
          <a:stretch/>
        </p:blipFill>
        <p:spPr>
          <a:xfrm>
            <a:off x="3252172" y="3647768"/>
            <a:ext cx="6241289" cy="276778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Entrada de lápiz 4">
                <a:extLst>
                  <a:ext uri="{FF2B5EF4-FFF2-40B4-BE49-F238E27FC236}">
                    <a16:creationId xmlns:a16="http://schemas.microsoft.com/office/drawing/2014/main" id="{590FBC00-F515-4AE0-BB85-A0090482D282}"/>
                  </a:ext>
                </a:extLst>
              </p14:cNvPr>
              <p14:cNvContentPartPr/>
              <p14:nvPr/>
            </p14:nvContentPartPr>
            <p14:xfrm>
              <a:off x="375120" y="1152000"/>
              <a:ext cx="8510400" cy="1205640"/>
            </p14:xfrm>
          </p:contentPart>
        </mc:Choice>
        <mc:Fallback xmlns="">
          <p:pic>
            <p:nvPicPr>
              <p:cNvPr id="5" name="Entrada de lápiz 4">
                <a:extLst>
                  <a:ext uri="{FF2B5EF4-FFF2-40B4-BE49-F238E27FC236}">
                    <a16:creationId xmlns:a16="http://schemas.microsoft.com/office/drawing/2014/main" id="{590FBC00-F515-4AE0-BB85-A0090482D282}"/>
                  </a:ext>
                </a:extLst>
              </p:cNvPr>
              <p:cNvPicPr/>
              <p:nvPr/>
            </p:nvPicPr>
            <p:blipFill>
              <a:blip r:embed="rId4"/>
              <a:stretch>
                <a:fillRect/>
              </a:stretch>
            </p:blipFill>
            <p:spPr>
              <a:xfrm>
                <a:off x="365760" y="1142640"/>
                <a:ext cx="8529120" cy="1224360"/>
              </a:xfrm>
              <a:prstGeom prst="rect">
                <a:avLst/>
              </a:prstGeom>
            </p:spPr>
          </p:pic>
        </mc:Fallback>
      </mc:AlternateContent>
    </p:spTree>
    <p:extLst>
      <p:ext uri="{BB962C8B-B14F-4D97-AF65-F5344CB8AC3E}">
        <p14:creationId xmlns:p14="http://schemas.microsoft.com/office/powerpoint/2010/main" val="339012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2193459"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1</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2F07821B-4F53-43B9-A884-F609F6F779A9}"/>
                  </a:ext>
                </a:extLst>
              </p:cNvPr>
              <p:cNvSpPr txBox="1"/>
              <p:nvPr/>
            </p:nvSpPr>
            <p:spPr>
              <a:xfrm>
                <a:off x="811161" y="923330"/>
                <a:ext cx="10825316" cy="4708981"/>
              </a:xfrm>
              <a:prstGeom prst="rect">
                <a:avLst/>
              </a:prstGeom>
              <a:noFill/>
            </p:spPr>
            <p:txBody>
              <a:bodyPr wrap="square">
                <a:spAutoFit/>
              </a:bodyPr>
              <a:lstStyle/>
              <a:p>
                <a:pPr algn="just"/>
                <a:r>
                  <a:rPr lang="es-ES" sz="2000" b="0" i="0" dirty="0">
                    <a:solidFill>
                      <a:srgbClr val="151515"/>
                    </a:solidFill>
                    <a:effectLst/>
                    <a:latin typeface="Verdana" panose="020B0604030504040204" pitchFamily="34" charset="0"/>
                    <a:ea typeface="Verdana" panose="020B0604030504040204" pitchFamily="34" charset="0"/>
                  </a:rPr>
                  <a:t>Teóricamente una máquina automática despachadora de refrescos vierte 223ml por unidad, una muestra aleatoria de 36 refrescos tiene un contenido promedio de 220ml con una desviación estándar de 15 ml. Prueba la hipótesis del promedio teórico igual a 225 ml en contraposición a la hipótesis alternativa que es menor a 225 en el nivel de significación del 5%</a:t>
                </a:r>
              </a:p>
              <a:p>
                <a:pPr algn="just"/>
                <a:endParaRPr lang="es-ES" sz="2000" dirty="0">
                  <a:solidFill>
                    <a:srgbClr val="151515"/>
                  </a:solidFill>
                  <a:latin typeface="Verdana" panose="020B0604030504040204" pitchFamily="34" charset="0"/>
                  <a:ea typeface="Verdana" panose="020B0604030504040204" pitchFamily="34" charset="0"/>
                </a:endParaRPr>
              </a:p>
              <a:p>
                <a:pPr algn="just"/>
                <a:r>
                  <a:rPr lang="es-ES" sz="2000" b="1" i="0" dirty="0">
                    <a:solidFill>
                      <a:srgbClr val="151515"/>
                    </a:solidFill>
                    <a:effectLst/>
                    <a:latin typeface="Verdana" panose="020B0604030504040204" pitchFamily="34" charset="0"/>
                    <a:ea typeface="Verdana" panose="020B0604030504040204" pitchFamily="34" charset="0"/>
                  </a:rPr>
                  <a:t>Solución</a:t>
                </a:r>
              </a:p>
              <a:p>
                <a:pPr algn="just"/>
                <a:endParaRPr lang="es-ES" sz="2000" dirty="0">
                  <a:solidFill>
                    <a:srgbClr val="151515"/>
                  </a:solidFill>
                  <a:latin typeface="Verdana" panose="020B0604030504040204" pitchFamily="34" charset="0"/>
                  <a:ea typeface="Verdana" panose="020B0604030504040204" pitchFamily="34" charset="0"/>
                </a:endParaRPr>
              </a:p>
              <a:p>
                <a:pPr algn="just"/>
                <a:r>
                  <a:rPr lang="es-ES" sz="2000" b="1" i="0" dirty="0">
                    <a:solidFill>
                      <a:srgbClr val="151515"/>
                    </a:solidFill>
                    <a:effectLst/>
                    <a:latin typeface="Verdana" panose="020B0604030504040204" pitchFamily="34" charset="0"/>
                    <a:ea typeface="Verdana" panose="020B0604030504040204" pitchFamily="34" charset="0"/>
                  </a:rPr>
                  <a:t>Paso 1: Proponer las hipótesis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 y “H</a:t>
                </a:r>
                <a:r>
                  <a:rPr lang="es-ES" sz="2000" b="1" i="0" baseline="-25000" dirty="0">
                    <a:solidFill>
                      <a:srgbClr val="151515"/>
                    </a:solidFill>
                    <a:effectLst/>
                    <a:latin typeface="Verdana" panose="020B0604030504040204" pitchFamily="34" charset="0"/>
                    <a:ea typeface="Verdana" panose="020B0604030504040204" pitchFamily="34" charset="0"/>
                  </a:rPr>
                  <a:t>1</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i="0" dirty="0">
                  <a:solidFill>
                    <a:srgbClr val="151515"/>
                  </a:solidFill>
                  <a:effectLst/>
                  <a:latin typeface="Verdana" panose="020B0604030504040204" pitchFamily="34" charset="0"/>
                  <a:ea typeface="Verdana" panose="020B0604030504040204" pitchFamily="34" charset="0"/>
                </a:endParaRPr>
              </a:p>
              <a:p>
                <a:pPr marL="900113" algn="just"/>
                <a:r>
                  <a:rPr lang="es-ES" sz="2000" b="1" i="0" dirty="0">
                    <a:solidFill>
                      <a:srgbClr val="151515"/>
                    </a:solidFill>
                    <a:effectLst/>
                    <a:latin typeface="Verdana" panose="020B0604030504040204" pitchFamily="34" charset="0"/>
                    <a:ea typeface="Verdana" panose="020B0604030504040204" pitchFamily="34" charset="0"/>
                  </a:rPr>
                  <a:t>H</a:t>
                </a:r>
                <a:r>
                  <a:rPr lang="es-ES" sz="2000" b="1" i="0" baseline="-25000" dirty="0">
                    <a:solidFill>
                      <a:srgbClr val="151515"/>
                    </a:solidFill>
                    <a:effectLst/>
                    <a:latin typeface="Verdana" panose="020B0604030504040204" pitchFamily="34" charset="0"/>
                    <a:ea typeface="Verdana" panose="020B0604030504040204" pitchFamily="34" charset="0"/>
                  </a:rPr>
                  <a:t>0 </a:t>
                </a:r>
                <a:r>
                  <a:rPr lang="es-ES" sz="2000" b="1" i="0" dirty="0">
                    <a:solidFill>
                      <a:srgbClr val="151515"/>
                    </a:solidFill>
                    <a:effectLst/>
                    <a:latin typeface="Verdana" panose="020B0604030504040204" pitchFamily="34" charset="0"/>
                    <a:ea typeface="Verdana" panose="020B0604030504040204" pitchFamily="34" charset="0"/>
                  </a:rPr>
                  <a:t>: </a:t>
                </a:r>
                <a14:m>
                  <m:oMath xmlns:m="http://schemas.openxmlformats.org/officeDocument/2006/math">
                    <m:r>
                      <a:rPr lang="es-ES" sz="2000" b="0" i="0" dirty="0" smtClean="0">
                        <a:solidFill>
                          <a:srgbClr val="151515"/>
                        </a:solidFill>
                        <a:effectLst/>
                        <a:latin typeface="Cambria Math" panose="02040503050406030204" pitchFamily="18" charset="0"/>
                      </a:rPr>
                      <m:t>𝜇</m:t>
                    </m:r>
                  </m:oMath>
                </a14:m>
                <a:r>
                  <a:rPr lang="es-ES" sz="2000" b="0" i="0" dirty="0">
                    <a:solidFill>
                      <a:srgbClr val="151515"/>
                    </a:solidFill>
                    <a:effectLst/>
                    <a:latin typeface="Verdana" panose="020B0604030504040204" pitchFamily="34" charset="0"/>
                    <a:ea typeface="Verdana" panose="020B0604030504040204" pitchFamily="34" charset="0"/>
                  </a:rPr>
                  <a:t> = 225 ml</a:t>
                </a:r>
              </a:p>
              <a:p>
                <a:pPr marL="900113" algn="just"/>
                <a:r>
                  <a:rPr lang="es-ES" sz="2000" b="1" i="0" dirty="0">
                    <a:solidFill>
                      <a:srgbClr val="151515"/>
                    </a:solidFill>
                    <a:effectLst/>
                    <a:latin typeface="Verdana" panose="020B0604030504040204" pitchFamily="34" charset="0"/>
                    <a:ea typeface="Verdana" panose="020B0604030504040204" pitchFamily="34" charset="0"/>
                  </a:rPr>
                  <a:t>H</a:t>
                </a:r>
                <a:r>
                  <a:rPr lang="es-ES" sz="2000" b="1" baseline="-25000" dirty="0">
                    <a:solidFill>
                      <a:srgbClr val="151515"/>
                    </a:solidFill>
                    <a:latin typeface="Verdana" panose="020B0604030504040204" pitchFamily="34" charset="0"/>
                    <a:ea typeface="Verdana" panose="020B0604030504040204" pitchFamily="34" charset="0"/>
                  </a:rPr>
                  <a:t>1</a:t>
                </a:r>
                <a:r>
                  <a:rPr lang="es-ES" sz="2000" b="1" i="0" baseline="-25000" dirty="0">
                    <a:solidFill>
                      <a:srgbClr val="151515"/>
                    </a:solidFill>
                    <a:effectLst/>
                    <a:latin typeface="Verdana" panose="020B0604030504040204" pitchFamily="34" charset="0"/>
                    <a:ea typeface="Verdana" panose="020B0604030504040204" pitchFamily="34" charset="0"/>
                  </a:rPr>
                  <a:t> </a:t>
                </a:r>
                <a:r>
                  <a:rPr lang="es-ES" sz="2000" b="1" i="0" dirty="0">
                    <a:solidFill>
                      <a:srgbClr val="151515"/>
                    </a:solidFill>
                    <a:effectLst/>
                    <a:latin typeface="Verdana" panose="020B0604030504040204" pitchFamily="34" charset="0"/>
                    <a:ea typeface="Verdana" panose="020B0604030504040204" pitchFamily="34" charset="0"/>
                  </a:rPr>
                  <a:t>: </a:t>
                </a:r>
                <a14:m>
                  <m:oMath xmlns:m="http://schemas.openxmlformats.org/officeDocument/2006/math">
                    <m:r>
                      <a:rPr lang="es-ES" sz="2000" b="0" i="0" dirty="0" smtClean="0">
                        <a:solidFill>
                          <a:srgbClr val="151515"/>
                        </a:solidFill>
                        <a:effectLst/>
                        <a:latin typeface="Cambria Math" panose="02040503050406030204" pitchFamily="18" charset="0"/>
                      </a:rPr>
                      <m:t>𝜇</m:t>
                    </m:r>
                  </m:oMath>
                </a14:m>
                <a:r>
                  <a:rPr lang="es-ES" sz="2000" b="0" i="0" dirty="0">
                    <a:solidFill>
                      <a:srgbClr val="151515"/>
                    </a:solidFill>
                    <a:effectLst/>
                    <a:latin typeface="Verdana" panose="020B0604030504040204" pitchFamily="34" charset="0"/>
                    <a:ea typeface="Verdana" panose="020B0604030504040204" pitchFamily="34" charset="0"/>
                  </a:rPr>
                  <a:t> &lt; 225 ml</a:t>
                </a:r>
              </a:p>
              <a:p>
                <a:pPr algn="just"/>
                <a:endParaRPr lang="es-ES" sz="2000" b="1" i="0" dirty="0">
                  <a:solidFill>
                    <a:srgbClr val="151515"/>
                  </a:solidFill>
                  <a:effectLst/>
                  <a:latin typeface="Verdana" panose="020B0604030504040204" pitchFamily="34" charset="0"/>
                  <a:ea typeface="Verdana" panose="020B0604030504040204" pitchFamily="34" charset="0"/>
                </a:endParaRPr>
              </a:p>
              <a:p>
                <a:pPr algn="just"/>
                <a:r>
                  <a:rPr lang="es-ES" sz="2000" b="1" i="0" dirty="0">
                    <a:solidFill>
                      <a:srgbClr val="151515"/>
                    </a:solidFill>
                    <a:effectLst/>
                    <a:latin typeface="Verdana" panose="020B0604030504040204" pitchFamily="34" charset="0"/>
                    <a:ea typeface="Verdana" panose="020B0604030504040204" pitchFamily="34" charset="0"/>
                  </a:rPr>
                  <a:t>Paso 2: Especificar la significación</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mc:Choice>
        <mc:Fallback xmlns="">
          <p:sp>
            <p:nvSpPr>
              <p:cNvPr id="4" name="CuadroTexto 3">
                <a:extLst>
                  <a:ext uri="{FF2B5EF4-FFF2-40B4-BE49-F238E27FC236}">
                    <a16:creationId xmlns:a16="http://schemas.microsoft.com/office/drawing/2014/main" id="{2F07821B-4F53-43B9-A884-F609F6F779A9}"/>
                  </a:ext>
                </a:extLst>
              </p:cNvPr>
              <p:cNvSpPr txBox="1">
                <a:spLocks noRot="1" noChangeAspect="1" noMove="1" noResize="1" noEditPoints="1" noAdjustHandles="1" noChangeArrowheads="1" noChangeShapeType="1" noTextEdit="1"/>
              </p:cNvSpPr>
              <p:nvPr/>
            </p:nvSpPr>
            <p:spPr>
              <a:xfrm>
                <a:off x="811161" y="923330"/>
                <a:ext cx="10825316" cy="4708981"/>
              </a:xfrm>
              <a:prstGeom prst="rect">
                <a:avLst/>
              </a:prstGeom>
              <a:blipFill>
                <a:blip r:embed="rId2"/>
                <a:stretch>
                  <a:fillRect l="-563" t="-647" r="-619"/>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8AFA13E8-2EFA-451E-BF09-F42A6F28E078}"/>
                  </a:ext>
                </a:extLst>
              </p:cNvPr>
              <p:cNvSpPr txBox="1"/>
              <p:nvPr/>
            </p:nvSpPr>
            <p:spPr>
              <a:xfrm>
                <a:off x="2597653" y="5493811"/>
                <a:ext cx="10350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NI" sz="2000" i="1" smtClean="0">
                          <a:latin typeface="Cambria Math" panose="02040503050406030204" pitchFamily="18" charset="0"/>
                        </a:rPr>
                        <m:t>𝛼</m:t>
                      </m:r>
                      <m:r>
                        <a:rPr lang="es-NI" sz="2000" i="0">
                          <a:latin typeface="Cambria Math" panose="02040503050406030204" pitchFamily="18" charset="0"/>
                        </a:rPr>
                        <m:t>=0.05</m:t>
                      </m:r>
                    </m:oMath>
                  </m:oMathPara>
                </a14:m>
                <a:endParaRPr lang="es-NI" sz="2000" dirty="0"/>
              </a:p>
            </p:txBody>
          </p:sp>
        </mc:Choice>
        <mc:Fallback xmlns="">
          <p:sp>
            <p:nvSpPr>
              <p:cNvPr id="3" name="CuadroTexto 2">
                <a:extLst>
                  <a:ext uri="{FF2B5EF4-FFF2-40B4-BE49-F238E27FC236}">
                    <a16:creationId xmlns:a16="http://schemas.microsoft.com/office/drawing/2014/main" id="{8AFA13E8-2EFA-451E-BF09-F42A6F28E078}"/>
                  </a:ext>
                </a:extLst>
              </p:cNvPr>
              <p:cNvSpPr txBox="1">
                <a:spLocks noRot="1" noChangeAspect="1" noMove="1" noResize="1" noEditPoints="1" noAdjustHandles="1" noChangeArrowheads="1" noChangeShapeType="1" noTextEdit="1"/>
              </p:cNvSpPr>
              <p:nvPr/>
            </p:nvSpPr>
            <p:spPr>
              <a:xfrm>
                <a:off x="2597653" y="5493811"/>
                <a:ext cx="1035092" cy="307777"/>
              </a:xfrm>
              <a:prstGeom prst="rect">
                <a:avLst/>
              </a:prstGeom>
              <a:blipFill>
                <a:blip r:embed="rId3"/>
                <a:stretch>
                  <a:fillRect l="-2353" r="-5294" b="-5882"/>
                </a:stretch>
              </a:blipFill>
            </p:spPr>
            <p:txBody>
              <a:bodyPr/>
              <a:lstStyle/>
              <a:p>
                <a:r>
                  <a:rPr lang="es-NI">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5" name="Entrada de lápiz 4">
                <a:extLst>
                  <a:ext uri="{FF2B5EF4-FFF2-40B4-BE49-F238E27FC236}">
                    <a16:creationId xmlns:a16="http://schemas.microsoft.com/office/drawing/2014/main" id="{FC4CEE78-1E84-4BC3-900C-DB55485063E7}"/>
                  </a:ext>
                </a:extLst>
              </p14:cNvPr>
              <p14:cNvContentPartPr/>
              <p14:nvPr/>
            </p14:nvContentPartPr>
            <p14:xfrm>
              <a:off x="848160" y="1009080"/>
              <a:ext cx="10457280" cy="5108040"/>
            </p14:xfrm>
          </p:contentPart>
        </mc:Choice>
        <mc:Fallback xmlns="">
          <p:pic>
            <p:nvPicPr>
              <p:cNvPr id="5" name="Entrada de lápiz 4">
                <a:extLst>
                  <a:ext uri="{FF2B5EF4-FFF2-40B4-BE49-F238E27FC236}">
                    <a16:creationId xmlns:a16="http://schemas.microsoft.com/office/drawing/2014/main" id="{FC4CEE78-1E84-4BC3-900C-DB55485063E7}"/>
                  </a:ext>
                </a:extLst>
              </p:cNvPr>
              <p:cNvPicPr/>
              <p:nvPr/>
            </p:nvPicPr>
            <p:blipFill>
              <a:blip r:embed="rId5"/>
              <a:stretch>
                <a:fillRect/>
              </a:stretch>
            </p:blipFill>
            <p:spPr>
              <a:xfrm>
                <a:off x="838800" y="999720"/>
                <a:ext cx="10476000" cy="5126760"/>
              </a:xfrm>
              <a:prstGeom prst="rect">
                <a:avLst/>
              </a:prstGeom>
            </p:spPr>
          </p:pic>
        </mc:Fallback>
      </mc:AlternateContent>
    </p:spTree>
    <p:extLst>
      <p:ext uri="{BB962C8B-B14F-4D97-AF65-F5344CB8AC3E}">
        <p14:creationId xmlns:p14="http://schemas.microsoft.com/office/powerpoint/2010/main" val="608336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2193459"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1</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4" name="CuadroTexto 3">
            <a:extLst>
              <a:ext uri="{FF2B5EF4-FFF2-40B4-BE49-F238E27FC236}">
                <a16:creationId xmlns:a16="http://schemas.microsoft.com/office/drawing/2014/main" id="{2F07821B-4F53-43B9-A884-F609F6F779A9}"/>
              </a:ext>
            </a:extLst>
          </p:cNvPr>
          <p:cNvSpPr txBox="1"/>
          <p:nvPr/>
        </p:nvSpPr>
        <p:spPr>
          <a:xfrm>
            <a:off x="339213" y="830997"/>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6932CC81-5227-48BB-B8B8-2CFA929B6003}"/>
                  </a:ext>
                </a:extLst>
              </p14:cNvPr>
              <p14:cNvContentPartPr/>
              <p14:nvPr/>
            </p14:nvContentPartPr>
            <p14:xfrm>
              <a:off x="53640" y="1794960"/>
              <a:ext cx="7295760" cy="2509560"/>
            </p14:xfrm>
          </p:contentPart>
        </mc:Choice>
        <mc:Fallback xmlns="">
          <p:pic>
            <p:nvPicPr>
              <p:cNvPr id="2" name="Entrada de lápiz 1">
                <a:extLst>
                  <a:ext uri="{FF2B5EF4-FFF2-40B4-BE49-F238E27FC236}">
                    <a16:creationId xmlns:a16="http://schemas.microsoft.com/office/drawing/2014/main" id="{6932CC81-5227-48BB-B8B8-2CFA929B6003}"/>
                  </a:ext>
                </a:extLst>
              </p:cNvPr>
              <p:cNvPicPr/>
              <p:nvPr/>
            </p:nvPicPr>
            <p:blipFill>
              <a:blip r:embed="rId3"/>
              <a:stretch>
                <a:fillRect/>
              </a:stretch>
            </p:blipFill>
            <p:spPr>
              <a:xfrm>
                <a:off x="44280" y="1785600"/>
                <a:ext cx="7314480" cy="2528280"/>
              </a:xfrm>
              <a:prstGeom prst="rect">
                <a:avLst/>
              </a:prstGeom>
            </p:spPr>
          </p:pic>
        </mc:Fallback>
      </mc:AlternateContent>
      <p:sp>
        <p:nvSpPr>
          <p:cNvPr id="7" name="CuadroTexto 6">
            <a:extLst>
              <a:ext uri="{FF2B5EF4-FFF2-40B4-BE49-F238E27FC236}">
                <a16:creationId xmlns:a16="http://schemas.microsoft.com/office/drawing/2014/main" id="{4F340350-0B53-4D86-BC56-6B0524A87720}"/>
              </a:ext>
            </a:extLst>
          </p:cNvPr>
          <p:cNvSpPr txBox="1"/>
          <p:nvPr/>
        </p:nvSpPr>
        <p:spPr>
          <a:xfrm>
            <a:off x="5066071" y="5011341"/>
            <a:ext cx="6098458" cy="1015663"/>
          </a:xfrm>
          <a:prstGeom prst="rect">
            <a:avLst/>
          </a:prstGeom>
          <a:noFill/>
        </p:spPr>
        <p:txBody>
          <a:bodyPr wrap="square">
            <a:spAutoFit/>
          </a:bodyPr>
          <a:lstStyle/>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Como n &gt;= 30 uso el valor z crítica, y trabajo con la tabla de valores z, por lo cual buscamos el valor de z en nuestra tabla z</a:t>
            </a:r>
          </a:p>
        </p:txBody>
      </p:sp>
      <mc:AlternateContent xmlns:mc="http://schemas.openxmlformats.org/markup-compatibility/2006" xmlns:p14="http://schemas.microsoft.com/office/powerpoint/2010/main">
        <mc:Choice Requires="p14">
          <p:contentPart p14:bwMode="auto" r:id="rId4">
            <p14:nvContentPartPr>
              <p14:cNvPr id="8" name="Entrada de lápiz 7">
                <a:extLst>
                  <a:ext uri="{FF2B5EF4-FFF2-40B4-BE49-F238E27FC236}">
                    <a16:creationId xmlns:a16="http://schemas.microsoft.com/office/drawing/2014/main" id="{3A2F106C-0597-4B2A-B579-D6A48EECDC77}"/>
                  </a:ext>
                </a:extLst>
              </p14:cNvPr>
              <p14:cNvContentPartPr/>
              <p14:nvPr/>
            </p14:nvContentPartPr>
            <p14:xfrm>
              <a:off x="464400" y="3544920"/>
              <a:ext cx="9412200" cy="2161440"/>
            </p14:xfrm>
          </p:contentPart>
        </mc:Choice>
        <mc:Fallback xmlns="">
          <p:pic>
            <p:nvPicPr>
              <p:cNvPr id="8" name="Entrada de lápiz 7">
                <a:extLst>
                  <a:ext uri="{FF2B5EF4-FFF2-40B4-BE49-F238E27FC236}">
                    <a16:creationId xmlns:a16="http://schemas.microsoft.com/office/drawing/2014/main" id="{3A2F106C-0597-4B2A-B579-D6A48EECDC77}"/>
                  </a:ext>
                </a:extLst>
              </p:cNvPr>
              <p:cNvPicPr/>
              <p:nvPr/>
            </p:nvPicPr>
            <p:blipFill>
              <a:blip r:embed="rId5"/>
              <a:stretch>
                <a:fillRect/>
              </a:stretch>
            </p:blipFill>
            <p:spPr>
              <a:xfrm>
                <a:off x="455040" y="3535560"/>
                <a:ext cx="9430920" cy="2180160"/>
              </a:xfrm>
              <a:prstGeom prst="rect">
                <a:avLst/>
              </a:prstGeom>
            </p:spPr>
          </p:pic>
        </mc:Fallback>
      </mc:AlternateContent>
    </p:spTree>
    <p:extLst>
      <p:ext uri="{BB962C8B-B14F-4D97-AF65-F5344CB8AC3E}">
        <p14:creationId xmlns:p14="http://schemas.microsoft.com/office/powerpoint/2010/main" val="886717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2193459"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1</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5" name="Imagen 4">
            <a:extLst>
              <a:ext uri="{FF2B5EF4-FFF2-40B4-BE49-F238E27FC236}">
                <a16:creationId xmlns:a16="http://schemas.microsoft.com/office/drawing/2014/main" id="{7BAE6675-D626-419C-A2A2-8689A69679B1}"/>
              </a:ext>
            </a:extLst>
          </p:cNvPr>
          <p:cNvPicPr>
            <a:picLocks noChangeAspect="1"/>
          </p:cNvPicPr>
          <p:nvPr/>
        </p:nvPicPr>
        <p:blipFill>
          <a:blip r:embed="rId2"/>
          <a:stretch>
            <a:fillRect/>
          </a:stretch>
        </p:blipFill>
        <p:spPr>
          <a:xfrm>
            <a:off x="619432" y="783093"/>
            <a:ext cx="11291883" cy="5455476"/>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Entrada de lápiz 8">
                <a:extLst>
                  <a:ext uri="{FF2B5EF4-FFF2-40B4-BE49-F238E27FC236}">
                    <a16:creationId xmlns:a16="http://schemas.microsoft.com/office/drawing/2014/main" id="{8C717B52-93EF-4001-A70B-EEA203E66BCB}"/>
                  </a:ext>
                </a:extLst>
              </p14:cNvPr>
              <p14:cNvContentPartPr/>
              <p14:nvPr/>
            </p14:nvContentPartPr>
            <p14:xfrm>
              <a:off x="0" y="785880"/>
              <a:ext cx="7974720" cy="5527800"/>
            </p14:xfrm>
          </p:contentPart>
        </mc:Choice>
        <mc:Fallback xmlns="">
          <p:pic>
            <p:nvPicPr>
              <p:cNvPr id="9" name="Entrada de lápiz 8">
                <a:extLst>
                  <a:ext uri="{FF2B5EF4-FFF2-40B4-BE49-F238E27FC236}">
                    <a16:creationId xmlns:a16="http://schemas.microsoft.com/office/drawing/2014/main" id="{8C717B52-93EF-4001-A70B-EEA203E66BCB}"/>
                  </a:ext>
                </a:extLst>
              </p:cNvPr>
              <p:cNvPicPr/>
              <p:nvPr/>
            </p:nvPicPr>
            <p:blipFill>
              <a:blip r:embed="rId4"/>
              <a:stretch>
                <a:fillRect/>
              </a:stretch>
            </p:blipFill>
            <p:spPr>
              <a:xfrm>
                <a:off x="-9360" y="776520"/>
                <a:ext cx="7993440" cy="5546520"/>
              </a:xfrm>
              <a:prstGeom prst="rect">
                <a:avLst/>
              </a:prstGeom>
            </p:spPr>
          </p:pic>
        </mc:Fallback>
      </mc:AlternateContent>
    </p:spTree>
    <p:extLst>
      <p:ext uri="{BB962C8B-B14F-4D97-AF65-F5344CB8AC3E}">
        <p14:creationId xmlns:p14="http://schemas.microsoft.com/office/powerpoint/2010/main" val="2256619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2193459"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1</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4" name="CuadroTexto 3">
            <a:extLst>
              <a:ext uri="{FF2B5EF4-FFF2-40B4-BE49-F238E27FC236}">
                <a16:creationId xmlns:a16="http://schemas.microsoft.com/office/drawing/2014/main" id="{2F07821B-4F53-43B9-A884-F609F6F779A9}"/>
              </a:ext>
            </a:extLst>
          </p:cNvPr>
          <p:cNvSpPr txBox="1"/>
          <p:nvPr/>
        </p:nvSpPr>
        <p:spPr>
          <a:xfrm>
            <a:off x="339213" y="830997"/>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6932CC81-5227-48BB-B8B8-2CFA929B6003}"/>
                  </a:ext>
                </a:extLst>
              </p14:cNvPr>
              <p14:cNvContentPartPr/>
              <p14:nvPr/>
            </p14:nvContentPartPr>
            <p14:xfrm>
              <a:off x="53640" y="1794960"/>
              <a:ext cx="7295760" cy="2509560"/>
            </p14:xfrm>
          </p:contentPart>
        </mc:Choice>
        <mc:Fallback xmlns="">
          <p:pic>
            <p:nvPicPr>
              <p:cNvPr id="2" name="Entrada de lápiz 1">
                <a:extLst>
                  <a:ext uri="{FF2B5EF4-FFF2-40B4-BE49-F238E27FC236}">
                    <a16:creationId xmlns:a16="http://schemas.microsoft.com/office/drawing/2014/main" id="{6932CC81-5227-48BB-B8B8-2CFA929B6003}"/>
                  </a:ext>
                </a:extLst>
              </p:cNvPr>
              <p:cNvPicPr/>
              <p:nvPr/>
            </p:nvPicPr>
            <p:blipFill>
              <a:blip r:embed="rId3"/>
              <a:stretch>
                <a:fillRect/>
              </a:stretch>
            </p:blipFill>
            <p:spPr>
              <a:xfrm>
                <a:off x="44280" y="1785600"/>
                <a:ext cx="7314480" cy="2528280"/>
              </a:xfrm>
              <a:prstGeom prst="rect">
                <a:avLst/>
              </a:prstGeom>
            </p:spPr>
          </p:pic>
        </mc:Fallback>
      </mc:AlternateContent>
      <p:sp>
        <p:nvSpPr>
          <p:cNvPr id="7" name="CuadroTexto 6">
            <a:extLst>
              <a:ext uri="{FF2B5EF4-FFF2-40B4-BE49-F238E27FC236}">
                <a16:creationId xmlns:a16="http://schemas.microsoft.com/office/drawing/2014/main" id="{4F340350-0B53-4D86-BC56-6B0524A87720}"/>
              </a:ext>
            </a:extLst>
          </p:cNvPr>
          <p:cNvSpPr txBox="1"/>
          <p:nvPr/>
        </p:nvSpPr>
        <p:spPr>
          <a:xfrm>
            <a:off x="5007078" y="4304520"/>
            <a:ext cx="6614652" cy="1015663"/>
          </a:xfrm>
          <a:prstGeom prst="rect">
            <a:avLst/>
          </a:prstGeom>
          <a:noFill/>
        </p:spPr>
        <p:txBody>
          <a:bodyPr wrap="square">
            <a:spAutoFit/>
          </a:bodyPr>
          <a:lstStyle/>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Como no encontramos el valor Z específico hacemos un promedio de los dos valores Z más cercanos quedándonos como resultado -1.645</a:t>
            </a:r>
          </a:p>
        </p:txBody>
      </p:sp>
      <mc:AlternateContent xmlns:mc="http://schemas.openxmlformats.org/markup-compatibility/2006" xmlns:p14="http://schemas.microsoft.com/office/powerpoint/2010/main">
        <mc:Choice Requires="p14">
          <p:contentPart p14:bwMode="auto" r:id="rId4">
            <p14:nvContentPartPr>
              <p14:cNvPr id="3" name="Entrada de lápiz 2">
                <a:extLst>
                  <a:ext uri="{FF2B5EF4-FFF2-40B4-BE49-F238E27FC236}">
                    <a16:creationId xmlns:a16="http://schemas.microsoft.com/office/drawing/2014/main" id="{BA5EB4B2-3A2A-4A14-8254-240D300E61B3}"/>
                  </a:ext>
                </a:extLst>
              </p14:cNvPr>
              <p14:cNvContentPartPr/>
              <p14:nvPr/>
            </p14:nvContentPartPr>
            <p14:xfrm>
              <a:off x="1419840" y="3589560"/>
              <a:ext cx="9680040" cy="1920240"/>
            </p14:xfrm>
          </p:contentPart>
        </mc:Choice>
        <mc:Fallback xmlns="">
          <p:pic>
            <p:nvPicPr>
              <p:cNvPr id="3" name="Entrada de lápiz 2">
                <a:extLst>
                  <a:ext uri="{FF2B5EF4-FFF2-40B4-BE49-F238E27FC236}">
                    <a16:creationId xmlns:a16="http://schemas.microsoft.com/office/drawing/2014/main" id="{BA5EB4B2-3A2A-4A14-8254-240D300E61B3}"/>
                  </a:ext>
                </a:extLst>
              </p:cNvPr>
              <p:cNvPicPr/>
              <p:nvPr/>
            </p:nvPicPr>
            <p:blipFill>
              <a:blip r:embed="rId5"/>
              <a:stretch>
                <a:fillRect/>
              </a:stretch>
            </p:blipFill>
            <p:spPr>
              <a:xfrm>
                <a:off x="1410480" y="3580200"/>
                <a:ext cx="9698760" cy="1938960"/>
              </a:xfrm>
              <a:prstGeom prst="rect">
                <a:avLst/>
              </a:prstGeom>
            </p:spPr>
          </p:pic>
        </mc:Fallback>
      </mc:AlternateContent>
    </p:spTree>
    <p:extLst>
      <p:ext uri="{BB962C8B-B14F-4D97-AF65-F5344CB8AC3E}">
        <p14:creationId xmlns:p14="http://schemas.microsoft.com/office/powerpoint/2010/main" val="124328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2193459"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1</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4" name="CuadroTexto 3">
            <a:extLst>
              <a:ext uri="{FF2B5EF4-FFF2-40B4-BE49-F238E27FC236}">
                <a16:creationId xmlns:a16="http://schemas.microsoft.com/office/drawing/2014/main" id="{2F07821B-4F53-43B9-A884-F609F6F779A9}"/>
              </a:ext>
            </a:extLst>
          </p:cNvPr>
          <p:cNvSpPr txBox="1"/>
          <p:nvPr/>
        </p:nvSpPr>
        <p:spPr>
          <a:xfrm>
            <a:off x="339213" y="758225"/>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p:sp>
        <p:nvSpPr>
          <p:cNvPr id="7" name="CuadroTexto 6">
            <a:extLst>
              <a:ext uri="{FF2B5EF4-FFF2-40B4-BE49-F238E27FC236}">
                <a16:creationId xmlns:a16="http://schemas.microsoft.com/office/drawing/2014/main" id="{4F340350-0B53-4D86-BC56-6B0524A87720}"/>
              </a:ext>
            </a:extLst>
          </p:cNvPr>
          <p:cNvSpPr txBox="1"/>
          <p:nvPr/>
        </p:nvSpPr>
        <p:spPr>
          <a:xfrm>
            <a:off x="7942007" y="1872611"/>
            <a:ext cx="1747683" cy="400110"/>
          </a:xfrm>
          <a:prstGeom prst="rect">
            <a:avLst/>
          </a:prstGeom>
          <a:noFill/>
        </p:spPr>
        <p:txBody>
          <a:bodyPr wrap="square">
            <a:spAutoFit/>
          </a:bodyPr>
          <a:lstStyle/>
          <a:p>
            <a:pPr algn="just"/>
            <a:r>
              <a:rPr lang="es-ES" sz="2000" dirty="0" err="1">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Zc</a:t>
            </a:r>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 -1.645</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D6E8FE0E-7D18-48D8-85EA-BB58F164F911}"/>
                  </a:ext>
                </a:extLst>
              </p:cNvPr>
              <p:cNvSpPr txBox="1"/>
              <p:nvPr/>
            </p:nvSpPr>
            <p:spPr>
              <a:xfrm>
                <a:off x="339213" y="4174254"/>
                <a:ext cx="2037994" cy="9167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a:solidFill>
                                    <a:srgbClr val="836967"/>
                                  </a:solidFill>
                                  <a:latin typeface="Cambria Math" panose="02040503050406030204" pitchFamily="18" charset="0"/>
                                </a:rPr>
                              </m:ctrlPr>
                            </m:dPr>
                            <m:e>
                              <m:acc>
                                <m:accPr>
                                  <m:chr m:val="̅"/>
                                  <m:ctrlPr>
                                    <a:rPr lang="es-NI" sz="2800" i="1">
                                      <a:solidFill>
                                        <a:srgbClr val="836967"/>
                                      </a:solidFill>
                                      <a:latin typeface="Cambria Math" panose="02040503050406030204" pitchFamily="18" charset="0"/>
                                    </a:rPr>
                                  </m:ctrlPr>
                                </m:accPr>
                                <m:e>
                                  <m:r>
                                    <a:rPr lang="es-NI" sz="2800" i="1">
                                      <a:latin typeface="Cambria Math" panose="02040503050406030204" pitchFamily="18" charset="0"/>
                                    </a:rPr>
                                    <m:t>𝑥</m:t>
                                  </m:r>
                                </m:e>
                              </m:acc>
                              <m:r>
                                <a:rPr lang="es-NI" sz="2800" i="0">
                                  <a:latin typeface="Cambria Math" panose="02040503050406030204" pitchFamily="18" charset="0"/>
                                </a:rPr>
                                <m:t>−</m:t>
                              </m:r>
                              <m:r>
                                <a:rPr lang="es-NI" sz="2800" i="1">
                                  <a:latin typeface="Cambria Math" panose="02040503050406030204" pitchFamily="18" charset="0"/>
                                </a:rPr>
                                <m:t>𝜇</m:t>
                              </m:r>
                            </m:e>
                          </m:d>
                        </m:num>
                        <m:den>
                          <m:f>
                            <m:fPr>
                              <m:type m:val="lin"/>
                              <m:ctrlPr>
                                <a:rPr lang="es-NI" sz="2800" i="1">
                                  <a:latin typeface="Cambria Math" panose="02040503050406030204" pitchFamily="18" charset="0"/>
                                </a:rPr>
                              </m:ctrlPr>
                            </m:fPr>
                            <m:num>
                              <m:r>
                                <a:rPr lang="es-NI" sz="2800" i="1">
                                  <a:latin typeface="Cambria Math" panose="02040503050406030204" pitchFamily="18" charset="0"/>
                                </a:rPr>
                                <m:t>𝜎</m:t>
                              </m:r>
                            </m:num>
                            <m:den>
                              <m:rad>
                                <m:radPr>
                                  <m:degHide m:val="on"/>
                                  <m:ctrlPr>
                                    <a:rPr lang="es-NI" sz="2800" i="1">
                                      <a:solidFill>
                                        <a:srgbClr val="836967"/>
                                      </a:solidFill>
                                      <a:latin typeface="Cambria Math" panose="02040503050406030204" pitchFamily="18" charset="0"/>
                                    </a:rPr>
                                  </m:ctrlPr>
                                </m:radPr>
                                <m:deg/>
                                <m:e>
                                  <m:r>
                                    <a:rPr lang="es-NI" sz="2800" i="1">
                                      <a:latin typeface="Cambria Math" panose="02040503050406030204" pitchFamily="18" charset="0"/>
                                    </a:rPr>
                                    <m:t>𝑛</m:t>
                                  </m:r>
                                </m:e>
                              </m:rad>
                            </m:den>
                          </m:f>
                        </m:den>
                      </m:f>
                    </m:oMath>
                  </m:oMathPara>
                </a14:m>
                <a:endParaRPr lang="es-NI" sz="2800" dirty="0"/>
              </a:p>
            </p:txBody>
          </p:sp>
        </mc:Choice>
        <mc:Fallback xmlns="">
          <p:sp>
            <p:nvSpPr>
              <p:cNvPr id="3" name="CuadroTexto 2">
                <a:extLst>
                  <a:ext uri="{FF2B5EF4-FFF2-40B4-BE49-F238E27FC236}">
                    <a16:creationId xmlns:a16="http://schemas.microsoft.com/office/drawing/2014/main" id="{D6E8FE0E-7D18-48D8-85EA-BB58F164F911}"/>
                  </a:ext>
                </a:extLst>
              </p:cNvPr>
              <p:cNvSpPr txBox="1">
                <a:spLocks noRot="1" noChangeAspect="1" noMove="1" noResize="1" noEditPoints="1" noAdjustHandles="1" noChangeArrowheads="1" noChangeShapeType="1" noTextEdit="1"/>
              </p:cNvSpPr>
              <p:nvPr/>
            </p:nvSpPr>
            <p:spPr>
              <a:xfrm>
                <a:off x="339213" y="4174254"/>
                <a:ext cx="2037994" cy="916726"/>
              </a:xfrm>
              <a:prstGeom prst="rect">
                <a:avLst/>
              </a:prstGeom>
              <a:blipFill>
                <a:blip r:embed="rId2"/>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FD45281-DE22-4438-A93A-E3D983CFC029}"/>
                  </a:ext>
                </a:extLst>
              </p:cNvPr>
              <p:cNvSpPr txBox="1"/>
              <p:nvPr/>
            </p:nvSpPr>
            <p:spPr>
              <a:xfrm>
                <a:off x="141883" y="5641412"/>
                <a:ext cx="2432654" cy="9167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a:solidFill>
                                    <a:srgbClr val="836967"/>
                                  </a:solidFill>
                                  <a:latin typeface="Cambria Math" panose="02040503050406030204" pitchFamily="18" charset="0"/>
                                </a:rPr>
                              </m:ctrlPr>
                            </m:dPr>
                            <m:e>
                              <m:r>
                                <a:rPr lang="es-NI" sz="2800" b="0" i="1" smtClean="0">
                                  <a:solidFill>
                                    <a:srgbClr val="0070C0"/>
                                  </a:solidFill>
                                  <a:latin typeface="Cambria Math" panose="02040503050406030204" pitchFamily="18" charset="0"/>
                                </a:rPr>
                                <m:t>220</m:t>
                              </m:r>
                              <m:r>
                                <a:rPr lang="es-NI" sz="2800" i="0">
                                  <a:latin typeface="Cambria Math" panose="02040503050406030204" pitchFamily="18" charset="0"/>
                                </a:rPr>
                                <m:t>−</m:t>
                              </m:r>
                              <m:r>
                                <a:rPr lang="es-NI" sz="2800" i="1">
                                  <a:latin typeface="Cambria Math" panose="02040503050406030204" pitchFamily="18" charset="0"/>
                                </a:rPr>
                                <m:t>𝜇</m:t>
                              </m:r>
                            </m:e>
                          </m:d>
                        </m:num>
                        <m:den>
                          <m:f>
                            <m:fPr>
                              <m:type m:val="lin"/>
                              <m:ctrlPr>
                                <a:rPr lang="es-NI" sz="2800" i="1">
                                  <a:latin typeface="Cambria Math" panose="02040503050406030204" pitchFamily="18" charset="0"/>
                                </a:rPr>
                              </m:ctrlPr>
                            </m:fPr>
                            <m:num>
                              <m:r>
                                <a:rPr lang="es-NI" sz="2800" i="1">
                                  <a:latin typeface="Cambria Math" panose="02040503050406030204" pitchFamily="18" charset="0"/>
                                </a:rPr>
                                <m:t>𝜎</m:t>
                              </m:r>
                            </m:num>
                            <m:den>
                              <m:rad>
                                <m:radPr>
                                  <m:degHide m:val="on"/>
                                  <m:ctrlPr>
                                    <a:rPr lang="es-NI" sz="2800" i="1">
                                      <a:solidFill>
                                        <a:srgbClr val="836967"/>
                                      </a:solidFill>
                                      <a:latin typeface="Cambria Math" panose="02040503050406030204" pitchFamily="18" charset="0"/>
                                    </a:rPr>
                                  </m:ctrlPr>
                                </m:radPr>
                                <m:deg/>
                                <m:e>
                                  <m:r>
                                    <a:rPr lang="es-NI" sz="2800" i="1">
                                      <a:latin typeface="Cambria Math" panose="02040503050406030204" pitchFamily="18" charset="0"/>
                                    </a:rPr>
                                    <m:t>𝑛</m:t>
                                  </m:r>
                                </m:e>
                              </m:rad>
                            </m:den>
                          </m:f>
                        </m:den>
                      </m:f>
                    </m:oMath>
                  </m:oMathPara>
                </a14:m>
                <a:endParaRPr lang="es-NI" sz="2800" dirty="0"/>
              </a:p>
            </p:txBody>
          </p:sp>
        </mc:Choice>
        <mc:Fallback xmlns="">
          <p:sp>
            <p:nvSpPr>
              <p:cNvPr id="8" name="CuadroTexto 7">
                <a:extLst>
                  <a:ext uri="{FF2B5EF4-FFF2-40B4-BE49-F238E27FC236}">
                    <a16:creationId xmlns:a16="http://schemas.microsoft.com/office/drawing/2014/main" id="{DFD45281-DE22-4438-A93A-E3D983CFC029}"/>
                  </a:ext>
                </a:extLst>
              </p:cNvPr>
              <p:cNvSpPr txBox="1">
                <a:spLocks noRot="1" noChangeAspect="1" noMove="1" noResize="1" noEditPoints="1" noAdjustHandles="1" noChangeArrowheads="1" noChangeShapeType="1" noTextEdit="1"/>
              </p:cNvSpPr>
              <p:nvPr/>
            </p:nvSpPr>
            <p:spPr>
              <a:xfrm>
                <a:off x="141883" y="5641412"/>
                <a:ext cx="2432654" cy="916726"/>
              </a:xfrm>
              <a:prstGeom prst="rect">
                <a:avLst/>
              </a:prstGeom>
              <a:blipFill>
                <a:blip r:embed="rId3"/>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0E03835-2062-4322-9750-459F14A94B50}"/>
                  </a:ext>
                </a:extLst>
              </p:cNvPr>
              <p:cNvSpPr txBox="1"/>
              <p:nvPr/>
            </p:nvSpPr>
            <p:spPr>
              <a:xfrm>
                <a:off x="2875251" y="4174254"/>
                <a:ext cx="2822183" cy="9167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a:solidFill>
                                    <a:srgbClr val="836967"/>
                                  </a:solidFill>
                                  <a:latin typeface="Cambria Math" panose="02040503050406030204" pitchFamily="18" charset="0"/>
                                </a:rPr>
                              </m:ctrlPr>
                            </m:dPr>
                            <m:e>
                              <m:r>
                                <a:rPr lang="es-NI" sz="2800" b="0" i="1" smtClean="0">
                                  <a:solidFill>
                                    <a:srgbClr val="0070C0"/>
                                  </a:solidFill>
                                  <a:latin typeface="Cambria Math" panose="02040503050406030204" pitchFamily="18" charset="0"/>
                                </a:rPr>
                                <m:t>220</m:t>
                              </m:r>
                              <m:r>
                                <a:rPr lang="es-NI" sz="2800" i="0">
                                  <a:solidFill>
                                    <a:srgbClr val="0070C0"/>
                                  </a:solidFill>
                                  <a:latin typeface="Cambria Math" panose="02040503050406030204" pitchFamily="18" charset="0"/>
                                </a:rPr>
                                <m:t>−</m:t>
                              </m:r>
                              <m:r>
                                <a:rPr lang="es-NI" sz="2800" b="0" i="1" smtClean="0">
                                  <a:solidFill>
                                    <a:srgbClr val="0070C0"/>
                                  </a:solidFill>
                                  <a:latin typeface="Cambria Math" panose="02040503050406030204" pitchFamily="18" charset="0"/>
                                </a:rPr>
                                <m:t>225</m:t>
                              </m:r>
                            </m:e>
                          </m:d>
                        </m:num>
                        <m:den>
                          <m:f>
                            <m:fPr>
                              <m:type m:val="lin"/>
                              <m:ctrlPr>
                                <a:rPr lang="es-NI" sz="2800" i="1">
                                  <a:latin typeface="Cambria Math" panose="02040503050406030204" pitchFamily="18" charset="0"/>
                                </a:rPr>
                              </m:ctrlPr>
                            </m:fPr>
                            <m:num>
                              <m:r>
                                <a:rPr lang="es-NI" sz="2800" i="1">
                                  <a:latin typeface="Cambria Math" panose="02040503050406030204" pitchFamily="18" charset="0"/>
                                </a:rPr>
                                <m:t>𝜎</m:t>
                              </m:r>
                            </m:num>
                            <m:den>
                              <m:rad>
                                <m:radPr>
                                  <m:degHide m:val="on"/>
                                  <m:ctrlPr>
                                    <a:rPr lang="es-NI" sz="2800" i="1">
                                      <a:solidFill>
                                        <a:srgbClr val="836967"/>
                                      </a:solidFill>
                                      <a:latin typeface="Cambria Math" panose="02040503050406030204" pitchFamily="18" charset="0"/>
                                    </a:rPr>
                                  </m:ctrlPr>
                                </m:radPr>
                                <m:deg/>
                                <m:e>
                                  <m:r>
                                    <a:rPr lang="es-NI" sz="2800" i="1">
                                      <a:latin typeface="Cambria Math" panose="02040503050406030204" pitchFamily="18" charset="0"/>
                                    </a:rPr>
                                    <m:t>𝑛</m:t>
                                  </m:r>
                                </m:e>
                              </m:rad>
                            </m:den>
                          </m:f>
                        </m:den>
                      </m:f>
                    </m:oMath>
                  </m:oMathPara>
                </a14:m>
                <a:endParaRPr lang="es-NI" sz="2800" dirty="0"/>
              </a:p>
            </p:txBody>
          </p:sp>
        </mc:Choice>
        <mc:Fallback xmlns="">
          <p:sp>
            <p:nvSpPr>
              <p:cNvPr id="9" name="CuadroTexto 8">
                <a:extLst>
                  <a:ext uri="{FF2B5EF4-FFF2-40B4-BE49-F238E27FC236}">
                    <a16:creationId xmlns:a16="http://schemas.microsoft.com/office/drawing/2014/main" id="{B0E03835-2062-4322-9750-459F14A94B50}"/>
                  </a:ext>
                </a:extLst>
              </p:cNvPr>
              <p:cNvSpPr txBox="1">
                <a:spLocks noRot="1" noChangeAspect="1" noMove="1" noResize="1" noEditPoints="1" noAdjustHandles="1" noChangeArrowheads="1" noChangeShapeType="1" noTextEdit="1"/>
              </p:cNvSpPr>
              <p:nvPr/>
            </p:nvSpPr>
            <p:spPr>
              <a:xfrm>
                <a:off x="2875251" y="4174254"/>
                <a:ext cx="2822183" cy="916726"/>
              </a:xfrm>
              <a:prstGeom prst="rect">
                <a:avLst/>
              </a:prstGeom>
              <a:blipFill>
                <a:blip r:embed="rId4"/>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8302D4B-485C-488B-B313-B78D6456A522}"/>
                  </a:ext>
                </a:extLst>
              </p:cNvPr>
              <p:cNvSpPr txBox="1"/>
              <p:nvPr/>
            </p:nvSpPr>
            <p:spPr>
              <a:xfrm>
                <a:off x="2929688" y="5438691"/>
                <a:ext cx="2822183" cy="9167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smtClean="0">
                                  <a:solidFill>
                                    <a:srgbClr val="0070C0"/>
                                  </a:solidFill>
                                  <a:latin typeface="Cambria Math" panose="02040503050406030204" pitchFamily="18" charset="0"/>
                                </a:rPr>
                              </m:ctrlPr>
                            </m:dPr>
                            <m:e>
                              <m:r>
                                <a:rPr lang="es-NI" sz="2800" b="0" i="1" smtClean="0">
                                  <a:solidFill>
                                    <a:srgbClr val="0070C0"/>
                                  </a:solidFill>
                                  <a:latin typeface="Cambria Math" panose="02040503050406030204" pitchFamily="18" charset="0"/>
                                </a:rPr>
                                <m:t>220</m:t>
                              </m:r>
                              <m:r>
                                <a:rPr lang="es-NI" sz="2800" i="0">
                                  <a:solidFill>
                                    <a:srgbClr val="0070C0"/>
                                  </a:solidFill>
                                  <a:latin typeface="Cambria Math" panose="02040503050406030204" pitchFamily="18" charset="0"/>
                                </a:rPr>
                                <m:t>−</m:t>
                              </m:r>
                              <m:r>
                                <a:rPr lang="es-NI" sz="2800" b="0" i="1" smtClean="0">
                                  <a:solidFill>
                                    <a:srgbClr val="0070C0"/>
                                  </a:solidFill>
                                  <a:latin typeface="Cambria Math" panose="02040503050406030204" pitchFamily="18" charset="0"/>
                                </a:rPr>
                                <m:t>225</m:t>
                              </m:r>
                            </m:e>
                          </m:d>
                        </m:num>
                        <m:den>
                          <m:f>
                            <m:fPr>
                              <m:type m:val="lin"/>
                              <m:ctrlPr>
                                <a:rPr lang="es-NI" sz="2800" i="1">
                                  <a:latin typeface="Cambria Math" panose="02040503050406030204" pitchFamily="18" charset="0"/>
                                </a:rPr>
                              </m:ctrlPr>
                            </m:fPr>
                            <m:num>
                              <m:r>
                                <a:rPr lang="es-NI" sz="2800" b="0" i="1" smtClean="0">
                                  <a:solidFill>
                                    <a:srgbClr val="0070C0"/>
                                  </a:solidFill>
                                  <a:latin typeface="Cambria Math" panose="02040503050406030204" pitchFamily="18" charset="0"/>
                                </a:rPr>
                                <m:t>15</m:t>
                              </m:r>
                            </m:num>
                            <m:den>
                              <m:rad>
                                <m:radPr>
                                  <m:degHide m:val="on"/>
                                  <m:ctrlPr>
                                    <a:rPr lang="es-NI" sz="2800" i="1">
                                      <a:solidFill>
                                        <a:srgbClr val="836967"/>
                                      </a:solidFill>
                                      <a:latin typeface="Cambria Math" panose="02040503050406030204" pitchFamily="18" charset="0"/>
                                    </a:rPr>
                                  </m:ctrlPr>
                                </m:radPr>
                                <m:deg/>
                                <m:e>
                                  <m:r>
                                    <a:rPr lang="es-NI" sz="2800" i="1">
                                      <a:latin typeface="Cambria Math" panose="02040503050406030204" pitchFamily="18" charset="0"/>
                                    </a:rPr>
                                    <m:t>𝑛</m:t>
                                  </m:r>
                                </m:e>
                              </m:rad>
                            </m:den>
                          </m:f>
                        </m:den>
                      </m:f>
                    </m:oMath>
                  </m:oMathPara>
                </a14:m>
                <a:endParaRPr lang="es-NI" sz="2800" dirty="0"/>
              </a:p>
            </p:txBody>
          </p:sp>
        </mc:Choice>
        <mc:Fallback xmlns="">
          <p:sp>
            <p:nvSpPr>
              <p:cNvPr id="10" name="CuadroTexto 9">
                <a:extLst>
                  <a:ext uri="{FF2B5EF4-FFF2-40B4-BE49-F238E27FC236}">
                    <a16:creationId xmlns:a16="http://schemas.microsoft.com/office/drawing/2014/main" id="{78302D4B-485C-488B-B313-B78D6456A522}"/>
                  </a:ext>
                </a:extLst>
              </p:cNvPr>
              <p:cNvSpPr txBox="1">
                <a:spLocks noRot="1" noChangeAspect="1" noMove="1" noResize="1" noEditPoints="1" noAdjustHandles="1" noChangeArrowheads="1" noChangeShapeType="1" noTextEdit="1"/>
              </p:cNvSpPr>
              <p:nvPr/>
            </p:nvSpPr>
            <p:spPr>
              <a:xfrm>
                <a:off x="2929688" y="5438691"/>
                <a:ext cx="2822183" cy="916726"/>
              </a:xfrm>
              <a:prstGeom prst="rect">
                <a:avLst/>
              </a:prstGeom>
              <a:blipFill>
                <a:blip r:embed="rId5"/>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C85610E-D93D-4FB0-A8B7-40DCE29310D8}"/>
                  </a:ext>
                </a:extLst>
              </p:cNvPr>
              <p:cNvSpPr txBox="1"/>
              <p:nvPr/>
            </p:nvSpPr>
            <p:spPr>
              <a:xfrm>
                <a:off x="6059488" y="3986587"/>
                <a:ext cx="2822183" cy="9675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smtClean="0">
                                  <a:solidFill>
                                    <a:srgbClr val="0070C0"/>
                                  </a:solidFill>
                                  <a:latin typeface="Cambria Math" panose="02040503050406030204" pitchFamily="18" charset="0"/>
                                </a:rPr>
                              </m:ctrlPr>
                            </m:dPr>
                            <m:e>
                              <m:r>
                                <a:rPr lang="es-NI" sz="2800" b="0" i="1" smtClean="0">
                                  <a:solidFill>
                                    <a:srgbClr val="0070C0"/>
                                  </a:solidFill>
                                  <a:latin typeface="Cambria Math" panose="02040503050406030204" pitchFamily="18" charset="0"/>
                                </a:rPr>
                                <m:t>220</m:t>
                              </m:r>
                              <m:r>
                                <a:rPr lang="es-NI" sz="2800" i="0">
                                  <a:solidFill>
                                    <a:srgbClr val="0070C0"/>
                                  </a:solidFill>
                                  <a:latin typeface="Cambria Math" panose="02040503050406030204" pitchFamily="18" charset="0"/>
                                </a:rPr>
                                <m:t>−</m:t>
                              </m:r>
                              <m:r>
                                <a:rPr lang="es-NI" sz="2800" b="0" i="1" smtClean="0">
                                  <a:solidFill>
                                    <a:srgbClr val="0070C0"/>
                                  </a:solidFill>
                                  <a:latin typeface="Cambria Math" panose="02040503050406030204" pitchFamily="18" charset="0"/>
                                </a:rPr>
                                <m:t>225</m:t>
                              </m:r>
                            </m:e>
                          </m:d>
                        </m:num>
                        <m:den>
                          <m:f>
                            <m:fPr>
                              <m:type m:val="lin"/>
                              <m:ctrlPr>
                                <a:rPr lang="es-NI" sz="2800" i="1">
                                  <a:latin typeface="Cambria Math" panose="02040503050406030204" pitchFamily="18" charset="0"/>
                                </a:rPr>
                              </m:ctrlPr>
                            </m:fPr>
                            <m:num>
                              <m:r>
                                <a:rPr lang="es-NI" sz="2800" b="0" i="1" smtClean="0">
                                  <a:solidFill>
                                    <a:srgbClr val="0070C0"/>
                                  </a:solidFill>
                                  <a:latin typeface="Cambria Math" panose="02040503050406030204" pitchFamily="18" charset="0"/>
                                </a:rPr>
                                <m:t>15</m:t>
                              </m:r>
                            </m:num>
                            <m:den>
                              <m:rad>
                                <m:radPr>
                                  <m:degHide m:val="on"/>
                                  <m:ctrlPr>
                                    <a:rPr lang="es-NI" sz="2800" i="1" smtClean="0">
                                      <a:solidFill>
                                        <a:srgbClr val="0070C0"/>
                                      </a:solidFill>
                                      <a:latin typeface="Cambria Math" panose="02040503050406030204" pitchFamily="18" charset="0"/>
                                    </a:rPr>
                                  </m:ctrlPr>
                                </m:radPr>
                                <m:deg/>
                                <m:e>
                                  <m:r>
                                    <a:rPr lang="es-NI" sz="2800" b="0" i="1" smtClean="0">
                                      <a:solidFill>
                                        <a:srgbClr val="0070C0"/>
                                      </a:solidFill>
                                      <a:latin typeface="Cambria Math" panose="02040503050406030204" pitchFamily="18" charset="0"/>
                                    </a:rPr>
                                    <m:t>36</m:t>
                                  </m:r>
                                </m:e>
                              </m:rad>
                            </m:den>
                          </m:f>
                        </m:den>
                      </m:f>
                    </m:oMath>
                  </m:oMathPara>
                </a14:m>
                <a:endParaRPr lang="es-NI" sz="2800" dirty="0"/>
              </a:p>
            </p:txBody>
          </p:sp>
        </mc:Choice>
        <mc:Fallback xmlns="">
          <p:sp>
            <p:nvSpPr>
              <p:cNvPr id="11" name="CuadroTexto 10">
                <a:extLst>
                  <a:ext uri="{FF2B5EF4-FFF2-40B4-BE49-F238E27FC236}">
                    <a16:creationId xmlns:a16="http://schemas.microsoft.com/office/drawing/2014/main" id="{3C85610E-D93D-4FB0-A8B7-40DCE29310D8}"/>
                  </a:ext>
                </a:extLst>
              </p:cNvPr>
              <p:cNvSpPr txBox="1">
                <a:spLocks noRot="1" noChangeAspect="1" noMove="1" noResize="1" noEditPoints="1" noAdjustHandles="1" noChangeArrowheads="1" noChangeShapeType="1" noTextEdit="1"/>
              </p:cNvSpPr>
              <p:nvPr/>
            </p:nvSpPr>
            <p:spPr>
              <a:xfrm>
                <a:off x="6059488" y="3986587"/>
                <a:ext cx="2822183" cy="967509"/>
              </a:xfrm>
              <a:prstGeom prst="rect">
                <a:avLst/>
              </a:prstGeom>
              <a:blipFill>
                <a:blip r:embed="rId6"/>
                <a:stretch>
                  <a:fillRect/>
                </a:stretch>
              </a:blipFill>
            </p:spPr>
            <p:txBody>
              <a:bodyPr/>
              <a:lstStyle/>
              <a:p>
                <a:r>
                  <a:rPr lang="es-NI">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12" name="Entrada de lápiz 11">
                <a:extLst>
                  <a:ext uri="{FF2B5EF4-FFF2-40B4-BE49-F238E27FC236}">
                    <a16:creationId xmlns:a16="http://schemas.microsoft.com/office/drawing/2014/main" id="{2B698221-4FA8-4020-82C9-1478AE517A9B}"/>
                  </a:ext>
                </a:extLst>
              </p14:cNvPr>
              <p14:cNvContentPartPr/>
              <p14:nvPr/>
            </p14:nvContentPartPr>
            <p14:xfrm>
              <a:off x="53640" y="1607400"/>
              <a:ext cx="6304680" cy="2393280"/>
            </p14:xfrm>
          </p:contentPart>
        </mc:Choice>
        <mc:Fallback xmlns="">
          <p:pic>
            <p:nvPicPr>
              <p:cNvPr id="12" name="Entrada de lápiz 11">
                <a:extLst>
                  <a:ext uri="{FF2B5EF4-FFF2-40B4-BE49-F238E27FC236}">
                    <a16:creationId xmlns:a16="http://schemas.microsoft.com/office/drawing/2014/main" id="{2B698221-4FA8-4020-82C9-1478AE517A9B}"/>
                  </a:ext>
                </a:extLst>
              </p:cNvPr>
              <p:cNvPicPr/>
              <p:nvPr/>
            </p:nvPicPr>
            <p:blipFill>
              <a:blip r:embed="rId8"/>
              <a:stretch>
                <a:fillRect/>
              </a:stretch>
            </p:blipFill>
            <p:spPr>
              <a:xfrm>
                <a:off x="44280" y="1598040"/>
                <a:ext cx="6323400" cy="241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Entrada de lápiz 4">
                <a:extLst>
                  <a:ext uri="{FF2B5EF4-FFF2-40B4-BE49-F238E27FC236}">
                    <a16:creationId xmlns:a16="http://schemas.microsoft.com/office/drawing/2014/main" id="{756AA553-716E-4B5B-A241-F889E6483DD9}"/>
                  </a:ext>
                </a:extLst>
              </p14:cNvPr>
              <p14:cNvContentPartPr/>
              <p14:nvPr/>
            </p14:nvContentPartPr>
            <p14:xfrm>
              <a:off x="9000" y="1000080"/>
              <a:ext cx="9822960" cy="4349160"/>
            </p14:xfrm>
          </p:contentPart>
        </mc:Choice>
        <mc:Fallback xmlns="">
          <p:pic>
            <p:nvPicPr>
              <p:cNvPr id="5" name="Entrada de lápiz 4">
                <a:extLst>
                  <a:ext uri="{FF2B5EF4-FFF2-40B4-BE49-F238E27FC236}">
                    <a16:creationId xmlns:a16="http://schemas.microsoft.com/office/drawing/2014/main" id="{756AA553-716E-4B5B-A241-F889E6483DD9}"/>
                  </a:ext>
                </a:extLst>
              </p:cNvPr>
              <p:cNvPicPr/>
              <p:nvPr/>
            </p:nvPicPr>
            <p:blipFill>
              <a:blip r:embed="rId10"/>
              <a:stretch>
                <a:fillRect/>
              </a:stretch>
            </p:blipFill>
            <p:spPr>
              <a:xfrm>
                <a:off x="-360" y="990720"/>
                <a:ext cx="9841680" cy="4367880"/>
              </a:xfrm>
              <a:prstGeom prst="rect">
                <a:avLst/>
              </a:prstGeom>
            </p:spPr>
          </p:pic>
        </mc:Fallback>
      </mc:AlternateContent>
    </p:spTree>
    <p:extLst>
      <p:ext uri="{BB962C8B-B14F-4D97-AF65-F5344CB8AC3E}">
        <p14:creationId xmlns:p14="http://schemas.microsoft.com/office/powerpoint/2010/main" val="61971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2193459"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1</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4" name="CuadroTexto 3">
            <a:extLst>
              <a:ext uri="{FF2B5EF4-FFF2-40B4-BE49-F238E27FC236}">
                <a16:creationId xmlns:a16="http://schemas.microsoft.com/office/drawing/2014/main" id="{2F07821B-4F53-43B9-A884-F609F6F779A9}"/>
              </a:ext>
            </a:extLst>
          </p:cNvPr>
          <p:cNvSpPr txBox="1"/>
          <p:nvPr/>
        </p:nvSpPr>
        <p:spPr>
          <a:xfrm>
            <a:off x="339213" y="758225"/>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p:sp>
        <p:nvSpPr>
          <p:cNvPr id="7" name="CuadroTexto 6">
            <a:extLst>
              <a:ext uri="{FF2B5EF4-FFF2-40B4-BE49-F238E27FC236}">
                <a16:creationId xmlns:a16="http://schemas.microsoft.com/office/drawing/2014/main" id="{4F340350-0B53-4D86-BC56-6B0524A87720}"/>
              </a:ext>
            </a:extLst>
          </p:cNvPr>
          <p:cNvSpPr txBox="1"/>
          <p:nvPr/>
        </p:nvSpPr>
        <p:spPr>
          <a:xfrm>
            <a:off x="7942007" y="1872611"/>
            <a:ext cx="1747683" cy="400110"/>
          </a:xfrm>
          <a:prstGeom prst="rect">
            <a:avLst/>
          </a:prstGeom>
          <a:noFill/>
        </p:spPr>
        <p:txBody>
          <a:bodyPr wrap="square">
            <a:spAutoFit/>
          </a:bodyPr>
          <a:lstStyle/>
          <a:p>
            <a:pPr algn="just"/>
            <a:r>
              <a:rPr lang="es-ES" sz="2000" dirty="0" err="1">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Zc</a:t>
            </a:r>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 -1.645</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C85610E-D93D-4FB0-A8B7-40DCE29310D8}"/>
                  </a:ext>
                </a:extLst>
              </p:cNvPr>
              <p:cNvSpPr txBox="1"/>
              <p:nvPr/>
            </p:nvSpPr>
            <p:spPr>
              <a:xfrm>
                <a:off x="339213" y="4221634"/>
                <a:ext cx="2822183" cy="9675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smtClean="0">
                                  <a:solidFill>
                                    <a:srgbClr val="0070C0"/>
                                  </a:solidFill>
                                  <a:latin typeface="Cambria Math" panose="02040503050406030204" pitchFamily="18" charset="0"/>
                                </a:rPr>
                              </m:ctrlPr>
                            </m:dPr>
                            <m:e>
                              <m:r>
                                <a:rPr lang="es-NI" sz="2800" b="0" i="1" smtClean="0">
                                  <a:solidFill>
                                    <a:srgbClr val="0070C0"/>
                                  </a:solidFill>
                                  <a:latin typeface="Cambria Math" panose="02040503050406030204" pitchFamily="18" charset="0"/>
                                </a:rPr>
                                <m:t>220</m:t>
                              </m:r>
                              <m:r>
                                <a:rPr lang="es-NI" sz="2800" i="0">
                                  <a:solidFill>
                                    <a:srgbClr val="0070C0"/>
                                  </a:solidFill>
                                  <a:latin typeface="Cambria Math" panose="02040503050406030204" pitchFamily="18" charset="0"/>
                                </a:rPr>
                                <m:t>−</m:t>
                              </m:r>
                              <m:r>
                                <a:rPr lang="es-NI" sz="2800" b="0" i="1" smtClean="0">
                                  <a:solidFill>
                                    <a:srgbClr val="0070C0"/>
                                  </a:solidFill>
                                  <a:latin typeface="Cambria Math" panose="02040503050406030204" pitchFamily="18" charset="0"/>
                                </a:rPr>
                                <m:t>225</m:t>
                              </m:r>
                            </m:e>
                          </m:d>
                        </m:num>
                        <m:den>
                          <m:f>
                            <m:fPr>
                              <m:type m:val="lin"/>
                              <m:ctrlPr>
                                <a:rPr lang="es-NI" sz="2800" i="1">
                                  <a:latin typeface="Cambria Math" panose="02040503050406030204" pitchFamily="18" charset="0"/>
                                </a:rPr>
                              </m:ctrlPr>
                            </m:fPr>
                            <m:num>
                              <m:r>
                                <a:rPr lang="es-NI" sz="2800" b="0" i="1" smtClean="0">
                                  <a:solidFill>
                                    <a:srgbClr val="0070C0"/>
                                  </a:solidFill>
                                  <a:latin typeface="Cambria Math" panose="02040503050406030204" pitchFamily="18" charset="0"/>
                                </a:rPr>
                                <m:t>15</m:t>
                              </m:r>
                            </m:num>
                            <m:den>
                              <m:rad>
                                <m:radPr>
                                  <m:degHide m:val="on"/>
                                  <m:ctrlPr>
                                    <a:rPr lang="es-NI" sz="2800" i="1" smtClean="0">
                                      <a:solidFill>
                                        <a:srgbClr val="0070C0"/>
                                      </a:solidFill>
                                      <a:latin typeface="Cambria Math" panose="02040503050406030204" pitchFamily="18" charset="0"/>
                                    </a:rPr>
                                  </m:ctrlPr>
                                </m:radPr>
                                <m:deg/>
                                <m:e>
                                  <m:r>
                                    <a:rPr lang="es-NI" sz="2800" b="0" i="1" smtClean="0">
                                      <a:solidFill>
                                        <a:srgbClr val="0070C0"/>
                                      </a:solidFill>
                                      <a:latin typeface="Cambria Math" panose="02040503050406030204" pitchFamily="18" charset="0"/>
                                    </a:rPr>
                                    <m:t>36</m:t>
                                  </m:r>
                                </m:e>
                              </m:rad>
                            </m:den>
                          </m:f>
                        </m:den>
                      </m:f>
                    </m:oMath>
                  </m:oMathPara>
                </a14:m>
                <a:endParaRPr lang="es-NI" sz="2800" dirty="0"/>
              </a:p>
            </p:txBody>
          </p:sp>
        </mc:Choice>
        <mc:Fallback xmlns="">
          <p:sp>
            <p:nvSpPr>
              <p:cNvPr id="11" name="CuadroTexto 10">
                <a:extLst>
                  <a:ext uri="{FF2B5EF4-FFF2-40B4-BE49-F238E27FC236}">
                    <a16:creationId xmlns:a16="http://schemas.microsoft.com/office/drawing/2014/main" id="{3C85610E-D93D-4FB0-A8B7-40DCE29310D8}"/>
                  </a:ext>
                </a:extLst>
              </p:cNvPr>
              <p:cNvSpPr txBox="1">
                <a:spLocks noRot="1" noChangeAspect="1" noMove="1" noResize="1" noEditPoints="1" noAdjustHandles="1" noChangeArrowheads="1" noChangeShapeType="1" noTextEdit="1"/>
              </p:cNvSpPr>
              <p:nvPr/>
            </p:nvSpPr>
            <p:spPr>
              <a:xfrm>
                <a:off x="339213" y="4221634"/>
                <a:ext cx="2822183" cy="967509"/>
              </a:xfrm>
              <a:prstGeom prst="rect">
                <a:avLst/>
              </a:prstGeom>
              <a:blipFill>
                <a:blip r:embed="rId2"/>
                <a:stretch>
                  <a:fillRect/>
                </a:stretch>
              </a:blipFill>
            </p:spPr>
            <p:txBody>
              <a:bodyPr/>
              <a:lstStyle/>
              <a:p>
                <a:r>
                  <a:rPr lang="es-NI">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5" name="Entrada de lápiz 4">
                <a:extLst>
                  <a:ext uri="{FF2B5EF4-FFF2-40B4-BE49-F238E27FC236}">
                    <a16:creationId xmlns:a16="http://schemas.microsoft.com/office/drawing/2014/main" id="{72CDBADE-EACA-4D3C-A44F-E312DC02F797}"/>
                  </a:ext>
                </a:extLst>
              </p14:cNvPr>
              <p14:cNvContentPartPr/>
              <p14:nvPr/>
            </p14:nvContentPartPr>
            <p14:xfrm>
              <a:off x="53640" y="1607400"/>
              <a:ext cx="6304680" cy="2393280"/>
            </p14:xfrm>
          </p:contentPart>
        </mc:Choice>
        <mc:Fallback xmlns="">
          <p:pic>
            <p:nvPicPr>
              <p:cNvPr id="5" name="Entrada de lápiz 4">
                <a:extLst>
                  <a:ext uri="{FF2B5EF4-FFF2-40B4-BE49-F238E27FC236}">
                    <a16:creationId xmlns:a16="http://schemas.microsoft.com/office/drawing/2014/main" id="{72CDBADE-EACA-4D3C-A44F-E312DC02F797}"/>
                  </a:ext>
                </a:extLst>
              </p:cNvPr>
              <p:cNvPicPr/>
              <p:nvPr/>
            </p:nvPicPr>
            <p:blipFill>
              <a:blip r:embed="rId4"/>
              <a:stretch>
                <a:fillRect/>
              </a:stretch>
            </p:blipFill>
            <p:spPr>
              <a:xfrm>
                <a:off x="44280" y="1598040"/>
                <a:ext cx="6323400" cy="2412000"/>
              </a:xfrm>
              <a:prstGeom prst="rect">
                <a:avLst/>
              </a:prstGeom>
            </p:spPr>
          </p:pic>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F2E1B17-2BD8-4DAB-8BBD-13ED6079FB05}"/>
                  </a:ext>
                </a:extLst>
              </p:cNvPr>
              <p:cNvSpPr txBox="1"/>
              <p:nvPr/>
            </p:nvSpPr>
            <p:spPr>
              <a:xfrm>
                <a:off x="196645" y="5321781"/>
                <a:ext cx="1699440" cy="893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smtClean="0">
                                  <a:solidFill>
                                    <a:srgbClr val="0070C0"/>
                                  </a:solidFill>
                                  <a:latin typeface="Cambria Math" panose="02040503050406030204" pitchFamily="18" charset="0"/>
                                </a:rPr>
                              </m:ctrlPr>
                            </m:dPr>
                            <m:e>
                              <m:r>
                                <a:rPr lang="es-NI" sz="2800" i="0">
                                  <a:solidFill>
                                    <a:srgbClr val="0070C0"/>
                                  </a:solidFill>
                                  <a:latin typeface="Cambria Math" panose="02040503050406030204" pitchFamily="18" charset="0"/>
                                </a:rPr>
                                <m:t>−</m:t>
                              </m:r>
                              <m:r>
                                <a:rPr lang="es-NI" sz="2800" b="0" i="1" smtClean="0">
                                  <a:solidFill>
                                    <a:srgbClr val="0070C0"/>
                                  </a:solidFill>
                                  <a:latin typeface="Cambria Math" panose="02040503050406030204" pitchFamily="18" charset="0"/>
                                </a:rPr>
                                <m:t>5</m:t>
                              </m:r>
                            </m:e>
                          </m:d>
                        </m:num>
                        <m:den>
                          <m:f>
                            <m:fPr>
                              <m:type m:val="lin"/>
                              <m:ctrlPr>
                                <a:rPr lang="es-NI" sz="2800" i="1">
                                  <a:latin typeface="Cambria Math" panose="02040503050406030204" pitchFamily="18" charset="0"/>
                                </a:rPr>
                              </m:ctrlPr>
                            </m:fPr>
                            <m:num>
                              <m:r>
                                <a:rPr lang="es-NI" sz="2800" b="0" i="1" smtClean="0">
                                  <a:solidFill>
                                    <a:srgbClr val="0070C0"/>
                                  </a:solidFill>
                                  <a:latin typeface="Cambria Math" panose="02040503050406030204" pitchFamily="18" charset="0"/>
                                </a:rPr>
                                <m:t>15</m:t>
                              </m:r>
                            </m:num>
                            <m:den>
                              <m:r>
                                <a:rPr lang="es-NI" sz="2800" b="0" i="1" smtClean="0">
                                  <a:solidFill>
                                    <a:srgbClr val="0070C0"/>
                                  </a:solidFill>
                                  <a:latin typeface="Cambria Math" panose="02040503050406030204" pitchFamily="18" charset="0"/>
                                </a:rPr>
                                <m:t>6</m:t>
                              </m:r>
                            </m:den>
                          </m:f>
                        </m:den>
                      </m:f>
                    </m:oMath>
                  </m:oMathPara>
                </a14:m>
                <a:endParaRPr lang="es-NI" sz="2800" dirty="0"/>
              </a:p>
            </p:txBody>
          </p:sp>
        </mc:Choice>
        <mc:Fallback xmlns="">
          <p:sp>
            <p:nvSpPr>
              <p:cNvPr id="12" name="CuadroTexto 11">
                <a:extLst>
                  <a:ext uri="{FF2B5EF4-FFF2-40B4-BE49-F238E27FC236}">
                    <a16:creationId xmlns:a16="http://schemas.microsoft.com/office/drawing/2014/main" id="{0F2E1B17-2BD8-4DAB-8BBD-13ED6079FB05}"/>
                  </a:ext>
                </a:extLst>
              </p:cNvPr>
              <p:cNvSpPr txBox="1">
                <a:spLocks noRot="1" noChangeAspect="1" noMove="1" noResize="1" noEditPoints="1" noAdjustHandles="1" noChangeArrowheads="1" noChangeShapeType="1" noTextEdit="1"/>
              </p:cNvSpPr>
              <p:nvPr/>
            </p:nvSpPr>
            <p:spPr>
              <a:xfrm>
                <a:off x="196645" y="5321781"/>
                <a:ext cx="1699440" cy="893963"/>
              </a:xfrm>
              <a:prstGeom prst="rect">
                <a:avLst/>
              </a:prstGeom>
              <a:blipFill>
                <a:blip r:embed="rId5"/>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32A2371A-6778-4967-A4B4-5F7C90DE2AF5}"/>
                  </a:ext>
                </a:extLst>
              </p:cNvPr>
              <p:cNvSpPr txBox="1"/>
              <p:nvPr/>
            </p:nvSpPr>
            <p:spPr>
              <a:xfrm>
                <a:off x="4360048" y="4000680"/>
                <a:ext cx="1668790" cy="8333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d>
                            <m:dPr>
                              <m:ctrlPr>
                                <a:rPr lang="es-NI" sz="2800" i="1" smtClean="0">
                                  <a:solidFill>
                                    <a:srgbClr val="0070C0"/>
                                  </a:solidFill>
                                  <a:latin typeface="Cambria Math" panose="02040503050406030204" pitchFamily="18" charset="0"/>
                                </a:rPr>
                              </m:ctrlPr>
                            </m:dPr>
                            <m:e>
                              <m:r>
                                <a:rPr lang="es-NI" sz="2800" i="0">
                                  <a:solidFill>
                                    <a:srgbClr val="0070C0"/>
                                  </a:solidFill>
                                  <a:latin typeface="Cambria Math" panose="02040503050406030204" pitchFamily="18" charset="0"/>
                                </a:rPr>
                                <m:t>−</m:t>
                              </m:r>
                              <m:r>
                                <a:rPr lang="es-NI" sz="2800" b="0" i="1" smtClean="0">
                                  <a:solidFill>
                                    <a:srgbClr val="0070C0"/>
                                  </a:solidFill>
                                  <a:latin typeface="Cambria Math" panose="02040503050406030204" pitchFamily="18" charset="0"/>
                                </a:rPr>
                                <m:t>5</m:t>
                              </m:r>
                            </m:e>
                          </m:d>
                        </m:num>
                        <m:den>
                          <m:r>
                            <a:rPr lang="es-NI" sz="2800" b="0" i="1" smtClean="0">
                              <a:solidFill>
                                <a:srgbClr val="0070C0"/>
                              </a:solidFill>
                              <a:latin typeface="Cambria Math" panose="02040503050406030204" pitchFamily="18" charset="0"/>
                            </a:rPr>
                            <m:t>2.5</m:t>
                          </m:r>
                        </m:den>
                      </m:f>
                    </m:oMath>
                  </m:oMathPara>
                </a14:m>
                <a:endParaRPr lang="es-NI" sz="2800" dirty="0"/>
              </a:p>
            </p:txBody>
          </p:sp>
        </mc:Choice>
        <mc:Fallback xmlns="">
          <p:sp>
            <p:nvSpPr>
              <p:cNvPr id="13" name="CuadroTexto 12">
                <a:extLst>
                  <a:ext uri="{FF2B5EF4-FFF2-40B4-BE49-F238E27FC236}">
                    <a16:creationId xmlns:a16="http://schemas.microsoft.com/office/drawing/2014/main" id="{32A2371A-6778-4967-A4B4-5F7C90DE2AF5}"/>
                  </a:ext>
                </a:extLst>
              </p:cNvPr>
              <p:cNvSpPr txBox="1">
                <a:spLocks noRot="1" noChangeAspect="1" noMove="1" noResize="1" noEditPoints="1" noAdjustHandles="1" noChangeArrowheads="1" noChangeShapeType="1" noTextEdit="1"/>
              </p:cNvSpPr>
              <p:nvPr/>
            </p:nvSpPr>
            <p:spPr>
              <a:xfrm>
                <a:off x="4360048" y="4000680"/>
                <a:ext cx="1668790" cy="833370"/>
              </a:xfrm>
              <a:prstGeom prst="rect">
                <a:avLst/>
              </a:prstGeom>
              <a:blipFill>
                <a:blip r:embed="rId6"/>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A17BFBA-F7C4-4C65-B67F-3411FEAB3851}"/>
                  </a:ext>
                </a:extLst>
              </p:cNvPr>
              <p:cNvSpPr txBox="1"/>
              <p:nvPr/>
            </p:nvSpPr>
            <p:spPr>
              <a:xfrm>
                <a:off x="4658078" y="5553318"/>
                <a:ext cx="137076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r>
                            <a:rPr lang="es-NI" sz="2800" i="1">
                              <a:latin typeface="Cambria Math" panose="02040503050406030204" pitchFamily="18" charset="0"/>
                            </a:rPr>
                            <m:t>𝑧</m:t>
                          </m:r>
                        </m:e>
                        <m:sub>
                          <m:r>
                            <a:rPr lang="es-NI" sz="2800" i="1">
                              <a:latin typeface="Cambria Math" panose="02040503050406030204" pitchFamily="18" charset="0"/>
                            </a:rPr>
                            <m:t>𝑃</m:t>
                          </m:r>
                        </m:sub>
                      </m:sSub>
                      <m:r>
                        <a:rPr lang="es-NI" sz="2800" i="0">
                          <a:latin typeface="Cambria Math" panose="02040503050406030204" pitchFamily="18" charset="0"/>
                        </a:rPr>
                        <m:t>=</m:t>
                      </m:r>
                      <m:r>
                        <a:rPr lang="es-NI" sz="2800" b="0" i="0" smtClean="0">
                          <a:latin typeface="Cambria Math" panose="02040503050406030204" pitchFamily="18" charset="0"/>
                        </a:rPr>
                        <m:t>−2</m:t>
                      </m:r>
                    </m:oMath>
                  </m:oMathPara>
                </a14:m>
                <a:endParaRPr lang="es-NI" sz="2800" dirty="0"/>
              </a:p>
            </p:txBody>
          </p:sp>
        </mc:Choice>
        <mc:Fallback xmlns="">
          <p:sp>
            <p:nvSpPr>
              <p:cNvPr id="14" name="CuadroTexto 13">
                <a:extLst>
                  <a:ext uri="{FF2B5EF4-FFF2-40B4-BE49-F238E27FC236}">
                    <a16:creationId xmlns:a16="http://schemas.microsoft.com/office/drawing/2014/main" id="{8A17BFBA-F7C4-4C65-B67F-3411FEAB3851}"/>
                  </a:ext>
                </a:extLst>
              </p:cNvPr>
              <p:cNvSpPr txBox="1">
                <a:spLocks noRot="1" noChangeAspect="1" noMove="1" noResize="1" noEditPoints="1" noAdjustHandles="1" noChangeArrowheads="1" noChangeShapeType="1" noTextEdit="1"/>
              </p:cNvSpPr>
              <p:nvPr/>
            </p:nvSpPr>
            <p:spPr>
              <a:xfrm>
                <a:off x="4658078" y="5553318"/>
                <a:ext cx="1370760" cy="430887"/>
              </a:xfrm>
              <a:prstGeom prst="rect">
                <a:avLst/>
              </a:prstGeom>
              <a:blipFill>
                <a:blip r:embed="rId7"/>
                <a:stretch>
                  <a:fillRect/>
                </a:stretch>
              </a:blipFill>
            </p:spPr>
            <p:txBody>
              <a:bodyPr/>
              <a:lstStyle/>
              <a:p>
                <a:r>
                  <a:rPr lang="es-NI">
                    <a:noFill/>
                  </a:rPr>
                  <a:t> </a:t>
                </a:r>
              </a:p>
            </p:txBody>
          </p:sp>
        </mc:Fallback>
      </mc:AlternateContent>
      <mc:AlternateContent xmlns:mc="http://schemas.openxmlformats.org/markup-compatibility/2006" xmlns:p14="http://schemas.microsoft.com/office/powerpoint/2010/main">
        <mc:Choice Requires="p14">
          <p:contentPart p14:bwMode="auto" r:id="rId8">
            <p14:nvContentPartPr>
              <p14:cNvPr id="15" name="Entrada de lápiz 14">
                <a:extLst>
                  <a:ext uri="{FF2B5EF4-FFF2-40B4-BE49-F238E27FC236}">
                    <a16:creationId xmlns:a16="http://schemas.microsoft.com/office/drawing/2014/main" id="{EAD2841E-A72F-4FC5-9249-9A96B7594BFD}"/>
                  </a:ext>
                </a:extLst>
              </p14:cNvPr>
              <p14:cNvContentPartPr/>
              <p14:nvPr/>
            </p14:nvContentPartPr>
            <p14:xfrm>
              <a:off x="0" y="1446480"/>
              <a:ext cx="6144120" cy="4608360"/>
            </p14:xfrm>
          </p:contentPart>
        </mc:Choice>
        <mc:Fallback xmlns="">
          <p:pic>
            <p:nvPicPr>
              <p:cNvPr id="15" name="Entrada de lápiz 14">
                <a:extLst>
                  <a:ext uri="{FF2B5EF4-FFF2-40B4-BE49-F238E27FC236}">
                    <a16:creationId xmlns:a16="http://schemas.microsoft.com/office/drawing/2014/main" id="{EAD2841E-A72F-4FC5-9249-9A96B7594BFD}"/>
                  </a:ext>
                </a:extLst>
              </p:cNvPr>
              <p:cNvPicPr/>
              <p:nvPr/>
            </p:nvPicPr>
            <p:blipFill>
              <a:blip r:embed="rId9"/>
              <a:stretch>
                <a:fillRect/>
              </a:stretch>
            </p:blipFill>
            <p:spPr>
              <a:xfrm>
                <a:off x="-9360" y="1437120"/>
                <a:ext cx="6162840" cy="4627080"/>
              </a:xfrm>
              <a:prstGeom prst="rect">
                <a:avLst/>
              </a:prstGeom>
            </p:spPr>
          </p:pic>
        </mc:Fallback>
      </mc:AlternateContent>
    </p:spTree>
    <p:extLst>
      <p:ext uri="{BB962C8B-B14F-4D97-AF65-F5344CB8AC3E}">
        <p14:creationId xmlns:p14="http://schemas.microsoft.com/office/powerpoint/2010/main" val="160749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EB1F65D-922D-482D-BD94-4ABFA4334EB9}"/>
              </a:ext>
            </a:extLst>
          </p:cNvPr>
          <p:cNvSpPr/>
          <p:nvPr/>
        </p:nvSpPr>
        <p:spPr>
          <a:xfrm>
            <a:off x="2193459"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1</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4" name="CuadroTexto 3">
            <a:extLst>
              <a:ext uri="{FF2B5EF4-FFF2-40B4-BE49-F238E27FC236}">
                <a16:creationId xmlns:a16="http://schemas.microsoft.com/office/drawing/2014/main" id="{2F07821B-4F53-43B9-A884-F609F6F779A9}"/>
              </a:ext>
            </a:extLst>
          </p:cNvPr>
          <p:cNvSpPr txBox="1"/>
          <p:nvPr/>
        </p:nvSpPr>
        <p:spPr>
          <a:xfrm>
            <a:off x="368710" y="830997"/>
            <a:ext cx="10825316" cy="1323439"/>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4: Decisiones y conclusiones</a:t>
            </a:r>
          </a:p>
          <a:p>
            <a:pPr algn="just"/>
            <a:endParaRPr lang="es-ES" sz="2000" b="1" i="0" dirty="0">
              <a:solidFill>
                <a:srgbClr val="151515"/>
              </a:solidFill>
              <a:effectLst/>
              <a:latin typeface="Verdana" panose="020B0604030504040204" pitchFamily="34" charset="0"/>
              <a:ea typeface="Verdana" panose="020B0604030504040204" pitchFamily="34" charset="0"/>
            </a:endParaRPr>
          </a:p>
          <a:p>
            <a:pPr algn="just"/>
            <a:r>
              <a:rPr lang="es-ES" sz="2000" b="0" i="0" dirty="0">
                <a:solidFill>
                  <a:srgbClr val="151515"/>
                </a:solidFill>
                <a:effectLst/>
                <a:latin typeface="Verdana" panose="020B0604030504040204" pitchFamily="34" charset="0"/>
                <a:ea typeface="Verdana" panose="020B0604030504040204" pitchFamily="34" charset="0"/>
              </a:rPr>
              <a:t>Se rechaza la hipótesis nula, por lo tanto no se puede decir que la media de las latas sea de 225ml</a:t>
            </a: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D3D99778-665C-4E55-8634-2AB3316ADA68}"/>
                  </a:ext>
                </a:extLst>
              </p14:cNvPr>
              <p14:cNvContentPartPr/>
              <p14:nvPr/>
            </p14:nvContentPartPr>
            <p14:xfrm>
              <a:off x="1696680" y="1250280"/>
              <a:ext cx="3706200" cy="62640"/>
            </p14:xfrm>
          </p:contentPart>
        </mc:Choice>
        <mc:Fallback xmlns="">
          <p:pic>
            <p:nvPicPr>
              <p:cNvPr id="2" name="Entrada de lápiz 1">
                <a:extLst>
                  <a:ext uri="{FF2B5EF4-FFF2-40B4-BE49-F238E27FC236}">
                    <a16:creationId xmlns:a16="http://schemas.microsoft.com/office/drawing/2014/main" id="{D3D99778-665C-4E55-8634-2AB3316ADA68}"/>
                  </a:ext>
                </a:extLst>
              </p:cNvPr>
              <p:cNvPicPr/>
              <p:nvPr/>
            </p:nvPicPr>
            <p:blipFill>
              <a:blip r:embed="rId3"/>
              <a:stretch>
                <a:fillRect/>
              </a:stretch>
            </p:blipFill>
            <p:spPr>
              <a:xfrm>
                <a:off x="1687320" y="1240920"/>
                <a:ext cx="3724920" cy="81360"/>
              </a:xfrm>
              <a:prstGeom prst="rect">
                <a:avLst/>
              </a:prstGeom>
            </p:spPr>
          </p:pic>
        </mc:Fallback>
      </mc:AlternateContent>
    </p:spTree>
    <p:extLst>
      <p:ext uri="{BB962C8B-B14F-4D97-AF65-F5344CB8AC3E}">
        <p14:creationId xmlns:p14="http://schemas.microsoft.com/office/powerpoint/2010/main" val="183264409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TotalTime>
  <Words>816</Words>
  <Application>Microsoft Office PowerPoint</Application>
  <PresentationFormat>Panorámica</PresentationFormat>
  <Paragraphs>58</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Calibri</vt:lpstr>
      <vt:lpstr>Calibri Light</vt:lpstr>
      <vt:lpstr>Cambria Math</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2</cp:revision>
  <dcterms:created xsi:type="dcterms:W3CDTF">2021-09-06T17:20:11Z</dcterms:created>
  <dcterms:modified xsi:type="dcterms:W3CDTF">2021-09-20T18:37:12Z</dcterms:modified>
</cp:coreProperties>
</file>