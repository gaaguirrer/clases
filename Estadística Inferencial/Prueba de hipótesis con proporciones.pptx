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0159F-897F-4DD2-A6F4-0BD7D3D70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BB8064-3155-4713-B373-41209774C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404DE9-C22B-42A9-8648-9C1BEE5A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5CD6-9410-46E1-B7E1-CC597F216F67}" type="datetimeFigureOut">
              <a:rPr lang="es-NI" smtClean="0"/>
              <a:t>11/10/2021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A943E9-0EF5-4411-98AC-AFCE0A7E7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9FB599-163C-40A8-9766-D190B43C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94E2-6B2D-4ADB-AC91-B3834DF033F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467543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2C4CB-2153-4C09-AF9A-C3A1C9EDA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6C6BC4-7064-4900-8E34-578E1366A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BDEED3-25EC-42E9-9291-DDA3BD995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5CD6-9410-46E1-B7E1-CC597F216F67}" type="datetimeFigureOut">
              <a:rPr lang="es-NI" smtClean="0"/>
              <a:t>11/10/2021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EDC5B1-A346-43D0-8648-63755357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D85E9-D072-48BF-94D7-9EA0C5E1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94E2-6B2D-4ADB-AC91-B3834DF033F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15461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E03C9-68D8-45ED-A1DE-E1896A3C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1B9B60-A5F2-4168-8054-C650888CE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8AAAC8-5937-4437-B0AA-00D2DF6CD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5CD6-9410-46E1-B7E1-CC597F216F67}" type="datetimeFigureOut">
              <a:rPr lang="es-NI" smtClean="0"/>
              <a:t>11/10/2021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EC2D00-D45F-4725-954E-1D2977A7B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FC4C38-84AD-4A2F-8C65-FCA9B4C4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94E2-6B2D-4ADB-AC91-B3834DF033F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25567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2F2BC-51CE-428F-BFC7-417402374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D7FDBF-5E25-4DFA-A3A4-52B5B62A94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D09D6D-B15E-4E94-B0D2-23F83F8FD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68F80B-427B-4827-B255-CC8CF2945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5CD6-9410-46E1-B7E1-CC597F216F67}" type="datetimeFigureOut">
              <a:rPr lang="es-NI" smtClean="0"/>
              <a:t>11/10/2021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C3A001-937B-4C81-A463-2494D3C92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DB7703-9CDA-49DE-B4D3-AB6ADF93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94E2-6B2D-4ADB-AC91-B3834DF033F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268035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DC5D7-D050-4883-9251-E9BAE02A2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37FD5C-9715-422B-9452-779BB4B7D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6DA816-7442-47B9-B91E-A6256E8FE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1D2C64-6029-447E-8634-299EEA751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33B886D-20FC-435D-B20C-ADFEAA0038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62728AA-5730-4858-85B4-2917B6E69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5CD6-9410-46E1-B7E1-CC597F216F67}" type="datetimeFigureOut">
              <a:rPr lang="es-NI" smtClean="0"/>
              <a:t>11/10/2021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C451FF8-AF41-46A4-9C11-5C1DFEE60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0C53345-7238-45B8-95A2-B858198D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94E2-6B2D-4ADB-AC91-B3834DF033F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27385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7E405-AC22-4A5F-A5B5-5351302FE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52C9A2-3093-425C-8E18-452DDC9ED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5CD6-9410-46E1-B7E1-CC597F216F67}" type="datetimeFigureOut">
              <a:rPr lang="es-NI" smtClean="0"/>
              <a:t>11/10/2021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8C52B13-87BE-4FDB-9704-0E3308145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62EB655-2E34-4FAE-A43F-F9EAB83F6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94E2-6B2D-4ADB-AC91-B3834DF033F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58323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422B54A-3A17-477E-BBC0-5D237C225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5CD6-9410-46E1-B7E1-CC597F216F67}" type="datetimeFigureOut">
              <a:rPr lang="es-NI" smtClean="0"/>
              <a:t>11/10/2021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1FDE90-50A6-4061-9E23-A16B4C2FB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924FDB-EC6C-4422-9DB7-DC1EFAF0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94E2-6B2D-4ADB-AC91-B3834DF033F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37111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83973-7E1F-41D5-9BF5-A1A31E0BD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9CCDAE-E462-4387-988A-A0F18F081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DBFFD7-3EFB-497D-8308-5ACC58F81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9ED545-DF90-4A25-8842-F15B5FFB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5CD6-9410-46E1-B7E1-CC597F216F67}" type="datetimeFigureOut">
              <a:rPr lang="es-NI" smtClean="0"/>
              <a:t>11/10/2021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4D4D6E-33BE-4E95-A532-62AFBE07E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3691FC-6238-4BE5-A087-05B247E8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94E2-6B2D-4ADB-AC91-B3834DF033F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86447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29F81-DB65-4EF1-B66A-89F7DCE7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24D20BD-72FC-40A0-8514-D84DDD5FB7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90C862-3AAC-4BDD-9353-B51DD8725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E0173F-BC31-4CC3-B3E7-9E7A4FA8A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5CD6-9410-46E1-B7E1-CC597F216F67}" type="datetimeFigureOut">
              <a:rPr lang="es-NI" smtClean="0"/>
              <a:t>11/10/2021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D6378B-ACAF-4210-890B-7F5B74B5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69C7E1-A8FE-4463-8D9B-E82E5644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94E2-6B2D-4ADB-AC91-B3834DF033F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36798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F95ED-AE22-4A43-8BA8-F593C1D39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D3C692-7F93-4B4D-A9EC-7A7830D3B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B5B967-002C-4E3E-AD77-2F30FBB0A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5CD6-9410-46E1-B7E1-CC597F216F67}" type="datetimeFigureOut">
              <a:rPr lang="es-NI" smtClean="0"/>
              <a:t>11/10/2021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5A40D7-47B5-4A34-81DA-F6E1CAED0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C7E712-67B6-4932-8B32-81FEBF50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94E2-6B2D-4ADB-AC91-B3834DF033F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995931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7D8373-83A4-43E8-9092-CCFCDEB86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C22EBB-1CE1-45CA-AEE7-CC586319F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D9344B-86F3-45A6-ADA6-4D5F1B099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5CD6-9410-46E1-B7E1-CC597F216F67}" type="datetimeFigureOut">
              <a:rPr lang="es-NI" smtClean="0"/>
              <a:t>11/10/2021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EE9468-CEEA-4F86-BC9A-6ABF98A3F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975337-9D56-446C-9D25-A282FF09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694E2-6B2D-4ADB-AC91-B3834DF033F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61928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46A7B55-1BB2-46CC-9F9B-60068DE20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02A0E0-C189-43F5-B6AA-FB10B378B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459150-4095-4DFC-B4E8-9241E4B362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95CD6-9410-46E1-B7E1-CC597F216F67}" type="datetimeFigureOut">
              <a:rPr lang="es-NI" smtClean="0"/>
              <a:t>11/10/2021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C30762-94E0-45E5-8D83-C7F100C9A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B0759A-4686-4BA5-A433-684E3AA387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694E2-6B2D-4ADB-AC91-B3834DF033F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9974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EB8CF18-829F-49E5-9744-AA8242900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064575"/>
              </p:ext>
            </p:extLst>
          </p:nvPr>
        </p:nvGraphicFramePr>
        <p:xfrm>
          <a:off x="2623260" y="1969473"/>
          <a:ext cx="6945479" cy="19747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9437">
                  <a:extLst>
                    <a:ext uri="{9D8B030D-6E8A-4147-A177-3AD203B41FA5}">
                      <a16:colId xmlns:a16="http://schemas.microsoft.com/office/drawing/2014/main" val="2195129451"/>
                    </a:ext>
                  </a:extLst>
                </a:gridCol>
                <a:gridCol w="1731278">
                  <a:extLst>
                    <a:ext uri="{9D8B030D-6E8A-4147-A177-3AD203B41FA5}">
                      <a16:colId xmlns:a16="http://schemas.microsoft.com/office/drawing/2014/main" val="2632257928"/>
                    </a:ext>
                  </a:extLst>
                </a:gridCol>
                <a:gridCol w="1385022">
                  <a:extLst>
                    <a:ext uri="{9D8B030D-6E8A-4147-A177-3AD203B41FA5}">
                      <a16:colId xmlns:a16="http://schemas.microsoft.com/office/drawing/2014/main" val="3321575092"/>
                    </a:ext>
                  </a:extLst>
                </a:gridCol>
                <a:gridCol w="1181342">
                  <a:extLst>
                    <a:ext uri="{9D8B030D-6E8A-4147-A177-3AD203B41FA5}">
                      <a16:colId xmlns:a16="http://schemas.microsoft.com/office/drawing/2014/main" val="182514208"/>
                    </a:ext>
                  </a:extLst>
                </a:gridCol>
                <a:gridCol w="1018400">
                  <a:extLst>
                    <a:ext uri="{9D8B030D-6E8A-4147-A177-3AD203B41FA5}">
                      <a16:colId xmlns:a16="http://schemas.microsoft.com/office/drawing/2014/main" val="1294114873"/>
                    </a:ext>
                  </a:extLst>
                </a:gridCol>
              </a:tblGrid>
              <a:tr h="40261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NI" sz="2400" u="none" strike="noStrike">
                          <a:effectLst/>
                        </a:rPr>
                        <a:t> 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>
                          <a:effectLst/>
                        </a:rPr>
                        <a:t>Valors de Z para cola(s)</a:t>
                      </a:r>
                      <a:endParaRPr lang="pt-BR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325110"/>
                  </a:ext>
                </a:extLst>
              </a:tr>
              <a:tr h="402615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Confianza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Significación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Izquierda 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Derecha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Ambas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3596016"/>
                  </a:ext>
                </a:extLst>
              </a:tr>
              <a:tr h="383443"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90%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10%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-1.28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1.28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+ - 1.64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9036426"/>
                  </a:ext>
                </a:extLst>
              </a:tr>
              <a:tr h="383443"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95%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5%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-1.64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1.64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+ - 1.96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9892515"/>
                  </a:ext>
                </a:extLst>
              </a:tr>
              <a:tr h="402615"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99%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1%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-2.33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2.33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 dirty="0">
                          <a:effectLst/>
                        </a:rPr>
                        <a:t>+ - 2.58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2103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0085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0A93F26-4C18-4748-BEB9-0B37DFB2F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48" y="250920"/>
            <a:ext cx="6591300" cy="21526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C66A447-04D3-43ED-84B2-9EF72DA2F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761" y="250920"/>
            <a:ext cx="4352925" cy="10096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FEC39F9-5519-4C1D-B8AF-3E40A9F66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48" y="2811368"/>
            <a:ext cx="615315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74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8204932-D231-4392-8E28-6DE5954A2A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4" t="5122" r="1592" b="3234"/>
          <a:stretch/>
        </p:blipFill>
        <p:spPr>
          <a:xfrm>
            <a:off x="-1" y="-1"/>
            <a:ext cx="10104247" cy="555897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D8CCF8C-4C72-495B-9B3C-2EC8D0264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5769883"/>
            <a:ext cx="9228134" cy="81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99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0CB8CAC-4576-451A-AE65-4A6DA05BEBE2}"/>
              </a:ext>
            </a:extLst>
          </p:cNvPr>
          <p:cNvSpPr txBox="1"/>
          <p:nvPr/>
        </p:nvSpPr>
        <p:spPr>
          <a:xfrm>
            <a:off x="1259006" y="289721"/>
            <a:ext cx="100686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NI" dirty="0"/>
              <a:t>El nuevo maestro de estadística afirma que solamente el 18% de los estudiantes no están de acuerdo con su forma de dar clases. En una encuesta aplicada a los estudiantes 90 de los 450 manifestaron estar en desacuerdo. ¿Se podría afirmar con una significación del 5% que la población en desacuerdo es mayor a 18%?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0136DCD-46AF-45C0-A2EC-D9D2E78D9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2" y="1490050"/>
            <a:ext cx="5259444" cy="93174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516B0DD-60B0-489B-B611-D91A180B6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97" y="2690379"/>
            <a:ext cx="2312016" cy="272930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468706B-D3EA-49CC-BDE7-18DAF082A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463" y="2515010"/>
            <a:ext cx="2864893" cy="308004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865AF9A-F84F-4AA3-AB6B-60B6174B12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6906" y="2515009"/>
            <a:ext cx="3160795" cy="308004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168C584-0E83-4495-B46F-CDECFD92E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046" y="5595053"/>
            <a:ext cx="5491333" cy="122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5DECCEB-CBB4-4F40-9C57-470D245CB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361"/>
            <a:ext cx="5962650" cy="20669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1B02EBE-4D45-4535-BDC8-DF32BE613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2" y="232936"/>
            <a:ext cx="1019175" cy="15335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053AE96-88B3-4BE0-9C31-5B532C895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577" y="232936"/>
            <a:ext cx="3990975" cy="11525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50D1791-867D-4E17-9B83-C7AC3951B0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" y="2343829"/>
            <a:ext cx="5867400" cy="286702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3429E4B-F454-49C9-8689-D8552D080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7427" y="3886879"/>
            <a:ext cx="7096125" cy="264795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8B655F1-2D6E-4D88-BB88-B618D0DC22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3501" y="5799364"/>
            <a:ext cx="442912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68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5B9A4C4-76D8-4CDE-BEFA-5A43C36EA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73" y="250144"/>
            <a:ext cx="10350166" cy="535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04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7E3BEC8-0DB2-4A5D-8A87-DCBADD557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96" y="0"/>
            <a:ext cx="1962150" cy="24288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BA1541F-72D4-4D06-8C6A-BCC2B9A66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050" y="156736"/>
            <a:ext cx="2209800" cy="1143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F409D8F-439C-4EEC-A8E7-34846E4B3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183" y="1709809"/>
            <a:ext cx="4629150" cy="12001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97A7DB9-90C2-43DB-8ABC-9A18B06C99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171" y="3679706"/>
            <a:ext cx="734377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266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83EDC3D-B2DA-4994-85AB-17B91D6C4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659" y="897410"/>
            <a:ext cx="8476681" cy="465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234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105</Words>
  <Application>Microsoft Office PowerPoint</Application>
  <PresentationFormat>Panorámica</PresentationFormat>
  <Paragraphs>23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1</cp:revision>
  <dcterms:created xsi:type="dcterms:W3CDTF">2021-10-11T16:46:32Z</dcterms:created>
  <dcterms:modified xsi:type="dcterms:W3CDTF">2021-10-11T17:17:01Z</dcterms:modified>
</cp:coreProperties>
</file>