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82" r:id="rId11"/>
    <p:sldId id="264" r:id="rId12"/>
    <p:sldId id="265" r:id="rId13"/>
    <p:sldId id="267" r:id="rId14"/>
    <p:sldId id="268" r:id="rId15"/>
    <p:sldId id="269" r:id="rId16"/>
    <p:sldId id="270" r:id="rId17"/>
    <p:sldId id="273" r:id="rId18"/>
    <p:sldId id="271" r:id="rId19"/>
    <p:sldId id="272" r:id="rId20"/>
    <p:sldId id="274" r:id="rId21"/>
    <p:sldId id="275" r:id="rId22"/>
    <p:sldId id="277" r:id="rId23"/>
    <p:sldId id="276" r:id="rId24"/>
    <p:sldId id="278" r:id="rId25"/>
    <p:sldId id="279" r:id="rId26"/>
    <p:sldId id="280" r:id="rId27"/>
    <p:sldId id="281" r:id="rId28"/>
    <p:sldId id="284" r:id="rId29"/>
    <p:sldId id="283" r:id="rId3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2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F3D8E-37F6-4657-8B00-99591DAF0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989E2D-E0B5-4ECA-9A7E-7EA6FEBDF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E41569-D5F4-485F-9CCD-D43CE60A6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7B34C-1EBE-47E1-82C9-964CABEB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C3B4E-6E1C-4538-86EA-BD2F76F2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9276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5BDDE-6B3C-48F7-8351-1A01D163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E4E7C4-A732-4FF6-9C92-A02BA7629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B97E7F-E149-4F14-8193-D1C06635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6F2A88-9531-4E61-A700-9165E55F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B52E9-BA09-4F51-A328-127619CC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931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EB602-656B-428F-B7DD-22D848EF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04F6E0-BC4B-4965-B97A-5F4B31D0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06CC5B-E897-4A04-8586-AD85D01F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ED1350-5C02-4054-8138-AFA3F0C5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EF1D1E-1392-4DFA-922A-6741A13C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8496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C9C74-6EF7-4515-B706-9A9AC5A9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262E6B-E11C-46B7-B9E0-EA1E3BFF4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15BD04-22A2-4162-B5F0-8FCB2C93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48A3D1-5EEC-49A6-A7C3-2F69CDBD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80E54E-07F5-4E32-811F-BF9A9DD8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5DAD13-DFE5-4844-90B6-0E6AC573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4150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2B93B-0C36-452C-A258-97B67BB5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BB08DD-3C71-4BB3-98FB-E914CED56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B5A947-FEE3-4EC9-99D0-B046E7D10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1C5DE6-B94C-4B90-AC54-FF440CA23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CA440C-93A1-42FB-81A9-57B5ECBC7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7FC0A1-698A-4619-8FF6-196F30E8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3CB99C-0432-4545-BE03-DAC1CB2A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5FEB1A-354E-4BAC-9F6F-C4A36D9B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3455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47C4D-D30D-4C60-9531-769D4A7A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0EB62C-3C6A-4EA0-B94C-F9EEC1EB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706B52-5C66-4B0D-8847-E50EDF44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23393E-E6D7-4191-9B66-1F3C5396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8521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CA44A1-6FE1-40D2-AAEF-72AAF088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E0B577-B553-4245-9FB9-C335B99A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1EB261-DB19-4A7D-BB76-211C9841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6494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8E25F-6221-4660-B724-E2FB9F35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D600B9-646C-45E5-842D-269683253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E33B6D-A2E9-4068-B29A-05BD4D8FB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66176E-2778-4E87-A893-8911017D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105589-F765-41A3-BDB8-78A49104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6120AB-605E-40B2-816E-502C3DD7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1160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EFC7B-92FB-4B52-A8FD-47B87039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D68BAF-A60D-4B50-8871-6CEB10453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852225-9F8D-4583-BC7F-F76CA2019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AC4A99-63EA-4C0F-88D8-EEEEB7B5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21E8B2-13F3-4181-AC5B-0A9059241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387D78-62F9-4713-84FA-39DD7125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8741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23C10-37EE-4C42-9664-FD31AFE1F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E8365E-BF2E-40B5-833B-7A10623C9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994FB5-5B7F-43C7-9CDE-33410EC8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77937F-5D5A-4B75-9CF0-87A5284F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2D713-C69C-4CD9-8A4A-623B23EB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1914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FE37EA-C49B-4558-80C6-698397835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5E9922-D40C-4D29-AA2A-2BA0267E9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3E798-0169-47CB-9E97-45A42D5B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4000C-44C6-46E7-94FC-252C6795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3F8F71-E6BA-4FCD-A44E-C86B86E5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4894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8A0D32-0F31-4AD0-91E7-3E300DEC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89EFE1-F18A-452A-9304-0AC7616FB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CF719F-DE0C-492F-BAEA-CB54EE427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7339-CD2F-41A4-97A1-C1ACA4517FD0}" type="datetimeFigureOut">
              <a:rPr lang="es-NI" smtClean="0"/>
              <a:t>25/10/2021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9BECB-4156-4512-833E-920151922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669E6D-1355-46D8-B800-55CF415E6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3DE2D-E761-4710-8EF9-1942ACD3A75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1998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UT9jhPDih0" TargetMode="External"/><Relationship Id="rId7" Type="http://schemas.openxmlformats.org/officeDocument/2006/relationships/hyperlink" Target="https://naps.com.mx/blog/prueba-de-varianza-pseudoaleatorios/" TargetMode="External"/><Relationship Id="rId2" Type="http://schemas.openxmlformats.org/officeDocument/2006/relationships/hyperlink" Target="https://www.youtube.com/watch?v=WVM_jZSCSz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questionpro.com/blog/es/anova/" TargetMode="External"/><Relationship Id="rId5" Type="http://schemas.openxmlformats.org/officeDocument/2006/relationships/hyperlink" Target="https://youtu.be/zS_yHF5b4NE" TargetMode="External"/><Relationship Id="rId4" Type="http://schemas.openxmlformats.org/officeDocument/2006/relationships/hyperlink" Target="https://youtu.be/Tk_bWY270Ng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100C61F-D2AA-4C68-B62F-EAECFF96C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55" y="177361"/>
            <a:ext cx="9698914" cy="653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6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2BB05E-1DDC-4633-B424-0AE200F5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0687"/>
            <a:ext cx="10184524" cy="585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3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8D6A79-3475-4EF4-87C1-5FAC4E35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8" y="302880"/>
            <a:ext cx="10210989" cy="62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F0B7A6-6933-4C9C-8915-9FE699705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44" y="520262"/>
            <a:ext cx="10126142" cy="575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3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FABDE8-B10A-4F1B-B5DF-C3316658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03" y="218303"/>
            <a:ext cx="9430603" cy="61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1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9B9709-91ED-4B25-9B59-565236EBF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21" y="509896"/>
            <a:ext cx="10072047" cy="58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6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459CC5-626C-40E3-B726-670656864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24"/>
            <a:ext cx="6096000" cy="21352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B683D6-0255-4C6E-87C0-C80D58FC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67" y="2445933"/>
            <a:ext cx="5506749" cy="7749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063799-9E5C-44D4-BBDE-E893E2F6E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217" y="428165"/>
            <a:ext cx="5836783" cy="22467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554C1F8-1509-4C9D-83BB-75AC23489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67" y="3577207"/>
            <a:ext cx="5444412" cy="32074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0D2D759-DE27-4CEC-865C-371F0CBC8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140" y="3648858"/>
            <a:ext cx="4975762" cy="31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02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D1939F-0CD2-45C1-8DFD-0A96596A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97" y="300824"/>
            <a:ext cx="8879964" cy="609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1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F987EC-F2F5-4CE3-9937-41AA7CAE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7" y="1231710"/>
            <a:ext cx="10774526" cy="439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380F242B-13C6-4AE4-A325-32D67314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16" y="0"/>
            <a:ext cx="10417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7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9D69FBC-2487-4A3F-BDC0-26443EA3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49" y="122410"/>
            <a:ext cx="8631802" cy="636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6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7299CA-F01D-4544-B1B1-AF2D17F4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496" y="206774"/>
            <a:ext cx="6646087" cy="643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9ABDBA-AF12-4663-AAEC-67F56A075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80" y="532264"/>
            <a:ext cx="9494615" cy="582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04DB07-8CBC-481F-84F2-C2C624BD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94" y="846161"/>
            <a:ext cx="11036655" cy="526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11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3790A9-2489-45C2-A53E-3C7D6AB87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33" y="447646"/>
            <a:ext cx="9354277" cy="584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38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F529A2-93D3-48BB-BE00-027C226C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207FFC4-DD20-4EF7-9806-54B049E2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129178-9A2C-49C4-969F-4CF7C7AB5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967A35-07FE-490D-94D2-0E06A9F7B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404FFB4-4212-4117-BA39-D020F8CE4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357F6D2-268D-4E6B-BC76-148429D5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0B58F79-F2BE-4552-ABC4-7DF8ABCC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AF49B27-F713-4623-9386-F202C0FFB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BF5F368-DCBA-465B-BD6B-7F9480B4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0E7C0F3-5623-4E85-9757-3AE78EAD7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7A4D018-14B4-4738-B9A7-4298777D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1C23DFE-92A2-4AF1-8553-80353306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F194115-6CDC-4EF5-8203-8117E9A8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98EB637-E058-4A25-8190-77E51830A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634C1DA-FE9A-4575-A507-C1EFF225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65F22C8-5E0F-44D6-A871-7EB7FE83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75" y="898865"/>
            <a:ext cx="8225050" cy="506027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ED6393DD-D30A-43BD-8513-69BAA0C42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5855B76-8E3F-4C06-8061-D6EB2DA4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1A9AC3A7-0D08-48BC-8968-C511B3193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156AC6C-1AA9-43F1-A9D9-10CDC18C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29114AB-2423-4E16-935F-5189BF8B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C42E54D-5441-46D9-A737-291CF1AF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0018760-69BA-4513-9868-02FFA5E2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2005012"/>
            <a:ext cx="4629150" cy="284797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E2B23866-98CA-48D7-9F4B-363EBADA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75" y="898865"/>
            <a:ext cx="8225050" cy="50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62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F394257-4804-4E4E-A9B7-B2DC34FE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16" y="723331"/>
            <a:ext cx="9376154" cy="548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549963-15FF-4077-A302-7B2384E4C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25" y="546384"/>
            <a:ext cx="9694543" cy="55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74B3122-07D7-4175-AAB8-534B91864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51" y="220410"/>
            <a:ext cx="5486400" cy="57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21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B20075-5C51-4689-BE05-F97B8066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92" y="477672"/>
            <a:ext cx="9616369" cy="590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0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36086E-7124-4F9F-AD2D-06D734CF8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91" y="309201"/>
            <a:ext cx="9482114" cy="614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54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68F94D-8AD8-46F2-A89A-2EF56782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82" y="109182"/>
            <a:ext cx="8690052" cy="635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39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C16480-CF0C-4645-ABDA-E78A62695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0326" y="586854"/>
            <a:ext cx="6610332" cy="48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66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BF7838-2AAE-43A3-9D06-0DF43BDEF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78" y="313899"/>
            <a:ext cx="9835639" cy="590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43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1D3BD3-5DD1-416E-8D03-E5E90698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96" y="409433"/>
            <a:ext cx="9107606" cy="585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57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3FEFEA-3D46-4184-8998-043DF640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91" y="258208"/>
            <a:ext cx="9490904" cy="586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46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44C7EE-7694-4962-948A-FEDB1B18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28" y="1914383"/>
            <a:ext cx="7665143" cy="343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93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106DC8-33F2-43B6-8C07-F18511E31742}"/>
              </a:ext>
            </a:extLst>
          </p:cNvPr>
          <p:cNvSpPr txBox="1"/>
          <p:nvPr/>
        </p:nvSpPr>
        <p:spPr>
          <a:xfrm>
            <a:off x="2101755" y="832513"/>
            <a:ext cx="55136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Fuentes</a:t>
            </a:r>
          </a:p>
          <a:p>
            <a:endParaRPr lang="es-MX" dirty="0"/>
          </a:p>
          <a:p>
            <a:r>
              <a:rPr lang="es-NI" dirty="0">
                <a:hlinkClick r:id="rId2"/>
              </a:rPr>
              <a:t>https://www.youtube.com/watch?v=WVM_jZSCSzE</a:t>
            </a:r>
            <a:endParaRPr lang="es-MX" dirty="0"/>
          </a:p>
          <a:p>
            <a:r>
              <a:rPr lang="es-NI" dirty="0">
                <a:hlinkClick r:id="rId3"/>
              </a:rPr>
              <a:t>https://www.youtube.com/watch?v=DUT9jhPDih0</a:t>
            </a:r>
            <a:endParaRPr lang="es-MX" dirty="0"/>
          </a:p>
          <a:p>
            <a:endParaRPr lang="es-MX" dirty="0"/>
          </a:p>
          <a:p>
            <a:r>
              <a:rPr lang="es-MX" dirty="0">
                <a:hlinkClick r:id="rId4"/>
              </a:rPr>
              <a:t>https://youtu.be/Tk_bWY270Ng</a:t>
            </a:r>
            <a:endParaRPr lang="es-MX" dirty="0"/>
          </a:p>
          <a:p>
            <a:endParaRPr lang="es-MX" dirty="0"/>
          </a:p>
          <a:p>
            <a:r>
              <a:rPr lang="es-NI" dirty="0">
                <a:hlinkClick r:id="rId5"/>
              </a:rPr>
              <a:t>https://youtu.be/zS_yHF5b4NE</a:t>
            </a:r>
            <a:endParaRPr lang="es-NI" dirty="0"/>
          </a:p>
          <a:p>
            <a:endParaRPr lang="es-NI" dirty="0"/>
          </a:p>
          <a:p>
            <a:r>
              <a:rPr lang="es-MX" dirty="0">
                <a:hlinkClick r:id="rId6"/>
              </a:rPr>
              <a:t>https://www.questionpro.com/blog/es/anova/</a:t>
            </a:r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>
                <a:hlinkClick r:id="rId7"/>
              </a:rPr>
              <a:t>https://naps.com.mx/blog/prueba-de-varianza-pseudoaleatorios/</a:t>
            </a:r>
            <a:endParaRPr lang="es-MX" dirty="0"/>
          </a:p>
          <a:p>
            <a:endParaRPr lang="es-MX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130103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074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73</Words>
  <Application>Microsoft Office PowerPoint</Application>
  <PresentationFormat>Panorámica</PresentationFormat>
  <Paragraphs>13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3</cp:revision>
  <dcterms:created xsi:type="dcterms:W3CDTF">2021-10-25T15:50:44Z</dcterms:created>
  <dcterms:modified xsi:type="dcterms:W3CDTF">2021-10-25T18:07:21Z</dcterms:modified>
</cp:coreProperties>
</file>