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4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4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9T19:14:46.9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7813 7813 0,'0'-74'156,"-49"49"-140,24 25-16,-25-25 16,26 25-1,-1 0 32,0 0-31,0 0 15,-24 25-15,24 0-1,-74 99 48,99-99-63,-25 149 62,25-150-46,49-24 109,1 0-110,-25 0 1,74-49 15,-74 49-15,0-25 0,-25 0-1,24 0-15,1 25 16,0-49 31,-25 24-32,0 0 32,0 50 109,0 24-140,0 1-16,0 25 16,0-26-1,0 100 32,0-124-47,0 0 16,0-1-16,0 1 31,0 25-15,0-25 31,0-1-1,0 1-30,0 0-16,0 0 188,25-25-173</inkml:trace>
  <inkml:trace contextRef="#ctx0" brushRef="#br0" timeOffset="2033.08">8111 7962 0,'0'25'140,"0"0"-140,0 0 16,0 0-16,-25 24 47,25-24-47,0 0 0,0 0 16,0 24 15,0-24 0,0 25 32,25-50-63,-25 24 15,25 1 16,0 0 1,24 0 15,-24 0-32,0-25 1,0 0 46,0 0-30,-1 0-32,26 0 15,-25-25 16,0 25 1,-1-25-1,-24 0-15,0 0-16,0-74 62,0 74-62,0 1 0,0-51 31,-24 50-31,24 1 16,-25-26 31,0 25-16,0 0 0,25 0-15,-25 25 0,25-24-1,-24-1 16,-1 0 1,25 0-17,-25 25 17,0 0-17,0-25 1,-24 25 15,24 0-15,-149 50 31,149-50-32,1 50-15,24-26 31,0 26-15</inkml:trace>
  <inkml:trace contextRef="#ctx0" brushRef="#br0" timeOffset="3225.33">9103 7689 0,'-24'0'141,"-1"25"-126,0 0 1,0 25-1,-25-1 1,26-24 0,-1 0-16,25 0 15,-25-1 1,25 26-16,-25-25 16,0 25-1,1-1 48,24-24-63,0 0 15,-25 0 1,0-1 15</inkml:trace>
  <inkml:trace contextRef="#ctx0" brushRef="#br0" timeOffset="3744.88">8706 7789 0</inkml:trace>
  <inkml:trace contextRef="#ctx0" brushRef="#br0" timeOffset="4327.89">9079 8235 0</inkml:trace>
  <inkml:trace contextRef="#ctx0" brushRef="#br0" timeOffset="8326.86">11261 5482 0,'0'-25'47,"-24"25"-16,24-25-31,-25 25 32,0 0-32,0 0 15,0 0 16,0 0 16,1 0-47,-1 0 16,0 0 15,-49 0 16,24 0-16,25 25 16,25 0-16,0 0-31,0-1 16,-25 1-16,1 25 31,24-25 16,0-1-47,-25 1 16,25 0 31,0 0-32,0 49 48,0-49-63,0 0 15,0 0 17,0 0-32,0 74 62,0-74-46,0 74 31,0-74-47,0-1 15,25 26 32,-1-25-47,-24 0 31,25-1 1,-25 1-1,50-25 0,-25 0 47,-1 0-62,26 0 0,-25 0-1,49 0 32,-49 0-47,0 0 31,25-25 1,-26 1-17,1-1 1,-25-25 15,25 50-15,-25-99 46,0 74-46,0 0-16,25-74 47,0 74-47,-25 1 15,0-51 17,0 25-32,0 26 15,0-51 32,0 50-47,0 1 16,0-1 31,0 0-32,0-25 32,0 26-31,-25 24-1,25-25 48,-25 25-16,0 0-32,0 0-15,-24-25 16,-199 50 0</inkml:trace>
  <inkml:trace contextRef="#ctx0" brushRef="#br0" timeOffset="12088.53">9649 7987 0,'0'-25'219,"25"25"-188,99 0-15,-99 0-1,-1 0-15,1 0 32,0 0-17,49 0 32,-49 0 0,0 0 31</inkml:trace>
  <inkml:trace contextRef="#ctx0" brushRef="#br0" timeOffset="13111.46">9748 8235 0,'25'0'172,"0"0"-156,0 0-16,24 0 15,-24 0 1,0 0-16,0 0 16,49 0-1,-49 0 1,25 0 31,-26 0-16,1 0 0,0 0-15,0 0 0</inkml:trace>
  <inkml:trace contextRef="#ctx0" brushRef="#br0" timeOffset="17848.02">9575 5184 0,'24'0'62,"1"0"-62,0 0 31,0 0-15,124 0 0,-25 0 15,0 0 0,198 0 16,-272 0-47,-1 0 16,1 0-16,0 0 15,49 0 16,-74 0-31,-1 0 16,1 0-16,50 0 47,-26 0-47,1 0 16,-25 0-16,173 0 62,-173 0-46,0 0-16,124 0 47,-100 0-32,-24 0 1,49 0 15,-49 0-15,25 0-1,-25 0 1,-1 0-16,1 0 16,0 0-1,25 25-15,-26-25 31,1 0-31,0 25 32,0 0 15,-25-1-1,25 51-30,-25-50 0,0-1-16,0 26 15,0 0-15,0 74 32,0-100-17,0 1-15,0 50 31,0-26-15,0-24 0,0 0-1,0 74 32,0-74-31,0 0-16,0 0 15,0 24 17,0-24-17,0 25-15,-25-50 16,25 49 0,-25 1 15,25-25-31,0-1 15,0 1 1,-25-25 0,25 25-1,0 0 1,-25 0 15,-24-1-15,24-24-16,-25 0 15,-148 25 17,124-25-17,-75 0 17,-25 0 14,50-25-30,-149-24 47,199 49-32,49 0-31,0 0 0,-99-50 62,99 50-62,1 0 16,-125 0 31,124 0-47,0 0 15,-49 0 32,49 0-31,0 0 0,-25 0 15,26 0 31,-1 0-46,0 0 0,0 0-1,-74 0 48,74 0-63,0 0 15,-24 0 32,24 0-16,0-25 32,0 25-47,25-24 62,-24 24-78,24-25 15,0-25 17,0 1-32,24 24 15,-24-25-15,0 1 16,25-100 15,0 99-15,-25 25-16,0 0 0,50-173 62,-50 173-46,24-24 15,-24 24-31,0 0 16,25-99 46,-25 99-46,0 0-16,0-49 31,0 49-31,0 0 31,0-24 16</inkml:trace>
  <inkml:trace contextRef="#ctx0" brushRef="#br0" timeOffset="24832.45">7888 9227 0,'0'-24'140,"-25"73"-93,25-24-31,0 0 15,0 0-31,0-1 31,-25 26-31,25 24 47,0-24-47,25-25 31,-25 0 1,0-1-17,50 1 17,-1 0-17,-24-25 16,124 0 16,-124 0-47,0 0 16,-1 0-16,51 0 16,-26-25 15,1 25-16,-25-25 1,0-24 31,-25 24-47,0 0 16,0 0-1,0 1-15,0-26 16,-100-99 31,100 124-47,-49-24 31,24 24-31,0 25 16,0-25 15,1 0-31,-26 1 62,25 24-30,0 0-1,1 0-16,-1 24 1,0-24-16,25 25 16,-50 25 31,25-50-16,1 25 0</inkml:trace>
  <inkml:trace contextRef="#ctx0" brushRef="#br0" timeOffset="25512.72">8607 9599 0,'50'0'140</inkml:trace>
  <inkml:trace contextRef="#ctx0" brushRef="#br0" timeOffset="27169.53">9103 9004 0,'-24'-25'15,"24"0"1,-25 1 31,0 24 31,-25 0-62,25 24-1,1 1 1,-51 149 15,75-149-15,0 0-16,0 24 31,0-24-31,0 0 31,0 0 1,25-25-1,0 0-16,0 0-15,24 0 32,1 0-32,49-124 47,-74 99-47,-25 0 15,0-149 32,0 125-31,0 24-16,0 0 31,0 50 110,0 0-141,0-1 15,0 26-15,0 0 16,0 123 15,0-148-31,0 99 63,0-99-48,0 0 1,0 24 15,0-24-15,0 124 46,0-99-62,0-26 16,0 1-1</inkml:trace>
  <inkml:trace contextRef="#ctx0" brushRef="#br0" timeOffset="27887.39">9550 9203 0,'25'0'94,"-1"0"-94,26 0 15,-25 0-15,0 0 16,49-25 15,-49 25-31,0 0 16,-1 0-16,1 0 16,0 0 30</inkml:trace>
  <inkml:trace contextRef="#ctx0" brushRef="#br0" timeOffset="28703.83">9649 9525 0,'25'0'78,"0"0"-63,-1 0 1,1 0 0,99 0 15,-99 0-31,0 0 16</inkml:trace>
  <inkml:trace contextRef="#ctx0" brushRef="#br0" timeOffset="30233.05">10468 9203 0,'-25'0'63,"25"-25"-48,49-25 1,-24-24 0,0 24-16,49-74 31,-24 25 31,-50 124 79,0-1-141,0 1 16,0 0-16,0 25 15,0-1 1,0 1-16,0 0 31,0 24 32,0-49-17,0 0-30,0-1 0,0 100 15,0-99-15,0 0-16,0 0 15,0 74 32,0-74-47</inkml:trace>
  <inkml:trace contextRef="#ctx0" brushRef="#br0" timeOffset="30944.85">10517 9599 0,'25'0'62,"0"-24"-46,24-26-16,1 50 16,74-25-1,-50 25 16,-24 0 16</inkml:trace>
  <inkml:trace contextRef="#ctx0" brushRef="#br0" timeOffset="31784.39">11137 9178 0,'25'0'156,"0"0"-140,25 0-16,-1-25 16,50 0 15,-74 25 0,0 0-15</inkml:trace>
  <inkml:trace contextRef="#ctx0" brushRef="#br0" timeOffset="33697.58">12551 8756 0,'-25'-25'63,"1"75"-32,-1-25-31,0 24 16,25-24-16,-124 174 62,99-150-62,0-24 0,25 0 16,-24 24 15,-1-49-15,-25 75 46,25-75-62,25 25 16,-25-25 15,1 0-15,-1 0 30,0 0-46,-124-100 47,124 100-31,25-24-16,-24-1 16,-1 0-16,-25-74 46,50 74-30,0 0-16,0 0 47,0 0-47,25 25 125,0 0-109,0 0-16,49 0 15,25 0 1,-24 25-1,173 75 48,-199-76-47,-24 1-16,0-25 15,49 50 16,1-25-15,-50-1 0,-1-24-1,-24 25 1,25-25 15,0 0 0,0 25-15,0-25 125</inkml:trace>
  <inkml:trace contextRef="#ctx0" brushRef="#br0" timeOffset="45768.72">8880 10567 0,'0'25'47,"-25"24"-31,0-24-1,1 0-15,-1-25 16,-99 99 15,74-99-15,25 0-16,-24 25 15,-26 0 17,51-25-17,-1 0 1,-74 0 31,74 0-47,0 0 15,0 0 32,0 0-47,1 0 16,-1 0-16,-74-124 47,99 99-32,0-124 32,0 124-31,0 0 15,24 25-15,26 0-1,24 25 1,-24-25-16,0 25 16,-26 0-16,1 0 15,25-1 16,99 100 32,-149-99-63,49-25 0,-24 50 16,99-1 15,-74-24-16,-26 0-15,26-25 16,0 0 0,-26 0-16,1 25 15,0-25 32,0 0 31,0 0-62,0 0-16,-1 0 47</inkml:trace>
  <inkml:trace contextRef="#ctx0" brushRef="#br0" timeOffset="46448.81">9203 10468 0,'0'-25'47,"49"25"-31,1 0 0,-1 0-16,125 0 31,24 0 0,-123 0 16</inkml:trace>
  <inkml:trace contextRef="#ctx0" brushRef="#br0" timeOffset="47361.47">9475 10815 0,'25'0'93,"0"0"-77,49 0-16,-49 0 16,0 0-16,74 0 15,-49 0 1,-25 0-16,24 0 31,-24 0-31,0 0 63</inkml:trace>
  <inkml:trace contextRef="#ctx0" brushRef="#br0" timeOffset="48712.86">10120 10393 0,'25'0'31,"0"0"-15,25 0 15,-26-25-15,1-24-16,0 24 15,49-74 17,-49-25-1,-25 173 94,0-24-110,0 0-15,0 25 16,0 74 31,0-100-47,0 1 16,0 25-1,25-25-15,25 49 31,-50-49-31,49 49 32,-49-49-17,0 0 17</inkml:trace>
  <inkml:trace contextRef="#ctx0" brushRef="#br0" timeOffset="49376.4">10418 10815 0,'25'0'78,"0"-25"-78,49 0 31,-49 0-31,0 1 0,74 24 31,-74-25-31,-1 25 16,26 0 0,-25 0-1,0 0 32</inkml:trace>
  <inkml:trace contextRef="#ctx0" brushRef="#br0" timeOffset="50224.6">10864 10468 0,'25'0'187,"0"0"-171,0 0-16,24 0 15,-24 0-15,0 0 16,0 0 0,0-25 15,-25 0 156</inkml:trace>
  <inkml:trace contextRef="#ctx0" brushRef="#br0" timeOffset="51697.52">11435 10294 0,'0'25'156,"0"0"-140,0 49-1,0-49-15,0 99 32,0-50-1,0-24 16,25-25 0,0-25-32,-1 0 1,26 0-16,173 0 47,-198 0-32,0-25 1,0 25 15,-25-25-15,0-248 46,0 224-62,0-1 16,0-24 15,-25 24 16,0 25-31,0 25-1,0 0 1,-24 0-16,-1 0 16,1 0-1,-1 0-15,0 0 32,1 25-17,24 0 63,25 0-31,0-1-16</inkml:trace>
  <inkml:trace contextRef="#ctx0" brushRef="#br0" timeOffset="52224.7">12080 10616 0,'25'0'140,"-1"0"-140</inkml:trace>
  <inkml:trace contextRef="#ctx0" brushRef="#br0" timeOffset="53728.44">12303 9798 0,'-25'0'47,"1"0"-47,-1 0 16,-25 0 15,0 25-31,1 49 62,49-49-46,0 0 0,0-1-16,0 26 15,99 49 32,-74-99-31,25 0-16,24-24 47,-49 24-47,-25-25 15,25-25 17,-25 25-32,0-74 62,0 149 79,0-26-126,0 1-15,0 0 16,49 124 15,-24-99-15,0-26-1,-25 26 1,0-25-16,49 148 63,-24-173-48,-25 50 32,0-25-47,0 0 31,25-1 16</inkml:trace>
  <inkml:trace contextRef="#ctx0" brushRef="#br0" timeOffset="72687.19">12774 10220 0,'0'-25'172,"0"0"-157,25 0-15,0 25 16,99-25 0,-74 25-16,-1-24 15,-24 24 1</inkml:trace>
  <inkml:trace contextRef="#ctx0" brushRef="#br0" timeOffset="73488.83">12948 10616 0,'-25'0'94,"50"0"-63,49-49-15,-49 49-1,50 0 17,-51 0-17</inkml:trace>
  <inkml:trace contextRef="#ctx0" brushRef="#br0" timeOffset="75495.84">13419 9922 0,'0'25'109,"0"24"-93,0-24-16,0 124 31,0-124-31,0 0 15,0 24-15,0-24 16,0 0 15,0 0-15,0-1 0,25-24-1,0 0 32,0 25-47,0 0 16,-1-25-1,76 25 17,-51 0-32,-24-25 31,25 0 16,-1-199 15,-49 150-62,0 24 0,-25-99 63,25 99-63,-24-25 31,-1 50-31,25-25 16,-25 25-1,0 0 1,0-24-16,-49-1 31,-50 0 16,124 0-31,-25 25 46,0 0-46,1 50 15,24-25-31,0 24 78,24-24-62</inkml:trace>
  <inkml:trace contextRef="#ctx0" brushRef="#br0" timeOffset="75984.03">14139 10368 0</inkml:trace>
  <inkml:trace contextRef="#ctx0" brushRef="#br0" timeOffset="76800.11">14114 9847 0,'0'25'157,"25"50"-142,-1-51-15,1 26 16,0 0-16,25 49 16,-50-74-1,24 49 1,1-24 46</inkml:trace>
  <inkml:trace contextRef="#ctx0" brushRef="#br0" timeOffset="84087.93">24259 6201 0,'0'25'31,"-25"25"-15,0-1-16,1 26 16,-51 98-1,50-123-15,-99 322 63,100-298-63,24-24 15,-174 372 32,149-348-31,-25 0-16,26-24 15,-26 124 1,25-125-16,-24 100 31,24-99 1,0-50 46,25-25-47,25-74-15</inkml:trace>
  <inkml:trace contextRef="#ctx0" brushRef="#br0" timeOffset="84848.83">24904 6102 0,'0'50'47,"-25"-1"-31,0 50 15,-24-49-31,49 0 0,-199 346 47,150-271-47,-1 23 16,0 1-16,-198 769 62,199-844-62,24 1 0,-74 173 31,49-199-31,25 1 16,-24 24 31</inkml:trace>
  <inkml:trace contextRef="#ctx0" brushRef="#br0" timeOffset="85761.17">25276 6201 0,'0'99'47,"-25"1"-32,0-26 1,1 0-16,-26 1 0,-24 173 31,24-174-31,-99 323 63,124-322-63,0-26 0,-49 323 62,49-297-62,0-26 16,25-24-16,-24 149 31,24-125-31,-75 249 47,75-273-16</inkml:trace>
  <inkml:trace contextRef="#ctx0" brushRef="#br0" timeOffset="86560.63">26119 6697 0,'-24'50'62,"-1"-25"-46,-25 24-16,1 26 16,-1-26-16,-223 447 46,199-372-46,24 0 16,0-49-16,-222 396 47,247-372-31,-25-24-16,1-1 0,-125 174 62,149-248 1,25 25-48</inkml:trace>
  <inkml:trace contextRef="#ctx0" brushRef="#br0" timeOffset="87272.98">26119 7640 0,'-49'74'63,"24"1"-63,-49 24 15,24 0-15,-223 348 47,248-398-47,-24 26 16,24-26-16,0 1 31,0-1-31,25-24 31,-25 0 32</inkml:trace>
  <inkml:trace contextRef="#ctx0" brushRef="#br0" timeOffset="95487.76">23168 8880 0,'0'50'187,"0"-1"-187,0-24 16,0 25 0,0 247 15,0-247-15,0-25-16,0 0 15,0 49 32,-25-49-47</inkml:trace>
  <inkml:trace contextRef="#ctx0" brushRef="#br0" timeOffset="97031.81">26541 8855 0,'0'25'109,"0"0"-93,0 24 0,0 51 15,0-75-31,0-1 16,0 1-16,0 25 15,0-25 1,0-1-16,0 76 31,0-76-31,0 1 16,0 99 31,0-99 187</inkml:trace>
  <inkml:trace contextRef="#ctx0" brushRef="#br0" timeOffset="106543.95">14610 9996 0,'25'-25'125,"24"1"-109,1-1-16,-25 0 16,49 0-1,-24 25-15,123-25 63</inkml:trace>
  <inkml:trace contextRef="#ctx0" brushRef="#br0" timeOffset="107360.67">14709 9699 0,'0'0'0,"50"0"16,-1 0-16,150 24 47,-174-24-31,-1 0-16,1 0 15,50 0 16,-26 0-15,-24 0 0,0 0 31,0 0-16,-25 25-16,0 25 1,-100 173 15,76-198-31,24 0 16,-25 0 0,0-1 46</inkml:trace>
  <inkml:trace contextRef="#ctx0" brushRef="#br0" timeOffset="108216.52">15577 9500 0,'0'-25'16,"0"1"-1,0-1 17,25 25 108,0 49-140,-25 1 16,50 24 15,-50-49-31,49 99 47,-24-74-47,0-1 16,-25-24-1</inkml:trace>
  <inkml:trace contextRef="#ctx0" brushRef="#br0" timeOffset="109343.51">15999 9550 0,'0'25'125,"0"49"-109,0-49-16,50 124 31,-26-100-31,-24-24 0,0 49 63,25-74-32,25 0-16,49-24 1,-74-26-16,49 25 16,1-99 15,24-124 16,-124 223-47,25-24 15,-25-1 1,-49 1 15,49 24-15,0 25-16,0-25 16,1 25-1,-26 0 1,-24 0 31,24 0-47,0 25 15,26 0-15,-100 123 63,124-98-63,0-25 15,0 0 32</inkml:trace>
  <inkml:trace contextRef="#ctx0" brushRef="#br0" timeOffset="111113.04">16942 9029 0,'-25'25'78,"25"24"-62,-50 26-16,25-1 15,1-24-15,-1-1 16,-50 125 15,75-149-15,-24 0-16,24-1 78,-25 1-78,0-25 109,0 0-93</inkml:trace>
  <inkml:trace contextRef="#ctx0" brushRef="#br0" timeOffset="111487.65">16495 9054 0</inkml:trace>
  <inkml:trace contextRef="#ctx0" brushRef="#br0" timeOffset="111880.33">17115 10021 0</inkml:trace>
  <inkml:trace contextRef="#ctx0" brushRef="#br0" timeOffset="132680.71">21977 6623 0,'-25'0'125,"0"0"-109,-24 0-16,-1 0 16,-99-25-1,75 0-15,-50 0 31,99 25-15,-25 0-16,50 50 188,0-25-173,0 0 1,0 24-16,25 50 47,0-74-47,-25 0 15,25 50 32,-25-51-31,25-24-16,-1 0 78,1 0-62,0 0-16,25 0 15,49 0 1,-49 0 46,-26 0-62,1 0 16,-25 25 0,25-25-1,0 25-15,-25 0 31,-25 148 16,-25-148-47,26 0 16,-1-25-16,0 0 16,-50 0-1,51 0 1,-26 0-16,25 0 15,-24 0 48</inkml:trace>
  <inkml:trace contextRef="#ctx0" brushRef="#br0" timeOffset="133481.29">22448 6648 0,'-25'24'62,"1"1"-62,-26 25 16,0-25-16,-24 99 16,-25 0 15,24-25 31</inkml:trace>
  <inkml:trace contextRef="#ctx0" brushRef="#br0" timeOffset="134032.15">22126 6573 0</inkml:trace>
  <inkml:trace contextRef="#ctx0" brushRef="#br0" timeOffset="134471.89">22399 7094 0</inkml:trace>
  <inkml:trace contextRef="#ctx0" brushRef="#br0" timeOffset="136312.51">28724 6598 0,'0'-25'31,"-50"25"-15,-24 0-1,-1 0 1,-24 0-16,-50 0 15,-322-74 17,421 74-17,26 0-15,-1 0 47,25 25 16,0-1-48,25 26-15,-1-25 16,1 24 31,0 1-47,-25 0 15,50 24 17,-50-24-32,24-25 0,1 74 62,0-99-15,49 25-31,-49-25-1,25 0-15,49 0 32,-74 0-32,0 0 15,0 0 16,-1 0-15,26 0 0,-25 24-16,24 1 0,26 99 62,-75-99-46,-124 0 31,49-25-32,-371-75 32,421 75-47,0 0 16,25-24 78,25 24-79</inkml:trace>
  <inkml:trace contextRef="#ctx0" brushRef="#br0" timeOffset="137105.94">29195 6424 0,'25'0'47,"-25"25"-32,-50 25 1,26-25-16,-76 99 31,26-50 0,49-49-15,0 49 31,25-49-47,0 0 15</inkml:trace>
  <inkml:trace contextRef="#ctx0" brushRef="#br0" timeOffset="137528.56">28873 6276 0,'0'-25'125</inkml:trace>
  <inkml:trace contextRef="#ctx0" brushRef="#br0" timeOffset="137968.45">29270 6896 0,'0'49'140</inkml:trace>
  <inkml:trace contextRef="#ctx0" brushRef="#br0" timeOffset="139737.73">27930 8037 0,'25'0'140,"0"0"-124,74-25-16,-25 0 15,274 25 32,-299 0-31,1 0 31</inkml:trace>
  <inkml:trace contextRef="#ctx0" brushRef="#br0" timeOffset="147960.71">15751 10393 0,'0'-25'62,"74"25"-31,1-24-31,247-224 47,-198 198-47,0-25 16,-24 1-16,346-100 47,-421 174-32</inkml:trace>
  <inkml:trace contextRef="#ctx0" brushRef="#br0" timeOffset="148889.18">16594 10319 0,'0'0'16,"25"0"-16,0-25 0,0 25 31,24-25-31,26 0 16,-75 100 62,-25-26-63,-25 1-15,-98 297 47,123-297-31,25-25 78,25-50-94,24 0 15,100-49 1,-99 24-16,24 50 15,0-50-15,50 26 47,-99 24-47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9T19:21:00.3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17190 9178 0,'0'-25'156,"-25"25"-62,0 25-78,0 0 15,0 24 0,25-24-31,-49 49 47,24-24-16,25 24 16,-25-49-47,25 0 16,0 74 31,0-74-32,0 0 1,0 0 31,0-1-32,25 1 1,0 0 0,0-25-1,24 25 1,26 0 31,-51-25-47,1 0 31,0 0-31,0 0 31,0 0-15,49-100 31,-49 51-47,-25 24 31,0 0-15,0 0-1,0 1 1,0-1-1,0-25 1,0 25 0,-50-99 31,25 100-32,25-26 16,-49 50-15,49-25 15,-25 25-31,-25 0 313,26 0-266,-1 0-16,0 25 31,0-25-30,0 25-32,50-25 172,25 0-157,-25 0-15,148-25 47,-148 25-31,0 0-16,0-25 31,-1 25 235,1 0-251,75 0 1,-76 0-16,26 0 15,0 0 1,-1 0 15,-24 0 16,0 0-31</inkml:trace>
  <inkml:trace contextRef="#ctx0" brushRef="#br0" timeOffset="896.4">17983 9475 0,'0'-24'78,"25"24"-62,0 0-1,49-25 17,-49 25-17,0 0-15,0 0 16,74 0 31,-74 0-16</inkml:trace>
  <inkml:trace contextRef="#ctx0" brushRef="#br0" timeOffset="1648.81">17983 9723 0,'25'0'78,"25"0"-62,-1 0 0,-24 0-16,0 0 0,49 0 62,-49 0-46,0 0-16,25 0 15,-1 0 1,1 0 15,-25 0-31,99 0 47</inkml:trace>
  <inkml:trace contextRef="#ctx0" brushRef="#br0" timeOffset="2424.87">18653 9079 0,'0'24'94,"0"26"-94,0 0 15,0-1-15,0 1 16,25 123 31,0-123-32,0 24 17,-1-24-32,1-25 0,-25 0 47</inkml:trace>
  <inkml:trace contextRef="#ctx0" brushRef="#br0" timeOffset="4167.75">19298 9029 0,'-25'0'78,"0"0"-62,1 0-16,-26 0 15,25 0 1,-49 0 15,49 0-15,0 0-1,0 0 1,1 0 47,-1 25-48,25 0 16,-25-1 1,25 1-32,0 0 15,0 0 1,0 0 0,25 99 46,0-75-31,-1-49 1,1 0-17,0 0 16,25 0-31,-26 0 0,51-25 47,-50 25-47,-25-24 32,24 24 14,1 0 1,0 0-47,0 0 16,0 24 0,49 26 30,-49-50-46,-25 25 16,0 0 0,0 24 15,0-24 0,0 0-31,0 0 47,0-1-31,-25-24-1,-49 0 48,49 0-48,0 0-15,-49-24 47,49 24-47,0-25 16,0 25-16,0-25 31,1 25-15,-26 0 15,25 0-15,-24 0-1,24 0 48</inkml:trace>
  <inkml:trace contextRef="#ctx0" brushRef="#br0" timeOffset="11322.69">22275 11733 0,'0'24'110,"0"1"-95,0 25-15,0-25 16,24 49 0,1-49-16,0 74 62,-25-74-62,0 0 16,25-1-16,-25 1 47,25-25 0,-25-25 78,24-24-110,-24 24 1,0-25-1,0 26 1,25-26-16,-25 25 31,25 0-31,-25-49 47,50 74-47,-50-25 16,24 0 15,1 1-31,0 24 16,0 0 62,0 0-31,-1 0-32,1 0 1,-25 24-16,50 26 31,-25-25 0,-25 24-31,49 51 63,-24-76-63,-25 1 31,0 0 32,25 0-63,-25 0 15,0-1 17,25 51 14,-25-50-30,25 0 31</inkml:trace>
  <inkml:trace contextRef="#ctx0" brushRef="#br0" timeOffset="12280.68">23118 11881 0,'25'-24'141,"0"24"-110,-1 0 0,1 0-15,0 0-1,0 0 48,0 0-48,24 0 17,-24 0 15,0-25-47</inkml:trace>
  <inkml:trace contextRef="#ctx0" brushRef="#br0" timeOffset="13367.92">23192 12129 0,'25'0'125,"0"0"-109,0 0-1,24 0 1,-24 0 0,0 0 15,0 0 16,0 0-32,-1-24 32,1 24-31,0 0 46,0 0-46,0 0 0</inkml:trace>
  <inkml:trace contextRef="#ctx0" brushRef="#br0" timeOffset="14407.61">23788 11633 0,'0'25'93,"0"25"-77,0-1 0,0 1-1,0 0 17,0-26 14,0 1 1,49-25 31,-24 0-62,25 0 0,-1-25 171</inkml:trace>
  <inkml:trace contextRef="#ctx0" brushRef="#br0" timeOffset="15128.28">24036 11559 0,'0'25'63,"0"0"-63,0-1 15,0 1-15,0 99 31,0-99-31,0 0 16,0 0-16,0 24 31,49 100 16,-49-124-47,0 49 47,0-49 0,0 0-47,0 0 16</inkml:trace>
  <inkml:trace contextRef="#ctx0" brushRef="#br0" timeOffset="16313.21">24358 11733 0,'-25'0'46,"1"0"-30,24 24 0,0 1-16,-25 25 31,25 49 16,0-74-47,0 0 31,0 24-15,0-24-1,0 124 32,25-149-47,-25 25 47,24-25-47,1 0 31,0 0-31,0 0 16,24 0 0,26-25 15,-26 0 0,-24-49 0,-25-50 1,0 74-1,0-74 16,-74 25-16,49 99-15,-25-25-1,1 25 16,-75 74 32,124-49-63,0 0 31</inkml:trace>
  <inkml:trace contextRef="#ctx0" brushRef="#br0" timeOffset="23681.34">20613 14114 0,'24'-25'94,"1"50"-79,0 0 1,74 74 15,-74-99-31,25 25 16,-50-1-16,124 76 47,-99-75-32,24-25-15,50 99 63,-74-74-47,0-25 77,0 24-77,-25 1 0,25-25-16,-25 25 31,24-25-16</inkml:trace>
  <inkml:trace contextRef="#ctx0" brushRef="#br0" timeOffset="24672.46">20886 14833 0,'0'-25'62,"0"1"-62,0-1 16,0 0-1,0-49 1,49-50 15,1 24 1,-50 76-32,0-1 15,0-25-15,49-148 63,-49 148-63,25 25 15,-25-24 17,25-26 14,-25 50-30</inkml:trace>
  <inkml:trace contextRef="#ctx0" brushRef="#br0" timeOffset="25743.06">20389 13990 0,'0'-25'32,"50"25"-17,0 0 1,-1 0-16,-24-25 15,0 25-15,74-25 47,-74 25-47,0 0 16,0 0 0,-1-24-1,26 24-15,49-25 31,0 25-15,1 0 47,-76 0-63,1 0 15,0 0 1,25 0 46</inkml:trace>
  <inkml:trace contextRef="#ctx0" brushRef="#br0" timeOffset="29128.8">21530 14213 0,'25'0'79,"0"0"-79,0 0 15,24-25 1,51 0 31,-75 25-47,-1 0 0,1 0 15,0 0 1,99 0 46</inkml:trace>
  <inkml:trace contextRef="#ctx0" brushRef="#br0" timeOffset="29874.09">21654 14511 0,'25'0'93,"25"0"-77,-25 0 0,124 0 30,-125-25 33,1 25-33</inkml:trace>
  <inkml:trace contextRef="#ctx0" brushRef="#br0" timeOffset="31160.5">22175 13990 0,'25'-25'63,"0"25"-63,0 0 15,0 0-15,-1 0 16,1 0-1,0 0 17,49 74 30,-49-24-62,-25 0 16,0 24-1,0-49 1,-49 124 15,49-100-15,-25-49 0,25 25 46,0 0-31,25-25 47,24 0-62,1 0-16,24 0 16,-24 0-16,74 0 47,-99 0-47</inkml:trace>
  <inkml:trace contextRef="#ctx0" brushRef="#br0" timeOffset="32286.79">22820 13915 0,'0'25'78,"-24"50"-62,-1-26-16,-25 26 16,50-26-16,-25 125 47,25-149-47,25-25 46,0 0-30,25 0 0,-1 0-16,1-25 0,24 0 31,-49 0-31,0-24 141</inkml:trace>
  <inkml:trace contextRef="#ctx0" brushRef="#br0" timeOffset="32978.46">23093 13915 0,'0'25'32,"0"0"-17,0 0-15,0 0 0,0 173 63,0-173-63,0 0 15,-25 99 17,25-75-32,0 1 15,-24 0-15,24-1 32,0-24-32,-25 0 15,25 0-15,0-1 31,0 1-15,0-50 62,0 1-62,0-1-1</inkml:trace>
  <inkml:trace contextRef="#ctx0" brushRef="#br0" timeOffset="34032.8">23366 14015 0,'-25'0'47,"25"24"-32,-25 1 1,25 0-16,0 0 15,0 24-15,0-24 16,-24 0-16,24 25 16,0-26-1,0 26-15,0 25 32,0-51-17,0 1 1,0 0-1,24 0 32,1 0-47,50-25 63,-51 0-63,125-25 62,-149 0-46,25 25-16,0-25 31,-25-49 0,0-150 16,0 200-31,-50-1-16,50 0 16,-25 25-1,-24-25 16,24 25-31,0 0 16,0 0 0,-49 0 15,49 0-31,0 25 16,1-25-1,24 25 1</inkml:trace>
  <inkml:trace contextRef="#ctx0" brushRef="#br0" timeOffset="53919.84">9128 16768 0,'0'-25'62,"-25"25"-31,1-25-15,24 1 0,-25 24 15,0 0 0,-25 0 32,25 0-48,1 0 17,-26 0-17,25 0-15,0 24 16,-24-24 31,49 25 171,0 0-202,0 0 0,0 0-16,0 49 47,0-24-32,0-26-15,0 100 63,0-99-63,25 0 15,-1 0 1,-24 24-16,25-24 31,-25 0-31,25 25 31,0-1 1,0-49 30,24 0-46,-24 0 15,0 0-31,0 0 16,24 0 15,1 0-15,0-25-1,24-49 32,-49 24-47,-25 1 16,25-1-1,-1 1 17,-24 24-17,0 0-15,0-49 47,0 49-31,0 0-16,-24 0 15,24 0 1,-50 1-16,-24-26 62,49 50-46,0 0 47,0 0-32,0 0-16</inkml:trace>
  <inkml:trace contextRef="#ctx0" brushRef="#br0" timeOffset="54520.37">9550 17363 0</inkml:trace>
  <inkml:trace contextRef="#ctx0" brushRef="#br0" timeOffset="56328.33">9947 16768 0,'0'-25'31,"-25"25"32,0 0-48,0 0 1,-74 0 31,49 25-47,26 0 31,-1-25-31,0 25 16,0-1-1,25 26 17,0-25-17,0 0-15,0 24 63,0-24-63,99-25 62,-74 0-62,74-25 47,-24-148 0,-75 123-47,0 25 31,25-24-15,-1 49 125,-24 24-141,0 1 15,0 149 32,0-149-47,0-1 16,25 100 15,-25-99-31,0 0 16,0 74-1,25-24 48,-25-51-16,0 1-47,25-25 15,-25 25 1,0 49-1,25-24 48</inkml:trace>
  <inkml:trace contextRef="#ctx0" brushRef="#br0" timeOffset="58104.52">10492 16644 0,'0'-25'31,"-24"25"-15,-1 0-1,-25 0 1,25 0-1,-24 0 1,24 0 0,0 0 140,0 50-140,25-25-1,0 49 1,0-24-16,0-1 15,0 50 32,25-74-31,-25 0 0,25-25 15,25 0-16,-26 0 1,76 0 15,-76 0-15,1 0 0,25 25-1,-25 0 16,-1-25-31,-24 24 16,75 26 31,-50-50-31,-1 50-1,-24 49 32,0-50-31,0 26 31,0-50-47,0-1 15,0 26 32,-24-50-31,-1 25 46,0-25-62,0 0 0,0 0 63,-24 0-63,24-25 15,0 25 1,0-25 46</inkml:trace>
  <inkml:trace contextRef="#ctx0" brushRef="#br0" timeOffset="59320.85">10815 16818 0,'49'0'0,"-24"0"16,50 0 30,-51 0-46,1 24 16,25-24 31,-25 0-31,-1 25-16,1-25 15,75 25 32,-76-25-47,1 0 0,25 0 31</inkml:trace>
  <inkml:trace contextRef="#ctx0" brushRef="#br0" timeOffset="60063.91">11063 17338 0,'25'0'62,"24"0"-46,1 0-16,24 0 15,125 0 32,-174 0-47,-1 0 16,1 0-16,0 25 31</inkml:trace>
  <inkml:trace contextRef="#ctx0" brushRef="#br0" timeOffset="61143.85">11881 17066 0,'0'-50'78,"25"25"-62,-25 0-16,50 1 15,-50-1-15,74-50 16,-49 51 0,-25-26-16,50 0 31,-26 50 94,-24 25-125,0 0 15,0 0-15,0 0 16,50 123 15,-50-123-31,0 0 16,0 0-16,0 198 62,0-173-62,0-26 0,0 51 32,0-50 15</inkml:trace>
  <inkml:trace contextRef="#ctx0" brushRef="#br0" timeOffset="61863.49">12129 17462 0,'50'0'140,"-25"0"-124,25 0-16,24 0 31,-24 0-31,-26-24 0,26 24 32,-25 0-32,0 0 31</inkml:trace>
  <inkml:trace contextRef="#ctx0" brushRef="#br0" timeOffset="63712.32">13295 16892 0,'0'50'109,"-24"-26"-109,24 1 16,-50 99 15,25-99-31,25 0 16,0 24-16,-25-24 15,0 74 16,25-74-15,0 0 0,-24 0-16,24 0 15,-25-1 1,0-24 0,0 0 15,0 0-16,-49 0 48,24 0-63,-49-148 62,99 123-62,-25 0 0,25 0 16,0 0 15,-24 25 16,24-24-47,0-1 141,49 25-126,1 25 1,-1-25 0,75 74 31,-99-49-47,0-25 15,25 49 1,24-49 46,-49 25-62,0 0 16,24 0 0,-24 0 15,25-1-16,-25 1 1,-1-25 0,26 25 15,0 0-31,-1-25 16,-49 25 15,50-25-31,-25 0 15,24 25 17,-24-25-17,0 0-15,24 0 32,-73 0 46</inkml:trace>
  <inkml:trace contextRef="#ctx0" brushRef="#br0" timeOffset="66735.87">12254 17140 0,'24'0'219,"1"0"-188,0 0 0,0 0-15,0 0 31,-1 0-32,1 0 1,0 0 46</inkml:trace>
  <inkml:trace contextRef="#ctx0" brushRef="#br0" timeOffset="68943.99">14263 17562 0,'0'-25'156,"49"0"-124,-49 0-17,25 25 1,25 0 0,-25 0-1,-1 0 1,1 0 15,0 0 16,0 0-31,0 0-1,24 0 32,-24 0-31</inkml:trace>
  <inkml:trace contextRef="#ctx0" brushRef="#br0" timeOffset="69967.49">14461 17338 0,'50'0'62,"-1"0"-62,75 25 16,-49 0 0,-26-25-16,26 25 15,-1 0-15,1-25 16,-26 0-1,1 24-15,-1 1 32,-24 0-32,0-25 15,0 25 17,0-25 14,-25 25-30,-50 0 0,-24 24 31,49-24-47,-25 0 15,-24-25 1,74 25-16,-25-25 15,0 0 17,0 0-1,1 0 0,-1 0 0,0 0-15,0 0 0</inkml:trace>
  <inkml:trace contextRef="#ctx0" brushRef="#br0" timeOffset="76599.92">17239 17041 0,'-25'25'94,"25"-1"-79,-24-24-15,24 25 16,-50 25 0,25-25-16,0-1 15,-24 76 1,24-51-1,-173 125 32,148-149-47,25-25 16,-99 0 31,75 0-47,24 0 15,0 0 1,-25 0-16,1-25 31,24 25-15,0-25 0,25 0-1,-25 0-15,25-24 16,-25-1 15,25 25-31,0 1 0,0-26 16,0 0-16,0 26 31,0-1-31,0 0 47,0 0-32,50 0 17,0 25-17,74 0 32,-99 0-31,49 0-1,-24 25 1,-1-25-16,1 25 16,24 25 15,-24-26-31,-1 1 16,51 50 30,-76-51-46,-24 1 16,25-25-16,124 75 47,-124-26-31,0-49-16,-1 50 15,51-25 1,-50 0-16,24-1 31,1-24-15,24 50 31,-49-25-16,0-25-31,0 0 0</inkml:trace>
  <inkml:trace contextRef="#ctx0" brushRef="#br0" timeOffset="78200.14">17785 17264 0,'25'0'109,"24"0"-93,-24 0-16,50 0 15,-26 0-15,50 0 47,-74 0-47</inkml:trace>
  <inkml:trace contextRef="#ctx0" brushRef="#br0" timeOffset="78855.67">17835 17537 0,'24'0'63,"51"0"-63,98-25 31,-123 0-31,0 25 62</inkml:trace>
  <inkml:trace contextRef="#ctx0" brushRef="#br0" timeOffset="79961.25">18703 17190 0,'0'-25'62,"0"0"-46,0 0 0,0 0-16,0 1 15,25-1 17,-25-25-32,0 75 171,0 0-171,0 0 16,0 24-16,0 50 31,0-49-31,0 24 16,0-49-16,0 0 16,0 25 15,0-26 16,0 1-47,0 0 78,0 0-47</inkml:trace>
  <inkml:trace contextRef="#ctx0" brushRef="#br0" timeOffset="80759.69">18529 17636 0,'25'0'93,"0"0"-93,24 0 16,-24 0-16,174 0 63,-175 0-48,1 0 16</inkml:trace>
  <inkml:trace contextRef="#ctx0" brushRef="#br0" timeOffset="81703.78">19025 17363 0,'25'0'141,"0"0"-110,0 0-31,-1 0 16,1 0-1,0 0 1,0 0-1,24 0 32,-24 0-47</inkml:trace>
  <inkml:trace contextRef="#ctx0" brushRef="#br0" timeOffset="84559.91">19794 17115 0,'-25'0'47,"1"0"-31,-1 25-1,25 0 16,-50 24 1,50 51-1,0-26-15,0-49-1,0 0-15,0 49 47,0-49-31,0 0 15,0 0-15,0-1 15,0 1-16,0 0 1,25-25 0,-25 25 31,25-25-16,24 0-16,26-25 1,-50 0-16,-1 0 16,1 1-1,0 24-15,0-25 47,-25 0-31,0 0-1,0 0-15,-25-148 47,0 123-47,25 25 16,0 0-16,0-24 16,0 24-1,-25 0-15,1 0 141,-1 25-110,0 0 0</inkml:trace>
  <inkml:trace contextRef="#ctx0" brushRef="#br0" timeOffset="85305.76">20241 17735 0,'-25'0'172</inkml:trace>
  <inkml:trace contextRef="#ctx0" brushRef="#br0" timeOffset="86816.27">20538 17016 0,'0'0'0,"0"-25"0,-25 25 31,1 0 0,-1 0-31,-25 0 16,50 50-16,-74 99 47,74-125-16,0 1-16,0 0 1,0 0 15,25-25 32,-1 0-48,51 0 1,-75-25 0,25 0 15,-1-24-31,-24 24 16,0-25 15,0 25-31,0 50 140,0 25-124,0-1 0,0-24-1,0 50-15,0 173 63,0-223-63,0-1 0,0 51 31,0-50-31,25-1 47,-25-48 125,0-26-157,25 25-15,0 0 16</inkml:trace>
  <inkml:trace contextRef="#ctx0" brushRef="#br0" timeOffset="88849.44">21010 16966 0,'-25'25'31,"0"0"-31,-49-25 31,49 0-15,0 0-16,0 0 15,0 0 17,1 0 140,24 25-141,0 99-16,0-99-15,0-1 16,0 125 31,0-99-47,24-50 78,1 0-62,25 0-1,-1 0 17,-24 0-17,0 0 1,0 0-1,0 0-15,-1 0 32,1 0 15,-25 25-32,25-25 1,0 0-1,-25 49 1,25 26 15,-25-50-15,0-1-16,0 26 31,-50-25 16,25 0-31,0-25-16,1 0 15,-1 0 1,-25 0 15,25 0-31,1 0 0,-1 0 16,-50 0 31,51 0-47</inkml:trace>
  <inkml:trace contextRef="#ctx0" brushRef="#br0" timeOffset="92732.02">17016 18107 0,'0'25'140,"0"0"-124,-25 0 0,25 0-1,0 24 16,0-24-15,0 0-16,0 49 16,0-49-1,0 49 17,0 26 14,0-75-46,0-1 63,0 1-63,0 0 16,25 0-1,0 0 1,0-25-16,74 49 47,-74-49-32,-1 0-15,1 0 32,0 0-32,0-25 0,74-49 46,-74 49-46,-25-74 47,0 49-47,0 25 16,0 1 0,0-175 30,0 174-46,0 1 16,-25-26 0,0 25-16,0 0 15,-24-74 32,24 74-47,25 1 16,-25 24-1,0 0 48,1 0-47,-1 0-16,0 0 15,0 0 79,0 24-78,25 51 15,0-50-16,0-1 1</inkml:trace>
  <inkml:trace contextRef="#ctx0" brushRef="#br0" timeOffset="93680.16">17711 18678 0</inkml:trace>
  <inkml:trace contextRef="#ctx0" brushRef="#br0" timeOffset="102024.08">17983 18182 0,'0'25'79,"0"-1"-64,0 26 1,0-25-1,0 24 1,0-24 0,0 0-16,0 0 0,0 74 62,0-74-62,0 0 16,25 49 31,0-49-32,0-25 17,0 0-17,-1 0 1,26 0-16,-25 0 15,49 0 1,-49 0 0,0 0 15,-25-25 0,0-24-31,0-1 16,0-25-16,0 26 15,-25-1-15,-49-123 47,49 123-47,0 25 16,25 0 0,-50-24 30,26 49-14,-26 0-17,25 0 1,0 0 0,-24 0 30,24 0-14,25 25-17,0-1-15</inkml:trace>
  <inkml:trace contextRef="#ctx0" brushRef="#br0" timeOffset="103569.66">18827 18008 0,'0'-25'31,"-25"25"-15,0 0-1,-24 0 32,24 0-47,-25 25 109,25-25-109,1 25 16,-1 25 0,25-26-1,0 125 32,0-124-47,0 0 16,25 49 31,24-74-32,-24 0-15,0 0 32,0 0-32,24 0 15,-24 0-15,25 0 31,-1 0-15,-24 0 0,0 0-16,0 0 31,-1 0-31,1 0 31,0 25-31,0 0 31,-25 24-31,49 51 47,-49-75-31,0-1 0,-24-24 15,-1 0 0,0 0-15,0 0-1,-99 25 32,75-25-31,24 0-1,-25 0 1,1-49 31</inkml:trace>
  <inkml:trace contextRef="#ctx0" brushRef="#br0" timeOffset="110307.26">18802 17959 0,'25'0'109,"0"0"-109,-1 0 31,26 0-15,-25-25 15,0 25-31,24-25 16,-24 25 15,0 0 125,0 0-140</inkml:trace>
  <inkml:trace contextRef="#ctx0" brushRef="#br0" timeOffset="117728.17">21580 16892 0,'0'50'109,"0"-1"-109,25-24 16,-25 0-16,0 24 15,0-24 1,0 0-16,0 74 31,49 224 32,-24-274-63,0 1 0,-25-25 15,50 248 32,-25-199-47,-25-49 32,0 24-17,24 1 16,-24 24 16,0-24-47,0 124 47,25-100-31,-25-49-1,0 0 1,0 0 0,25-1 31,-25 1-16,0 0-16,0 0 17,0 0-17,0-1 1,0 1-16,0 0 31,0 0 79,0 0-79,0-1 16</inkml:trace>
  <inkml:trace contextRef="#ctx0" brushRef="#br0" timeOffset="136281.79">24259 17140 0,'-25'50'62,"0"-50"-62,1 49 16,-1-24-1,0 0-15,0 0 16,-148 74 31,123-74-32,0-1-15,25-24 16,-49 25 0,-75 25 15,75-50-31,49 25 0,-25-25 16,-247 0 46,272-25-62,-99-25 31,25-24 32,99 49-48,0 0 1,0-24 15,25 24-15,49 0 15,-49 25-15,272 25 31,-247 0-47,24-1 0,75 51 31,99 24 0,-49-24 47,-174-51-62,-1-24 46,-24 25-62,25-25 94,0 0-78,0 0 15,24 25 0,1 0-31,0-25 16,-26 25 0,26-1 30,-25-24-46</inkml:trace>
  <inkml:trace contextRef="#ctx0" brushRef="#br0" timeOffset="137688.65">25003 16991 0,'25'0'16,"-25"25"0,0 0-1,-25 24-15,-49 150 47,49-174-47,0-1 16,25 51-1,-50 24 17,50-74-17,0 0-15,-24 0 16,-26 49 0,25-49-1,25 0-15,-74 99 47,49-100-47,25 1 16,-50 0 15,50 0 16,25-25 109</inkml:trace>
  <inkml:trace contextRef="#ctx0" brushRef="#br0" timeOffset="139768.35">25226 17388 0,'25'0'125,"0"0"-109,0 0 0,74 74 31,-74-24-47,-25-25 15,0 25 1,0 49 15,-25-99-15,25 49-16,-124 51 62,99-76-15,25 1-31,-25-25 31,50 0 62,25 0-93,-25 0 15,-1 0 0,1 0-31,0 0 31,25 0-15,-26 0 46,1 0 157,0 0 78,0 0-297,0 0 16,24-25-1,-24 25-15,0 0 63</inkml:trace>
  <inkml:trace contextRef="#ctx0" brushRef="#br0" timeOffset="140686.28">26045 17338 0,'50'0'141,"-1"0"-141,-24 0 15,49 0 1,-24 0-16,-25 0 31,0 0 0,-1 0-15</inkml:trace>
  <inkml:trace contextRef="#ctx0" brushRef="#br0" timeOffset="141343.89">26194 17934 0,'74'0'93,"-24"0"-93,-1 0 16,26 0-16,-1 0 16,75 0 15</inkml:trace>
  <inkml:trace contextRef="#ctx0" brushRef="#br0" timeOffset="142587.29">27087 17338 0,'-25'-24'0,"0"24"62,0 49-46,25 1-16,-25 198 62,25-223-62,0 0 16,0 74 31,50-99-31,-50 49-1,50-49 1,-1 25-16,26-25 31,-50 0-31,272-99 47,-272 74-31,0-24-1,-25-1-15,0-198 47,0 198-47,0 1 16,0-1-1,0-74 17,-25 99-17,0 25 16,0 0-31,1 0 16,-1 0 0,-124 50 46,149-25-62,-25-1 16,25 1-1</inkml:trace>
  <inkml:trace contextRef="#ctx0" brushRef="#br0" timeOffset="143152.29">28104 17785 0</inkml:trace>
  <inkml:trace contextRef="#ctx0" brushRef="#br0" timeOffset="145153.28">28550 17115 0,'0'-25'31,"-25"25"-15,1 0-1,-26 0 1,-173 0 31,198 0-47,25 25 93,0 0-77,0 49 15,50 75 1,-50-99-17,24-1 1,1-49 249,-25 50-249,25-25 0,-25 0-1,25-25 48,-25 25-48,49-25 1,-24 0 0,25 0-16,-25 0 15,24 0 1,-24 0 0,74-25 30,-74 25-46,0-25 16,124-74 31,-149 49-31,24 50-16,51-174 46,-75 125-30,0 24 0,0-49 31,0 49-16,-50 0-16,25 25 1,1 0 0,-1 0-16,-298-25 62,274 25-62,24 0 0,-149 25 63,150 0-48,-1 0 1,0-25 46,0 24-46</inkml:trace>
  <inkml:trace contextRef="#ctx0" brushRef="#br0" timeOffset="146904.63">29666 16966 0,'-24'0'31,"-1"0"0,0 0-15,0-24 0,-49 24 15,49 0-15,-25 0-1,-24 0 16,49 0 16,0 49-31,25 1 0,0-25-16,0 24 15,0-24-15,50 198 47,-50-198-31,25 25-1,24-50 63,-24 0-62,25 0 0,-25 0-16,-1 0 15,1 0 17,0 0-32,0 24 15,-25 1 16,49 0-15,-24 0 0,0 25-1,-25 49 17,0-50-17,0-24-15,-25 0 0,0 0 31,-24-25 1,-1 0-32,-247 0 62,272 0-62,-50 0 16,-74 0 46</inkml:trace>
  <inkml:trace contextRef="#ctx0" brushRef="#br0" timeOffset="147809.39">30237 16991 0,'0'25'78,"-25"25"-62,-49 74-1,49-50 1,-149 224 31,149-249-47,25 1 16,-49 49 15,49-49-31,-50 99 47,50-125-32,0 1 17,-25 0-17</inkml:trace>
  <inkml:trace contextRef="#ctx0" brushRef="#br0" timeOffset="148953.88">30262 17661 0,'25'-50'78,"-25"26"-63,24-1 1,1 25 46,0 0-62,-25 25 32,25-25-32,0 124 62,-25-100-62,0 100 31,0-99-31,-25 0 16,-25 49 31,25-49-31,75-25 140,-25 0-156,0 0 15,74 0 1,-74 0 0,-1 0 15,1 0 16,0 0 47,0 0-79</inkml:trace>
  <inkml:trace contextRef="#ctx0" brushRef="#br0" timeOffset="149784.06">30807 17562 0,'25'0'141,"25"0"-125,-25 0-1,24 0 17,-24 0-32,0 0 15,0 0 1,24 0 15,-24 0-15,0 0-16,0 0 0,-1-50 62,1 50-62,0 0 31</inkml:trace>
  <inkml:trace contextRef="#ctx0" brushRef="#br0" timeOffset="150825.16">31006 17959 0,'25'0'140,"-1"0"-124,1 0 31,0 0-32,0 0 32,0 0-31,-1 0 15,1 0 0,0 0-15,0 0 31,0 0-32,0 0 1,-1-25 47,-24 0 46</inkml:trace>
  <inkml:trace contextRef="#ctx0" brushRef="#br0" timeOffset="152772.53">31725 17413 0,'0'25'63,"-25"-1"-63,1 1 15,24 25 1,0-25-16,-25 24 16,-25 51 15,50-76-16,0 26 1,0 0 0,-25 98 31,25-123-47,0 0 15,0 25 32,25-26-31,0 26-1,25-25 32,-1 0-31,-49-1-16,75 1 31,-75 0-15,24-25-16,26 0 31,-25 0-15,24 0-1,-24 0 1,25-25-1,-1 0 1,-49 1-16,75-51 47,-75 50-47,0-24 16,0 24-16,-50-223 46,1 198-46,24-24 16,-25 24-16,-49-49 31,74 74-31,-74-24 63,74 49-48,-24 0 1,24 0 47</inkml:trace>
  <inkml:trace contextRef="#ctx0" brushRef="#br0" timeOffset="153480.01">32395 18132 0</inkml:trace>
  <inkml:trace contextRef="#ctx0" brushRef="#br0" timeOffset="154376.06">32569 17487 0,'0'25'31,"-25"25"-15,0 49 0,25-49-1,0-26 1,0 175 46,0-174-46,0 24 31,25-24-16,24-25 0,1 0-15,0-25 15,-50 0-15,0-24-16,0-50 15,0 49 1,0 25-16,0-99 31,0 99-31,0 1 0,-75-150 63,75 149-48,-25 25 17</inkml:trace>
  <inkml:trace contextRef="#ctx0" brushRef="#br0" timeOffset="155664.89">32817 17388 0,'24'0'125,"1"0"-110,0 0-15,0 0 16,24 25-16,51 24 47,-76 1-31,-24-25-1,0 25-15,0-26 16,0 1-16,-24 149 62,-1-149-62,0-1 32,0 1-17,25 0 1,-25-25-16,-24 99 62,49-74 16,49-25-62,75 0 15,-99 0-31,0 0 0,0 0 32,0 0-1,-1 0-16</inkml:trace>
  <inkml:trace contextRef="#ctx0" brushRef="#br0" timeOffset="157033.1">33486 17462 0,'0'-24'15,"0"-1"1,-24 25 0,-26 0-1,25 0 1,0 0-16,0 0 15,1 0-15,-1 0 16,-50 0 15,51 0 32,-1 0 31,25 25-79,25 24 1,-1 1-1,26 24 17,-25-24-32,0 0 15,-1-26 32,1 1-31,0-25 15,0 0-15,25 0-1,74 25 32,-75 0-47,-24-25 31,25 49 1,-50-24 15,0 0-32,0 0 1,0 0-16,-50-1 31,25-24-31,0 0 16,-99 25 31,100-25-47,-1 0 15,-50-49 32</inkml:trace>
  <inkml:trace contextRef="#ctx0" brushRef="#br0" timeOffset="161807.68">23118 4887 0,'50'0'156,"-26"0"-140,51 0-16,49 0 15,149-50 1,-100 50-16,51 0 15,321 0 1,-247 0-16,-25 0 16,24 0-16,1 0 15,273 0 1,-249 0-16,2034 0 62,-2157 0-62,-50 0 16,148 0 31,-272 0-31,0 0-16,25 0 15,-26 0 1,1 0 15,0 0-31,0 0 16,322 0 31,50 0-47,-174 0 15,373 0 1,-224 0 31,-348 0 0</inkml:trace>
  <inkml:trace contextRef="#ctx0" brushRef="#br0" timeOffset="165378.91">22994 4316 0,'25'25'47,"24"0"-31,1-25-1,49 0 1,-74 0-16,124 0 31,49-50 32,-148 50-63,-25 0 15,-1 0-15,225 0 47,-225 0-47,1 0 16,0 0 31,0 0-32,0 0-15,-1 0 31,1 0-15,0 0 0,124-25 46,-124 25-62,-1-25 0,1 1 16,149-175 31,-149 174-32,-1 1-15,-24-1 0,25 0 16,50-124 15,-75 124-15,24 25-16,-24-24 15,75-101 32,-75 76-47,0 24 16,25 0-16,24-124 47,-24 125-47,-25-26 15,124-198 32,-124 223-31,0-24-16,25 49 0,25-149 62,-50 124-62,49-49 32,-24 49-17,124-124 48,-100 124-63,100-25 62,-124 50-62,0-24 0,173-51 63,-148 50-63,-25 25 31,24-24 0,-24-1-31,0 25 0,0 0 16,0-25 0,173 0 15,124 0 31,-247 25-62,222 0 63,-222 0-63,-1 0 0,1 0 15,49 25 1,0 0 15,-99-25-31,49 25 16,100 0 31,-100-1-47,-24-24 0,-1 50 15,26-25-15,98 49 47,-123-74-31,-25 25-16,0-25 16,24 25-1,-24 0-15,25-25 16,297 223 31,-298-198-32,299 248 32,-324-224-31,26 1 15,74 74 16,-99-99-47,0 24 16,0-49-16,74 149 62,-99-124-62,25 0 16,-25-1-1,24-24 17,26 75-1,99 24 16,-75-74-16,-49 0-31,173 99 62,-173-124-62,0 25 0,173 49 47,-123-49-31,-25-25 0,-1 0-16,-24 25 31,0-25-31,99 0 15,794 198 48,-745-173-63,249 74 31,-199-99 0,-198 0 1,-50 0 93,25-25-94,-25 0-15</inkml:trace>
  <inkml:trace contextRef="#ctx0" brushRef="#br0" timeOffset="168600.28">24656 3994 0,'0'24'94,"0"1"-94,0 0 15,-25 49 1,25 1-1,0-50-15,0 123 32,0-123-17,0 25-15,0-25 16,-25 74 15,25-50 32,0-24-32,0 0-15,0 0 202,0 0-202,0-1 15</inkml:trace>
  <inkml:trace contextRef="#ctx0" brushRef="#br0" timeOffset="169752.67">26194 2778 0,'0'50'31,"-25"-25"-31,-25 24 16,26 50-16,-497 596 47,446-596-32,26-24-15,-125 148 31,0 25 16,150-223-31,-1-1-16,-25 1 31,50 0-15,0-50 62,25 0-62</inkml:trace>
  <inkml:trace contextRef="#ctx0" brushRef="#br0" timeOffset="170305.35">26640 2927 0,'0'0'0,"0"50"47,0-1-47,-25 26 15,-24-1-15,-224 273 32,174-248-17,49 26-15,-24-51 16,-100 124 0,-24 125 46,173-298-62,25-1 16,-25-24-1,50 0 48,24-49-48</inkml:trace>
  <inkml:trace contextRef="#ctx0" brushRef="#br0" timeOffset="170776.04">27310 3101 0,'0'0'0,"0"24"16,0 26-16,-223 322 47,173-298-32,0-24-15,-24 0 16,-75 74 0,75-25-16,-1-25 15,-24 75 1,74-99-16,-49 24 15,24-24 48,75-50-32,25-50-31</inkml:trace>
  <inkml:trace contextRef="#ctx0" brushRef="#br0" timeOffset="171264.83">27756 3125 0,'25'25'16,"-25"0"-16,0 25 0,-49 24 15,-175 248 16,125-197-15,0-51-16,25 50 16,-125 174-1,100-199 17,99-74 14</inkml:trace>
  <inkml:trace contextRef="#ctx0" brushRef="#br0" timeOffset="172552.1">30435 4093 0,'0'25'63,"0"24"-63,0 26 15,0-26-15,0 26 16,0 24 0,0-25-1,0-24-15,0-1 16,0-24 46,0 0 63</inkml:trace>
  <inkml:trace contextRef="#ctx0" brushRef="#br0" timeOffset="173432.35">29865 2059 0,'0'0'0,"-25"-25"16,-25 25-16,-793-99 47,645 74-47,74 0 15,49 25-15,-297-25 47,323 25-31,-1 0-16,-149 0 31,100 0-31,-50 0 0,-272 0 31,-26 0 32</inkml:trace>
  <inkml:trace contextRef="#ctx0" brushRef="#br0" timeOffset="174282.71">26764 1364 0,'-25'0'15,"-24"0"-15,-1 25 16,1 0-16,-125 99 47,149-99-47,-49 24 0,24 1 15,-223 173 32,249-198-47,-1 0 16,25 0 31,49-1 0,26 1-47,98 0 31,1 0-31,-50 0 15,347 99 1,-347-100 0,75 1 31</inkml:trace>
  <inkml:trace contextRef="#ctx0" brushRef="#br0" timeOffset="177151.88">24631 5011 0,'0'24'62,"0"1"-62,0 0 16,0 25-16,0-1 31,0 1-31,25-1 0,-25 100 62,0-99-62,-25 173 63,25-173 93</inkml:trace>
  <inkml:trace contextRef="#ctx0" brushRef="#br0" timeOffset="178561.17">30460 5234 0,'-25'0'79,"25"49"-64,0 26-15,0-1 16,0 249 15,0-274-15,0 1-16,0-25 15,0 0 1,0-1 0,0 1-16,0 0 15,0 0 1,0 0-16,0-1 31,0 1-15,0 25-1,0-25 17</inkml:trace>
  <inkml:trace contextRef="#ctx0" brushRef="#br0" timeOffset="185944">30535 6672 0,'-25'0'63,"0"0"-63,0 0 15,-24 0 17,24 0-32,0 25 0,0-25 15,0 25 16,25 0-31,-24-25 16,-1 49 0,0 26-1,25-1 1,0 150 31,0-150-32,0-49 1,25 0 15,74 74 16,-49-74-31,-26-25-16,26 24 0,99 26 47,-124-50-32,-1 0-15,1 0 16,25 0 0,-25 0-16,-1-50 15,-24 1 1,-99-373 46,74 373-46,1-1-16,-200-124 62,175 174-62,24 0 0,-99 0 32,25 0 15,74 0-47,0 0 15,-25 50 1,-98 74-1</inkml:trace>
  <inkml:trace contextRef="#ctx0" brushRef="#br0" timeOffset="195936.78">25574 18579 0,'-25'0'110,"-25"0"-110,50 25 15,-25-1 1,1-24-1,24 50-15,-50 74 47,50-99-31,0 74 31,25-74-32,0 0-15,-1-1 16,51-24 0,-50 0-1,74 0 32,-74 0-47,24 0 16,1-49 15,24-100 16,-74 124-47,0 0 16,0 1-1,0-1 1,0-25-16,-25 1 0,-99-125 62,124 149-62,-49 0 16,-1 0 0,1 1-1,49-1 32,-25 25-47,25 25 16,-25-1-16,25 125 47,0-99-32,0-25 16</inkml:trace>
  <inkml:trace contextRef="#ctx0" brushRef="#br0" timeOffset="196447.9">26343 18926 0</inkml:trace>
  <inkml:trace contextRef="#ctx0" brushRef="#br0" timeOffset="197616.53">26739 18281 0,'-24'0'15,"-1"0"1,0 0 15,0 0-15,0 25-1,25 0 1,0-1 0,0 51 15,0-1-31,25-49 16,0 0-1,25 0 16,74-174 32,-124 124-47,0-49 30,0 98 79,0 1-109,0 0-16,0 74 31,0-49-31,0 24 0,0 26 32,0-51-32,0 125 62,0-149-46,24-25 140</inkml:trace>
  <inkml:trace contextRef="#ctx0" brushRef="#br0" timeOffset="199031.94">27335 18157 0,'-25'0'47,"0"0"-47,0 0 16,1 0 30,-1 25 64,0-25-110,25 25 15,0 24-15,0 1 32,0-1-32,0 1 0,0 0 31,0-26-15,25-24 62,0 0-63,-1 0 1,26 25 15,24 25 16,1-25-16,-50 0-15,-1-1 0,1 1-1,-25 0 1,0 99 46,0-99-46,0 0 0,-25-25 15,1 0-31,-1 0 31,0 0-15,0 0-1,0 0 1,1 0 15,-26 0-15</inkml:trace>
  <inkml:trace contextRef="#ctx0" brushRef="#br0" timeOffset="199880.25">27806 18306 0,'0'25'94,"25"24"-79,0-24-15,-25 0 16,24 173 15,1-173-15,-25 0-16,0 0 0,50 99 62,-50-99-30,0-1-1</inkml:trace>
  <inkml:trace contextRef="#ctx0" brushRef="#br0" timeOffset="200592.63">27856 18579 0,'0'-25'172,"49"25"-156,50 0-16,-24 25 16,-25-25-16,24 0 15,-49 0-15</inkml:trace>
  <inkml:trace contextRef="#ctx0" brushRef="#br0" timeOffset="202449.74">28476 18380 0,'-25'0'32,"-25"0"15,50 25-47,-24 25 15,-26-26 16,50 1-31,0 0 0,0 0 16,0 0-16,0 74 47,0-74-47,0 0 16,0-1-16,0 26 31,25-50-31,0 25 15,-1 0 1,1-1 15,0 1-31,0-25 16,148 0 31,-173-25-47,50 25 15,49-148 48,-99 123-63,-25-248 62,1 198-62,-100-49 63</inkml:trace>
  <inkml:trace contextRef="#ctx0" brushRef="#br0" timeOffset="202991.68">28897 18802 0</inkml:trace>
  <inkml:trace contextRef="#ctx0" brushRef="#br0" timeOffset="204689.06">29245 18504 0,'0'-25'62,"-25"50"-46,25 0-1,-50 74 1,50-74-16,0 0 16,0 74 31,0-49-16,0-25-16,50-1 17,-50 1-32,74 0 31,-49-25-31,0 0 16,25 25 30,-1-25-46,-24 0 16,25-25 0,-26-25 46,1 1-31,0-1-15,-25 25 0,0-24-1,0 24-15,-74-248 47,49 199-31,0 49-16,0-25 0,-49-24 31,49 74 0,-25 0-31,-74 99 63</inkml:trace>
  <inkml:trace contextRef="#ctx0" brushRef="#br0" timeOffset="205776.01">29840 18281 0,'0'-25'16,"25"25"62,0 0-63,24 25 1,-24-25 15,0 50-15,-25-26-1,25 26 1,-25-25-16,0 24 16,0 1-1,0-25 1,-50 74 0,25-49-1,0-50-15,25 99 47,0-74-16,0 0 47</inkml:trace>
  <inkml:trace contextRef="#ctx0" brushRef="#br0" timeOffset="206720.13">29840 18827 0,'0'25'109,"25"-25"-93,0 0-16,-1 0 16,1 0 15,0 0-15,0 0-1,0 0 1,-1-25 171</inkml:trace>
  <inkml:trace contextRef="#ctx0" brushRef="#br0" timeOffset="207904.32">30510 18231 0,'-25'0'16,"0"0"-1,-74 0 17,99 25-32,-25-25 15,0 0 1,1 0 15,-1 50-15,25-25-1,0-1 1,0 1 0,0 0 15,0 0-15,124 24 46,-124-24-62,25-25 16,24 25 15,-24 0-15,0 0-1,-25 24 32,0-24-31,0 0 15,0 0 0,-25-25 63,0 0-78,0 0-1,1 0 16</inkml:trace>
  <inkml:trace contextRef="#ctx0" brushRef="#br0" timeOffset="208671.92">30435 18231 0,'0'-24'31,"25"24"16,0 0 0,0 0-32,0 0 1</inkml:trace>
  <inkml:trace contextRef="#ctx0" brushRef="#br0" timeOffset="209623.75">30981 18504 0,'25'0'141,"0"0"-79,-1 0 16</inkml:trace>
  <inkml:trace contextRef="#ctx0" brushRef="#br0" timeOffset="210097.19">30931 18901 0,'25'0'62,"0"0"-62,0 0 16,24 0-16,1 0 16,-50 25 93,-25 0-93</inkml:trace>
  <inkml:trace contextRef="#ctx0" brushRef="#br0" timeOffset="211744.74">31552 18529 0,'0'-25'78,"0"0"-78,-25 1 16,0-1 15,0 25 32,0 0-32,1 0-15,-1 25-16,0-1 15,-25 26 1,-49 173 46,99-198-62,0 0 47,0 0-31,0 0-1,25-25 1,0 0-16,0 0 31,24 0-15,1 0 0,-25-25-16,-1 25 0,51-99 31,-50 49 0,-25 25 32,0 50 93,0 25-156,0 24 15,0 25 1,24-24-16,1-26 63</inkml:trace>
  <inkml:trace contextRef="#ctx0" brushRef="#br0" timeOffset="212784.18">31899 18479 0,'0'-24'16,"-25"24"31,25-25 390</inkml:trace>
  <inkml:trace contextRef="#ctx0" brushRef="#br0" timeOffset="214544.02">31279 18479 0,'0'25'47,"0"0"-32,25 50 1,-25-26-1,24-24 1,1 0-16,74 99 31,-49-75-31,-25 26 16,24-1 0,26-74 46</inkml:trace>
  <inkml:trace contextRef="#ctx0" brushRef="#br0" timeOffset="-214455.72">31452 18951 0,'0'-25'16,"0"0"-1,25-74 17,-25 49-32,25 1 15,0-1-15,-25-223 63,0 224-63,0 24 15</inkml:trace>
  <inkml:trace contextRef="#ctx0" brushRef="#br0" timeOffset="-212160.84">30460 14560 0,'-25'25'78,"1"0"-78,-26 25 15,0 49 1,26-50-16,-26 100 31,50 50 32,0-150-63,25-49 0,-25 25 15,74 49 32,-49-74-47,0 0 16,148 25 46,-148-25-62,0 0 16,124-99 15,-100 49-15,-24 1-16,-25-1 16,0-247 30,0 222-46,0 50 16,-149-49 31,125 74-31,-1 0-16</inkml:trace>
  <inkml:trace contextRef="#ctx0" brushRef="#br0" timeOffset="-211608.8">31080 15404 0</inkml:trace>
  <inkml:trace contextRef="#ctx0" brushRef="#br0" timeOffset="-208935.99">31576 14759 0,'-24'-25'0,"-1"25"31,0 0 0,0 0-15,0 0 15,1 0-15,24 50 15,0-26-31,24 200 62,-24-200-62,124 1 63,-99-25-48,25-25-15,99-123 47,-149 123-31,0 0-16,24-49 62,-24 98 79,0 1-125,0 25-16,0 74 15,-24-75 1,24 125 15,0-100-15,0 1-1,0-25 48</inkml:trace>
  <inkml:trace contextRef="#ctx0" brushRef="#br0" timeOffset="-207880.43">32147 14734 0,'25'0'141,"24"0"-126,-24 0 17,0 0-17,25 99 17,-26-74-17,1 0-15,-25 24 0,25 125 63,-25-149-48,0 49-15,0-49 16,0 25 0,0-26-16,-25 51 15,25-25 16,0-26-31,-25 76 63,25-125 46,0 0-93</inkml:trace>
  <inkml:trace contextRef="#ctx0" brushRef="#br0" timeOffset="-207267.77">32221 15156 0,'25'-25'78,"0"0"-78,25 0 16,24 25-16,0 0 31,-24 0-16,24 0 32,-49 0-31,0-25 31,0 25-32</inkml:trace>
  <inkml:trace contextRef="#ctx0" brushRef="#br0" timeOffset="-205952.76">32916 14684 0,'-25'0'0,"0"-24"16,0-1-1,1 25 1,-1 0 0,0 0-1,-25 0 32,26 0-31,-1 0 46,25 25-46,0-1-1,0 26 17,0 49-17,124 50 48,-99-149-63,74 50 47,-50-50-32,-24 0 1,25 0 15,148 124 16,-148-75-31,-25 1-16,-1-25 0,26 74 62,-50-74-62,0 0 16,-50 24 31,26-24-47,-150 0 47,-74-25-1,223 0-14,0 0-32,-24-50 31</inkml:trace>
  <inkml:trace contextRef="#ctx0" brushRef="#br0" timeOffset="-204656.28">28674 14461 0,'25'0'63,"49"0"-47,50-25-16,0 1 15,273-1 32,-347 25-47,0 25 47,-26 24-47,-24 174 31,-372 174 16,273-322-47,49-51 16,26-24-16,-1 25 15,0-25-15,0 0 32,25 25-17,0 25 32,0-26-31,25-24-1,25 25 1,-26-25 0,26 0-16,0 0 15,49-25 16,-74 25-31,0 0 32,-1 0 93</inkml:trace>
  <inkml:trace contextRef="#ctx0" brushRef="#br0" timeOffset="-204150.88">29021 14908 0,'0'0'0,"25"-25"16,50 0-1,-26 25 1,-24 0 0,50 0-1,-1 0-15,-49 0 16,0 0-16,24 0 31,-24 0-31,0 0 16,0-25-1,-1 25 17,1 0-1,0 0 16</inkml:trace>
  <inkml:trace contextRef="#ctx0" brushRef="#br0" timeOffset="-203679.04">29741 15180 0,'25'0'15,"74"-49"16,-99 24-31,25 25 16,-1 0 31</inkml:trace>
  <inkml:trace contextRef="#ctx0" brushRef="#br0" timeOffset="-203233.17">29716 15553 0,'0'0'0,"50"0"15,-26-25-15,26 25 16,24 0 15</inkml:trace>
  <inkml:trace contextRef="#ctx0" brushRef="#br0" timeOffset="-201016.16">28203 13866 0,'0'-25'47,"50"25"-47,222 0 15,-98 0 1,1265 0 31,-1117 0-47,-24 0 16,471 99 15,-546-49-31,-49-25 0,520 148 47,-669-173-47,25 0 15,24 0-15,670 0 63,-694 0-48,-1 0-15,75-49 32,-99 49-32,74 24 47,-99 1 218,0 0-265,0 25 16,0-26-1,0 26-15,0 322 63,-24-297-63,24 24 0,-25-25 16,-25 298 30,50-297-46,0 24 0,0-25 16,0 1-16,0 24 31,0-25-31,0 75 32,25 99 30,-25-223-62,0 0 16,-74 74 15,-26-99-15,-73 25-16,-1 0 15,0-25-15,-272 0 31,198 0-31,99 0 0,0 0 16,25 0-16,-49 0 16,73 0-1,-24 0-15,-843-149 63,744 149-63,-1 0 0,26 0 15,0 0 1,24 0-16,0 0 0,26 0 16,-696 0 31,671 0-47,-1 0 0,25 0 15,-347-50 32,422 50-47,49 0 16,-99-49 15,99 24-31,0 25 16,0 0-1,-49-25 48,74-49-63,0-1 0,0-148 31,0 124-31,0-199 31,50-421 0,-26 520-31,100-1016 63,-99 1066-47,-25-25-1,0 125-15,0 24 16,0 0-16,0 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9T19:26:24.4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4465 11658 0,'-25'0'31,"0"0"-15,0-25-1,-24 1 1,24 24 0,-25-25-1,-173 25 48,198 0-63,1 0 15,-1-25 17</inkml:trace>
  <inkml:trace contextRef="#ctx0" brushRef="#br0" timeOffset="1079.68">4018 11385 0,'-24'0'46,"-1"0"-46,-25 25 16,-49 25 0,74-25-16,-49 24 62,24-24 32,75 0 31,0-25-125,0 0 16,-1 0-16,51 25 31,-50-25 0,-1 0-31,26 24 47,-25-24-16</inkml:trace>
  <inkml:trace contextRef="#ctx0" brushRef="#br0" timeOffset="4350.91">347 11137 0,'0'25'125,"0"25"-109,0-1-1,0-24 1,0 0-16,-25 49 16,1 75 30,24-124-30,-25 49 31,25-49-31,0 0-1,0 0 1,0 0 31</inkml:trace>
  <inkml:trace contextRef="#ctx0" brushRef="#br0" timeOffset="5238.91">397 11509 0,'25'0'93,"-1"0"-61,1 0-17,0 0 1,25 0 15,-25 0-15,24 0 15,-24 0 172</inkml:trace>
  <inkml:trace contextRef="#ctx0" brushRef="#br0" timeOffset="9343.2">1116 11336 0,'0'-25'78,"-25"25"-62,-24 0-1,-1 74 32,25-49-47,25 0 31,0 0 1,0 0 15,0 74-16,25-99-31,50 99 62,-75-74-46,0 0 15,24-25 0,26 0 32,-25 0-32,24 0 0,-24 0-31,-25-25 47,50-50-31,-50 26 0,0-1-1,0 1-15,-25-75 63,25 74-63,-50 50 47,50-25-32,-24 25 16,-26 0-15</inkml:trace>
  <inkml:trace contextRef="#ctx0" brushRef="#br0" timeOffset="9896.82">1439 11832 0,'0'-25'32,"0"0"-32,0-24 31,0 24-15,0 0-16,0 0 15</inkml:trace>
  <inkml:trace contextRef="#ctx0" brushRef="#br0" timeOffset="11319.98">1538 11733 0,'-25'0'312,"25"-25"-296,-25 25-1</inkml:trace>
  <inkml:trace contextRef="#ctx0" brushRef="#br0" timeOffset="12429.68">1712 11311 0,'0'50'78,"0"-26"-62,0 26-16,0-25 16,0 74-1,0-49-15,0-26 16,0 26-16,0-25 47,0 0-47,0-1 0,24 1 31,1-25-15,0 0 15,99-25 16,-74-24-32,-26-1 1,26-99 46,-50 100-62,0-1 16,0 1-16,0-1 16,0 25-1,0-49 32,-25 74-31,0 0-1,1 0 1,-1 0-16,-74 74 31,24 1 32</inkml:trace>
  <inkml:trace contextRef="#ctx0" brushRef="#br0" timeOffset="13903.54">2530 11187 0,'-25'0'47,"0"0"-32,1 0 1,-26 0 0,-74 25 30,124 0-30,-25-25 0,25 24 93,0 1-109,0 0 16,0 74-1,25-49 1,0-25 31,0-25-32,-1 0-15,1 0 16,0 0 0,0 0-16,0 0 31,74 49 16,-74-24-32,-1 25 17,-24-26-17,0 1 1,-49 74 46,49-74-62,-50-25 16,25 25-16,1 0 16,-51-25-1,26 0 1,24 0 0,-50 0 30,51 0-30</inkml:trace>
  <inkml:trace contextRef="#ctx0" brushRef="#br0" timeOffset="14850.78">2877 11162 0,'0'25'63,"0"0"-47,-49 24-16,-1 75 31,50-74-31,-74 148 62,49-148-62,25-25 16,-25 74 31,25-74-47,-25 49 0,25-24 31,-74 198 32,74-223-63,0 0 0,0-1 15,0 1 173,25-25-188,-1 0 15,-24-25-15,50 1 16</inkml:trace>
  <inkml:trace contextRef="#ctx0" brushRef="#br0" timeOffset="15886.77">2952 11757 0,'25'0'110,"24"-24"-110,1-1 15,-1 25-15,1 0 16,24 0 31,-49 0-32,25 0-15,-1 173 47,-49-123-47,0 24 16,-24-24-16,-51 24 31,26-49-31,49 0 16,-25-25-1,50-25 110,24 0-109,50 1 15,-74 24-31,0 0 0,0 0 16,0 0-16,49 0 47,-49 0-32</inkml:trace>
  <inkml:trace contextRef="#ctx0" brushRef="#br0" timeOffset="23510.57">273 12923 0,'-25'25'94,"25"0"-79,-25 49 1,25-49-16,0 149 47,0-125-32,0-24-15,0 25 16,0 24 15,25-24 0,-25 24-15,0-24 47,0-25 15,25-25 0</inkml:trace>
  <inkml:trace contextRef="#ctx0" brushRef="#br0" timeOffset="24280.95">422 13271 0,'0'-25'47,"24"25"-16,1 0 1,25 25-1,0-25-31,-26 24 16,26-24-1,0 0 16,-26 25-15,1-25 0,0 0-1,0 0 110,0 0-109,-1 0 15</inkml:trace>
  <inkml:trace contextRef="#ctx0" brushRef="#br0" timeOffset="26302.96">1091 13097 0,'-24'0'94,"24"25"-78,0-1-1,0 51 32,0-50-47,0 0 0,0-1 16,0 51 31,0-50-47,0-1 15,24 1 1,-24 0 15,25 0-15,0 0-1,0-25 32,0 24-47,-1 1 16,26-25 31,-25 0-32,0 0 48,-1 0-63,1-25 15,0-24 17,-25 24-17,25 0-15,-25-24 32,0 24-17,0 0 1,0 0-1,0 0 1,0-49 31,0 49-47,0 0 0,0 0 16,-50-49 30,25 49-30,1 25 47,-1 0-17,0 0 1,0 0-31,-74 50 31,74-25-32,25-1 17</inkml:trace>
  <inkml:trace contextRef="#ctx0" brushRef="#br0" timeOffset="26895.99">1612 13593 0,'0'-25'94,"25"25"-78,0-25-1</inkml:trace>
  <inkml:trace contextRef="#ctx0" brushRef="#br0" timeOffset="28077.57">1860 13022 0,'0'-24'31,"0"48"16,0 1-32,-24 25-15,-1 49 47,25-74-47,0 0 16,0 0-16,0 99 47,0-100-32,25 1 1,-25 0 0,0 0-1,24 0-15,-24-1 16,25-24 0,-25 25-16,25 0 15,0 0 1,-25 0-1,25-25 32,24 0-47,-24-25 16,49-50 15,-74 51-15,0-26-1,50-148 32,-50 148-47,0 25 16,0 0 0,0 0-16,-25-74 31,0 74-31,1 25 15,-76-49 32,76 49-47,-1 0 16,-25 0 46</inkml:trace>
  <inkml:trace contextRef="#ctx0" brushRef="#br0" timeOffset="29302.45">2232 12874 0,'25'0'31,"0"0"-15,25 0 31,-26 0-32,1 0 1,0 24-16,0-24 47,0 25-31,-50 174 15,0-150-16,25 1 1,-74 24 31,74 1-47,-25-75 16,-25 173 30,50-148-30,0 0 15,0 0 79,50-25-79,24 0-31,-24 0 16,-25 0-1,-1 0-15</inkml:trace>
  <inkml:trace contextRef="#ctx0" brushRef="#br0" timeOffset="30798.17">2853 12948 0,'0'-25'63,"-25"25"-32,0 0 0,0 0-15,0 75 31,25-51-31,0 1-16,0 25 31,0 198 31,0-198-62,25 24 32,-25-49-17,25-25 48,0 0-63,0 0 15,49-25 17,-49 25-17,0-25-15,-1 25 16,1-25-1,0 25 48,0 0-63,0 0 47,-1 0-32,-24 25 1,0 0 15,0 0-31,0 0 0,-24 49 63,-1-74-48,-25 50 1,25-50 0,25 24-1,-24-24 32,-1 0-31,0 0 15,0 0-15,0 0 15,1 0-31,-1 0 16,0 0 46</inkml:trace>
  <inkml:trace contextRef="#ctx0" brushRef="#br0" timeOffset="31784.63">2828 12849 0,'25'0'79,"-1"0"-64,26 0 1,-25 0-1,0 0-15,24 0 32,-24 0-32,0 0 0,24 0 15,1 25 17,-25-25-17,-25 24-15,25-24 78,-1 0 16,1 0-78,0 25 46,-25 0-31</inkml:trace>
  <inkml:trace contextRef="#ctx0" brushRef="#br0" timeOffset="35854.37">670 14635 0,'0'-25'63,"-25"25"-48,0 50 1,-24 98 15,24-123-15,25 0-16,0 99 62,0-99-30,74-25 30,-49 0-62,0 0 16,0 0-16,-1 0 15,1 0 1,0 0-16,99-25 62,-99 25-46,0-25 0,-1 0-1,-24-24 17,0-1-1,0-49 16,-24 74-47,24 0 15,-25 1-15,0-1 32,25 0-32,-25 25 31,-74 0 16,74 0-16,0 0-31,1 25 16,24 0-1,-25-25-15,-25 124 47,50-100-31</inkml:trace>
  <inkml:trace contextRef="#ctx0" brushRef="#br0" timeOffset="36430.14">1166 14932 0</inkml:trace>
  <inkml:trace contextRef="#ctx0" brushRef="#br0" timeOffset="37806.08">1612 14412 0,'0'-25'0,"-25"25"47,-24 0-31,24 0-1,0 25 1,-24 74 15,49-74-15,0 49 0,0 0 30,49-74 33,-24 0-64,25-49 1,-26-1-1,1 1 17,-25-26-1,0 50-15,0 75 93,-25 0-93,25-26-1,0 1-15,-24 149 47,24-125-47,0-24 16,0 0-16,0 25 31,0-1-31,0-24 16,24 0-1,-24 0 63,25-1-62</inkml:trace>
  <inkml:trace contextRef="#ctx0" brushRef="#br0" timeOffset="38679.35">1736 14412 0,'25'0'78,"25"0"-78,-25 0 16,-1 0-1,26 0-15,-25 24 16,24-24 47,-49 50-63,25 0 31,0 74 0,-25-75-31,0 249 63,0-273-63,0 24 15,0 1 32,0-75 109</inkml:trace>
  <inkml:trace contextRef="#ctx0" brushRef="#br0" timeOffset="39334.05">1910 14858 0,'25'-25'125,"0"0"-125,24 25 16,1 0-16,-1 0 15,26-49 1,24 49 15,-74 0 16</inkml:trace>
  <inkml:trace contextRef="#ctx0" brushRef="#br0" timeOffset="40599.48">2604 14412 0,'-24'0'47,"-26"0"-32,25 0-15,0 0 16,1 0 0,-51 0 15,50 0-15,1 0-16,-1 0 62,25 24-31,0 1 1,0 0-32,74 74 62,-24-74-46,-25-25-16,-1 0 15,1 0 1,0 0-16,0 25 16,0 24-1,-1-49 1,-24 50-16,50 74 62,-50-99-62,0 0 16,0-1 0,0 1 15,0 0 0,0 0-15,0 0 15,0-1-15,0 1-1,-25 0 16,-24 0 1,24-25-17,-174-25 32,175 0-47,-1 0 16,-25 1 31</inkml:trace>
  <inkml:trace contextRef="#ctx0" brushRef="#br0" timeOffset="43871.18">273 14312 0,'0'50'62,"25"24"-62,-1-24 16,1 0-16,25 272 47,-50-297-47,25 24 15,-25 26-15,24 49 47,1-99-47,-25 24 16,25-24-1,-25 0 1,0 24 47,0-24-17,25-25-30,-25 25 0,74 0-1,75 0 17,-74-25-32,123 0 31,248 0 16,-421 0-32,25 0-15,248 0 47,-199 25-31,-25-1-16,-24-24 15,347 0 32,-298 0-47,25 0 0,-25 0 16,199 0 15,-249-24-31,51-26 63,-76 50 62,-24-25-110,0 0-15,0 0 16,0-49-16,0 24 16,0-24-16,0 24 15,-74-247 16,49 198-31,-24 24 0,-1-49 32,25 75-32,-24-100 47,49 124-16,0 0 0,-25 25-15,25-25-16,0 0 31,-25 1 0,0 24 94,0 0-109,1 0-1,-1 0 17,-99-50-1,99 50-15,0 0-16,-198 0 31,148 0-31,-321 0 47,371 0-32,-25 0-15,-123 25 47,148-25-31,0 0-16,0 0 15,-74 0 1,49 0 0,25 0-16,-24 0 15,-150 0 17,-98 74 30,222-74-46,-24 50 15,74-50 47,1 0-62,-1 0-1,0 0 1,0 0 0,-24 0 15,24 0-16,0 0 173,0 25-188,-25-1 31,26-24-15,24 25-16,-50-25 31</inkml:trace>
  <inkml:trace contextRef="#ctx0" brushRef="#br0" timeOffset="51743.42">4812 13122 0,'25'0'78,"0"0"-78,0 0 16,-1 0-16,76 0 46,-76 0-46,1 0 16,0 0 0,25 0-16,148 0 31,-124 0-15,1 24-16,-1 1 15,174-25 32,-198 0-47,0 0 0,-1 0 16,75 0-1,-74 0 1,123 0 0,-49 0 15,-49 0 0,222 50 16,-222-25-47,173 0 31,-149-25-15,-24 0-16,-1 0 15,0 0-15,1 0 16,-26 0-16,26 0 16,-26 0-1,-24 0-15,25 0 16,49 0 31,-74 0-47,0 0 15,-1 0 1,1 0 0,0 0 15,0 0 156,-25-25-187,-25 0 16,25 0 0,0-25-16,0-24 0,-25-75 31,25 75-31,0-100 31,-25-49 32,25 198-63,0 0 31,0 1 0,0-1 110,-24 25-126,-1-25 1,25 0 0,0 0 15,-25 1-31,25-1 16,-25 0 30,25 0-46,0 0 16,-25 25 156,1 0-47,-1 0-125,-50-25 16,1 1-1,0 24-15,24 0 16,0 0-16,26 0 15,-100 0 32,99 0-47,0 0 16,-25 0-16,1 0 16,-150 0 15,150 0-31,24 0 15,0 0-15,-99 0 32,-198 0 15,222 0-32,26 24-15,0 1 0,-1-25 16,1 0-16,-274 0 47,299 0-47,-1 0 0,25 0 15,1 0-15,-1 0 16,0 0-16,0 0 16,-49 0 15,24 0-31,-99 0 31,25 0-15,25 0 15,50 0-31,-26 0 31,50 0 110,25 25-63,0 0-62,0 0-1,0 24-15,0 26 16,25-26-1,0 125 32,0-149-31,-25 0-16,0-1 31,0 1-15,0 0-1,0 25 17,0-26-17,-25 26 17,25-25 77,0 0-62,0-1-32,-25 1 1,25 0 0,0 0 15,0 24 125,0-24-125,0 0 1,0 0 30</inkml:trace>
  <inkml:trace contextRef="#ctx0" brushRef="#br0" timeOffset="70303.06">28575 4142 0</inkml:trace>
  <inkml:trace contextRef="#ctx0" brushRef="#br0" timeOffset="70624.02">28575 4142 0</inkml:trace>
  <inkml:trace contextRef="#ctx0" brushRef="#br0" timeOffset="71398.21">30138 4936 0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9T19:48:54.1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6375 8930 0,'0'-25'31,"25"25"-15,24 0-1,1 0-15,49-25 16,-74 25-16,49 0 16,50 0-1,-74 0 1,0 0-16,-1 0 0,199 0 47,-173 0-47,-1 0 15,323 0 32,-323 0-47,1 0 16,24 0-16,25 0 15,198 0 1,-247 0 0,-26 0-16,-24 0 15,50 0-15,-26 0 16,1 0-16,-1 0 16,175 0-1,-125 0 1,-74 0-16,24 0 15,1 0 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9T19:47:21.3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14039 9872 0,'0'-25'125,"25"25"-110,0-24-15,0 24 16,24-25-16,26 25 16,-1 0-1,-24-25-15,74 0 32,0 0-32,-50 25 0,-49 0 15,124 0 1,-75 0-16,-24 0 15,24 0-15,1 0 16,-1 0-16,-24 0 16,24 0-16,1 0 15,-1 0-15,-24 0 16,24 0-16,25-24 16,1 24-1,-51-25-15,1 0 16,-25 25-16,123 0 47,-98 0-47,24 0 15,125 50 17,-100-50-32,-49 24 15,-25-24-15,24 25 16,-24-25-16,0 0 15,198 0 17,-173 0-17,24 0-15,-24 0 16,49 0-16,124-49 31,-198 49-15,0 0-16,24 0 15,-24 0 1,0 0 0,25 0-1,-26 0 1,1 0-16,25 0 16,24 0-16,-24 0 15,-1 0-15,75 0 31,-99 0-31,50 0 16,-26 0-16,26 0 16,73 49-1,-123-49-15,50 0 16,-1 0-16,-24 0 16,49 0-1,-25 0-15,-24 0 16,49-25-16,-49 1 15,24 24-15,-24 0 16,49 0-16,-25 0 16,1 0-16,-26 0 15,51 0 17,-76 0-32,1 0 31,124 0 0,-99 0-31,-25 0 16,99-25 15,-124 0-31,24 25 31,1 0-31,0 0 16,0 0-16,24 0 15,-24 0 1,0 0 15,0 0-15,0 0 0,-1-25-16,26 25 15,24-25 16,-24 25-31,0-24 16,-26-1-16,1 25 16,0 0-16,25 0 15,-26 0 1,1 0-16,50-25 31,-75 0-15,74 25 15,-49 0-15,25 0 15,-26 0 0,1 0-15,0-25-1,0 25 1,24-24 0,-24-1-1,0 0 1,25 0 0,-1 0-1,-49 1 1,25 24-16,0 0 31,0-25-31,-25 0 16,49 25-1,-24-25 1,0 25 0,0-25-16,-25 1 46,0-1 1,0-25-31,0 25-16,-75-49 16,75 24-1,-49 25-15,49-24 16,-50-1-1,0 50-15,50-25 16,-24 25-16,-1 0 16,0-24-16,-99-1 47,74 25-47,1 0 15,-249-25 16,199 0-31,24 0 16,-24 1-16,25-1 16,-1 25-16,-24 0 15,25-25-15,-1 0 16,51 25-16,-1 0 16,0 0-16,-49-25 15,49 25-15,0 0 16,0 0-1,0 0 1,-74 0 0,74 0-1,0 0 1,1 0-16,-26 0 16,25 0-1,-24 0 1,24 0-16,0 0 15,-25 0 1,26 0-16,-1 0 16,-25 0-16,25 0 15,-49 0 1,24 0-16,1 0 16,-26 0-16,1 0 15,-100 0 1,50 0-16,0 0 15,-25 0-15,25 0 16,-198 25 15,272 0-31,26 0 16,-1-25-16,0 0 16,-25 0-1,1 25 16,24-25-15,-25 24-16,25-24 31,1 25-15,-26 0 15,0 0 0,26-25-31,-1 25 16,0-25 0,0 0-1,25 24-15,-25-24 16,1 50 15,-1-25-15,25 0 15,-25-1-31,25 1 16,0 0-1,0 0 17,0 0-17,0 0 1,0-1-1,0 1 1,0 0 0,0 74 15,0-74-15,0 0-1,0 24 16,0-24-31,0 0 16,0 0 15,0 0-15,0-1 31,0 1-16,0 0-15,0 0 15,25 0-15,-25-1-1,0 1 110,0 25-109,0-1-1,-25 26 1,-49-1 0</inkml:trace>
  <inkml:trace contextRef="#ctx0" brushRef="#br0" timeOffset="3086.79">546 7119 0,'25'0'94,"-25"25"-79,24 24 17,1-24-32,-25 0 31,25 0-16,0 0-15,0 24 16,-1 1 0,1-50-1,-25 25-15,50 24 16,-25-24-16,-1 25 16,51-1-1,-50 1-15,-1-25 16,26-1-16,124 100 47,-150-99-47,76 50 47,-76-75-47</inkml:trace>
  <inkml:trace contextRef="#ctx0" brushRef="#br0" timeOffset="4232.64">794 8161 0,'-25'0'47,"25"-50"-16,25 25-15,0-24-16,-1-1 15,1 25-15,25-74 32,-25 74-32,-25-24 15,24 24-15,1 0 16,-25-25 0,99-123 30,-99 148-46,0 0 16,25-24-16,0 49 16,-25-75-1,25 50 1,0-24-16,-25-50 47,0 74-47,0 0 0,24-25 15,1 1 1</inkml:trace>
  <inkml:trace contextRef="#ctx0" brushRef="#br0" timeOffset="5694.92">595 6846 0,'25'0'78,"25"0"-63,49-25 1,-74 25-16,74-25 16,-25 1-16,-24 24 15,0 0-15,-26 0 16,1 0 0,0 0 15,0 0-31,0 0 15,-1 0-15,1 0 16,0 0 0,0 0-1,0 0-15,-1 0 16,1 0 0,0 0-1,0 0 1,49 0 15</inkml:trace>
  <inkml:trace contextRef="#ctx0" brushRef="#br0" timeOffset="11966.8">1339 7516 0,'25'0'62,"25"-25"-62,-1 0 16,1 25-16,49-74 31,-74 74-31,0 0 0,25-25 16,24 0 15</inkml:trace>
  <inkml:trace contextRef="#ctx0" brushRef="#br0" timeOffset="12728.08">1463 7937 0,'25'0'32,"25"0"-17,-25-49-15,-1 49 16,26-25-16,-25 0 15,25 25-15,-1-25 16,-24 25 0,0 0-1,24-24 1,-24 24 31,0 0-16,0-25-31,0 25 31,-25-25-31</inkml:trace>
  <inkml:trace contextRef="#ctx0" brushRef="#br0" timeOffset="13638.68">2158 7144 0,'0'25'63,"0"24"-48,0 1-15,0-1 16,25 75 0,0-74-1,-25 0-15,24-1 16,26 75 15,-25-74-31,0-25 16,-25-1 15</inkml:trace>
  <inkml:trace contextRef="#ctx0" brushRef="#br0" timeOffset="14726.7">2555 7243 0,'0'25'62,"0"0"-62,0 49 16,0-49-16,0 0 16,0-1-16,0 26 15,25 0-15,-25-26 16,24 1-1,1-25 1,-25 50 0,25-50-1,-25 25 1,50-25 0,-50 24-16,25-24 15,-1 25 1,1-25 31,0 0-32,0 0 1,0 0-16,-1-25 16,1 25-1,-25-49-15,25 24 0,0 0 16,0-24-16,-25 24 31,0 0-31,0-74 47,0 74-47,0-25 16,0 26-1,0-1-15,-25-25 16,0 25-1,25 1-15,-25 24 16,25-25-16,-25 0 16,-99-99 15,100 124-31,-1-25 16,25 0-1,-25 25-15,0 0 16,0-24-1,0 24 1,-49 0 15,49 24-31,0-24 16</inkml:trace>
  <inkml:trace contextRef="#ctx0" brushRef="#br0" timeOffset="15575.18">3175 7516 0</inkml:trace>
  <inkml:trace contextRef="#ctx0" brushRef="#br0" timeOffset="16624.03">3398 6499 0,'0'25'46,"0"24"-46,0 26 16,0-26-16,-25 26 16,25-26-16,0 26 15,-24 49 17,24-50-17,0 1 16,0-51-15,24 1-16,1 0 31,0 49-15,49 75 31,-49-149-47,0 25 31,0-25 0,-25-25-15,0 0 0,0 1-16,0-26 15,0 25 1,0-24-1,0 24 1,-25 0-16,0 25 31,0 0-15,1 0-16,-1 0 16,0 0-16,-25 25 15,26-25 1,-1 25-16</inkml:trace>
  <inkml:trace contextRef="#ctx0" brushRef="#br0" timeOffset="17551.57">3721 6623 0,'25'-25'47,"24"25"-16,1 0-31,-25 0 16,24 0-16,50 0 31,-74 0-15,-25 25-1,0 99 1,0-99 0,0-1-1,0 26 16,25-25-15,0-25 15,-25 25-31,25 0 16,24 24 15,-24 1-15,0 49 15,-25-74-15,0 24-16,-25 1 47,0-50-47,0 0 15,1 0 1,-1 0-1,-25 0 17,25-25-17,1 25 1,-1 0-16</inkml:trace>
  <inkml:trace contextRef="#ctx0" brushRef="#br0" timeOffset="20207.88">19769 4986 0,'25'0'94,"-25"25"-79,0-1 1,25-24 0,-25 25-1,0 0 1,25 0-1,-25 0 32,25-1-47,-25-48 78,24 24-62,-24-25 0,25 0 15,0 25-31,-25-25 16,25 0-1,0 1 1,-1 24-1,-24-25-15,25 25 16,-25-25 0,25 25-16,25-25 15,-26 25 17,1 0 30,0 0-46,25 0-16,-1 25 15,1 25 17,-1-26-32,-49 1 31,25-25-16,-25 25 1,0 0 0,0 0 46</inkml:trace>
  <inkml:trace contextRef="#ctx0" brushRef="#br0" timeOffset="29551.81">10840 12030 0,'49'0'47,"26"0"-47,-1 0 16,100 0 0,818 0 30,-769 0-46,248 0 16,-247 0-16,-26 0 16,546 0 31,-645 0-32,-74 0-15,0 0 16,49 0 15,-49 0-15,25 0-16,49 0 15,-74 0 17</inkml:trace>
  <inkml:trace contextRef="#ctx0" brushRef="#br0" timeOffset="31886.64">1463 9203 0,'-24'-25'0,"-26"25"47,50-25-47,-25 25 16,-24 0 15,24 0-16,-25 0 1,50 25 78,0 24-94,0 1 15,25-25-15,0 24 16,-25-24 15,25-25-31,-1 50 16,51-25 15,-26-1-31,1-24 0,0 0 16,123 25 15,-123 0-15,0 0-1,-1-25-15,50 25 47,-74-25-47,-25 24 16,50 26 31,-50-25 0,0 0-47,0-1 31,0 1 0,-25 0-15,-49 25-1,-1-50 1,26 0 0,-75 24-1,74-24 1,25 0-1</inkml:trace>
  <inkml:trace contextRef="#ctx0" brushRef="#br0" timeOffset="32575.45">2183 9277 0,'25'-25'47,"-25"0"-31,24 25-1,1-24 1,0-1-16,0 25 16,0-25-16,24 25 15,-24-25 1,0 25 0,0 0-16,-1-25 31,26 1 31</inkml:trace>
  <inkml:trace contextRef="#ctx0" brushRef="#br0" timeOffset="33375.17">2307 9748 0,'0'-25'31,"25"1"0,-1 24-15,51-25 15,-26 25-31,1-25 16,-25 25-16,223-50 47,-149 26-47,-24-1 15,-1 0-15,-24 0 47</inkml:trace>
  <inkml:trace contextRef="#ctx0" brushRef="#br0" timeOffset="34766.53">2604 8731 0,'0'0'0,"25"0"32,25 0-17,-25 0 1,24 0 0,-24 0-1,0 0-15,124 0 47,-124 0-47,-1 0 16,76 0 15,-76 0 0,1 0-15,0 0-16,0 50 31,0-1-31,-25-24 0,0 0 16,0 49-1,0 1-15,0 24 16,0-49-16,0 49 16,-25 50 15,25-124-31,0-1 15,74-24 64,-24 0-64,-1-24-15,26-1 16,-50 0-16,24 25 31,-24 0 0,-25-25 79</inkml:trace>
  <inkml:trace contextRef="#ctx0" brushRef="#br0" timeOffset="35215.8">3721 9277 0,'0'-25'109</inkml:trace>
  <inkml:trace contextRef="#ctx0" brushRef="#br0" timeOffset="35999.04">3746 8384 0,'0'25'94,"0"0"-94,24 24 16,1 26-16,-25-51 15,0 26 1,0-25-16,0 24 0,50 51 31,-50-76-31,0 26 16,25-25 31,-1-25-16,1 0-15,0-25-16,25 25 15,24-25-15,-49 0 16,49-24 31,-49 49-47</inkml:trace>
  <inkml:trace contextRef="#ctx0" brushRef="#br0" timeOffset="36582.51">4118 8235 0,'0'75'47,"0"-1"-32,0 0-15,0 26 16,0-26-16,0 50 15,24-25 1,-24-24-16,25-26 16,25 75 15,-50-99-31,0 0 16</inkml:trace>
  <inkml:trace contextRef="#ctx0" brushRef="#br0" timeOffset="38030.57">4440 8334 0,'25'0'110,"0"0"-95,74 0 1,-50 25 0,-24 0-16,0-25 15,0 25-15,-25 24 31,0-24-15,0 25 0,0-1-16,0 1 0,-25-50 15,-49 124 17,49-99-17,0 0-15,25-1 16,0 1-1,-25 25 1,25-25 31,0-1-31,0 1-1,0 0 1,0 0 15,0 0 0,50 0-31,-25-1 16,-1-24 31,51 0-16,-50 0-31,-25-24 16,24-1 31,-24 0-32,-24-25 16,-1 1-15,0 24-16,0-25 16,0 50-16,1-25 15,-51-24 17,50 24-32,1 0 15,-76-124 16,76 125-15,24-1 0,0 0 31,0 0-32,0 0 1,24-24 15,1 49-31,25-25 16,-25 0-1,-1 0-15,1 25 47</inkml:trace>
  <inkml:trace contextRef="#ctx0" brushRef="#br0" timeOffset="118888.25">7193 14808 0,'50'0'63,"0"0"-48,-1 0-15,1 0 16,-1 0-16,26 0 15,-1 0-15,-24 0 16,-1 0 0,26 0-16,-26 0 0,100 0 31,-49 0-31,24 0 16,24 0-16,-24 0 15,174 0 1,-124 0-1,-1 0-15,224 0 16,-273 0 0,25 0-16,-50 0 15,-24 0-15,-1 25 16,-49-25-16,74 25 16,50 0 15,-75-25-31,26 0 0,73 0 31,1 0-31,-1-25 0,1-25 16,0 26-16,247 24 31,-272 0-31,25-25 16,-100 25-1,1 0-15,-1 0 0,1 0 16,-1 0-16,0 0 15,1 0 1,-26 0-16,1 0 16,24 0-16,199 25 31,-149-1-31,100-24 16,371 0 30,-521 0-46,1 0 16,247 0 15,-223-24-15,1 24 0,-76 0 30</inkml:trace>
  <inkml:trace contextRef="#ctx0" brushRef="#br0" timeOffset="123086.8">19918 13940 0,'0'0'0,"0"25"16,0 0 0,-25 24-1,25 1 1,-24-25 0,-1 0-16,-25 24 31,25-24-31,1-25 15,-1 50-15,-199 24 32,150-24-17,-25-25-15,74-25 16,-74 24 0,74-24-1,0 0-15,0 0 0,-99 0 31,100 0-15,-1 0 0,-50 0-1,26 0-15,24 0 16,0 0-16,-24-49 31,24 49-31,0-25 16,25-25-1,0 25 1,0 1 0,0-1-1,25 0-15,0 25 16,-1-25-16,1 25 16,149 0 15,-125 0-31,1 0 0,49 0 15,-24 0 17,24 0-1,-74 0-15,123 50 15,-98-25-16,0-1 1,-25 1 0,24 0-1,-24 0-15,0-25 16,0 0 0,24 25 15,-24 0-31,25-25 15,24 24 17,-24 1-32,-26 0 0,51 0 47,-50-25-47,-25 25 31</inkml:trace>
  <inkml:trace contextRef="#ctx0" brushRef="#br0" timeOffset="123832.23">20191 14139 0,'50'-25'94,"-26"25"-78,51 0-1,-50-25-15,-1 25 0,26 0 47,-25-25 47,0 25-78,-1 0 31</inkml:trace>
  <inkml:trace contextRef="#ctx0" brushRef="#br0" timeOffset="124478.6">20265 14461 0,'25'0'47,"0"0"-32,0 0 1,24 0-16,26-25 16,-50 25-1,-1 0 1</inkml:trace>
  <inkml:trace contextRef="#ctx0" brushRef="#br0" timeOffset="125967.22">20861 14089 0,'0'-50'47,"0"26"-32,0-1 1,0 0-16,25-74 31,-25 74-31,24-25 16,1 1-1,-25 24 1,25 25 93,0 25-93,-25 24 0,25 26-1,-25-50-15,24 74 32,-24-50-17,25 1 1,-25-25-16,0 0 15,0 24-15,25 1 16,0 49 0,0-74-1,-25 25 1,0-1 15</inkml:trace>
  <inkml:trace contextRef="#ctx0" brushRef="#br0" timeOffset="126630.74">20836 14635 0,'0'0'0,"25"-25"16,0 25 0,24 0 15,-24-25-15,49 0-1,-24 25 1,-25 0-16,0 0 15,74-49 17,-50 49-17,26-25-15,-26 25 16,26 0 0,-26-25-16,-24 25 31</inkml:trace>
  <inkml:trace contextRef="#ctx0" brushRef="#br0" timeOffset="127375.06">21555 14114 0,'0'-25'78,"0"0"-78,0 0 16,50 25-16,24-49 15,-49 24-15,25 25 16,-1-25 0</inkml:trace>
  <inkml:trace contextRef="#ctx0" brushRef="#br0" timeOffset="129079.58">22200 13494 0,'0'-25'47,"0"0"-31,0 50 312,0 0-313,0 0-15,0 24 16,0-24 0,0 25-1,0-26 1,0 26-1,0 49 17,0-74-17,0 49 1,0-49 0,25 50-1,-25-51 1,25 1-1,-25 0 1,25 0 0,-1-25-1,-24 25-15,100 24 32,-26-24-17,-49-25 1,74 0 31,-74 0-47,0 0 15,-25-25 17,0 0-32,0 1 15,0-1-15,0-25 16,0-24-16,0 49 15,-25 0-15,0-49 16,25 49-16,-25-25 16,0 1-1,25-1-15,-24 25 0,-1 1 16,25-1-16,-50 0 16,1-49 15,24 24-31,0 50 15,-74-74 17,74 74 30,25 49 79</inkml:trace>
  <inkml:trace contextRef="#ctx0" brushRef="#br0" timeOffset="129607.01">22920 14064 0</inkml:trace>
  <inkml:trace contextRef="#ctx0" brushRef="#br0" timeOffset="130759.36">23019 13196 0,'0'0'16,"-25"0"-16,0 0 31,0 0-15,1 0-1,24 50-15,-50-25 16,50 123 15,0-123-15,0 0-16,0 25 15,25-26 17,0-24-17,-1 0-15,26 0 16,-25 0-1,0 0-15,24-74 47,-49 49-31,0 0 0,0 1-1,50 48 110,-50 1-125,25 25 16,-1-1-16,1 26 15,0-50 1,0 24-16,0 1 0,-1-1 16,-24-24-1,25 25-15,0-25 16,-25-1 15,0 1-31,0 0 16,0 0-1,0 0 1,25-1 31,-25-73 47,-25-26-94</inkml:trace>
  <inkml:trace contextRef="#ctx0" brushRef="#br0" timeOffset="132087.16">23316 12898 0,'-24'0'203,"-1"0"-188,0 25 1,-25 0 0,1 0 15,49 0 16,0-1 78,25 1-110,24-25-15,-24 0 16,49 25-16,-49 0 16,0-25-1,25 25-15,74 24 31,-124-24-15,124 0 31,-100 0-47,51 0 31,-26-25-15,-49 49-16,100 50 47,-75-49-47,-25-25 15,0 74 17,-25-99 14,0 25-46,0-25 16,-25 25 0,26-25-1,-26 24 1,25-24 15,0 0-15,1 0-16,-1 0 31,25-49 63</inkml:trace>
  <inkml:trace contextRef="#ctx0" brushRef="#br0" timeOffset="132799.17">24085 12849 0,'0'-25'78,"0"0"-63,25 25-15,25-49 16,-1 24-16,1-25 16,0 50-16,74-124 31,-100 124-15</inkml:trace>
  <inkml:trace contextRef="#ctx0" brushRef="#br0" timeOffset="133415.12">24284 13072 0,'25'-25'62,"49"0"-62,-24 1 16,-1-1-16,1-25 15,123-74 17,-148 124-32,0-25 47</inkml:trace>
  <inkml:trace contextRef="#ctx0" brushRef="#br0" timeOffset="135522.44">25623 12105 0,'-25'24'46,"1"1"-46,-1 25 16,-25 24-16,25-24 16,-24 0-1,49-26-15,-50 51 16,25-1 0,25-49-16,0 0 15,0 0-15,0 24 16,0-24-16,0 0 15,0 0-15,50 24 47,-25-49-47,24 0 16,26 0-16,-1 0 16,25 0-16,-24-25 15,-50 1 1,-1 24-16,26 0 0,-50-25 15,25 0 1,0 0-16,0 25 16,-25-25-16,49-49 31,-49 49-31,25-24 0,-25 24 16,0-149 15,0 125-16,0 24-15,-50-50 32,50 50-17,-24 25 1,-1 0-16,0 0 16,0 0-1,0 0-15,-49 0 31,74 25-31,-25-25 16</inkml:trace>
  <inkml:trace contextRef="#ctx0" brushRef="#br0" timeOffset="135975.28">26467 12700 0</inkml:trace>
  <inkml:trace contextRef="#ctx0" brushRef="#br0" timeOffset="136906.53">26814 12154 0,'0'50'63,"0"0"-63,0-26 15,0 26-15,0 124 31,0-150-31,0 26 16,0-25-16,25-25 16,-25 25-1,0-1 1,24-24 15,150-49-15,-99 24-1,-1-25-15,0 26 16,-49-1 0,0-25-1,-25-49 17,0 49-32,0-49 31,-74 0-16,-125-75 17,174 149-17,-24 1 1,-1-1 15,25 50 0,0 24-31,25 1 16,0-25 0,0-1-1</inkml:trace>
  <inkml:trace contextRef="#ctx0" brushRef="#br0" timeOffset="138495.42">27930 11683 0,'0'-25'32,"-50"25"-17,26-25 1,-26 25-1,25 0 1,0 0 0,1 0-1,-1 0 1,0 25 46,25 0-46,0 0-16,-25 24 16,25-24-16,0 74 31,-25-24-31,25-50 16,0 24-16,0 50 15,0-74 1,0 0-1,0 0 17,0 0 15,50-25-16,-25-25-31,24 25 15,1 0 1,-25 0 0,49 0-1,-49 0-15,74 0 32,-74 0-17,0 0-15,0 25 16,24 0 15,-49-1-15,0 1 15,0 0-31,0 0 16,0 24-1,0 1 16,0-25-31,-24 0 47,-1-25-15,0 24-32,0-24 15,-49 0 1,49 0-1,-25 0-15,25 0 16,-74 0 0</inkml:trace>
  <inkml:trace contextRef="#ctx0" brushRef="#br0" timeOffset="139368.51">25301 11931 0,'-50'0'0,"50"50"16,0 49-16,0-74 15,-25 49-15,1-24 16,24-25-16,0-1 31</inkml:trace>
  <inkml:trace contextRef="#ctx0" brushRef="#br0" timeOffset="141351.17">25152 12105 0,'0'-25'16,"0"74"46,0 51-62,0 49 16,-25-25-16,0 49 15,1 26-15,-26 49 16,-24 149 0,-51 272 15,125-619-16,0-25 1,0-50 62,25-25-62,0 1-16,0 24 15,74-25 17,-49 50-32,49 0 31,-25 0-31,1 0 0,24 0 16,25 0-16,298-99 31,-298 74-31,-25-24 15,-25 24-15,50-25 16,-24 25-16,24-49 16,0 0-16,-25-1 15,25 26-15,-25 24 16,25-25-16,223-49 31,-198 74-15,-25 25-16,50 0 0,148 0 31,373-124 0,-646 74-15,-24 50-16,50-74 31,-75 49-31,25 0 16,-1 1-16,-24-1 31,0 0 110,0 0-141,0 0 15,0-24-15,0-75 32,-24 49-32,-26-24 0,25 25 15,-149-323 16,125 248-31,-1 0 16,-24 0-16,-75-322 47,99 421-47,50 1 0,-49-50 31,24 74 110,0 25-126,-24 0 1,-51 49 0,1 1-16,-50 0 15,-24-1-15,-1-24 16,-297 74 15,322-99-31,74 25 0,1 0 16,-422 74 15,372-74-31,-843 124 47,793-100-47,-124 26 31,249-50-15,-26 24 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9T19:49:02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4986 6127 0,'25'0'109,"-1"0"-93,1 0-16,25 0 15,-1 0-15,1 0 16,124 25 0,123 24 15,-148-49 0,-124 0-31,25 0 16,74 0-1,-50 0-15,25 0 16,-24 0-16,24 0 16,248 0 31,-273 0-47,249 0 46,-273 0-30,-26 0-16,1 0 16,0 0-1,0 0 1,74 25 15,0 0-31,-49-25 16,-1 0-16,26 0 15,-50 0-15,24 0 32</inkml:trace>
  <inkml:trace contextRef="#ctx0" brushRef="#br0" timeOffset="2097.46">6251 10220 0,'-50'0'32,"25"24"-17,-24 1 1,24 0 15,0 0-15,0-25 15,1 25-15,-1 24-1,-74 100 32,49-149-47,25 74 16,25-49-1,0 25-15,-25-25 16,25 24 15,-25-24-31,25 0 16,0 24 15,0-24-31,0 25 16,0-25-1,75 49 32,-50-24-47,0-50 0,-25 24 16,24-24 15,26 25-31,-50 0 16,50-25-16,-50 25 15,24 0-15,26-25 16,0 49 0,123 1 15,-123-50-16,-50 25 1,124-25 15,-99 0-15,74 0 15,-74 0-31,24 0 16,50-50 15,-49 50-31,-50-25 16,25 25-1,-25-24-15,25-1 16,0-25-16,-25-74 31,0 99-15,0-24-16,0-1 15,0 25-15,-75-99 32,50 75-32,0-26 15,-24 26-15,-1-1 16,25 0-16,-99-74 47,124 100-47,-24 24 0,-51-25 47,50 25-32,-74 0 17,74 0-32,-49 0 31,0 49-16,-1-24 17,26-25 93,49 25-110</inkml:trace>
  <inkml:trace contextRef="#ctx0" brushRef="#br0" timeOffset="7191.19">4738 11460 0,'0'74'94,"0"-24"-79,0-1-15,0 75 32,24-99-32,-24 25 15,25-25 1,-25-1-16,0 1 31,0 25-15,25 24-1,-25 75 32,0-124-47,0 25 16,0 24 0,0-49-16,0 0 15,25-1 173,0-24-173,24 0 1,26 25-16,-1 0 16,273 25 15,-272-50-16,322 0 17,-323-25-32,-24 25 15,-1 0-15,175-50 47,-175 50-47,26 0 0,-1 0 16,273 75 31,-297-75-47,24 24 15,100-24 17,-124 0-32,-1 0 15,100 0 1,173-49 31,-272 49-47,24 0 15,-24 0 1,124 0 31,-149 0-32,-1 0-15,1 0 16,50 0 15,-26 0-31,1-25 32,-50 0-17,0 0 16,0 1-15,0-1-16,0 0 16,0-25-1,-25 1 1,25 24-16,-50-50 31,-24-123 0,49 124-31,0-199 47,25 149-15,0 99-32,0 0 0,0 0 15,0 1 1,0-1-16,-49 25 219,-26 0-204,26 0-15,-1 49 16,0-24-16,1-25 15,-50 50-15,24-25 16,50-25-16,-49 0 16,-25 24 15,74-24-31,0 0 0,-24 0 16,-1 0-1,25 0 1,0 0-1,-99-24 1,-124-26 31,199 50-47,-1 0 16,0 0-16,1 0 15,-1 0-15,1 0 16,-75 0-1,74 0-15,0 0 16,26 0 0,-26 0-1,25 0 17,0 0-32,-24 0 31,24 0-31,0 0 0,-99 25 15,50-25 17,-1 25-32,-148 24 47,173-24-32,-74 0 16,100-25-15,-1 0 15,0 0-31,0 0 32,0 0-32,1 0 15,-26 0 1,25 0-16,-24 0 15,24 0 1,0 0-16,0 0 0,0 0 16,-49 0 15,49 0-15,0 0 15,1 0-31,-1 0 78,0 0-78,0 0 31,0 0-15</inkml:trace>
  <inkml:trace contextRef="#ctx0" brushRef="#br0" timeOffset="12160.51">4837 8409 0,'-25'25'78,"25"24"-78,-25 1 15,25-25 1,0-1 0,0 51-1,0-26 1,0 26 31,0-26-47,50 26 47,-25-75-47,-25 49 15,25 26 32,-25-50-47,24-25 16,-24 25 15,0-1-15,50 1 15,-50 0 0,0 0-31,25 0 16,-25 24-1,0-24-15,25 74 32,-25-74-17,0 0 235,24-25-234,125 0 0,-99-25-16,-25 25 15,24-25-15,-24 25 16,25 0-1,49 0 17,-74 0-17,49 0 1,0 0-16,-49 0 16,199 50 15,-175-50-16,1 0-15,99 0 16,-50 0-16,-25 0 16,25 0-1,273 0 17,-272 0-32,-26 0 15,1 0 1,-26 0-16,-24 0 15,0 0-15,49 0 32,-24 0-17,-25 0-15,-1 25 16,26-1-16,-25-24 16,0 0-1,24 0-15,50 0 16,149 0 31,-223 0-32,50-24-15,-51 24 0,1 0 32,50 0-1,-50 0-31,-1 0 31,1 0-15,25-25 15,-50 0-31,25 25 16,-25-25-16,24 25 15,-24-49-15,25 49 16,0-25-16,-25-25 15,0-24 1,0 49 0,0-25-16,-25-74 47,0 99-47,1 1 0,24-1 31,-25-25-31,0 1 0,0 24 15,-24-124 17,24 99-32,0 1 15,25 24 1,0 0 0,-25 0 77,25 1-77,-25-1 171,0 25-155,1-25-17,-1 25 1,0-25 0,0 25-16,0 0 15,-24-25 16,24 25-15,0 0-16,-24 0 16,-1 0-1,0 0-15,-98 0 32,98 0-17,25 0-15,0 0 0,-99 0 47,100 0-47,-1 0 0,-50 0 31,-148 0 1,173 0-32,-74 25 46,25 0-30,-50 0 15,125-25-31,-1 0 16,0 0-16,-25 0 16,-24 0-1,49 0 1,0 0-1,1-25 1,-1 25 0,0 0-16,0 0 15,-49 0-15,24 0 16,-49 0 0,74 0-16,-25 0 15,26 0-15,-1 0 31,0 0 16,0-25-15,-24 25-32,-1 0 31,25 0-16,-24 0-15,-1 0 16,0 0-16,1 0 16,-1 0-16,-24 0 15,24 0-15,1 0 32,24 0-32,0 0 62,0 0-62,0 0 31,1 0-31,-51 0 32,26 0-32,24 0 15,-50 0-15,50 0 16,-24 0 15,24 0 157,0 0-173,0 0 1</inkml:trace>
  <inkml:trace contextRef="#ctx0" brushRef="#br0" timeOffset="52255.36">27533 7714 0,'-25'0'78,"1"-74"-78,-1 49 16,-25 0-16</inkml:trace>
  <inkml:trace contextRef="#ctx0" brushRef="#br0" timeOffset="52463.68">27360 7491 0</inkml:trace>
  <inkml:trace contextRef="#ctx0" brushRef="#br0" timeOffset="54599.58">27360 6201 0</inkml:trace>
  <inkml:trace contextRef="#ctx0" brushRef="#br0" timeOffset="55208.46">25202 7640 0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6FF2F-0D84-4B30-A1CE-922F7A065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B3A05-00F4-49D5-92CA-E24F98C65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AA185E-9A79-49CA-8F72-BF64707C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2C6F39-5E7D-45F1-89FF-366EE098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EFC9DC-D6F1-47E9-B6B7-1EFBB5894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2429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F1756-6EBC-486F-B521-4B049721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73B297-10EE-464B-AC4F-D434DC19E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05FF18-F6DF-4096-88E7-45B65F46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5A7354-E75F-476A-982F-E66DEA36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B2D585-0293-45DB-8991-91062A0C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0043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E013D-5648-4EC0-9D13-DE8B7EB71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66058-7DDE-4BFC-8C0B-E2C371F6E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736AFA-F8CF-472C-A925-3AC5B62A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BB6A92-117B-4D13-A949-9AA34794F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1D1B5C-89B6-4643-A5C3-2C023C8A7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70647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EBDDF6-A2D3-4C92-B34C-0A50F7C0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71F7AA-1987-4537-AA4C-B5D7C8E1F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E95BF7-A6D6-49FD-A04B-1BFE9F79D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71D9AA-EC74-4598-8CBC-8A08F5F92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82AC59-55F0-4577-BCA7-33676FB26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AAB030-2DCD-4D6F-8396-62999BD2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9246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83CC7-D3A9-4037-8ED4-2C4DFF7C0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11BB26-46F1-4507-8A5B-D433DE024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B68146-5DB2-43C4-AF59-177B1E064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C47FD4-F339-4148-BA5D-3C35EBD7C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AC6A87-8EC7-41A5-911B-D747DF387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97F6AA-BC8A-4C10-9AA0-1BE43E5F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736569-F587-438D-864B-E99A56A5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BEE1598-4CA4-48C0-B199-171E24E8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2321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837D0-98CF-4AB7-86D5-C6EFB0E3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4404355-401D-4615-B497-07C6D9AD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F3F21EF-2496-4D79-9462-E1BF4CD0E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87F58A-C1D8-4F00-8EC2-887F5A3E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8193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7D7CAD1-A4A9-439C-B064-1F3A966E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5E9921-E1B1-4919-BE7E-04ACCFC9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1B88AB-8E69-4A19-8820-E5E6093A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7699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8BFCA-8806-40E4-BE1F-A9395B6B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AC4E8F-1659-4F50-8A90-DCD66F593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87EC09-E2F2-47AA-9033-821EE5473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CAAB6E-187A-4515-B863-7B7BAD87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2F69E3-6FDB-4C03-AF30-095CEC82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9EFA7D-D660-48FF-9AB4-0C2141D8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42048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6C644-C2C0-4E85-9BCF-F9BA87FA1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3A5C8F-33E1-4324-BAEB-74CDC8423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446DEE-5864-4896-8B6E-A107129DD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8FD5DF-3C5C-4514-A918-078EB96B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DD64CF-EDFD-486F-B0DD-D4530B86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39FE0A-D3A9-4450-9DD3-0543ECBB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7755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08091-B9B6-4CFA-BC12-284E4DB2B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ABB6ED-BBC8-4A89-A70D-B95C817FF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3F7960-0D5E-40AA-8EE5-788D47DC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65270D-0AB9-47E8-8AFA-EDBDE3A10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E8C4CC-D557-44E7-A3BB-CB1C10F6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4464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F2D9AD-AF4C-48A3-9F60-93FDB609E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B4BFCD-4818-4AC3-B5E2-5B70177E2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184AFD-9798-4008-AC87-EDD87FF27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692921-C7A7-4E17-A183-CDF61B8B1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E8AF6E-BEED-46BE-978E-9A0E0CA60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7163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94C97A-73D3-4C02-B10C-791BD914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147FA-AEC1-4768-98FD-14E1F1535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EF085B-641A-4EDC-81A7-E616DC868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AC07E-CEA2-4DB8-B9E1-42C9301FFB1A}" type="datetimeFigureOut">
              <a:rPr lang="es-NI" smtClean="0"/>
              <a:t>29/9/2021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788B14-F3BB-4891-8EE4-7393245AE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419956-207D-48CE-9D32-950D8E80B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5A90D-489A-4F66-82E7-7CFA8F1B58B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3841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C3AEE944-00DC-431E-94F4-CABD2910A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078" y="175060"/>
            <a:ext cx="9466006" cy="650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AB933068-9329-4376-8B25-8789037E98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29" t="5314" r="7029" b="11381"/>
          <a:stretch/>
        </p:blipFill>
        <p:spPr>
          <a:xfrm>
            <a:off x="427703" y="183032"/>
            <a:ext cx="4881716" cy="3238500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D732DCC6-7833-4693-AB59-A0ACCC6B34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1" r="8963"/>
          <a:stretch/>
        </p:blipFill>
        <p:spPr>
          <a:xfrm>
            <a:off x="6238568" y="190500"/>
            <a:ext cx="4557251" cy="3238500"/>
          </a:xfrm>
          <a:prstGeom prst="rect">
            <a:avLst/>
          </a:prstGeom>
        </p:spPr>
      </p:pic>
      <p:pic>
        <p:nvPicPr>
          <p:cNvPr id="8" name="Imagen 7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37903A9-96A4-4897-AAA4-4D5B0F6529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49" t="8280" r="4837" b="13017"/>
          <a:stretch/>
        </p:blipFill>
        <p:spPr>
          <a:xfrm>
            <a:off x="619432" y="3878826"/>
            <a:ext cx="4689987" cy="2796142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1A7D3AF-DEC7-4569-8D57-43616F175E7B}"/>
              </a:ext>
            </a:extLst>
          </p:cNvPr>
          <p:cNvSpPr/>
          <p:nvPr/>
        </p:nvSpPr>
        <p:spPr>
          <a:xfrm>
            <a:off x="5500317" y="2775201"/>
            <a:ext cx="41870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s-E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7F7DB25-30DD-4F70-AFD2-1400FB13DD0F}"/>
              </a:ext>
            </a:extLst>
          </p:cNvPr>
          <p:cNvSpPr/>
          <p:nvPr/>
        </p:nvSpPr>
        <p:spPr>
          <a:xfrm>
            <a:off x="11278810" y="2775200"/>
            <a:ext cx="41870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ECB41B8-430A-4616-A33E-F342079D5978}"/>
              </a:ext>
            </a:extLst>
          </p:cNvPr>
          <p:cNvSpPr/>
          <p:nvPr/>
        </p:nvSpPr>
        <p:spPr>
          <a:xfrm>
            <a:off x="5528982" y="6028637"/>
            <a:ext cx="41870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s-E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Imagen 12" descr="Texto, Carta&#10;&#10;Descripción generada automáticamente">
            <a:extLst>
              <a:ext uri="{FF2B5EF4-FFF2-40B4-BE49-F238E27FC236}">
                <a16:creationId xmlns:a16="http://schemas.microsoft.com/office/drawing/2014/main" id="{0F49621B-C0B1-4529-A73C-64FE939232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6603"/>
          <a:stretch/>
        </p:blipFill>
        <p:spPr>
          <a:xfrm>
            <a:off x="6411337" y="3600497"/>
            <a:ext cx="5076825" cy="2796142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61F74F79-5F79-4917-A922-1E3FC233B5DB}"/>
              </a:ext>
            </a:extLst>
          </p:cNvPr>
          <p:cNvSpPr/>
          <p:nvPr/>
        </p:nvSpPr>
        <p:spPr>
          <a:xfrm>
            <a:off x="10756490" y="5917644"/>
            <a:ext cx="41870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s-E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969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1B6CB7B-F82B-42E2-80F7-51BEB4322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" y="265317"/>
            <a:ext cx="4972050" cy="3495675"/>
          </a:xfrm>
          <a:prstGeom prst="rect">
            <a:avLst/>
          </a:prstGeom>
        </p:spPr>
      </p:pic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69E75B14-29D5-4D26-874D-88F18AF4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872" y="0"/>
            <a:ext cx="4819650" cy="3609975"/>
          </a:xfrm>
          <a:prstGeom prst="rect">
            <a:avLst/>
          </a:prstGeom>
        </p:spPr>
      </p:pic>
      <p:pic>
        <p:nvPicPr>
          <p:cNvPr id="8" name="Imagen 7" descr="Texto&#10;&#10;Descripción generada automáticamente">
            <a:extLst>
              <a:ext uri="{FF2B5EF4-FFF2-40B4-BE49-F238E27FC236}">
                <a16:creationId xmlns:a16="http://schemas.microsoft.com/office/drawing/2014/main" id="{856985D5-F33F-4B4D-8515-C9E9D843A9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746" r="3030" b="35386"/>
          <a:stretch/>
        </p:blipFill>
        <p:spPr>
          <a:xfrm>
            <a:off x="468569" y="3967471"/>
            <a:ext cx="4570464" cy="2344840"/>
          </a:xfrm>
          <a:prstGeom prst="rect">
            <a:avLst/>
          </a:prstGeom>
        </p:spPr>
      </p:pic>
      <p:pic>
        <p:nvPicPr>
          <p:cNvPr id="10" name="Imagen 9" descr="Texto&#10;&#10;Descripción generada automáticamente">
            <a:extLst>
              <a:ext uri="{FF2B5EF4-FFF2-40B4-BE49-F238E27FC236}">
                <a16:creationId xmlns:a16="http://schemas.microsoft.com/office/drawing/2014/main" id="{8845CC73-410D-404F-B9FD-E4F0C3C79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046" y="3801857"/>
            <a:ext cx="4829175" cy="22288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EDF3EDCF-712B-4594-A155-8E44BCE5E948}"/>
                  </a:ext>
                </a:extLst>
              </p14:cNvPr>
              <p14:cNvContentPartPr/>
              <p14:nvPr/>
            </p14:nvContentPartPr>
            <p14:xfrm>
              <a:off x="2661120" y="1839600"/>
              <a:ext cx="7876440" cy="20988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EDF3EDCF-712B-4594-A155-8E44BCE5E9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1760" y="1830240"/>
                <a:ext cx="7895160" cy="211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626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9A72EB8E-6578-4DE0-B39A-E5E5480BF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083" y="353311"/>
            <a:ext cx="9276735" cy="6233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7B2E58AE-1041-4F04-AD8C-593201688773}"/>
                  </a:ext>
                </a:extLst>
              </p14:cNvPr>
              <p14:cNvContentPartPr/>
              <p14:nvPr/>
            </p14:nvContentPartPr>
            <p14:xfrm>
              <a:off x="3161160" y="491040"/>
              <a:ext cx="9028080" cy="63583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7B2E58AE-1041-4F04-AD8C-5932016887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1800" y="481680"/>
                <a:ext cx="9046800" cy="63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459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Descripción generada automáticamente">
            <a:extLst>
              <a:ext uri="{FF2B5EF4-FFF2-40B4-BE49-F238E27FC236}">
                <a16:creationId xmlns:a16="http://schemas.microsoft.com/office/drawing/2014/main" id="{E5BAC74D-B893-4ADB-994F-9F4958EDD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613" y="156640"/>
            <a:ext cx="9188245" cy="62091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34110FB9-225B-4014-B6D0-3ADBF32BBFA6}"/>
                  </a:ext>
                </a:extLst>
              </p14:cNvPr>
              <p14:cNvContentPartPr/>
              <p14:nvPr/>
            </p14:nvContentPartPr>
            <p14:xfrm>
              <a:off x="80280" y="1491120"/>
              <a:ext cx="10769760" cy="40723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34110FB9-225B-4014-B6D0-3ADBF32BBF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920" y="1481760"/>
                <a:ext cx="10788480" cy="409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207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2F237313-7545-449F-A470-7B99CE47E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24" y="239661"/>
            <a:ext cx="4962525" cy="3429000"/>
          </a:xfrm>
          <a:prstGeom prst="rect">
            <a:avLst/>
          </a:prstGeom>
        </p:spPr>
      </p:pic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CE06FEB5-21B5-4C03-9A96-CD0A7D9CC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035" y="239661"/>
            <a:ext cx="4705350" cy="2343150"/>
          </a:xfrm>
          <a:prstGeom prst="rect">
            <a:avLst/>
          </a:prstGeom>
        </p:spPr>
      </p:pic>
      <p:pic>
        <p:nvPicPr>
          <p:cNvPr id="7" name="Imagen 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118C891-6504-431A-B3C5-D49CF7871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86" y="3429000"/>
            <a:ext cx="4800600" cy="33242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9D817CE-B308-44B5-92FB-61881F998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035" y="3246489"/>
            <a:ext cx="5067300" cy="33718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3D29172D-5E0D-46A8-A5B6-F9E4A6AA8235}"/>
                  </a:ext>
                </a:extLst>
              </p14:cNvPr>
              <p14:cNvContentPartPr/>
              <p14:nvPr/>
            </p14:nvContentPartPr>
            <p14:xfrm>
              <a:off x="2295000" y="3196800"/>
              <a:ext cx="1045080" cy="183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3D29172D-5E0D-46A8-A5B6-F9E4A6AA82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85640" y="3187440"/>
                <a:ext cx="1063800" cy="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493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&#10;&#10;Descripción generada automáticamente">
            <a:extLst>
              <a:ext uri="{FF2B5EF4-FFF2-40B4-BE49-F238E27FC236}">
                <a16:creationId xmlns:a16="http://schemas.microsoft.com/office/drawing/2014/main" id="{C12AA3AA-9F9D-43FC-AA9E-D9DE5E2A7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53" y="192497"/>
            <a:ext cx="5095875" cy="3552825"/>
          </a:xfrm>
          <a:prstGeom prst="rect">
            <a:avLst/>
          </a:prstGeom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E316869D-F89D-429C-8C63-DB9C26D31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7150"/>
            <a:ext cx="4876800" cy="3371850"/>
          </a:xfrm>
          <a:prstGeom prst="rect">
            <a:avLst/>
          </a:prstGeom>
        </p:spPr>
      </p:pic>
      <p:pic>
        <p:nvPicPr>
          <p:cNvPr id="9" name="Imagen 8" descr="Texto&#10;&#10;Descripción generada automáticamente">
            <a:extLst>
              <a:ext uri="{FF2B5EF4-FFF2-40B4-BE49-F238E27FC236}">
                <a16:creationId xmlns:a16="http://schemas.microsoft.com/office/drawing/2014/main" id="{5745ED35-88D8-45E9-A357-D87F102A9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53" y="3207928"/>
            <a:ext cx="4991100" cy="3457575"/>
          </a:xfrm>
          <a:prstGeom prst="rect">
            <a:avLst/>
          </a:prstGeom>
        </p:spPr>
      </p:pic>
      <p:pic>
        <p:nvPicPr>
          <p:cNvPr id="11" name="Imagen 10" descr="Texto&#10;&#10;Descripción generada automáticamente">
            <a:extLst>
              <a:ext uri="{FF2B5EF4-FFF2-40B4-BE49-F238E27FC236}">
                <a16:creationId xmlns:a16="http://schemas.microsoft.com/office/drawing/2014/main" id="{BA8D3408-A419-49A2-B1D6-31AB5D43B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974" y="3398428"/>
            <a:ext cx="50673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69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C3FC83AB-47D9-40C2-AA46-060BCB1F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496" y="449705"/>
            <a:ext cx="8551559" cy="571678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2E111CAC-4D42-49D8-A6F7-5DF61D2154C2}"/>
                  </a:ext>
                </a:extLst>
              </p14:cNvPr>
              <p14:cNvContentPartPr/>
              <p14:nvPr/>
            </p14:nvContentPartPr>
            <p14:xfrm>
              <a:off x="196560" y="1776960"/>
              <a:ext cx="10305000" cy="35812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2E111CAC-4D42-49D8-A6F7-5DF61D2154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200" y="1767600"/>
                <a:ext cx="10323720" cy="360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729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Texto&#10;&#10;Descripción generada automáticamente">
            <a:extLst>
              <a:ext uri="{FF2B5EF4-FFF2-40B4-BE49-F238E27FC236}">
                <a16:creationId xmlns:a16="http://schemas.microsoft.com/office/drawing/2014/main" id="{EA105BA2-350D-4919-BC4D-647F58B9E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515" y="85299"/>
            <a:ext cx="8764889" cy="62281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17E05162-3769-471A-A832-62B99F44E1CC}"/>
                  </a:ext>
                </a:extLst>
              </p14:cNvPr>
              <p14:cNvContentPartPr/>
              <p14:nvPr/>
            </p14:nvContentPartPr>
            <p14:xfrm>
              <a:off x="1669680" y="2205720"/>
              <a:ext cx="8242560" cy="230400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17E05162-3769-471A-A832-62B99F44E1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0320" y="2196360"/>
                <a:ext cx="8261280" cy="232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2070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0E8F965-35DC-4975-8A6F-287562917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134" y="71092"/>
            <a:ext cx="9099030" cy="639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baja">
            <a:extLst>
              <a:ext uri="{FF2B5EF4-FFF2-40B4-BE49-F238E27FC236}">
                <a16:creationId xmlns:a16="http://schemas.microsoft.com/office/drawing/2014/main" id="{8361C2D3-A399-480E-B1B0-F7DD5C229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82" y="-211192"/>
            <a:ext cx="9099029" cy="662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079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7248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</Words>
  <Application>Microsoft Office PowerPoint</Application>
  <PresentationFormat>Panorámica</PresentationFormat>
  <Paragraphs>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2</cp:revision>
  <dcterms:created xsi:type="dcterms:W3CDTF">2021-08-16T16:55:41Z</dcterms:created>
  <dcterms:modified xsi:type="dcterms:W3CDTF">2021-09-29T19:56:11Z</dcterms:modified>
</cp:coreProperties>
</file>