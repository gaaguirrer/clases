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4" r:id="rId9"/>
    <p:sldId id="263" r:id="rId10"/>
    <p:sldId id="266" r:id="rId11"/>
    <p:sldId id="265" r:id="rId12"/>
    <p:sldId id="268" r:id="rId13"/>
    <p:sldId id="267" r:id="rId14"/>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66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0-18T19:08:15.340"/>
    </inkml:context>
    <inkml:brush xml:id="br0">
      <inkml:brushProperty name="width" value="0.05292" units="cm"/>
      <inkml:brushProperty name="height" value="0.05292" units="cm"/>
    </inkml:brush>
  </inkml:definitions>
  <inkml:trace contextRef="#ctx0" brushRef="#br0">1215 9599 0,'0'-24'79,"50"24"-64,-25 0-15,0 0 16,24 0-16,1 0 15,-1 0-15,26 0 16,24 0-16,50 0 16,-25 0-16,25 0 15,24 0-15,26 24 16,-1 1-16,1 0 16,-26-25-16,26 0 15,-26 0-15,26 0 16,-50 0-16,49 0 15,-24 0-15,24 0 16,75 0-16,-50 0 16,50 0-16,25 0 15,-1 0-15,26 0 16,24 0-16,25 0 16,-49 0-16,49 0 15,-50 0-15,-24 0 16,-75 0-16,-24 0 15,-1 0-15,-24 0 16,-50 0-16,25 0 16,-1 0-1,51 0-15,-1 0 16,75 0-16,0 0 16,-50 0-16,0 0 15,-49 0-15,-50 0 16,-50 0-16,1 0 15,-50 0-15,-1 0 16,1 0 62,0 0-62,0 0-1,0 25 1,0 0-16,-1-25 16,1 0-1,0 0 1,0 0 15,0 0-15,24 0-1,-24 0-15,0 0 16,24 0 0,-24 0-16,0 0 15,0 0 1,0 0 0,-1 0-16,26 0 15,0 0-15,24 0 16,-24 0-16,24 0 15,0 0-15,-24 0 16,0 0-16,-26 0 16,1 0-16,25 0 15,-50-25-15</inkml:trace>
  <inkml:trace contextRef="#ctx0" brushRef="#br0" timeOffset="3223.39">1042 9029 0,'74'0'62,"-24"0"-62,24 0 16,-24 0-16,24 0 15,1 0-15,-1 0 16,25 0-16,-24 0 16,24 0-16,-25 0 15,-49 0-15,25 0 16,-25 0-16,24 0 15,-24 0-15,0 0 16,0 0 0,-1 0 15,1 0 0,0 0-15,0 0-16,0 0 15,-1 0 1,1 0 0,0 0-1,25 0-15,-1 0 16,1 0 0,-1 0-16,1 0 15,0 0-15,-26 0 16,26 0-1,0 0-15,-25 0 16,-1 0-16,1 0 16,25-25-16,-25 25 15,24-25 1,1 25-16,-50-25 16,25 25-16,-1-24 15,1-1-15,0 25 16,-25-25-16,50 25 15,-50-25-15,24 0 16,1 1-16,25-1 16,-25-25-16,-1 25 15,26-24-15,-25-1 16,0 25-16,-1-24 16,1 24-16,25-25 15,-25-24-15,24 24 16,-49 1-1,50-1-15,-25-24 16,-1 24-16,1 25 16,0-24-16,25-1 15,-1 25-15,-24-49 16,25 24-16,-25 25 16,49-24-16,-49 24 15,0-25-15,49 1 16,-24 24-16,-1-25 15,26 1-15,-26-1 16,26 25-16,-26-24 16,1 24-16,24-25 15,1 26-15,-26-26 16,50 25-16,-24 0 16,-1-24-16,1 24 15,-1 0-15,1 0 16,24-24-16,-25 24 15,1 0-15,-26 0 16,26 1-16,-26-1 16,1-25-16,-25 50 15,24-25-15,1 0 16,-1 25 0,1-49-16,25 24 15,-26 0-15,1 0 16,24 1-16,-24 24 15,-1-25-15,26-25 16,-26 50-16,1-25 16,-25 1-16,49-1 15,-24 0-15,-1 0 16,-24 25-16,25 0 16,-1-25-16,-24 1 15,25-1-15,-1 25 16,-24-25-16,0 25 15,25 0 1,-25 0-16,24 0 16,1 0-16,-1 0 15,1 0-15,24 0 16,1 0-16,24 0 16,0 25-16,-24 0 15,24-25-15,-25 24 16,1 1-16,-26-25 15,26 25-15,-26-25 16,1 50-16,24-26 16,-24 1-1,0 0-15,24 0 16,0 0-16,26 24 16,-51-24-16,26 25 15,-1-1-15,25-24 16,-49 50-16,24-51 15,1 26-15,24 0 16,-49-1-16,-1-24 16,26 25-16,-26-26 15,1 1-15,-1 0 16,1 0-16,-25 0 16,0-1-16,49 1 15,-49 0-15,0 0 16,49 24-16,-24-49 15,-1 50-15,-24-25 16,49 0-16,-24-1 16,-25 1-16,24 0 15,-24 0-15,25 0 16,-25-1-16,0 1 16,24 0-16,-24-25 15,0 25-15,0 0 16,-1-1-16,26 1 15,-25-25 1,0 25-16,-1 0 16,1 0-16,25-1 15,-25 26-15,24-25 16,26 25-16,-26-26 16,1 1-16,24 0 15,-49 0-15,49 0 16,-24-1-16,0 1 15,-1 25-15,1-50 16,-25 25-16,-1-1 16,1-24-16,0 0 15,25 25-15,-25-25 16,49 25-16,-49-25 16,24 25-16,1-25 15,0 25-15,24-1 16,-49-24-16,24 0 15,-24 0-15,25 0 16,-1 25-16,-24 0 16,0-25-16,25 0 15,-1 0-15,-24 0 16,49 25 0,-24 0-16,-25-25 15,49 24 1,-49-24 31,0 0-47,25 0 15,-1 25-15,-24-25 16,25 0 0,-26 0-1,-24 25 79</inkml:trace>
  <inkml:trace contextRef="#ctx0" brushRef="#br0" timeOffset="5263.84">9004 7268 0,'0'-25'16,"25"-25"62,-25 26-47,0-1 32,0 0-47,0 0 15,25 0-16,0 50 189,-25 0-189,24 49-15,-24-49 16,0 50-16,25 24 15,0-50 1,-25 1-16,0 0 16,0-1-16,0 26 15,0-26-15,0 1 16,0-1-16,0 26 16,0-26-16,0 1 15,0 25-15,0-1 16,0 0-16,0-24 15,0 0-15,0-1 16,0 1-16,0-1 16,0 26-16,0-26 15,0 1-15,0-25 16,0 0-16,0 24 16,0-24-16,0 0 15,0 0-15,0-1 16,0 1-16,0 25 15,0-25-15,0-1 16,0 26-16,0 0 16,0-25-16,0-1 15,0 26-15,0 0 16,0-1-16,0-24 16,0 0-16,0 0 15,0-1 1,0 1-16,0 0 15,0 0 1,0 0-16,0-1 16,0 1-1,0 0 17</inkml:trace>
  <inkml:trace contextRef="#ctx0" brushRef="#br0" timeOffset="6256.56">9649 7466 0,'-25'25'109,"0"-25"-109,1 50 16,-1-26-16,0 26 15,0 0-15,0-26 16,25 1-16,-24 25 16,-26 24-16,50-24 15,-50-1-15,50 1 16,-49 0-16,24-25 16,-25 24-16,26 26 15,-1-51-15,0 1 16,25 25-16,-25-50 15,25 25 32,0-1-47</inkml:trace>
  <inkml:trace contextRef="#ctx0" brushRef="#br0" timeOffset="7016.92">9674 7789 0,'-25'24'94,"0"51"-94,0-50 15,-24 24-15,24 26 16,-25-1-16,26 1 15,-1-1-15,-25 0 16,25 26-16,-24-51 16,24 26-16,25-26 15,-25 26-15,0-1 16,1-24-16,24-26 16,0 51-16,-25-50 15,25-1-15,0 1 16,0 0-16,-25 0 15,25 0 1,0 0 0,-25-1-1,75-48 126</inkml:trace>
  <inkml:trace contextRef="#ctx0" brushRef="#br0" timeOffset="7727.94">10120 8062 0,'-24'0'63,"24"49"-48,-50 1-15,25 24 16,-49 1-16,49-1 16,-25 0-16,1 26 15,-1-51-15,25 26 16,-24-1-16,-26 25 15,50-24-15,-49 24 16,24-25-16,26-24 16,-1 0-16,0 24 15,-25-24-15,26-1 16,-1 1-16,0-25 16,0 24-1,25-24 16,-25-25 1,25 25-17,50-100 79,0 26-78</inkml:trace>
  <inkml:trace contextRef="#ctx0" brushRef="#br0" timeOffset="8448.42">10393 8037 0,'25'0'47,"-25"49"-31,0 26-1,-25-26 1,-24 1-16,49 0 16,-25 24-16,0-24 15,25-1-15,-50 1 16,26 24-16,-1 1 16,0-26-16,0 26 15,25-26-15,-25 26 16,1-1-16,24-49 15,-25 74-15,0-49 16,0-1-16,0-24 16,25 50-1,-25-51-15,1 26 16,24-25-16</inkml:trace>
  <inkml:trace contextRef="#ctx0" brushRef="#br0" timeOffset="9159.41">10939 8260 0,'0'25'62,"0"0"-62,-50 24 16,25 1-16,25 24 15,-24-24-15,-1 24 16,0-24-16,0 24 16,-24-24-16,49 24 15,-50-24-15,25-1 16,0 26 0,1-25-16,-1 24 15,25-24-15,-25-1 16,0-24-16,25 0 15,0 24-15,-25-49 16,25 25-16,-24 0 16,24 0-1,0 24 48</inkml:trace>
  <inkml:trace contextRef="#ctx0" brushRef="#br0" timeOffset="9953.09">11237 8607 0,'24'0'31,"-24"50"1,-24-1-32,24-24 15,-25 0-15,0 49 16,0-24-16,25-25 16,0 49-16,-25-24 15,-24 24-15,49-24 16,-25 0-16,0-26 15,25 51-15,0-50 16,0-1 0,-25 26-16</inkml:trace>
  <inkml:trace contextRef="#ctx0" brushRef="#br0" timeOffset="10639.41">11782 8607 0,'-25'25'78,"1"49"-63,-1-49-15,0 25 16,25-1-16,-25 26 16,-24-26-16,49 26 15,-50-1-15,25-24 16,0 49-16,25-49 15,-24-1-15,-1-24 16,25 25-16,-25-50 16,25 25-16</inkml:trace>
  <inkml:trace contextRef="#ctx0" brushRef="#br0" timeOffset="12047.41">9004 10170 0,'50'0'78,"-25"25"-62,-25 0-16,24-25 15,1 24-15,0-24 16,0 25-16,-25 0 16,49 0-16,1 24 15,-25-24 1,0-25 0,-1 25-16,-24 0 15,25-25-15,-25 25 16,25-1-1,-25 1-15,25-25 16,0 25 0,-25 0-16,24-25 15,-24 49 17</inkml:trace>
  <inkml:trace contextRef="#ctx0" brushRef="#br0" timeOffset="12751.46">9103 10666 0,'0'0'0,"25"-25"0,0 25 16,-25-25-16,0 1 15,25-1 1,-25 0-16,25-25 15,-1 26 1,1-1 0,-25 0-16,0 0 15,0-24-15,25 24 16,0 0-16,-25-25 16,25 26-1,-25-1 1,24 25-1,-24-25 1,0 0 15</inkml:trace>
  <inkml:trace contextRef="#ctx0" brushRef="#br0" timeOffset="14055.7">9426 9847 0,'25'0'125,"-1"0"-110,-24 25 63,0 0-62,0 25 0,0-1-1,-24-49 1,24 25-16,-25-25 16,25 25-1,-25-25 1,25 25 31,0 0 78,0-1-110,25-24 17,0 0-17,-1 0 16,1 0-31,0 0 32,0 0 124,0 0-125</inkml:trace>
  <inkml:trace contextRef="#ctx0" brushRef="#br0" timeOffset="14912.05">9599 10567 0,'0'25'63,"0"-1"-32,0 1-31,0 0 15,0 0 1,0 24 0,0 1-1,0-25 1,0 0 0,0-1 15,25 1-31,-25 0 31,0 0 47,0-75 32,0 1-95</inkml:trace>
  <inkml:trace contextRef="#ctx0" brushRef="#br0" timeOffset="15959.49">9550 10443 0,'0'-25'94,"25"25"-63,-1 0 16,1 25-31,0 0 15,-25-1-15,0 1 46,25-25-46,-25 25 0,0 0-1,0 0 16,0-1-15,0 1 31,0 0-16,0 0 16</inkml:trace>
  <inkml:trace contextRef="#ctx0" brushRef="#br0" timeOffset="16927.4">9872 10319 0,'25'0'78,"0"0"-62,0 0 0,-1 0-1,1 0 32</inkml:trace>
  <inkml:trace contextRef="#ctx0" brushRef="#br0" timeOffset="17744.39">9897 10443 0,'0'25'78,"25"-25"-62,0 0 15,-1 0-15,1 0-16,0 0 15,0 0 1,0 0 15,0 0 0</inkml:trace>
  <inkml:trace contextRef="#ctx0" brushRef="#br0" timeOffset="19383.83">10244 10096 0,'50'0'47,"0"0"-32,-26 0 1,1 0 15,-25 24-15,25-24-1,-25 25 1,0 25-16,0-25 16,0-1-16,0 1 15,0 0 1,0 0-1,0 0 48,25-25-63,0 24 16,-1-24 15,1 0-31,0 0 15,0 25 1,24 0 0,-24 0-1,-25 0-15,25-1 16,25 1-16,-50 0 16,0 0-1,0 0 1,0-1-16,0 1 31,-25 0 0,0-25-15,0 0 0,0 0-1,1 0 1,-1 0 15,0 0 0</inkml:trace>
  <inkml:trace contextRef="#ctx0" brushRef="#br0" timeOffset="20247.61">10864 10616 0,'0'50'94,"-24"-25"-94,24 0 15,0-1 1,0 1-1,0 0-15,0 25 16,0-26 0,0 1-1,0 0-15,-25 0 16,0 0-16,25-1 16,0 1-1,-25-25 79</inkml:trace>
  <inkml:trace contextRef="#ctx0" brushRef="#br0" timeOffset="22247.65">10964 10120 0,'0'-24'31,"24"24"0,1 0 16,0 0-31,0 0 15,0 0-31,-25 24 47,24 1-47,-24 0 31,0 0-31,0 0 16,0-1-16,0 1 16,0 25-1,0-25 1,0 24-1,0-24-15,-24 0 16,-1 24 15,0-24 16,25 0-31,-25-25-16,25 25 31,0 0 32,0-1-48,0 1 1,0 0 15,25-25 78,0 0-93,0 0 0,-1 0-1,-24-25 1,0 0 15,25-24 0,0 49-15,-25-25 31,0 0-16,0 0-15,0 1-1,0-1 17,0 0-1,0 0-15,0 0-1,0 1-15,-25 24 16,25-25-1,-25-25 1,1 25 0,-1 1-1,0 24 1,-25-25 0,26 25 15,24-25-31,-25 25 31,0-25 0,0 0-15,25 1 46,0-1-46,0-25 0,25 25 31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0-18T19:45:51.47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FFFF00"/>
    </inkml:brush>
    <inkml:brush xml:id="br3">
      <inkml:brushProperty name="width" value="0.05292" units="cm"/>
      <inkml:brushProperty name="height" value="0.05292" units="cm"/>
      <inkml:brushProperty name="color" value="#00B0F0"/>
    </inkml:brush>
  </inkml:definitions>
  <inkml:trace contextRef="#ctx0" brushRef="#br0">2108 8582 0,'0'25'93,"0"25"-77,0-25-16,0-1 16,0 1-16,0 0 15,0 0-15,0 0 16,25 24 62,50-49-78,-51 0 16,51 0-16,-26 0 15,26 0-15,-1 0 16,-24 0-16,-25 0 15,49 0-15,-49 0 16,0 0 0</inkml:trace>
  <inkml:trace contextRef="#ctx0" brushRef="#br0" timeOffset="632.45">2704 8607 0,'-25'50'78,"0"24"-62,25-49-16,0 49 16,0-49-16,0 25 15,0 24-15,-25 1 16,0-26-16,1 1 16,24-25-1,0 0 126,0-1-141,0 1 15</inkml:trace>
  <inkml:trace contextRef="#ctx0" brushRef="#br0" timeOffset="1616.12">2877 8756 0,'0'-50'62,"25"50"-62,0 0 16,0 0-16,0 0 16,-1 0-16,1 0 15,0 0-15,0 0 16,0 0 46,-25 25-62,24 0 16,-24 0-16,0 0 16,0-1-16,0 1 15,0 0-15,0 0 16,0 24-16,0 1 16,0-25-16,0 0 15,-24 24-15,24-24 16,0 0 15,0 0 47,0 0-62,0-1 15,0 1 0</inkml:trace>
  <inkml:trace contextRef="#ctx0" brushRef="#br0" timeOffset="2328.63">2927 8979 0,'0'-25'79,"25"25"-79,0 0 15,49 0-15,-24 0 16,-26 0-16,1 0 15,0 0-15,0 0 16,0 0-16,-1 0 16,26 0-1,-25 0 17</inkml:trace>
  <inkml:trace contextRef="#ctx0" brushRef="#br0" timeOffset="3070.55">3497 8533 0,'25'0'62,"0"25"-46,0-1-16,24 26 16,1-25-1,-50 0 1,25-1-16,0-24 31,0 25-31,-1 0 31,1 0 1,0-25-1,0 25-31,0-25 47,-25 24 46</inkml:trace>
  <inkml:trace contextRef="#ctx0" brushRef="#br0" timeOffset="3744.14">3597 8756 0,'0'-25'16,"24"25"0,-24-25-16,25 25 15,0-49 1,0 24 0,-25 0 15,25 0-31,-25 1 15,25-1 1</inkml:trace>
  <inkml:trace contextRef="#ctx0" brushRef="#br0" timeOffset="4528.68">3522 8657 0,'25'0'47,"0"0"-31,0 0-1,-1 0 1,1 0 0,0 0-16,0 0 15,0 0 1</inkml:trace>
  <inkml:trace contextRef="#ctx0" brushRef="#br0" timeOffset="10631.68">4713 8409 0,'-25'0'31,"25"25"-15,-50-25 0,26 24-1,-1 1-15,0 25 16,-49-1-16,49-24 16,-25 25-16,25-1 15,1-24-15,-26 50 16,25-26-16,0-24 15,1 25-15,24-26 16,0 26 0,0-25-1,0 0 1,0 0-16,0 24 16,0-24 15,24 25-31,1-26 31,0-24-15,0 0-16,0 0 15,24 0-15,-24 0 16,0 0-16,24 0 16,-24 0-1,50 0-15,-75-24 16,24-1-16,1 0 15,-25-25 17,0 26-17,-25 24 1,1-25-16,-1 25 31,0-25-31,0 25 16,0 0-1,-24 0 1,24 0 0,-49 0-16,49 0 15,-25 25-15,25 0 16,1-1 0,-1 1-16,0 0 15,25 0 1,0 0-1,0-1 32,50-24-31</inkml:trace>
  <inkml:trace contextRef="#ctx0" brushRef="#br0" timeOffset="11896.46">5308 8235 0,'-25'0'31,"-24"0"-16,24 0 1,0 25-16,0 0 16,25 0-16,-24 24 15,-1-24-15,25 0 16,0 0 0,0-1-1,0 1 16,0 0 1,0 0-17,25-25 1,-1 0 0,1 0-16,25 0 15,-25 0 1,-1 0-16,1-25 15,0 0 1,-25 0 0,0 1-1,0-1 1,0 0 0,-25 99 140,25-24-156,-25 0 15,1-1-15,24 1 16,0-1-16,-25 26 16,25-26-16,-25 1 15,25-25-15,-25 49 16,25-24-16,-25 0 16,25-26-1,0 1 16,0 0-31,-24 0 16,24 0 15,0-1-15,0 1-16,0 0 31</inkml:trace>
  <inkml:trace contextRef="#ctx0" brushRef="#br0" timeOffset="13215.84">2208 9624 0,'24'0'94,"1"0"-94,25 0 15,24 0-15,1-25 16,-26 25-16,1 0 16,-1 0-16,1 0 15,25-24-15,-1 24 16,-49 0-16,24 0 16,26 0-16,49 0 15,49 0-15,-24 0 16,25 0-16,0 0 15,-50 0-15,24 0 16,-48 0 0,-26 0-16,-24 0 15,-26 0-15,26 0 16,24 0-16,1 0 16,49 0-16,-50 0 15,50 24-15,25 1 16,0 0-16,-25 25 15,25-26-15,0 1 16,-75-25-16,0 0 16,26 25-16,-51 0 15,1-25-15,49 0 16,-74 0-16,49 0 16,1 0-16,-50 0 15</inkml:trace>
  <inkml:trace contextRef="#ctx0" brushRef="#br0" timeOffset="14152.36">3101 10170 0,'0'25'78,"0"49"-78,-25-24 16,25-1-16,-25 1 16,0 0-16,25 24 15,-25-24-15,25-26 16,-24 26-16,-1 0 15,25-26-15,0 1 16,0 0-16,0 25 16,0-26-1,0 1-15</inkml:trace>
  <inkml:trace contextRef="#ctx0" brushRef="#br0" timeOffset="15320.48">3398 10393 0,'0'25'47,"0"0"-47,-25 0 16,1-1-16,24 26 15,0 0 1,0-26-16,-25 26 15,25-25 1,0 0-16,0-1 16,0 1-16,0 0 31,0 0-31,0 0 16,0-1-1,0 1 1,0 0-1,0 0 1,25 0 0,24-1-1,-24-24 1,0 0 0,0 0-16,24 0 15,1-49-15,-25 49 16,24-50-16,-24 1 15,0 24 1,-25 0-16,0 0 16,0-24-1,0 24 1,0-25-16,0-24 16,0 24-1,-25 1-15,0 24 16,25 0-16,-25 0 15,1 25 17,-1-25-17,25 1 1,-25 24 0,0 0 15,-24 0-16,24 24-15,0 1 16,-25 0-16,26 0 16,-1 0-16</inkml:trace>
  <inkml:trace contextRef="#ctx0" brushRef="#br0" timeOffset="16552.37">4068 10344 0,'-25'0'16,"0"0"-1,25 49 1,-24-24 0,24 0-1,0 0-15,0-1 16,0 1-16,0 0 16,0 0-1,0 0 1,0-1-16,0 1 15,0 0-15,0 0 16,0 0 0,0-1-1,0 1 1,0 0 15,0 0-31,24 0 31,26-1-15,24 1 0,-49-25-1,0 0 1,25 0-16,-26 0 16,26 0-16,0 0 31,-1 0-31,-24-49 15,0 49-15,0-50 16,-1 50-16,-24-25 16,0-24-16,25 24 15,-25 0-15,0-25 16,0 26-16,0-26 16,0 0-16,0 1 15,0-1-15,-25 50 16,1-25-16,24 1 15,-25-1-15,0 25 16,0-25 0,0 25-1,1 0-15,-1 0 16,-25-25-16,25 25 16,1 0-1,-1 0-15,-50 0 16,26 0-16,-1 25 15,1 0 1,24-25-16,-25 25 31,25-25-31</inkml:trace>
  <inkml:trace contextRef="#ctx0" brushRef="#br0" timeOffset="17464.34">6424 9500 0,'25'-25'78,"25"25"-62,-1 0 0,1-24-1,-25-1 1,0 25-16,-1 0 15,1 0-15,0 0 16,0 0 0</inkml:trace>
  <inkml:trace contextRef="#ctx0" brushRef="#br0" timeOffset="18200.72">6400 9947 0,'0'0'0,"24"0"16,1 0-16,0 0 16,0 0-16,0 0 15,-1 0-15,26 0 16,-25 0-16,0 0 15,-1 0-15,26 0 16,-50-25-16,25 25 16,0 0-1,-1 0 17</inkml:trace>
  <inkml:trace contextRef="#ctx0" brushRef="#br0" timeOffset="20319.95">7491 9004 0,'-25'0'47,"75"25"-32,-25-25 1,49 25-16,-49-25 16,24 0-16,-24 0 15,50 25-15,-26-1 16,-24-24-1,-25 25 32,0 0-47,0 25 16,0-26-16,-25 26 16,0-25-1,25 0 95,0-1-110,25-24 15,0 0-15,0 0 16,24 25-16,-24-25 15,0 25-15,0-25 16,25 25 0,-50 0-16,0-1 31,0 1-31,0 0 16,0 0-16,0 0 15,0-1-15,-25-24 16,0 25-16,0-25 15,-25 0 1,26 25-16,-1-25 16,0 0-1,0 0-15,0 0 16,1 0 0,-1 0-16,-25 0 15,25 0 1,1 0 15</inkml:trace>
  <inkml:trace contextRef="#ctx0" brushRef="#br0" timeOffset="21983.57">8235 9128 0,'0'-25'31,"25"1"-15,0 24 0,0 0-16,-1 0 15,1 0-15,0 0 16,0 0 0,0 0 30,-1 0-46,1 24 32,-25 1-32,0 0 15,0 0 1,0 0-16,0-1 16,0 26-1,-25-25-15,1-25 16,24 25-16,-25-1 15,0 1-15,0 0 16,0 0 0,1 0-16,24-1 31,-25 26-15,25-25-1,0 0 1,0-1-16,0 1 31,49-25-15,-24 25-1,0-25-15,0 0 16,24 0 0,-24 0-16,0 0 15,0 0-15,24 0 16,-24 0-1,0 0-15,0 0 32,0 0-1</inkml:trace>
  <inkml:trace contextRef="#ctx0" brushRef="#br0" timeOffset="22407.62">8954 9525 0,'-24'0'156</inkml:trace>
  <inkml:trace contextRef="#ctx0" brushRef="#br0" timeOffset="23560.17">9277 8855 0,'-25'0'63,"0"25"-47,25 0-16,0 0 15,0 49 1,-24-49-16,24 0 15,0 0-15,0-1 16,0 1 0,0 0 77,24 0-77,1-25-16,25 0 16,-25 0-16,24 0 15,-24 0-15,0 0 16,0 0 31,-1 0-32,1 0 64,0 0-48,0 0-16</inkml:trace>
  <inkml:trace contextRef="#ctx0" brushRef="#br0" timeOffset="24192.49">9624 8806 0,'0'-25'47,"0"50"-47,0-1 15,0 26 1,0 0-16,0-1 16,0 1-16,0 24 15,0 1-15,0-50 16,0 24-16,0-24 15,0 25-15,0-26 16,-25 1-16,25 0 16,0 25-1,0-26 1,0 1 15,-24 0-15</inkml:trace>
  <inkml:trace contextRef="#ctx0" brushRef="#br0" timeOffset="25296.51">10021 8954 0,'25'0'47,"0"0"-31,0 0-1,-1 0 32,1 0-31,-25 25 15,0 0-31,0 0 16,0 0 62,0 0-47,0-1-31,25 1 16,0 0-16,0-25 15,-1 25-15,1 0 16,0-1-16,0 1 16,0 0-1,-1-25-15,-24 50 16,25-50-16,-25 24 31,0 26-15,-25-25-1,1-25 1,-1 25-16,0-1 31,0-24-15,0 0-16,1 0 15,-26 0 1,25 0 0,0 0-1,1 0-15,-1 0 16,0 0 0,0 0-1,0 0 32</inkml:trace>
  <inkml:trace contextRef="#ctx0" brushRef="#br0" timeOffset="31095.64">5432 6449 0,'25'25'63,"0"-25"-48,0 0 1,49 0-16,50 0 16,50-25-16,-50 0 15,25-24 1,-25 24-16,-50 25 0,0 0 15,1 0-15,-26 0 16,-24 0 0,0 0-16,25 0 15,24 0-15,-24 0 16,-1 0-16,1 0 16,24 0-16,1 0 15,-1 0-15,-24 0 16,24 0-16,1 0 15,-26 0-15,1 0 16,-1 0-16,51 0 16,-76 25-16,26-25 15,24 25-15,-24-1 16,0-24-16,49 0 16,-74 0-16,49 0 15,1 0-15,-26 0 16,1 0-16,-25 0 15,24 0-15,1 0 16,-1 0-16,-24 0 16,25 0-16,24 0 15,1 0-15,24 25 16,25 0-16,0 0 16,-50-25-1,26 0-15,-1 0 16,-25 0-16,25 0 15,-24 0-15,-1 0 16,50 25-16,-49-1 16,-1-24-16,0 0 15,26 0-15,-26 0 16,1 0-16,-1 0 16,0 0-16,-49 0 15,50 0-15,-51 0 16,26 0-16,0 0 15,-1 0-15,26 0 16,-1 0-16,0 0 16,1 0-16,-1 0 15,25 0-15,-24 0 16,24 0-16,-74 0 16,74 25-16,-24 0 15,-26-25-15,1 0 16,24 0-16,-24 0 15,-1 0-15,-24 0 16,0 0-16,25 0 16,-26 0-1,1 0-15,25 0 16,24 0-16,1 0 16,-26 0-16,50 0 15,-24 0-15,-1 0 16,1 0-16,-1 0 15,-24 0-15,-1 0 16,1 0-16,0 0 16,-1 0-16,26 0 15,-26 0-15,26 0 16,-26 0-16,1 0 16,24 0-16,1 0 15,-26 0-15,26 0 16,-1 0-16,1 0 15,24 0-15,0 0 16,25 0-16,0 0 16,-25 0-16,0 0 15,-24 0-15,-1 0 16,1 0-16,-1 0 16,1 0-16,-51 0 15,51 0-15,-50 0 16,49 0-16,-24 0 15,-1 0 1,-24 0-16,0 0 16,24 0-16,-24 0 15,0 0 1,0 0-16,24 0 16,1 0-16,24 0 15,-49 0-15,25 0 16,-25 0-16,-50 0 172,-74 0-172</inkml:trace>
  <inkml:trace contextRef="#ctx0" brushRef="#br0" timeOffset="34310.87">6697 4068 0,'0'-25'31,"25"25"0,-25 50-15,0-1 0,25 26-16,-25-26 15,0 26-15,0-50 16,0 24-16,0 1 15,0-1-15,0 1 16,0 24-16,0-24 16,0 0-16,0-26 15,0 1-15,0 25 16,25 49-16,-25-74 16,24 49-16,-24-49 15,25 50-15,-25-26 16,0 1-16,25 24 15,-25-24-15,25 24 16,0-24-16,-25-1 16,0 1-16,0 0 15,25 24-15,-1-24 16,1-26-16,-25 26 16,0 0-16,0-1 15,25 1 1,-25 0-16,25 24 15,-25-24-15,0 24 16,0-24-16,0-1 16,0 1-16,0-1 15,0 1-15,0 0 16,0-1-16,0-24 16,0 0-16,0 24 15,0-24 1,0 0-16,0 0 15,0 0 1,0-1 15,0 1-15,0 0 15,0 0-15,0 0-1,0 0 1,0-1 0,0 1-1,0 0 1,0 0 0,0 0-16,0-1 46,0 1-14,0 0 15,0 0-16,0 0-16,0-1 17,0 1-17,0 0 1,0 0 15,0 0 0,0-1-15,0 1 0,0 0-1,0 0 1,0 0 15,0-1-15,0 1-1,0 0 1</inkml:trace>
  <inkml:trace contextRef="#ctx0" brushRef="#br0" timeOffset="37504.85">13915 6524 0,'0'-25'31,"0"0"-15,0-25-16,0 1 16,0 24-16,0 0 15,0-24-15,0-1 16,0 25-16,0 0 16,0-24-16,0-1 15,0 1-15,0 24 16,0-25-16,25 1 15,-25-1-15,0 25 16,0 0 0,25-24-16,-25 24 15,0 0-15,0 0 16,25 0 15,24 25 63,-24 0-78,25 0-16,-1 0 15,1 0-15,0 0 16,-1 0-16,26 0 15,-1 0-15,-24 0 16,-1 0-16,1 0 16,-25 0-16,0 0 15,-1 0 1,1 0 31,0 0-32,0 0 1,24 0 0,-24 0-1,0 0-15,0 0 16,0 25-16,24 0 16,1-25-1,-50 25 1,25-25-16,-1 25 15,1-25 17,0 0-1,-25 24-15,25 1 15,-25 0-31,0 0 15,0 25 1,0-26-16,0 1 16,0 25-16,0-1 15,0-24 1,0 0-16,0 0 16,0 0-16,0-1 15,0 1 1,0 0-16,0 0 15,0 0 1,0-1-16,0 26 31,0-25-15,0 0-16,0-1 16,0 1-1,0 0 1,0 0-1,-25 0 1,0-1-16,25 1 16</inkml:trace>
  <inkml:trace contextRef="#ctx0" brushRef="#br0" timeOffset="39896.64">5283 6548 0,'-24'0'78,"24"25"-62,-25 25-16,25-25 15,-25 24-15,25-24 16,-25 0-16,25 0 16,-25 24-1,25 1-15,-24 0 16,24-26-16,-25 51 15,0-26-15,25 26 16,-25-26-16,0 1 16,1 0-16,24-26 15,0 26 1,-25-50-16,25 25 16,0 0-16,0-1 31,0 1 94,49-25-110,26 0 1,-1 0-16,25 0 16,-24 0-16,24 0 15,-25 0-15,1 0 16,-26 0-16,1 0 16,0 0-16,-26 0 15,1 0-15,25 0 16,-25 0-16,0 0 15,24 0-15,1 0 16,-1 0-16,26 0 16,-50-25-16,24 25 15,1 0 1,-25 0 0,-1 0-1,26-24-15,-25-1 16,0 25-16,-1 0 15,1 0-15,0 0 219,0 0-203,0 0-1,-1 0 1,-48 0 172</inkml:trace>
  <inkml:trace contextRef="#ctx0" brushRef="#br0" timeOffset="47231.39">2629 12179 0,'0'-25'16,"-49"25"15,24 0 1,-50 0-32,51 0 15,-26 0-15,0 0 16,26 0-16,-26 0 15,25 0 1,0 0 0,1 0 124,24 25-124,0 0 0,0 0-16,0 24 15,0-24-15,0 25 16,0-1-16,0 1 15,0 0-15,0-26 94,24 1-78,51-25-1,-1 0 1,-24 0-16,-1 0 16,1 0-16,24 25 15,-49-25-15,0 0 16,25 25-16,-25-25 16,-1 25-1,1-1 1,0 26-16,-25-25 15,0 0-15,0 24 16,0 1-16,0-25 16,0-1-16,-25 26 15,0-50-15,1 25 16,-26 0 0,0-25-16,25 0 15,-24 0 1,24 0-16,-25 0 15,26 0 1,-26 0 0,25 0 15,25-25-31,0 0 47,50 25 15</inkml:trace>
  <inkml:trace contextRef="#ctx0" brushRef="#br0" timeOffset="48480.37">3324 12229 0,'25'0'62,"24"0"-46,1 0-16,24 0 15,-49 0-15,0 0 16,0 0-16,-1 0 31,-24 49-15,0-24-1,0 25-15,0-1 16,0 1-16,-24 0 16,24-26-1,0 1 63,0 0-78,24 0 16,26-25 0,-25 25-16,0-1 15,0-24-15,-1 25 16,-24 0 0,25-25-16,-25 25 15,25-25-15,-25 25 16,0-1-16,0 1 15,0 25-15,0-25 16,0-1 0,0 26-16,-25-25 15,-24-25-15,24 0 16,-25 0-16,-24 0 16,-1 0-16,1 0 15,24 0-15,1 0 16,24 0-16,0 0 31,0 0-15,-24 0-1,24 0 1,25-25 46,25 25-30,-1 0-32,26 0 15</inkml:trace>
  <inkml:trace contextRef="#ctx0" brushRef="#br0" timeOffset="49391.34">4043 12005 0,'25'0'47,"0"0"-31,0 25-16,24 0 16,-24 0-1,0-25 1,-25 25-16,25-25 31,-25 24-15,24-24-1,1 25 17,0 0-17,0 0 16,-25 25-31,25-26 16,-25 1 0,24 0-1,-24 0 1,25 0-16,0 24 16,0-24 15,-25 0-16,0 0 48,25-25 31,-25-25-79,-25 0 1,0 0-16,0 25 16</inkml:trace>
  <inkml:trace contextRef="#ctx0" brushRef="#br0" timeOffset="50064.56">4142 12402 0,'0'-24'0,"0"-26"31,25 25-15,-25-24-1,25 24-15,-25 0 16,0 0 0,25-25-1,0 50-15,-25-24 16,0-26-1,24 25-15,1 0 16,-25 1 0,0-1-1,25 0-15,0 0 16,-25 0 15</inkml:trace>
  <inkml:trace contextRef="#ctx0" brushRef="#br0" timeOffset="51431.1">4043 12254 0,'25'0'31,"0"-25"1,24 0-17,-24 25-15,0-25 16,49 0 0,-49 25-1,0 0-15,0 0 16,0 0-1,-1 0 1,1 0 0,0 0-16,0 0 15,0 0 1</inkml:trace>
  <inkml:trace contextRef="#ctx0" brushRef="#br0" timeOffset="52911.22">4887 12030 0,'-25'0'62,"0"0"-62,-25 0 16,25 0-16,-24 0 15,24 0-15,0 25 16,0-25-16,25 25 16,-24 0-16,24-1 31,0 1-15,0 0-16,-25 0 15,25 0 1,0 0-16,0-1 15,0 1 17,0 0-17,0 0 1,0 0 0,0-1-16,25 1 15,-25 0 1,24 0-1,1 24 1,-25 26 0,25-75-1,0 25-15,-25 49 16,25-74 0,-1 25-16,-24 0 15,25-1-15,0-24 16,0 25-1,0-25-15,0 0 16,-1 0 0,1 0-16,25 25 15,-25 0 1,-1-25-16,1 0 16,0 0-1,0 0 16,0 0-31,-1 0 16,-24-25-16,25 25 16,0-25-1,-25 0 1,25 1 0,-25-1-1,0 0 1,0 0-1,-25 0 1,0 25 0,0 0-1,1 0-15,-1 0 16,0 0 0,0 0-16,-24 0 15,49 25-15,-50-25 16,0 25-1,50 0-15,-24 0 16,-1-25-16,25 24 16,0 1-1,0 0-15,0 0 16,0 0 15,0-1 0,25-24 63,-1-24-94</inkml:trace>
  <inkml:trace contextRef="#ctx0" brushRef="#br0" timeOffset="54223.26">5531 12055 0,'0'-25'16,"-49"25"15,-1 0-31,1 0 16,-100 99 15,124-49-31,0-25 15,25 0-15,0 24 16,0-24 0,0 0-16,0 0 15,0 0 1,0-1 0,0 1-16,25-25 46,0 0-46,0 0 16,24 0-16,1 0 16,-25 0-1,-1 0-15,26-25 0,24-74 47,-74 74-31,0 1-16,0-1 15,0 0 1,0 75 156,0-26-172,0 26 16,0 49-1,0-24-15,0-26 16,0 1-16,0 148 31,0-148-15,0-25-16,0-1 15,0 1 220</inkml:trace>
  <inkml:trace contextRef="#ctx0" brushRef="#br0" timeOffset="55255.03">2133 13271 0,'0'24'16,"25"-24"15,49 0-31,26 0 16,-26 0-16,25 0 15,-24 0 1,24 0-16,-25 0 16,621 100 15,-497-76-15,1 1-16,-26-25 15,26 0-15,222 0 47,-346 0-47,-26 0 0,1 0 16,521 0 31,-472 0-47,0 0 0,-25 0 15,26 0-15,49 0 16,-75 0-1,-49 0-15,0 0 16,-1 0 31,-48 25 78,-26 0-125</inkml:trace>
  <inkml:trace contextRef="#ctx0" brushRef="#br0" timeOffset="55991.22">2952 14015 0,'0'24'46,"0"1"-46,0 25 16,0-25-16,49 198 47,-24-149-31,0-24-16,25 173 46,-50-173-30,0-25-16,0-1 16,24 26-16,-24-25 31,0-50 78,25 0-109</inkml:trace>
  <inkml:trace contextRef="#ctx0" brushRef="#br0" timeOffset="56910.52">3671 14238 0,'-50'-25'0,"26"25"47,-1 0-31,-25 50-1,25 24-15,25-49 16,-24 49 0,-1-24-16,25 0 15,0 24 1,0-49-16,0 24 15,0 1 1,0 0 15,49-50 16,1 0-31,0 0-16,-1 0 15,26 0 1,-26 0-16,1-25 0,0 0 16,98-149 15,-148 125-15,25 24-16,0 0 15,-25-24-15,-25-125 47,0 149-47,1 0 0,-1-24 16,-25 24-16,25 25 15,1-25-15,-1 25 16,-248 74 31,223-24-32,25-25-15,1 0 0,-26 24 47,50-24-15</inkml:trace>
  <inkml:trace contextRef="#ctx0" brushRef="#br0" timeOffset="57891.44">4638 14139 0,'-24'-25'31,"-1"74"-15,-25-49 0,50 50-1,-25-50-15,25 25 0,0 0 16,-49 124 31,49-125-47,0 1 0,0 0 15,0 0-15,0 99 47,0-99-47,25-1 0,-25 1 16,24-25 0,-24 25-16,50-25 15,-25 0 1,74 0-1,-49 0-15,198-50 47,-223 1-31,-1 24-16,1 0 16,-25 0-16,75-123 46,-75 123-46,0 0 0,0 0 16,0 0-16,0 0 16,0 1-16,0-1 15,-25 0-15,-124-49 47,75 49-47,49 25 16,-50 0-16,26 0 31,24 0-31,-25 0 0,-49 0 47</inkml:trace>
  <inkml:trace contextRef="#ctx0" brushRef="#br0" timeOffset="58751.08">6598 13097 0,'25'0'63,"0"0"-47,74 0-1,-25 0-15,1 0 16,98 0-1,-98 0-15,24 0 16,50 0 0,-124 0-16,-1 0 31,1 0 0,-50 25 63</inkml:trace>
  <inkml:trace contextRef="#ctx0" brushRef="#br0" timeOffset="59383.16">6747 13618 0,'25'0'16,"-1"0"0,26 0-16,0 0 0,-1 0 15,150 0 17,-150 0-17,-24 0-15,0 0 16,25 0-16,74 0 47,-100 0-32,1 0 1,0 0 0,0 0 62,0-25-63,-1 25 1</inkml:trace>
  <inkml:trace contextRef="#ctx0" brushRef="#br0" timeOffset="62813.57">8285 12129 0,'25'0'78,"24"0"-78,26 0 16,-1 0-1,273 0 17,-297 0-32,-1 0 15,-24 0 1,-25 25 0,-25 25-16,1 24 15,-51 26 1,26-51-16,-1-49 15,0 50 32,75-25 16,0-25-48,0 0-15,24 24 32,-24 1-17,50 25 1,-51-25-16,1 24 16,-25 1-16,0 148 31,0-148-16,0 24-15,-25-49 16,1 0-16,-1 0 16,-50-1-16,51-24 15,-125 0 1,124 0 0,-25 0-1,1 0 1,-50 0 31,74-24 0,50-1-32,24 25 1</inkml:trace>
  <inkml:trace contextRef="#ctx0" brushRef="#br0" timeOffset="63856.39">9475 12179 0,'0'0'0,"-24"25"0,-76 124 47,76-100-32,24-24-15,-50 25 16,25-1-16,0 150 31,1-150-15,24-24-16,0 25 15,0-25-15,0 148 47,0-148-47,0 0 78,49-25-62,-24 0 0,25 0-1,24 0-15,-24-25 16,-1 25-16,26-50 31,-75 26-15,0-1 46,0 0-46,-50 25-16,-49 0 47,74 0-47,-49 25 15,24 0-15,25-1 16,-49 26 15,74-25 1,0 0-17,0-1 1</inkml:trace>
  <inkml:trace contextRef="#ctx0" brushRef="#br0" timeOffset="65287.63">10244 12204 0,'-24'0'16,"-26"0"-16,-99 0 31,99 0-15,26 0-16,-26 0 16,0 0 93,50 50-93,-24-1-16,-1 50 15,25-24 1,-25-26-16,25-24 15,0 124 17,0-124-32,0 0 31,25-1-31,0-24 47,-1-24-32,76-51 1,-76 75-16,1 0 16,25 0-1,0 0 17,-1 0-32,-24 0 15,25 50 16,-26-1-31,1-24 0,0 25 16,0-25 0,0-1-16,-25 26 0,0 49 47,-25-99-32,0 0-15,-25 0 16,1 25-16,-125 0 47,149-25-47,0 0 15,1 0-15,-76 0 47,76 0-31,-26 0-16,50-25 15,25 0 79,-25 0-94</inkml:trace>
  <inkml:trace contextRef="#ctx0" brushRef="#br0" timeOffset="66247.67">10641 12402 0,'25'-24'0,"0"24"16,0 0 0,24 0-16,26-25 15,73 25 32,-123 0-47,0 0 16,0 0-16,0 0 15,74 25 17,-74 24-32,0 1 15,-25-1-15,0 274 47,-25-249-31,0-49-16,25 0 15,-25 24 1,25-24-16,-25-25 31,0 50 0,1-25-31,24-1 47,-25-24 63,25-24-79</inkml:trace>
  <inkml:trace contextRef="#ctx0" brushRef="#br0" timeOffset="66751.3">10939 12874 0,'0'-25'31,"25"25"-15,24-25-16,-24 25 15,49-25-15,274-49 47,-274 49-47,-24 25 16,-25 0-16,24 0 31,-24 0 16,-50 0 15,-24 0-46</inkml:trace>
  <inkml:trace contextRef="#ctx0" brushRef="#br0" timeOffset="67735.14">9773 13246 0</inkml:trace>
  <inkml:trace contextRef="#ctx0" brushRef="#br1" timeOffset="125182.71">9947 4738 0,'-25'0'203,"0"0"-187,0 0 125,0 0-110,1 0-16,-1 0 1,0 24 0,0-24-1,0 0 17,-24 50 14,24-25-46,-25 0 47,26-25-15,-1 49-1,0-49-16,25 25 1,0 0 0,0 0-1,0 0-15,0 24 32,0 1-32,25 99 46,-25-125-30,25 1 0,-1 0-1,-24 0-15,25 0 16,25-1 15,-50 1-31,25 0 16,-1-25-1,1 25-15,0 0 16,0-25 0,24 0-16,-49 24 15,75-24 17,-50 0-17,-1 0 1,125 0 15,-149-24-15,25 24-16,25-25 15,-25 0 17,-1 0-17,1 25-15,-25-25 31,0-24 1,25 24-32,0 0 15,-25 0 1,0 1 0,0-1-1,25-25 1,-25 25-1,0-24 1,-25-100 47,25 124-63,-25 25 0,25-49 15,-74 24 32,74 0-47,-25 25 0,0-25 16,0 25 15,0 0-15,1 0-1,-1 0 16,0 0-15,0 0 0,-25 0 15,1 0 16,24 0-32,0 0 1,-24 0 31,24 0-16,0 0-15</inkml:trace>
  <inkml:trace contextRef="#ctx0" brushRef="#br1" timeOffset="129519.42">10368 5531 0,'0'-24'109,"25"24"-93,0 0-1,0 0 1,49-50 0,-49 50-1,99 0 17,-74 0-17,49 0 1,-74 0-16,24 0 0,-24 0 15,198 0 32,-198 0-47,0 0 0,25 0 16,-1 0-16,1 0 16,-25 0-1,24-25-15,26 0 16,-1 25-1,25 0 17,-49 0-32,24 0 0,249 0 47,-249 0-32,1 0-15,123 0 31,-148 0-31,247 0 63,-222 0-63,-1 0 0,25 0 16,50 0-1,-74 0 1,-26 0-16,1 0 15,198 0 17,-199 0-32,1 0 15,0 0-15,-1 0 16,125 0 15,-149 0-15,24 0-16,-24 0 15,49 0 1,-24 0-16,-25 0 16,74-49-1,-74 49-15,0 0 16,0 0-16,99 0 47,-75 0-47,-24 0 0,0 0 15,24 0-15,-24 0 16,0 0-16,0 0 16,49 0 15,-24 0-31,-1 0 16,51 0-1,-26 0 48,-49 0-16,0-25-32,24-25 1,-24 1-1,0 24 17,0 25-32,-1-25 31,1 0-31,25-49 62,-50 24-46,0 26 0,0-26-16,0 25 15,0 0-15,-25-124 47,0 125-31,25-1-1,-25 0 1,1 0 31,-1 25-31,0 0-1,0-25 1,0 25-1,-24 0 32,-1-24-47,25 24 32,-24 0-1,24 0-31,0-25 15,0 25-15,1 0 16,-1 0 0,0 0-1,0 0 1,0 0 0,1 0-1,-1-25-15,0 0 16,-49 25 31,49 0-32,0 0-15,-25 0 47,26 0-31,-1 0-1,0 0 1,0 0 0,0 0-1,1 0 17,-1 0-17,0 0 1,0 0 15,0 0-15,0 0-1,1 0 1,-1 0 15,0 25 0,0-25-15,0 25 47,1-25-63,24 25 15,-25-1 1,25 1 15,0 0-31,0 0 16,-25 0-1,25 49 17,-50 25 14,50-74-14,0 0-1,0 0-15,0 0 15,0 24-16,25-49 1,-25 25 0,0 0-1,25 24 17,0-24-32,-25 0 31,0 0-16,25 24 17,-1-49-17,-24 25 32,25 0 0,-50-25 141</inkml:trace>
  <inkml:trace contextRef="#ctx0" brushRef="#br1" timeOffset="133536.64">11212 5556 0,'0'25'125,"0"25"-109,0-26-16,0 26 16,0-25-1,0 0-15,0 24 16,-50 100 15,50-124-15,0 25-16,-50 98 47,50-123-32,0 0-15,-24 25 16,24-26 0,0 1-16,0 0 15,-25 25 1,25-26-16,0 1 15,0 0-15,-25 49 47,25-49-47,0 25 0,-25-25 16,25-1 0,0 1-1,0 0 1,0 0-1,-25 0 1,25-1 15,0 1-15,-24 99 31,24-99-32,0 25 1,0-1 31,0 26-16,0-50-15,0 24-1,-25-49 1,25 25 15,0 0-15,0 0 0,0-1-1,0 1 16,0 0 1,0 0-1,-25 0 16,0-25-32,25 24 32,-25-24 16,25 25-63,-24-25 15,-1 0 17,0 25-17,0-25 1,0 0 15,1 0-31,-1 25 16,0-25 15,0 0-15,0 25-1,1-25 17,-1 0-17,0 0-15,0 0 16,-99 0-1,-25 0 17,75 0 15,49 0-32,0 0 1,1 0-1,-1 0-15,0 0 16,-124 0 15,124 0-15,-24 0 0,-1 0 30,25 0-30,0 0 78,1-25-16,-1 0-62,-25-99 15,1 74-31,49 26 15,-50-26-15,25-99 47,25 124-47,0 1 16,0-1-16,0 0 16,0 0 15,0 0-31,0 1 31,0-1 0,25 25 126,25 0-142,-1 0-15,26 0 16,24-25-1,-50 25-15,51-25 0,-26 0 16,25 0 0,-49 25-16,0 0 15,74-24 32,-100 24-47,1 0 0,0 0 16,0 0-1,74 0 48,-74 0-63,148 0 47,-123 0-32,0 0-15,-26 0 16,26 0-16,49 0 31,-74 0-15,0 0-16,24 0 16,-24 0-16,75 0 46,-76 0-46,1 0 16,0 0-16,0 0 16</inkml:trace>
  <inkml:trace contextRef="#ctx0" brushRef="#br1" timeOffset="136039.57">19000 8359 0,'0'-25'15,"0"1"32,0-1-31,25 25-1,0 0-15,99-25 16,-74 25 0,-1 0-16,50 0 31,-74 0-31,25 0 0,-25 0 16,24 0 15,-49 25-16,0 24-15,0 1 16,-49 99 15,24-100-31,0-49 16,0 50-16,0-50 16,50 0 93,25 0-109,24 25 16,-24-25-1,0 0-15,-1 25 0,-24-1 16,49 26-1,-24-25-15,-50 0 16,25-25 0,-25 49-16,25-24 15,-25 0 1,0 0-16,-224 99 62,175-124-46,-1 0-16,0 0 16,1 0-1,-1 0-15,-24 0 0,-1-25 16,-73-25 15,98 25-15</inkml:trace>
  <inkml:trace contextRef="#ctx0" brushRef="#br1" timeOffset="137416.29">20117 8111 0,'24'0'78,"-24"25"-62,0 25-1,0-1-15,0-24 16,0 0-16,0 124 47,0-100-47,25 26 0,0-51 16,-25 26-16,0-25 15,0 0 1,0-1-16,50 51 31,-50-50-31,0 24 16,0-24-1,0 0 1,0 0-16,49 49 47</inkml:trace>
  <inkml:trace contextRef="#ctx0" brushRef="#br1" timeOffset="138416.35">20737 8136 0,'25'0'16,"-1"0"62,1 0-63,0 25-15,0-25 16,148 124 31,-148-99-47,0-1 15,25 1 1,-26 0 15</inkml:trace>
  <inkml:trace contextRef="#ctx0" brushRef="#br1" timeOffset="139048.64">20786 8434 0,'25'-25'16,"25"-25"15,-25 25-31,-1-24 0,26-26 31,-25 26-31,0 24 16,-1-49-1,1 49-15,0-25 16,0 0 15,-25 26-15,25-1-1</inkml:trace>
  <inkml:trace contextRef="#ctx0" brushRef="#br1" timeOffset="139759.64">20786 8235 0,'25'0'0,"0"0"16,74 0 15,-74 0-31,25 0 0,-26 0 32,51 0-1,-26-25-31,-24 25 15,0 0-15,25-24 16,49 24 0,-50 0-16,1-25 15,-25 25 1</inkml:trace>
  <inkml:trace contextRef="#ctx0" brushRef="#br1" timeOffset="140655.92">21729 7962 0,'0'25'93,"-25"25"-77,0-1-16,0 1 16,1 148 30,-1-148-46,25 0 16,0 24 31,0-24-47,25-50 16,24 0-1,1 0-15,0 0 16,222 0 31,-222 0-47,0 0 0,-1 0 15,1 0 1,-1 0 15,-49-25 94</inkml:trace>
  <inkml:trace contextRef="#ctx0" brushRef="#br1" timeOffset="141151.9">22299 7987 0,'-24'0'62,"24"25"-62,0 25 16,0 24-16,0 0 16,0 1-16,0 297 46,0-273-46,0 0 0,0 25 16,24-24-16,1-1 16,-25-74-1,0 24-15,0 26 16,0-51 0,0 1-16</inkml:trace>
  <inkml:trace contextRef="#ctx0" brushRef="#br1" timeOffset="142110.57">22647 8012 0,'24'0'46,"76"0"-30,-75 0 0,-1 0-16,1 0 15,25 25 1,-25-25 0,-25 25-1,24-25-15,1 24 16,0 1-16,0 50 47,-25-26-47,0 1 15,0-1-15,0 1 16,0 0 0,-25-1-16,0 26 31,0-1-31,25-49 0,-24 0 15,-1 148 17,0-123-17,25-1-15,0-24 16,0 50 31,0-50-47</inkml:trace>
  <inkml:trace contextRef="#ctx0" brushRef="#br1" timeOffset="142671.76">22796 8632 0,'0'-25'47,"0"0"-47,0 1 15,24-1 1,1 0-1,74 0 17,224-24 15,-298 49-32,-1 0-15,-48 0 125,-26 0-109</inkml:trace>
  <inkml:trace contextRef="#ctx0" brushRef="#br1" timeOffset="143239.76">19546 9649 0,'0'0'0,"-25"0"16,0 0-1</inkml:trace>
  <inkml:trace contextRef="#ctx0" brushRef="#br1" timeOffset="143967.76">19348 9649 0,'24'0'78,"26"0"-62,24 0 0,1 0-1,-25-25-15,-26 25 16,125-25-1,-50 25-15,-24-24 16,-1 24-16,50 0 16,744 0 15,149 0 0,-793 0-15,470 0 15,-198 0 0,-347 0-31,397 99 47,-472-99-47,1 0 63</inkml:trace>
  <inkml:trace contextRef="#ctx0" brushRef="#br1" timeOffset="145143.35">20637 10368 0,'0'75'63,"0"-26"-48,0 1-15,0 0 16,0 148 15,0-173-31,0 49 16,0-49 0,25-25 93,0 0-93</inkml:trace>
  <inkml:trace contextRef="#ctx0" brushRef="#br1" timeOffset="145902.28">21158 10393 0,'0'25'46,"0"25"-46,0 49 32,0-50-32,0 1 0,0 0 31,0-1-31,25 1 16,0-25 15,0-1 0,0-24-15,24 0-16,26-24 15,49-51 1,-75 1 0,-24 24-16,0-99 46,-25 100-30,0-26-16,0 51 0,-199-125 47,125 124-31,49 25-1,-124 0 16,100 50-15,24-26-16,0 1 16,0 25-16,-24 49 15,49-74 1,0 0-16,0 24 16</inkml:trace>
  <inkml:trace contextRef="#ctx0" brushRef="#br1" timeOffset="146856.63">22126 10195 0,'0'25'47,"0"-1"-47,0 1 16,0 50-16,-25-26 15,25 1 1,0 24 15,0-49-31,0 0 0,0 24 16,25-24 0,-25 0-1,25-25 1,-1 0-1,76 0 32,-51 0-31,1-25-16,-1-24 16,100-150 15,-124 174-16,0 1-15,0-51 16,-1 50-16,-24-24 16,0 24-16,0 0 15,0 0 1,0 1 15,-24-26-15,-1 50-1,-25 0 1,-123 0 15,-51 0 16,200 25-31,24 0 15,0-1-31,0 1 16</inkml:trace>
  <inkml:trace contextRef="#ctx0" brushRef="#br1" timeOffset="147736.34">25127 9277 0,'50'0'94,"24"-25"-79,1 0-15,-1 1 16,-24 24-16,24 0 16,-24-25-16,24 0 15,-24 25 1,-50-25-16</inkml:trace>
  <inkml:trace contextRef="#ctx0" brushRef="#br1" timeOffset="148303.85">25251 9823 0,'25'0'31,"49"0"-15,1 0-16,198-75 47,-174 50-47,-74 25 0,24 0 15,-24 0 1,25 0-1,-50-24-15</inkml:trace>
  <inkml:trace contextRef="#ctx0" brushRef="#br1" timeOffset="149031.79">26566 8285 0,'25'0'15,"-1"74"17,1-24-32,0-1 15,-25 26-15,0-26 16,50 150-1,-26-75 1,1 50 0,0-26 15,-25-98 31,25-50 32</inkml:trace>
  <inkml:trace contextRef="#ctx0" brushRef="#br1" timeOffset="149823.78">27012 8235 0,'0'25'63,"0"25"-63,0-1 15,0-24-15,25 99 31,-25-99-31,0 24 0,0-24 16,25 25 15,-25-25 1,25-25-17,99 0 16,-75 0-15,26-25-16,-26 0 16,-24 25-1,25-25 1,-25 25 0,-1 0-16,1 0 46,0 0-30,0 0-16,0 0 16,-1 0-1,26 0-15</inkml:trace>
  <inkml:trace contextRef="#ctx0" brushRef="#br1" timeOffset="150376.46">27632 8186 0,'0'0'0,"0"24"78,0 26-63,0 24-15,0 100 32,0-25-32,25 0 15,25 124 1,-25-174-16,49 223 62</inkml:trace>
  <inkml:trace contextRef="#ctx0" brushRef="#br1" timeOffset="150815.31">28104 9426 0</inkml:trace>
  <inkml:trace contextRef="#ctx0" brushRef="#br1" timeOffset="152024.93">28550 8310 0,'-25'0'32,"1"0"-32,-1 0 15,0 0-15,0 0 16,-74 0 31,74 0-47,0 0 15,1 0 1,-26 24 0,25-24-16,-24 50 15,49-25 1,-25 0-16,25-1 16,-25 100 15,25-99-16,0 0-15,0 25 0,0-26 16,25 26 0,0-25-16,-25 0 15,49-1 1,-24-24 0,0 0-16,24 0 15,75 0 16,25 50 32,-99-25-63,-1 24 16,-24-49-1,0 25 1,0-25-16,0 25 0,-1-25 15,26 99 32,-25-99-47,-25 25 0,0 25 16,0 24 31,0-49-47,-25 25 0,0-50 15,-148 0 32,148 0-47,0 0 16,-25 0-16,26 0 16,-1 0-1,-25 0-15,100-25 110,24 0-110</inkml:trace>
  <inkml:trace contextRef="#ctx0" brushRef="#br1" timeOffset="152887.31">29146 8334 0,'0'-24'62,"24"24"-46,1 0-16,0 0 15,0 0 1,0 0-16,24 0 47,-24 49-31,25 1-16,-26-1 15,1 51-15,50 148 31,-51-174-31,-24 100 32,0-25-1,-49-25 0,49-50 0,-25-49 1,25 0-17,0-1 17,0-48 77,-25-51-93</inkml:trace>
  <inkml:trace contextRef="#ctx0" brushRef="#br1" timeOffset="153480.09">29344 8930 0,'0'-25'47,"25"0"-47,24 0 15,26 0-15,148-49 47,-173 49-47,-26 0 0,1 25 16</inkml:trace>
  <inkml:trace contextRef="#ctx0" brushRef="#br2" timeOffset="176560.84">10319 5705 0,'-25'0'172,"0"0"-156,0 0-1,1 0 1,-1 0 0,0 0-1,0 0 1,0 0-16,1 0 16,-1 0-1,0 0 16,0 0-15,0 0-16,0 0 16,1 0 15,-1 0-15,0 0-16,0 0 31,0 0-16,1 0 1,-1 0-16,0 25 16,0-25 15,0 0-15,-24 25-16,24-1 31,0-24-16,-24 25 1,24 0 0,0-25-16,0 25 15,0 0 1,1 0 0,-1-25-1,0 24 16,25 1-15,-25 25 15,25-25-31,0-1 32,0 1-17,0 25 1,0-25-1,0-1 1,0 1-16,0 0 16,0 0-16,0 0 15,0-1 1,0 1 0,25 0 30,0-25-46,0 25 32,-1 0-17,1-25-15,25 24 16,-25-24 0,-1 25-1,1-25-15,0 25 16,49 0-1,-49-25 17,0 25-32,0-25 0,0 0 31,-1 0-31,1 24 16,0 1-1,0-25 1,0 0-16,-1 0 15,-24 25-15,25-25 16,0 0 0,0 0-1,0 0-15,0 0 16,-1 0-16,1 0 16,25 0-1,-25 0 1,49 0-16,-49-25 15,0 25-15,-1 0 16,51-25-16,-50 1 16,-1 24-16,26-25 15,-25 0 1,0 25-16,24 0 31,-24-25-31,0 0 0,0 25 31,24-24-15,-24-1-16,0 25 16,-25-25-16,25 25 15,-25-25-15,24 25 16,1-25-16,0 1 16,-25-26-1,25 25 1,-25 0-1,0 1 1,0-1 0,0 0-16,0 0 15,0 0-15,0 1 16,0-26-16,-25 50 16,0-25-16,25 0 15,-25 1-15,25-1 16,-24 0-16,-1 0 15,0 0 1,0 25 0,25-25-16,-25 25 31,1-24-31,-1 24 0,25-25 31,-25 25-15,0 0-16,25-25 15,-25 25 1,1 0 0,-1 0-16,0 0 31,0 0-15,0 0-1,1 0 1,-1 0-1,0 0 1,-25 0 0,26 0 15,-1 0-31</inkml:trace>
  <inkml:trace contextRef="#ctx0" brushRef="#br2" timeOffset="180104.84">10740 6400 0,'25'0'188,"25"0"-173,-1 0 1,26 0-16,24 0 16,0 0-16,25 0 15,25 0-15,-50 0 16,-24 0-16,-26 0 16,1 0-16,-25 0 15,24 0-15,-24 0 16,0 0-1,0 0 1,0 0-16,24 0 16,-24 0-16,0 0 15,24 0-15,1 0 16,24 0-16,-24 0 16,0 0-1,-25 0-15,-1 0 16,1 0-16,0 0 0,0 0 31,0 0-15,24 0-1,-24 0 1,25 0 0,-26 0-16,1 0 15,0 0-15,0 0 16,0 0-16,-1 0 15,26 0 1,-25 0 0,24 0-16,1 0 15,0 0-15,-1 0 16,1 0-16,24 0 16,-49 0-16,0 0 15,0 0-15,24 0 16,-24 0-16,0 0 15,0 0-15,0 0 16,-1 0-16,26 0 16,-25 0-1,0 0-15,-1 0 16,1 0-16,50 0 16,-26 0-16,-24 0 15,25 0 1,-26 0-16,26 0 15,0 0-15,-26 0 16,1 0-16,0 0 16,0 0-1,0 0-15,24 0 16,-24 0-16,25 0 16,-26 0-16,26 0 15,24 0-15,-49 0 16,0 0-16,0 0 15,0 0-15,-1 0 16,1 0-16,25 0 16,-25 0-16,0 0 15,24 0-15,1 0 16,-25 0-16,-1 0 16,26 0-16,-25 0 15,0 0-15,-1 0 16,1 0-16,0 0 15,0 0-15,0 0 16,-1 0 0,1 0-1,0 0 1,0 0 15,0 0-15,-1 0 15,1 0 0,0 0-15,0 0 0,0 0-1,-1 0 48,1-25-32,0 0-15,-25 0-1,0 0 16,0 1-15,25-1 0,-25-25-1,0 25-15,0 1 16,0-1-16,0-50 16,0 26-16,0-1 15,0 1-15,0-1 16,0 25-16,0-25 15,0 26-15,0-1 16,0 0 125,0 0-126,0-24 1,0 24 31,-25 25 15,0-25-62,-24 0 16,-51 25 0,51-25-16,-1 25 15,1 0-15,-1 0 16,0 0-16,1 0 15,-26 0-15,26 0 16,-1 0-16,1 0 16,24 0-16,-25 0 15,25 0-15,0 0 16,1 0-16,-26 0 16,0 0-16,26 0 15,-1 0-15,-25 0 16,1 0-16,24 0 15,0 0-15,-25 0 16,26 0 0,-1 0-1,0 0 157,25 25-156,0 0-16,0 0 15,0 24-15,25 26 16,-25-50-16,0-1 16,0 1-16,0 25 15,0 0-15,0-26 16,0 1-16,0 25 16,0-25-16,0-1 15,0 1-15,0 0 16,0 0-16,0 0 15,0 24 1,0-24 0,0 0-16,0 0 15,0-1 1,0 26 15,-25-50-15,25 25 15</inkml:trace>
  <inkml:trace contextRef="#ctx0" brushRef="#br2" timeOffset="183295.55">11137 6548 0,'0'25'79,"0"25"-64,0 24-15,0 1 16,0-26-16,0 26 15,0-1-15,0 1 16,0-26-16,-25 26 16,25-51-1,-24 51-15,24-26 16,0 1 0,0-25-16,-25 0 15,25-1 1,0 1-16,0 0 31,0 0-15,-25 24-1,25-24 1,0 0 15,-25 0 63,-24-25-78,-1 0-1,25 0-15,-24 0 16,-1 0-16,25 0 15,-24 0 1,-1 0-16,25 0 16,-24 0-16,-1 0 15,25 0-15,0 0 16,1 0-16,-26 0 16,25 0-1,0 0 1,1 0-16,-1 0 15,-50 0-15,1 0 16,24-25-16,26 25 16,-26 0-16,25 0 15,-25 0-15,26 0 16,-1 0-16,-25 0 16,25 0-1,1 0 1,-1 0-16,0 0 15,0 0 1,0 0 0,1 0 46,-1-25 16,0 25-62,25-25 0,-25 1-16,25-1 15,-25-25 1,1-24-16,24 49 15,0-25-15,0 1 16,0-1-16,0 1 16,0 24-16,0-25 15,24 25-15,-24 1 16,0-1-16,0 0 16,0 0 15,25 25 141,0 0-157,49 0-15,1 0 16,24 0-16,0 0 16,-24 0-16,-26 0 15,1 0-15,0 0 16,-1 0-1,-24 0-15,0 0 16,0 0-16,-1 0 16,1 0-16,0 0 15,0 0-15,0 0 16,24 0-16,1 0 16,-25 0-16,24 0 15,-24 0-15,25 0 16,-26 0-1,1 0-15,25 0 16,-25 0-16,24 0 16,-24 0-1,0 0-15,0 0 16,-1 0-16,1 0 16,0 0-16,0 0 31,0 0-31,-1 0 78</inkml:trace>
  <inkml:trace contextRef="#ctx0" brushRef="#br3" timeOffset="190758.83">19893 11708 0,'-24'0'16,"-1"-25"-16,-25 25 15,1 0-15,-1-25 16,25 25-16,-49-25 15,-1 25-15,1-24 16,24 24-16,-24-25 16,49 0-16,0 25 15,0 0-15,1 0 16,24 25 62,0 24-62,0 1-16,0 0 15,24-1 1,1-24 0,-25 25-1,25-1-15,0-24 16,-25 0-16,0 0 15,25-1 17,-25 1-17,49 0 17,-24-25-32,0 25 15,49-25 1,-24 25-16,-25-25 15,49 24-15,-24-24 16,-1 25-16,1-25 16,0 25-16,-1 0 15,-24 0-15,0 0 16,24-1-16,-24 1 16,0 0-16,-25 0 15,25-25-15,0 49 16,-25-24-1,0 0 1,0 0 0,0 0 15,-50-1-31,25-24 16,-49 0-16,24 25 15,1-25-15,-1 0 16,-24 0-16,-1 0 15,26 0-15,-1 0 16,0 0-16,25 0 16,-24 0-16,24 0 15,0 0 1,-24-25 0,24 25-1</inkml:trace>
  <inkml:trace contextRef="#ctx0" brushRef="#br3" timeOffset="192057.44">20960 11683 0,'25'0'62,"0"0"-46,-1 0-1,26 0-15,0 0 16,-26 0 0,1 0-1,0 25-15,-25 0 16,0 24-1,-25 1-15,0-1 16,1 1-16,-1-25 16,0 24-16,0-49 15,25 25-15,0 0 78,25 0-62,0 0-16,24 24 16,1-49-16,24 50 15,-49-50-15,0 25 16,25 0-16,-1 24 16,-49-24 15,0 25-16,0-26 1,0 26-16,-25-25 16,-24 0-1,-1-25 1,25 0 0,-24 0-16,24 0 15,0 0-15,-24 0 16,-1 0-16,25 0 15,0 0-15,1 0 16,-1 0 0,0 0-1,0-25-15,0 25 32,1-25-17,73 0 1</inkml:trace>
  <inkml:trace contextRef="#ctx0" brushRef="#br3" timeOffset="192791.39">21779 11708 0,'24'0'94,"1"0"-78,25 0-1,-25 0-15,24 25 16,1-1-16,-1 1 15,-24 0-15,25-25 16,-50 25-16,49-25 16,-49 25-16,25-1 15,0-24-15,0 25 16,0-25 0,24 25-1,-98 0 110,-1-25-125</inkml:trace>
  <inkml:trace contextRef="#ctx0" brushRef="#br3" timeOffset="193344.53">21927 11931 0,'0'0'0,"0"-50"16,25 1 0,0 49-16,-25-50 15,25 50-15,-25-25 16,49 1-16,-49-1 15,50 0-15,-50 0 16,25 25-16,-25-25 16</inkml:trace>
  <inkml:trace contextRef="#ctx0" brushRef="#br3" timeOffset="195391.86">22597 11658 0,'25'0'110,"0"0"-110,24 0 15,51 0 1,-26 25-16,0-25 16,1 0-16,-1 25 15,-24 0-15,-25-25 16,-1 0 0,1 24-1,-25 1 1,0 0-16,-25 74 15,25-74-15,-24 0 16,-1 0-16,25-1 16,0 1 15,0 0 0,0 0-31,25 0 16,-1-25-16,-24 24 15,50 1 1,-50 0 0,0 25-1,0-25 1,0-1-16,0 1 16,0 25-16,0-25 15,-25-1 1,-49-24-16,49 0 15,-25 0-15,26 0 16,-26 0-16,25 0 16,0 0-1,1 0-15,-1 0 16,-25 0-16,25 0 31,1 0-31,-1-24 78,74-1-46</inkml:trace>
  <inkml:trace contextRef="#ctx0" brushRef="#br3" timeOffset="196071.59">23639 11708 0,'0'25'109,"0"123"-93,25-73-16,-1 24 15,-24 0-15,0-24 16,25 49-16,0-25 16,0-74-16,-25 0 15,0-1-15,0 1 16,0 0-16</inkml:trace>
  <inkml:trace contextRef="#ctx0" brushRef="#br3" timeOffset="197016.75">19199 13196 0,'25'0'47,"24"0"-47,26 0 16,49 0-16,-25-25 16,50 0-16,24-24 15,51 24-15,24 25 16,49 0-16,51-25 15,-51 25-15,75-74 16,-99 24-16,25 1 16,-25-1-16,-50 0 15,0 26-15,-49-26 16,-1 25-16,-49 0 16,-24 25-16,-26 0 15,0 0-15,-24 0 16,0 0-1,-26 0-15,1 0 0,0 0 16,25 0 31,-1 0-31,1 0-16,0 0 15,-1 0-15,-24 0 16</inkml:trace>
  <inkml:trace contextRef="#ctx0" brushRef="#br3" timeOffset="197712.8">20836 13345 0,'0'25'63,"0"0"-63,0 24 15,0 26-15,0-1 16,25 0-16,-25-49 16,0 50-16,25 49 15,-25-100-15,0 1 16,0 25-16,0-1 15,0 1-15,0-25 16,0 0 0,0-1-16,49-24 93,26 0-93,-26-49 16,1 49-16</inkml:trace>
  <inkml:trace contextRef="#ctx0" brushRef="#br3" timeOffset="198296.54">21555 13419 0,'0'0'0,"-25"0"16,1 0-16,24 50 16,-50 0-16,50 24 15,-25-24-15,0-1 16,1 26-16,24-51 16,0 26-16,0 24 15,0-24-15,0 0 16,0-1-16,24-24 15,-24 0-15,25-25 16,-25 25-16,50-1 16,-25-24-16,-1 0 15,51 0-15,-26 0 16,1 0-16,0 0 16,24 0-1,1-49-15,24-1 16,-50-24-16,1 24 15,-25-24-15,24-25 16,-24 49-16,-25 25 16,0-24-16,0-1 15,0-24-15,-25-1 16,-24 26-16,-26 24 16,1-50-16,0 51 15,24-1-15,0 0 16</inkml:trace>
  <inkml:trace contextRef="#ctx0" brushRef="#br3" timeOffset="199097.01">22671 13196 0,'-24'0'0,"-26"25"15,50 0 1,-25 24-16,0 26 15,1-1-15,-1 1 16,25-1-16,0 0 16,0 26-16,0-26 15,0 0-15,0 1 16,0-1-16,0-49 16,0 49-16,25-49 15,24 25-15,-49-25 16,50-1-16,-25-24 31,24 0-15,1 0-16,24 0 15,-24-24-15,0-1 16,24-50-16,-49 26 16,24-1-16,-49 25 15,0-24-15,0 24 16,0 0-16,0-24 15,0 24-15,0-25 16,0 25-16,-49-49 16,24 49-16,-25-24 15,1 24-15,-26-25 16,26 25-16,-1 1 16,-24-1-16,24 0 15,0 25 1,26 0-16,-1 0 15,0 0-15,0 0 32</inkml:trace>
  <inkml:trace contextRef="#ctx0" brushRef="#br3" timeOffset="199927.73">24507 12129 0,'0'0'0,"25"0"16,24 0-1,1 0-15,-25 0 16,24 0-16,1 0 16,0 0-16,24 0 15,1-24-15,-1-1 16,-24 25-16,-1 0 15,26-25 1,-26 0-16,-24 25 31,0 0 32</inkml:trace>
  <inkml:trace contextRef="#ctx0" brushRef="#br3" timeOffset="200496.5">24879 13047 0,'0'25'31,"25"-25"-15,25-25-16,24 0 15,0 1-15,1-1 16,24 0-16,25-25 16,0 26-16,-25-1 15,-49 25-15,-1 0 16,-24-25-16,0 25 16</inkml:trace>
  <inkml:trace contextRef="#ctx0" brushRef="#br3" timeOffset="201448.54">26739 11311 0,'0'50'63,"0"-1"-63,0 1 15,0-1-15,0 26 16,0-1-16,0 1 16,0-1-16,0 0 15,0 26-15,0-26 16,0-24-16,0-26 16,0 26-16,0-25 15,0 25-15,0-26 16,0 26-1,0-25 1,0 0-16,0-1 16,0 1-1,25-25 63,50 0-78</inkml:trace>
  <inkml:trace contextRef="#ctx0" brushRef="#br3" timeOffset="202352.73">27434 11336 0,'-25'49'78,"25"26"-62,0-1-16,-25 25 16,1 1-16,24-51 15,0 26-15,0-1 16,0 0-16,0 1 16,0-26-16,0 1 15,0-25-15,0 0 16,0 0-16,0-1 15,0 26 1,24-50 15,1 25-31,0 0 16,0-25-16,24 0 16,1 0-1,0 0-15,24 0 16,-49 0-16,24 0 15,-49-25-15,25 25 16,0-25 0,-25 0-1,0 0 17,0 1-17,-25-1-15,0 25 16,1 0-16,-1 0 15,-25 0-15,25 0 16,-24 0-16,24 0 16,-25 0-16,26 0 15,-1 25-15,0-25 16,0 0-16,25 24 16,0 1 46,0 0-46</inkml:trace>
  <inkml:trace contextRef="#ctx0" brushRef="#br3" timeOffset="202823.46">28178 12452 0</inkml:trace>
  <inkml:trace contextRef="#ctx0" brushRef="#br3" timeOffset="203496.88">28302 11088 0,'0'24'31,"0"26"-15,0 0-16,0-1 15,0 1-15,0 198 47,25-223-47,0 0 0,-25 49 16,149-49 31,-100 0-47,-24-25 15,25 0-15,148 0 47,-173 0 16,0-25-32</inkml:trace>
  <inkml:trace contextRef="#ctx0" brushRef="#br3" timeOffset="203936.46">28823 11261 0,'-25'-24'31,"0"24"-31,1 173 31,24-98-15,0-1-16,0 25 16,0-24-16,0 446 47,24-397-47,1-50 0,-25 0 15,0 1 32</inkml:trace>
  <inkml:trace contextRef="#ctx0" brushRef="#br3" timeOffset="204999.92">29046 11460 0,'0'-25'16,"25"25"0,99 0 15,-99 0-31,25 0 16,-26 0-16,1 0 15,0 0 1,0 0-16,0 0 15,-25 25 1,0 0-16,0 24 16,-25 100 31,50-99-1,-1-50-46,51 24 16,-1 1 0,-24-25-16,-1 25 15,51 25 1,-76-50-16,1 24 16,25 51 30,-50-50-46,25-1 0,-25 1 16,-25 25 31,0-25-47,0-25 0,-24 24 16,24-24-16,0 0 15,-74 0 1,24 25-16,26-25 0,-174 0 47,198 0-32</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0-18T19:51:16.28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7030A0"/>
    </inkml:brush>
  </inkml:definitions>
  <inkml:trace contextRef="#ctx0" brushRef="#br0">9897 9823 0,'25'24'94,"0"-24"-78,24 25-16,-24-25 15,0 0 1,0 0-16,0 0 15,-1 0-15,26 0 16,-25 0 0,0 0-1,-1 0 1,1 0-16</inkml:trace>
  <inkml:trace contextRef="#ctx0" brushRef="#br0" timeOffset="682.07">9996 10319 0,'50'0'94,"0"0"-94,-1 0 16,1 0-16,24 0 15,-24 0-15,-1 0 16,1 0-16,-25 0 16,0 0-1,-1 0-15</inkml:trace>
  <inkml:trace contextRef="#ctx0" brushRef="#br0" timeOffset="6128.08">5755 4762 0,'-25'0'281,"0"0"-265,0 0 15,25-24-31,-25 24 15,1 0 1,-1 0-16,0 0 16,0 0-1,0-25 17,1 25 14,-1 0 64,0 0-79,0 0 0,0 0 63,1 0-78,-1 0 15,0 0-31,25 25 62,-25-25-46,25 24-16,-25-24 31,25 25-15,-24 0 0,24 0-1,-25 0 16,25 0-15,0-1 31,0 1-47,-25 0 16,0 0-1,25 0 16,0-1-31,0 1 32,0 0-17,0 0 1,0 0 15,0-1-15,0 1 15,0 0-15,0 0-1,0 0-15,0 24 16,0-24 0,0 0-1,25 0 1,-25-1-16,25 1 15,0 0 17,-1-25 30,1 25-31,0-25 1,0 0-32,0 0 15,-1 0 1,26 0 0,-25 0-1,0 0-15,-1 0 16,1 0-16,0 0 15,25 0 1,-26 0 0,1 0-16,25 0 15,-25 0-15,-1 0 16,1 0-16,0 0 16,0 0-16,0 0 15,0 0-15,24 0 16,-24 0-1,0 0-15,24 0 16,-24-25 0,0 25-1,0 0 1,0-25-16,24 25 47,-49-25-47,50 1 31,-25-1 0,-25 0 1,0 0-32,0 0 15,0 1 1,0-1-1,0-25 1,-25 1 0,25 24-1,-25 25-15,25-50 16,-25 50-16,0-25 16,1 1-1,24-1-15,-25 25 16,25-25-16,-25 25 15,0-25 1,0 25 0,25-25-16,-49 25 15,24-24 1,0-1 0,0 25 15,1 0 0,-1 0-15,25-25 15,-25 25-15,0 0-1,0-25-15,0 25 47,1 0-31,24-25-1,-25 25 17</inkml:trace>
  <inkml:trace contextRef="#ctx0" brushRef="#br0" timeOffset="8202.85">10666 9327 0,'0'24'63,"25"-24"-48,24 0 1,-24 0 0,25 0-16,-25 0 15,-1 0-15,1 0 16,25 0-16,-25 0 16,-1 0-16,26 0 15,-25 0-15,0 0 16,-1 0 15,1 0-15,-25 25-1,0 0-15,0 0 16,0 24-16,-49 1 16,24-25-1,-25 0-15,25-1 16,25 1-16,-49-25 15,74 0 95,49 0-110,-24 0 15,-1 0 1,-24 0-16,0 0 16,0 0-16,49 0 15,-49 0-15,0 25 16,24 0-16,-24 0 16,-25-1-1,25 1-15,0 0 16,0 0-16,-1 24 15,-24-24 1,0 0 0,0 0-16,0 0 15,0-1-15,0 1 16,0 0-16,-49-25 31,24 0-15,0 0-16,0 0 0,-24 0 15,-1 0 1,25 0-16,1 0 16,-1 0-16,-25 0 15,25 0 17,0 0 46,25-25-63,0 0 1</inkml:trace>
  <inkml:trace contextRef="#ctx0" brushRef="#br0" timeOffset="9987.29">11708 9227 0,'25'0'94,"24"0"-94,-24 0 15,0 0-15,24 25 16,-24-25-1,0 0-15,0 0 16,0 25 0,-1 0 15,1 0-31,-25-1 31,25 1-15,-25 0-1,0 0 1,0 0-16,-25 24 16,25-24-1,-25 0 1,1 0-16,-1-25 16,0 24-16,25 1 15,-25-25-15,0 25 16,1 0-16,24 0 15,-25-25 1,0 24-16,25 1 16,-25 0-16,25 0 15,0 0 1,-25-1 0,1 26-16,24-25 31,0 0 0,0-1 0,0 1-15,24-25 15,1 25-15,0-25-16,25 0 31,-26 0-15,26 0-1,-25 0 1,0 0-16,-1 0 0,1 0 16,0 0-1,25 0-15,-50-25 16,24 25-1,-24-25 1,25 1 0,-25-1-1,0 0 1,0 0 0,0-24-1,0 24-15,-25 0 16,1 0-16,24 0 15,-50 1-15,25-1 16,0 0-16,-24 25 16,24-25-16,0 0 15,0 1 1,1 24-16,-1-25 16,-25 0-1,25 0 16,25 0-31,-49 25 16,49-24-16,-25-1 16,25 0-16,-25 0 15,0 0 1,25 1-16,0-1 16,0-25-1,0 25 1,0 1-16,0-1 15,25 25-15,25-25 16,-25 0-16,-1 0 16,1 25-16,0 0 187</inkml:trace>
  <inkml:trace contextRef="#ctx0" brushRef="#br0" timeOffset="15314.33">12427 9674 0,'25'0'141,"0"0"-141,0 0 15,-1 0 1,1 0 0,0 0-16,0 0 15,0 0 1,-1 0-16,1 0 15,0 0-15,0 0 16,0 0 0,-1 0-1,1 0 1,0 0-16,0 0 16,0 0-16,-1 0 31,1 0 0,0 0 0,25-25-15,-50 0 0,24 25-1</inkml:trace>
  <inkml:trace contextRef="#ctx0" brushRef="#br0" timeOffset="19096.8">22895 4688 0,'-25'0'15,"0"-25"17,0 25-1,1 0 16,-1 0-32,0 0 1,0 0-16,0 0 16,0 0-1,1 0 1,-1 0-16,0 0 31,0 0-31,0 0 16,1 0-16,-1 0 15,-25 0 17,25 0-17,1 0 1,-26 0-1,25 0 1,-24 0 0,24 0-1,0 0 1,0 0 15,0 0-31,1 0 16,-1 0-1,-25 25 17,25-25-17,1 0 1,-1 0 0,0 25-16,-25 0 31,50-1-16,-24-24 1,24 25 0,-25-25-1,0 25-15,0 0 32,25 0-32,-25 0 15,25 24 1,-24-49-16,24 25 15,-25 25 1,25-26 0,0 1-16,0 0 15,0 25 1,0-26 0,0 1-16,0 25 15,25-25 1,-1-1-1,1 1 1,-25 0-16,25-25 16,-25 50-16,25-50 15,0 0-15,-1 24 16,26-24 0,-25 25-16,0-25 15,24 25 1,-24-25-1,0 0-15,0 0 16,-1 0-16,51 25 16,-50-25-1,-1 0-15,1 0 16,25 25-16,-1-25 16,-24 0-1,0 0-15,25 0 16,-26 0-16,1 0 15,0 0-15,25 0 16,-26 0-16,1 0 16,25 0-16,-25 0 15,0 0-15,-1 0 16,1 0 0,25 0-16,-1 0 15,-24 0 1,0 0-16,0 0 15,24 0-15,-24 0 16,0 0-16,0 0 16,24 0-1,-24 0-15,0 0 0,25 0 16,-26 0 0,1 0-16,25-25 15,-1 25 1,-24 0-1,25-25-15,-25 25 16,-1 0-16,1 0 16,0 0-16,0-25 15,0 25-15,-1-25 16,1 25-16,0-24 16,0-1-1,0 25 1,-25-25-1,0 0 1,0 0-16,24 1 16,-24-1-1,0 0 1,0 0 0,0 0-16,0 1 15,-49-26 1,24 25-16,25 0 15,-50 1-15,1-1 16,24 25-16,-25-25 16,26-25-1,-26 50-15,0-49 16,26 49-16,-1-25 16,-25 25-16,25 0 15,-24-25-15,24 25 16,0-25-16,-24 0 15,24 25 1,-25-24-16,25 24 16,-24-25-1,-1 0 1,25 25 0,1-25-16,-1 25 15,0 0 1,0-25 15,0 25 0,1 0 1</inkml:trace>
  <inkml:trace contextRef="#ctx0" brushRef="#br0" timeOffset="21570.47">13320 9252 0,'25'0'46,"25"0"-30,24 0-16,-24 0 16,-1 0-16,1 0 15,-25 0-15,-1 0 16,1 0-16,0 0 47,-25 25-16,0 0-31,0 0 16,0-1-16,0 1 31,0 0 0,0 0-31,25 0 16,0-25-16,-1 24 15,1-24-15,25 50 16,24-25-16,-24-25 16,-25 0-16,-1 25 15,1-1-15,0-24 16,0 25 0,-25 0 15,0 0-31,0 24 15,-25-24 1,-25 0 0,1-25-1,-1 25-15,25-25 16,1 0-16,-51 25 16,50-25-1,1 0-15,-1 0 16,0 0-1,0 0 1,0 0 0,1 0-16,-1 0 15,0 0 1,0 0-16,50 0 109,25 0-109,-1-25 16</inkml:trace>
  <inkml:trace contextRef="#ctx0" brushRef="#br0" timeOffset="22704.83">14163 9277 0,'0'-25'47,"25"25"-31,0 0-1,0 0 1,0 0-16,49 0 16,-24 0-16,-1 0 15,1 0-15,-25 0 16,24 0-16,-24 0 31,0 25-15,0 0-16,-25 24 15,0-24 1,0 25-16,0-25 16,0 24-16,0-24 15,0 25-15,0-26 16,0 26 0,-25 0-1,25-26-15,0 1 16,-25 25-1,25-25 1,0-1 31,0 1-16,0 0 32,0 0-48,25-25 1,25 0 0,-26 0-16,26 0 15,-25-25-15,0 25 16,-1 0-1,26 0 1,-25 0 0,0 0 77</inkml:trace>
  <inkml:trace contextRef="#ctx0" brushRef="#br0" timeOffset="23240.65">15205 9674 0</inkml:trace>
  <inkml:trace contextRef="#ctx0" brushRef="#br0" timeOffset="24113.1">15230 9054 0,'0'25'0,"50"-25"15,-50 24 1,24 1-16,-24 0 16,0 0-1,25 24-15,0-24 16,-25 25-16,0-25 16,25 49-1,0-49-15,0 24 16,-25-24-1,24-25 1,-24 50 0,25-50-16,0 0 15,25 0-15,-1 0 16,26 0-16,-51 0 16,1 0-16,0 0 15,0 0-15,0 0 16,-1 0-1</inkml:trace>
  <inkml:trace contextRef="#ctx0" brushRef="#br0" timeOffset="24785.28">15875 9029 0,'-25'0'15,"25"25"1,0 24-16,0 1 16,0-25-16,0 24 15,0 1-15,0 0 16,0 24-16,0-24 16,0-1-16,0 1 15,0-25-15,0-1 16,0 1-16,0 0 15,0 0-15,0 0 16,0-1-16,0 1 16,0 0-16,0 0 15,0 24-15,0-24 16,0 0-16,0 25 16,0-26-1,0 1 1,0-74 124,0 24-124,25-25-16,-25 25 16</inkml:trace>
  <inkml:trace contextRef="#ctx0" brushRef="#br0" timeOffset="26001.94">16297 9203 0,'24'0'78,"1"0"-63,25 0 17,-25 24-17,-25 1 1,25 25 0,-25-1-1,0-24-15,0 25 16,0 24-16,0-49 15,-25 25-15,0-1 16,25-24-16,0 0 16,0 0 77,25-25-77,0 0 0,-25 24-1,24 1 1,1-25-16,-25 25 16,25-25-1,0 25 1,-25 0 15,0-1-31,0 1 16,0 0-1,0 0-15,0 0 16,-25-1 0,25 1-16,-25-25 15,25 25 1,-25-25-16,1 0 15,-1 0 1,0 0 0,0 0-16,0 0 15,0 0-15,-24 0 16,24 0 0,0 0-1,0 0 1,1 0 31,-1 0 0</inkml:trace>
  <inkml:trace contextRef="#ctx0" brushRef="#br0" timeOffset="27145.16">16594 8756 0,'25'0'15,"0"0"1,0 0-16,0 25 16,-1 0-1,1-25-15,50 49 16,-1 1-16,-24-1 15,-1 1 1,1 0-16,-1-25 0,-24-1 16,0 51-1,25-50-15,-50-1 16,24 26-16,1 0 16,0-26-16,25 26 15,-50-25-15,49 24 16,-49 26-16,25-26 15,0-24-15,0 25 16,-25-25-16,0 24 16,0-24-16,0 0 15,0 0-15,24 24 16,1 1-16,-25-25 16,0 24-1,0 1-15,0-25 16,0 24-16,0 1 15,0 49-15,-25-74 16,25 0-16,-24 24 16,-1-24-16,25 0 15,-25 0-15,0 0 16,0-1-16,-24 26 31,24-50-31,0 25 16,25 0-16,-25-25 15,1 0-15,-1 0 32,0 0 46,0 0-78,0 0 15,25-25-15,-24 25 16</inkml:trace>
  <inkml:trace contextRef="#ctx0" brushRef="#br0" timeOffset="28722.4">10691 8806 0,'0'24'78,"0"26"-62,0-25-1,0 0 1,0-1 0,0 1-16,0 0 15,0 0 1,0 0-16,0 24 16,0-24-16,0 25 15,0-25-15,0 24 16,0-24-16,0 0 15,0 24-15,0-24 16,0 0-16,0 0 16,0 0-16,0-1 15,0 1-15,0 0 16,0 0 0,0 0-1,0-1 1,0 26-16,0 0 15,0-1 1,25 26-16,-1-51 16,1 26-16,-25 0 15,25 24 1,25-24-16,-50-1 16,0-24-16,24 25 15,1-1 1,-25-24-16,25 0 15,0 0 1,-25 0 0,25-25-1,-25 24 17,24 1-17,26-25-15,-50 25 16,25-25-1,0 0-15,-1 0 32,1 0-17,0 0 1,0 0 78,-25-25-63,0 0-15</inkml:trace>
  <inkml:trace contextRef="#ctx0" brushRef="#br0" timeOffset="30226.2">16644 8359 0,'25'0'15,"0"0"17,24 0-17,-49-25-15,25 25 16,0 0 0,0 0-16,-1 0 15,1 0 1,25 0 46,-25 25-46,-25 25 0,0-25-1,0 24-15,0 26 16,-25-51-16,25 26 15,-50-50-15,50 50 16,-49-50-16,49 49 16,0-24 62,24-25-63,1 0 1,25 0-16,-1-25 16,-24 25-1,-25-25-15,25 25 16,0 0 0,24 0-1,-24-24-15,0 24 47,0 0-47,0 0 31,-1 0-15</inkml:trace>
  <inkml:trace contextRef="#ctx0" brushRef="#br0" timeOffset="32130.46">11212 10716 0,'25'0'62,"24"0"-46,-24 0 0,49-25-16,-49 0 15,25 0-15,-25 25 16,-1 0-16,1 0 16,25 0-16,-25 0 15,-1 0-15,26 0 16,-25 0-16,49 0 15,1 0-15,-1 0 16,0 0-16,26 0 16,-1 0-16,25 0 15,-25 0 1,0 0-16,1 0 16,24 0-16,-25 0 15,-25 0-15,25 0 16,-24 0-16,24 0 15,0 0-15,25 0 16,25 0-16,-25 0 16,50 0-16,-1 0 15,-73 0-15,24 0 16,-25 0-16,0 0 16,0 0-16,-24 0 15,-1 0-15,1 0 16,-26 0-16,1 0 15,-1 0-15,26 0 16,-1 0-16,-24 0 16,49 0-16,-25 0 15,1 0-15,-25 0 16,24 0-16,0 0 16,26 0-16,-1 0 15,-25 0-15,25 0 16,50 0-16,-74 0 15,24 0-15,25 0 16,-25 0-16,25 0 16,-25 0-16,-24 0 15,-1 0 1,25 0-16,-24 0 16,-1 0-16,-24 0 15,-1 0-15,-24 0 16,0 0-16,25 0 15,-26 0-15,1 0 16,0 0-16,0 0 78,0 0-78,-1 0 16</inkml:trace>
  <inkml:trace contextRef="#ctx0" brushRef="#br0" timeOffset="41400.37">12948 10889 0,'25'0'140,"49"0"-140,-24 0 16,-1 0-16,-24 0 16,25 0-16,0 0 15,-26 0 16,-24 50-15,0-25 0,0 24-1,0-24-15,0 0 16,0 0-16,0-1 31,0 1-31,0 0 78,25 0-78,0-25 0,0 25 16,24 0 0,-24-25-1,0 24 16,0 1-31,0-25 16,-25 25-16,24-25 16,-24 25-16,0 24 15,0 1-15,25 0 16,-25-26-16,0 1 16,0 0-16,0 0 15,0 0-15,0-1 16,-25-24-16,1 25 15,-1 0-15,0-25 16,-49 0-16,-1 25 16,50-25-16,1 0 15,-26 0-15,0 0 16,25 0-16,1 0 16,-1 0-1,-25 0-15,25 0 31,-24-25-15,74 25 109</inkml:trace>
  <inkml:trace contextRef="#ctx0" brushRef="#br0" timeOffset="42600.58">13692 11137 0,'25'0'0,"0"0"16,49-25-16,-49 25 15,25 0-15,-26-24 16,26-1-16,-25 25 16,0 0-16,-1 0 15,1 0-15,25 0 16,-25 0-16,-1 0 15,1 0 1,25 25 15,-50-1-15,0 1-16,0 0 16,0 0-16,0 25 15,0-1-15,0 26 16,-25-51-16,0 26 15,0-25-15,1 0 16,-1 24-16,0-49 16,0 50-16,0-50 15,25 25-15,0-1 16,-24 1-16,24 0 31,-25-25-15,25 50 93,25-50-93,49 0-16,-49 0 15,0 0-15,-1 0 16,1 0-16,0 0 16,0 0-1,0 0 1,24 24 15,-49 1-31,25-25 16</inkml:trace>
  <inkml:trace contextRef="#ctx0" brushRef="#br0" timeOffset="43024.64">14635 11757 0,'25'0'141</inkml:trace>
  <inkml:trace contextRef="#ctx0" brushRef="#br0" timeOffset="43881.31">14957 11063 0,'0'49'47,"-25"1"-31,25 0-16,0-25 15,0-1-15,0 1 16,0 0 0,0 0-1,0 0 63,50-25-46,-25 0-32,0 0 15,-1 0-15,1 0 16,0 0-16,0 0 125,0 0-110</inkml:trace>
  <inkml:trace contextRef="#ctx0" brushRef="#br0" timeOffset="44521.44">15255 11137 0,'0'25'62,"0"0"-46,0 49-16,0-24 16,0-25-16,0 24 15,0 1-15,0-25 16,0 24-16,0-24 15,0 0-15,0 0 16,0 0-16,0-1 16,0 1-16,0 0 15,0 0-15,0 0 16,-25 24 0,25 1-1</inkml:trace>
  <inkml:trace contextRef="#ctx0" brushRef="#br0" timeOffset="45617.91">15354 11261 0,'25'0'62,"0"0"-62,0 0 16,-1 0-16,1 0 16,0 0 15,0 25-31,-25 0 31,0 0-15,0 0-16,0-1 15,0 1 48,25 0-48,-1 0 1,1-25-16,0 0 16,25 0-1,-26 0-15,1 0 32,0 25-32,0 24 15,-25-24 1,25 0-16,-25 0 15,0 24 1,0-24-16,0 0 16,0 0-16,0-1 15,0 1-15,0 0 47,-25-25-31,0 0-1,-25 0-15,26 0 16,-1 0-16,-25 0 16,25 0-16,1 0 15,-1 0-15,0 0 16,0 0 31,0 0 47,1 0-79</inkml:trace>
  <inkml:trace contextRef="#ctx0" brushRef="#br0" timeOffset="47066.67">18207 9451 0,'0'24'93,"0"1"-93,0 0 16,0 25 0,0-1-16,0 1 15,0-25-15,0-1 16,0 26-16,0-25 15,0 0-15,0 24 16,0-24-16,0 25 16,0-1-16,0-24 15,0 0-15,0 0 16,0 0-16,0-1 16,0 1-1,0 0-15,0 0 16,0 0-1,0 24 1,0-98 156</inkml:trace>
  <inkml:trace contextRef="#ctx0" brushRef="#br0" timeOffset="47680.25">18058 9872 0,'0'-25'47,"25"25"-16,-1 0-31,1 0 16,0 0-16,0 0 16,24 0-16,1 0 15,-25 0-15,0 0 16,-1 0-16,26 0 16,0-24 202</inkml:trace>
  <inkml:trace contextRef="#ctx0" brushRef="#br1" timeOffset="57594.19">10071 4663 0,'-25'0'219,"25"-25"-203,-25 25-1,0 0-15,0 0 31,1 0-15,-1 0 0,0 0-1,0 0 1,0 0 0,-24 25-1,24-25 1,0 25-16,0-25 15,1 0 1,24 25-16,-25 0 31,0-25-15,-25 24-16,26 1 31,-1 0-31,0-25 16,0 25-1,25 0 1,-25 0 0,1-25-16,24 24 15,-25 1 17,0-25-32,0 25 0,25 0 31,0 0-16,0-1-15,-25 26 16,25-25 0,0 24-16,0-24 15,0 0-15,0 0 16,0 24 0,0-24-1,0 25 1,25-50-1,0 25 1,-25-1 0,50 1-1,-26-25 1,1 0-16,0 25 16,0-25-1,0 0 1,-1 0-16,26 0 0,-25 25 15,0-25-15,-1 0 32,26 0-17,-25 0 1,24 0-16,-24 0 16,0 0-1,0 0 1,0 0-16,-1 0 15,1 0 1,0 0-16,0 0 31,0 0-15,0-25-16,-1 25 16,26 0-1,-25 0 1,0-25-16,-1 25 31,26-25-31,-25 1 16,0 24-16,-1-25 15,-24 0 1,25 25-16,0-25 16,0-24 15,-25 24-16,0-25 1,0 25 0,0 1-1,0-1-15,0 0 16,0 0-16,0-24 16,-25-1-1,25 25 1,-25 25-16,25-25 15,-25 1-15,25-1 16,-24 0 0,-1 25-1,25-25-15,-25 25 16,25-25-16,-50 25 16,50-25-1,-24 25-15,-1-24 16,0 24-1,0 0-15,0-25 16,1 25 0,-26-25-1,25 25 17,0 0-1,0 0-16,1 0 17,-1 0-17,0 0 1,0 0 0,0 0-1</inkml:trace>
  <inkml:trace contextRef="#ctx0" brushRef="#br1" timeOffset="62953.8">19422 9277 0,'-25'0'0,"0"-25"16,25 0 31,-24 25-32,-1 0 1,0-24 15,-25 24 16,26 24-31,-1-24-1,0 25 1,0 0 15,-24-25-15,49 25 0,-25 0-16,0 24 46,25-24-46,-25-25 16,25 25 0,0 49 15,0-49-15,25 0-1,-25 0 1,25-25-16,-25 24 15,25-24 1,24 25-16,-24-25 16,49 0 31,-49 0-47,0 0 0,25 0 31,49-74 0,-99 49 0,0-25-15,0 26-16,0-1 16,0-74 15,0 74-16,0 0 48,0 0-63,0 50 94,0 0-79,25 24 17,-1 1-17,-24 0 1,0-26-16,0 1 15,0 25-15,25 123 32,-25-148-17,0 0-15,0 0 16,0 0-16,0-1 16,0 1-1,0 0 1,0 49 15,0-49-15,25-25-1,-25 25 17,25 0-1,-25 0 47,0 24-62,0-24-1,0 0 1,0 0-1,25-25 1,-25-25 156</inkml:trace>
  <inkml:trace contextRef="#ctx0" brushRef="#br1" timeOffset="63985.82">19794 9624 0,'25'-25'31,"0"25"78,0 0-93,-1 0 15,1 0-15,0 0-1,0 0-15,0 0 16,-1 0 15,1 0-15,0 0-16,0 0 16,0 0 15,-1 0-16,1 0 17,0 0-17,0 0 32,0 0 0</inkml:trace>
  <inkml:trace contextRef="#ctx0" brushRef="#br1" timeOffset="69048.12">26863 4688 0,'0'-25'16,"-24"25"-1,-1 0 17,0-25-32,25 1 15,-74 24 32,24 0-47,25 0 16,0 24-1,1-24 1,-1 0 0,-25 50 15,25-25-16,1-25-15,-1 25 16,-25-25 0,50 49-1,-49-49 1,49 25 0,-25 74 30,25-74-30,-50 74 0,50-74-1,0 74 32,0-74-31,0 25-1,25-1 1,0-49 0,-25 25-1,25-25-15,-25 25 32,24-25-17,26 25 1,24 0 15,100 24 32,-124-24-63,-26-25 15,1 0 1,50 0 15,24 0 0,-74 0-15,-1 0 0,101 0 46,-101 0-62,1 0 0,25 0 16,-25 0-16,24 0 15,1 0 1,24 0 31,-49 0-47,0 0 15,24 0 1,51 0 15,-76 0-15,1 0-16,0 0 31,25 0 0,-1-25-31,1 0 32,-25 25-32,-1-24 15,1-1 17,74-50 14,-49 26-30,-25 24-16,-25 0 16,50 0-1,-50 1 1,0-1 0,0-25-1,0 1 16,0 24-15,0 0 0,-25 0 31,0 25-32,-149-99 16,149 99-15,-24-25-16,24 25 16,-25-25-1,26 25 1,-26-25-16,25 25 16,-24-24-16,24 24 15,0 0 1,-49-25 15,49 25-31,0 0 16,-25-25-16,-74 25 47,75-25-32,-1 0 1,25 25-16,-124-24 47,100 24-47,24 0 0,-25 0 15,26 0-15,-51 0 47,50 0-31,1 0-1,-1 0 17</inkml:trace>
  <inkml:trace contextRef="#ctx0" brushRef="#br1" timeOffset="70640.09">20613 9153 0,'24'0'31,"-24"25"1,0 0-17,0-1 17,0 1-32,0 0 0,0 223 62,25-198-62,0-1 16,-25 1-1,0-25-15,25 24 16,-25 50 31,25-74-47,-25 0 15,0 0 1,0 0 0,0-1-1,0 1 1,0 0 0,0 0-16,0 0 31,0-50 94,0 0-110</inkml:trace>
  <inkml:trace contextRef="#ctx0" brushRef="#br1" timeOffset="71506.14">20935 9079 0,'0'49'31,"0"-24"-15,0 0-16,0 24 15,0-24 17,50 74-1,-50-74-16,25 124 32,-25-124-31,24 0 46,1-25-46,25 0 0,-25 0-16,24 0 31,-24-25 78,0 25-109,-25-25 16,25-25 0,-1 50-16,-24-24 15,0-1 1</inkml:trace>
  <inkml:trace contextRef="#ctx0" brushRef="#br1" timeOffset="72105.69">21282 9178 0,'0'25'62,"0"-1"-62,-24 26 16,24 0-16,0-1 15,0 1-15,24 223 47,1-224-47,-25-24 16,0 0-16,0 24 31,0 26-31,25-75 0,-25 25 31,0-1-31</inkml:trace>
  <inkml:trace contextRef="#ctx0" brushRef="#br1" timeOffset="72570.55">21580 9897 0,'25'-25'109,"-25"0"-78</inkml:trace>
  <inkml:trace contextRef="#ctx0" brushRef="#br1" timeOffset="73984.49">21903 9178 0,'-25'0'62,"0"0"-62,0 0 16,0 0 0,1 0 15,-1 0 0,25 25-15,0 24-1,0-24-15,0 25 16,25 98 31,-25-123-32,0 0 1,49 0 15,-24-25-15,25 25 0,-26-25-1,1 0 16,25 24-31,-1 1 32,26-25-1,-75 25-31,25 0 62,-25 0-62,0-1 32,0 1-17,-25 0 1,0 0 15,0-25-15,0 0-1,-24 0 1,24 0 0,0 0-1,0 0 1,-49 25 31,49-25-32,0 0 64,25-25-64</inkml:trace>
  <inkml:trace contextRef="#ctx0" brushRef="#br1" timeOffset="75065.34">22051 9079 0,'25'0'78,"0"0"-62,25 0-1,-1 0-15,-24 0 16,49 24 15,-24-24-31,-25 0 16,-25 25-1,25-25 1,-25 25-16,24-25 16,1 25-1,0 0 1,-25 24 15,0 26-31,0-51 16,0 1-1,0 0-15,0 124 32,0-124-17,0-1-15,0 1 16,0 25-1,0-25 1,0 49 15,0-49-31,0 0 16,0-1 0,0 1 15,0 0 16,0 0-32,0 0-15,-25-50 94,0-25-78,1-24-1</inkml:trace>
  <inkml:trace contextRef="#ctx0" brushRef="#br1" timeOffset="75689.53">22250 9376 0,'25'0'32,"-1"0"-17,26 0-15,0 25 16,-26-25-1,1 0-15,25 0 16,24 0-16,1 0 47,-51 0-47,1 0 16,0 0 15,0 0-16,0 0 1</inkml:trace>
  <inkml:trace contextRef="#ctx0" brushRef="#br1" timeOffset="77065.07">19174 9054 0,'-25'0'47,"0"0"-47,1 25 16,-1-1-1,0 1 17,25 50-1,0-51-16,-50 125 32,50-124-31,0 25-16,0-26 16,0 51 15,0-50-31,0-1 15,0 26-15,25 148 63,0-123-63,0-50 16,-25 24-1,49 75 16,-49-99-31,25 25 16,-25-25-16,25-1 16,25 51 15,-50-50-31,24-1 16,-24 1-16,25-25 15,0 25 1,0-25 109,0 0-94,-25-25-15,24 0-1,1 25-15</inkml:trace>
  <inkml:trace contextRef="#ctx0" brushRef="#br1" timeOffset="78568.96">22448 8954 0,'50'0'31,"-25"0"-15,-1 0-16,1 0 16,50 50-1,-26-25 1,1 25-16,0-26 31,24 76 0,25 48 16,-74-98-31,-25-25-1,0 0-15,25 49 16,-25-49-16,0 24 16,0-24-16,0 223 47,0-223-47,0 0 15,0 24-15,0 100 47,0-124-47,0 0 31,0 0-15,0 24 15,-25-24-15,0-25 31,0 0-32,1 25 17,-1-50 61</inkml:trace>
  <inkml:trace contextRef="#ctx0" brushRef="#br1" timeOffset="79761.56">22647 8657 0,'0'-25'16,"49"25"-1,-24 0 1,74 0 31,-74 0-47,0 0 0,0 0 15,0 0-15,-1 0 32,1 0-32,25 50 15,-25-50 1,-25 24-16,24 51 47,-24-50-47,0 24 15,-24-24-15,24 25 16,-50 24 15,50-49 110,25-25-141,24 0 15,1 0-15,-25 0 16,74 0 15</inkml:trace>
  <inkml:trace contextRef="#ctx0" brushRef="#br1" timeOffset="81777.17">19224 10517 0,'24'0'16,"1"0"-16,25 0 15,74-25 16,-75 1-31,-24 24 16,25 0 0,0 0-1,-1 0-15,1 0 16,-1 0 0,-24 0-16,50 0 15,-51 0 1,51 24-16,-50-24 15,-1 0-15,200 0 47,-175 0-47,26 0 0,-1 0 16,-24 0-16,49 0 16,-50 0-1,1 0-15,49 0 31,100 0 1,98 0-1,-247 0-15,0 0-16,24 0 15,50 0 1,199 0 31,-299 0-32,125 0 17,-74 0-32,-26 0 0,26 0 15,49 0 32,24 0 0,-98 0-31,-25 0-1,0 0-15,24-24 16,-24 24-1,0 0-15,25 0 16,-1 0 0,1 0-16,-1 0 15,1 0 1,-25 0 15,0 0-31,-1-25 16,1 25 15</inkml:trace>
  <inkml:trace contextRef="#ctx0" brushRef="#br1" timeOffset="85993.3">20141 10864 0,'25'25'16,"0"0"0,-25 0-1,0 0 1,0 24-16,0 1 15,0 124 32,0-125-31,0 1 15,0-25-31,0 49 31,0-49-15,0 0 0,0 24 15,25-98 125,-25 24-140</inkml:trace>
  <inkml:trace contextRef="#ctx0" brushRef="#br1" timeOffset="86865.24">20513 10914 0,'0'25'47,"0"0"-47,0-1 16,-24 26 0,24-25-1,0 0-15,0 49 31,0-49-15,0 0 47,24-25-48,1 25 1,0-25-16,25 0 15,24 0 17,-49 0 15,0-25 62,0-25-78,-25 25-15</inkml:trace>
  <inkml:trace contextRef="#ctx0" brushRef="#br1" timeOffset="87513.79">20836 10815 0,'0'25'78,"0"-1"-62,0 26-16,-25 99 47,25-100-32,0-24-15,0 25 16,0-25 0,0 24-16,0-24 0,0 0 15,0 25 1,0-1-16,0-24 15,0 0 1,0 0-16,0-1 16,0 26 187</inkml:trace>
  <inkml:trace contextRef="#ctx0" brushRef="#br1" timeOffset="88121.13">21109 11633 0,'25'-24'172</inkml:trace>
  <inkml:trace contextRef="#ctx0" brushRef="#br1" timeOffset="89673.64">21456 10889 0,'-25'0'47,"0"0"-32,1 0-15,-1 0 16,-25 0 31,50 25 15,-25 0-46,25 0-1,0 74 17,0-74-17,0-1-15,0 1 0,0 124 63,0-124-1,50-25-46,-25 0 0,0 0-16,-1 0 15,1 0-15,0 0 16,25 0 15,-26 0-15,1 0-16,0 25 31,0 0 47,-25 24-47,0-24 1,-25 0-17,25 0 1,-25-25-1,0 24 17,1-24-32,-1 0 31,0 0 0,0 0-15</inkml:trace>
  <inkml:trace contextRef="#ctx0" brushRef="#br1" timeOffset="90809.37">21679 10864 0,'0'-24'15,"50"24"17,-25 0-17,24 0 1,-24 0 0,0 0-16,0 0 15,0 24 32,-25 1-16,24 0-15,-24 99 31,0-99-32,0 24 1,0-24-16,0 75 31,0-76-15,0 1 0,0 0-1,0 25 16,0-26-31,0 1 16,0 25 31,0-25-31,0-1-1,0 26 16,0-25 79,0-50-79,-24 0-31,24 0 31</inkml:trace>
  <inkml:trace contextRef="#ctx0" brushRef="#br1" timeOffset="91544.74">21803 11187 0,'0'-25'31,"25"25"63,25 0-78,49 0-16,-49 0 15,49 0-15,25 0 47,-99 0 156,-50 0-171</inkml:trace>
  <inkml:trace contextRef="#ctx0" brushRef="#br1" timeOffset="92704.28">23440 9475 0,'25'0'62,"-25"25"-46,0 99-1,0-74 1,0-1-16,25 1 0,-25 198 47,0-198-32,0-25-15,0 24 16,0-24-16,0 74 31,0-74-15,0 0-16,0 0 16,0-1-16,0 51 46,0-100 79,0 0-109,0-24-16,0-1 16</inkml:trace>
  <inkml:trace contextRef="#ctx0" brushRef="#br1" timeOffset="93392.85">23267 9971 0,'25'0'62,"-1"0"-62,1 0 16,25 0-16,-25 0 15,49 0 17,-49 0-17,0 0 32,-1 0-47,1 0 16,0 0-1,0 0 1,0 0 15</inkml:trace>
  <inkml:trace contextRef="#ctx0" brushRef="#br2" timeOffset="115425.78">6003 5804 0,'-25'0'15,"0"-25"1,25 1 15,0-1-31,-25 0 31,1 0-15,-26 0 15,25 1-15,0 24 0,-24 0-1,-1 0 1,25 0-1,0 0-15,1 0 16,-51 0 31,50 0-31,-49 24-1,49 1 16,-24-25-15,49 25-16,-25 0 31,0-25-15,0 25 0,0-1 15,-24 51 16,49-50-32,-25 0-15,25 24 47,0-24-47,0 0 16,0 0-1,0 49 17,0-49-32,0 0 15,0-1 1,0 1 0,0 25-16,0-1 46,25-24-14,0 0-17,-1 0 1,1 0 0,25-1-1,-25-24 1,-1 25-1,1-25-15,149 25 47,-125-25-31,-24 0-16,0 0 16,49 25-1,-49-25-15,0 0 16,0 0 15,173-50 16,-148 25-47,-50 1 16,25 24-16,-25-50 31,25 25-31,-1 0 0,1-24 31,-25 24-31,0 0 16,0-24-1,0 24 1,0 0-16,0-25 16,0 26-1,-49-150 32,24 174-47,0-25 16,0 25 15,25-25-15,-25 25-1,1 0 1,-1-25-1,0 1-15,0 24 16,-49 0 15,49 0-15</inkml:trace>
  <inkml:trace contextRef="#ctx0" brushRef="#br2" timeOffset="117729.21">23837 9451 0,'0'-50'15,"25"25"17,0 25-17,49-25 1,-49 25-16,99-24 62,-99 24-46,25 0 0,-26 0-1,1 24-15,-25 26 31,0-25-31,0 49 16,-25-49 0,25 25-1,-24-26 32,24 1-16,49 0 1,-24-25-32,0 25 0,0 0 15,49-1 1,-49 1-16,24-25 16,1 50-1,-50-25 1,25-1-16,0 1 15,-1 25 17,-24-25-17,0-1 17,0 1-32,-24 0 15,-26 0 1,25-25-16,-173 25 62,148-25-62,25 0 0,1 0 16,-1 0 31</inkml:trace>
  <inkml:trace contextRef="#ctx0" brushRef="#br2" timeOffset="118857.18">24681 9277 0,'24'-25'93,"-24"75"-77,75 49 15,-75-49-31,25 24 0,-1-24 16,51 198 15,-75-199-15,0 1-16,0-25 15,0-1 1,25 26-16,0-25 16,-25 0-1,0 24-15,0-24 16,0 25 31,-50-75 140,50-25-187</inkml:trace>
  <inkml:trace contextRef="#ctx0" brushRef="#br2" timeOffset="120322.44">24061 8781 0,'-25'0'47,"0"25"-31,25-1-1,0 51 1,-25-26-16,0-24 16,25 0-16,-49 124 47,49-124-47,-25 24 0,0 1 15,0 74 32,25-99-47,0 0 0,0-1 16,-25 125 31,25-99-32,0-1-15,0-24 16,0 99-1,0-74-15,25-1 16,0 76 31,0-76-47,-25-24 16,0 49-1,0-49 1,0 25-1,25-25 1,0-1-16,-1 76 47,1-76-31,0 26-1,25 0 16,-50-26-15,24-24-16,-24 25 16,25-25-1,25 25 1,-25 0 15,-1-25-15,1 25-1,0-1 17,-25-48 93</inkml:trace>
  <inkml:trace contextRef="#ctx0" brushRef="#br2" timeOffset="122272.38">25152 9798 0,'25'0'93,"0"0"-77,-1 0-16,1 0 16,25 0-1,-1 0-15,-24 0 0,25 0 16,24 0-1,-49 0 1,25 0 0,-26 0-1,1 0 1,0 0 0,0 0 15</inkml:trace>
  <inkml:trace contextRef="#ctx0" brushRef="#br2" timeOffset="125219.96">23316 5804 0,'-24'-49'0,"-1"49"31,0-25 0,0 25-31,0-25 16,1 25 31,-1-25-31,0 25 15,0 0-16,-24-25 1,-26 25 31,50 0-16,-24 0-15,24 0-16,-25 0 15,26 0 1,-26 0-16,-25 0 16,51 0-16,-51 0 15,1 25-15,49-25 16,0 0-16,0 25 16,1-25-1,-1 0 1,0 0-1,0 0-15,-24 25 0,-125 24 63,124-24-63,26-25 16,-26 25 30,25 0-46,25 0 16,-25-25 0,25 25-1,-24-25-15,-26 24 16,50 1 0,-25 0 15,0 0-31,1-25 15,-1 49 1,25-24-16,-50 25 31,25 49 1,25-49 14,0-26-30,0 1 0,0 0-16,50 99 47,-25-124-32,0 25 1,148 24 15,-148-24-31,25 0 16,-26-25-16,1 0 15,149 0 32,-149 0-47,24 0 0,-24 0 16,223 0 31,-198 0-47,-1 0 0,1 0 15,-25 0-15,0 0 16,24 0-16,1 0 16,-1 0-16,150 0 46,-174 0-30,-1 0 0,76-25-1,-51 0 1,1 25 0,-25 0-16,24 0 15,125 0 32,-149 0-31,24-24-1,-49-1 1,25 0 0,0 25-16,-25-25 15,25-24 1,-1 24-1,-24 0-15,0 0 16,0-124 15,0 125-15,0-1 0,0 0-16,0 0 15,0 0 1,0 1-1,0-1 1,0 0 15,-49-74 1,-50 24-1,74 50-31,-198 1 47,173 24-47,0 0 15,1 0-15,24 0 16,-99 0 31,99 0-32,0 0 1,1 0 15,-1 0-31,0 0 141,0 0-125</inkml:trace>
  <inkml:trace contextRef="#ctx0" brushRef="#br2" timeOffset="126818.28">25598 9426 0,'25'0'94,"0"0"-94,0 0 15,24 0 1,-24 0 0,25 74-1,-50-49-15,0 25 16,0-1-16,0 75 47,25-99 0,-1-25-32,26 0 1,0 0-16,-25 0 0,99 0 62,-100 0-46,1 0-16,0 25 47,0-25-47,-25 25 16,0-1-16,0 1 15,0 0-15,0 0 16,0 0-16,0-1 15,-25 1 1,0 0-16,-49 25 16,49-50-1,-25 25-15,50-1 32,-49-24-32,24 0 31,0 0 0,-49 0 16,49 0-31,0 0-1</inkml:trace>
  <inkml:trace contextRef="#ctx0" brushRef="#br2" timeOffset="128217.41">26615 9277 0,'-24'0'93,"24"25"-93,-25 0 16,0-1-16,-25 125 47,26-99-47,24-25 16,0 24-16,0 1 15,0-25 1,0 24-16,0 26 15,0-51 1,0 1-16,0 50 31,0-51-31,0 1 16,24 0 0,-24 0 15,0 0 16,25 0 0,0-25-32,25 0 1,-1-25-1,-24 0 1,-25-25 0,0 1 15,0 24-15,0 0-16,0 0 15,0 0 1,0 1-1,0-1 48,-50 25-32,1 49-15,24 1-1,0 0 1,0-1 15,25-24-15,0 0 125</inkml:trace>
  <inkml:trace contextRef="#ctx0" brushRef="#br2" timeOffset="128792.15">26963 10120 0,'0'-24'109,"0"-1"-93,0 0-16,0 0 15,0-25 1</inkml:trace>
  <inkml:trace contextRef="#ctx0" brushRef="#br2" timeOffset="130117.19">27335 9252 0,'0'-49'16,"-25"49"15,-25 0-15,26 0-1,-1 0 1,0 0 0,-25 0 31,50 24-32,0 1 1,0 99 15,0-49-31,0-51 0,0 26 31,0 49 1,75-24 14,-50-75-46,-1 0 16,26 0 0,-25 0-16,0 0 15,-1 0 1,1 0 0,25 24 15,-1 1-31,1-25 15,-50 25 1,25 0 0,0-25-16,-25 49 15,49 1 1,-49 49 46,0-74-62,0 0 16,-25-25-16,-74 0 47,74 0-47,1 0 0,-26 0 16,25 0-1,0 0-15,1-25 16,-1 25 46,25-25-46,0 0 15,25 25-31</inkml:trace>
  <inkml:trace contextRef="#ctx0" brushRef="#br2" timeOffset="130960.89">27657 9203 0,'25'-25'62,"0"25"-31,0 0-15,-1 0-16,1 0 0,0 0 16,49 25 15,-49-1-31,0-24 16,0 25-16,49 198 62,-74-173-62,0 0 0,0-1 16,0 1-1,0 123 17,0-123-32,-25 0 15,1-26-15,24 1 16,-25 50 15,25-50-15,-25 24-1,0-49 1,25 25 78,0-75-63,0 26-31,0-1 16</inkml:trace>
  <inkml:trace contextRef="#ctx0" brushRef="#br2" timeOffset="131685.48">27756 9674 0,'25'-25'93,"0"0"-77,25 25-16,-1 0 16,26 0-16,-51 0 15,1 0-15,25 0 16,0 0-1,-26 0 48,1 0-47,0 0-1,0 0 1,0 0-16,-1 0 156,1 0-140</inkml:trace>
  <inkml:trace contextRef="#ctx0" brushRef="#br2" timeOffset="132785.35">28327 8806 0,'25'49'110,"-25"-24"-95,25 0-15,-1 49 16,1-24 0,0 0-16,0 49 31,0-74-31,-1 74 0,1 0 31,0-49-31,-25-26 0,0 51 16,0 123 31,0-148-47,0-25 15,0-1-15,0 26 16,0-25-1,0 24-15,0 1 16,0-25 0,-25 0-16,25 0 31,-25-1-31,1 26 31,-1 0-31,0-1 31,-49 26 1,74-51-17,-25 1-15,-25 0 32,1-25-1,-1 50 0,25-50 78,25-25-93,0 0-16</inkml:trace>
  <inkml:trace contextRef="#ctx0" brushRef="#br2" timeOffset="134081.26">28302 8334 0,'25'0'78,"0"0"-62,0 0-16,-1 0 31,1 0-15,0 0-1,0 25-15,0 0 16,-1 0-1,-24 0 1,0-1 0,0 100 46,0-99-62,0 0 0,0 0 16,0 0 15,0-1 78,25-24-93,0 0 0,25 0-16,-26 0 15,26 0 1,-25 0 0,0 0-16,-1 0 15,1 0 1</inkml:trace>
  <inkml:trace contextRef="#ctx0" brushRef="#br2" timeOffset="136050.17">23937 10641 0,'0'0'0,"24"0"15,26 0 1,0 0-16,-1 0 15,-24 0 1,0 0-16,24 0 16,75 0 15,-99 0-31,0 0 16,0 0-16,24 0 15,125 0 16,-100 0-31,-24 0 16,0 0-16,-1 0 16,51 0-1,-51 0-15,26 0 16,123 0 0,-124 0-16,26 0 15,371 0 16,-372 0-31,174 0 16,-149 0 0,0 0-16,198 0 31,175 0 16,-423 0-47,-24 0 15,-1 0-15,-24 0 16,124 0 0,-75 0-16,-24 0 15,24 0-15,224 0 47,-248 0-47,-1 0 0,-24 0 16,0 0-16,0 0 15,-1 0 1,1 0-16,25 0 16,123 50 31,-148-50-16,0 0-16,0 0 1</inkml:trace>
  <inkml:trace contextRef="#ctx0" brushRef="#br2" timeOffset="138730.01">25053 11038 0,'25'0'16,"-1"0"-16,1 0 15,50 0 1,-26 0-16,174 0 47,-198 0 0,-25 50-32,0-26-15,0 26 16,0-25-16,0 0 16,0 24-1,0-24 16,25-25-15,0 0 0,49 25-16,50 0 31,-99-25-15,0 0-1,-25 25 1,25-1-16,-1-24 31,1 50-31,-25 49 47,0-74-31,-25 0-16,1-25 15,-51 0 1,50 25-16,1-25 15,-100 24 32,99-24-47,0 0 16,0 0 0</inkml:trace>
  <inkml:trace contextRef="#ctx0" brushRef="#br2" timeOffset="140169.43">26169 11038 0,'0'-25'110,"-25"50"-79,25 25-15,0-1-1,0-24 1,0 0-16,0 49 31,0-49-31,0 0 16,0 49 31,0-49-47,0 0 0,0 0 15,0 0 1,0-1-16,25 26 15,49 0 32,-49-50-15,0 0-17,25 0 1,-26 0 15,1 0-15,0 0-16,-25-25 15,25 25 1,-25-149 46,0 124-62,0 0 16,0 1 15,0-1-15,-25 25 31,0 0-32,-24 0 1,49 25-16,-25-1 0,0 1 31,0 50-31,25-51 32,0 51 30,0-50 16,25-25-47</inkml:trace>
  <inkml:trace contextRef="#ctx0" brushRef="#br2" timeOffset="140817.51">26690 11435 0</inkml:trace>
  <inkml:trace contextRef="#ctx0" brushRef="#br2" timeOffset="142537.07">27161 10840 0,'-25'0'15,"1"0"1,-26 0 15,25 0 1,0 0-32,0 0 15,1 0 1,-1 0-16,0 49 78,25-24-62,0 25-1,0 49 16,0-74-15,25-1-16,0 1 16,-1 0-1,26 0 17,-25 0-32,0-25 31,0 0-31,-1 0 15,1 0-15,0 0 16,25 0 47,-26 25-63,1-25 15,0 0 1,0 24 15,-25 1-15,0 0-1,0 25 1,0-26 0,0 26 30,-25-25-46,0 0 16,0-1 0,1-24-1,-26 0 17,25 0-17,-74 0 32,74 0-47,0 0 31,0 0 1,1 0-17,48 0 48</inkml:trace>
  <inkml:trace contextRef="#ctx0" brushRef="#br2" timeOffset="143537.19">27384 10889 0,'25'0'62,"0"0"-46,25 0-16,-1 0 16,75 0 15,-99 0-31,0 0 16,0 0 30,-25 25-30,24 0-16,1 0 0,-25 49 31,0-24-15,-25 148 31,25-173-32,-24 49 1,24-49 0,0 0-16,0 74 47,0-74-32,0 0 1,0 0 15,-25-25 94</inkml:trace>
  <inkml:trace contextRef="#ctx0" brushRef="#br2" timeOffset="144330.22">27558 11311 0,'0'-25'31,"25"25"-15,24 0-1,1 0 1,-25 0 0,0 0-16,49 0 31,-24 0 0,24 0 16,-49 0-31,24 25 31,-24-25-32,0 0 1,0 0-1</inkml:trace>
  <inkml:trace contextRef="#ctx0" brushRef="#br2" timeOffset="145969.93">29046 9178 0,'0'25'94,"0"24"-79,0-24-15,0 0 16,0 198 15,0-149-31,0-24 16,0 0-16,0-1 15,0 50 1,0-74-16,0 25 16,0 24-1,0-24 1,0-25-16,0 24 16,0 1-1,0 0 1,0-1 15,0-24 0</inkml:trace>
  <inkml:trace contextRef="#ctx0" brushRef="#br2" timeOffset="146794.2">28897 9748 0,'0'-25'47,"25"25"-31,0 0-1,74 0 1,-74-24-16,25 24 16,-1-25-1,-24 25-15,50-25 31,-51 25-31,1 0 94</inkml:trace>
  <inkml:trace contextRef="#ctx0" brushRef="#br3" timeOffset="155065.75">10344 5655 0,'0'-24'31,"-25"24"-15,-25 0 31,25 0-47,1 0 31,-51 0 0,50 0-15,-49 0 31,49 0-32,0 0 1,0 0 0,1 0-1,-26 0 1,25 0-16,-49 24 15,24 1 32,25-25-47,1 25 16,-26-25 0,25 25-16,0 0 15,1-25 16,-76 99 1,-24 75 15,124-150-47,-24 26 15,-1-25-15,25 0 31,0 49 1,0-49-32,0 0 0,0-1 15,49 125 32,-24-124-31,0-25-16,0 50 31,0-26-31,24 1 31,-24-25-31,0 25 0,148-25 47,-148 0-31,0 0-16,0 0 15,0 0 1,24 0-16,-24 0 16,49 0-1,-49 0 1,50 0 15,24-50 0,50-24 16,-149 49-31,49 0 0,-24 25-16,74-74 46,-74 74-46,-25-25 16,25 25-16,25-74 47,-50 49-47,0 0 16,0-24-16,49-1 15,-49 25 1,0 0-16,0-49 31,25 0 32,-25 24-48,-25 50 16,-24-25-15,24 0-16,-25 0 16,-99-24 31,125 24-32,-1 25 16,0 0-31,0 0 47,0 0-15,1 0 14,-1 0-30</inkml:trace>
  <inkml:trace contextRef="#ctx0" brushRef="#br3" timeOffset="157378.01">29716 9327 0,'0'-25'78,"25"25"-62,0 0 0,-1 0-16,51 0 31,-50 0-15,-1 0-1,51 25 32,-75-1-47,25 1 0,-1 25 16,-24 99 31,-24-100-47,-1-24 15,25 0-15,-25 24 16,-74 125 15,74-124-31,0-1 16,0-24-16,1 0 15,24 0 1,-25 0-16,0-1 0,25 1 31,0 0 32,0 0-48,25-25 1,49 0 15,-49 0-15,25 0-16,-1 0 0,100 0 47,-124 0-32,0 0 17,24 0-17,-24 0 32</inkml:trace>
  <inkml:trace contextRef="#ctx0" brushRef="#br3" timeOffset="158985.65">30435 9376 0,'25'0'125,"0"0"-109,0 0 0,24 0-16,-24 0 15,0 0 32,0 0-31,0 0-1,-1 0-15,1 25 16,25 49 31,-50-24-47,0 0 16,-25 24-1,0 25 1,0-74-16,-24 99 31,-50 25 0,49-25 16,25-74-31,0-26-1,25 1 79,25-25-47,0 0-47,0 0 16,24 0-1,150 0 32,-174 0-47,-1 0 31,1 0-15,0-25-16,0 25 31,0 0-15,-25-24 0</inkml:trace>
  <inkml:trace contextRef="#ctx0" brushRef="#br3" timeOffset="160281.46">30981 9897 0,'25'0'78,"0"0"-78,-1 0 15,1 0 1,0-25-16,25 25 16,24-49 30,-49 49-30</inkml:trace>
  <inkml:trace contextRef="#ctx0" brushRef="#br3" timeOffset="163241.6">26591 5755 0,'0'0'0,"0"-25"0,-25 25 32,0 0-17,0 0-15,-24 0 16,-51 0 15,76 25-15,-26-1-16,25-24 15,0 25 1,1 0-16,-1-25 0,-25 50 16,1-1 31,24-49-47,25 25 15,0 25 1,-25-1 15,25-24-31,0 0 16,0 0-16,0 0 15,0 24 1,0-24-16,25 99 31,24-25 0,26-24 32,-26-51-63,1-24 0,-25 0 16,24 0-16,125 25 46,-124-25-46,-26 0 16,26 0-16,74 0 31,-99 0-31,49 0 16,-24 0 0,-25 0-16,99 0 31,99 0 31,-198 0-62,0 0 0,-1 0 16,26 0 0,-25 0-16,24 0 15,-24 0-15,149-25 47,-125 1-47,-24 24 16,25-25 15,-50 0-31,25 25 16,24 0-1,1-25 16,-25-124 32,-25 125-63,0-1 16,0-25-16,0 1 15,0 24 1,0-25-1,0 25 1,0 1 0,-25-51 15,0 50-15,25 1-16,-25-1 0,0 0 15,1-25 1,-1 25-1,0-24 17,0 49-32,-173-75 47,148 51-47,1 24 15,24 0 1,-124-25 15,124 25-31,0 0 16,-24 0-16,-1 0 15,25 0 1,1 0-16,-26 0 0,-25 0 31,51 0-31,-1 0 16,-174 0 31,175 0-47,-26 0 15,-49 0 1,-25 74 15,74-24 32</inkml:trace>
  <inkml:trace contextRef="#ctx0" brushRef="#br3" timeOffset="164832.91">31700 9054 0,'0'49'16,"0"-24"-1,0 0-15,0 0 16,0 0 0,-24 24 15,-1 1-31,25-1 31,-25 100 0,25-124-15,0 0-16,0 248 47,0-224-31,0-24-16,0 25 15,0 49 32,25-99 125</inkml:trace>
  <inkml:trace contextRef="#ctx0" brushRef="#br3" timeOffset="166128.6">32196 9079 0,'0'0'0,"-24"0"16,24 24-1,-25 26 17,0 0-17,25-26 1,0 26-1,-25 0 1,25-26-16,0 26 16,-25 0-1,25-26 1,0 26-16,-24 24 16,-1-24-16,25 49 46,0-74-46,0 0 16,0 0 0,0 74 31,25-99-47,-1 25 31,1-25-16,99 0 32,-99 0-31,0-25-16,-25 0 16,0 0 30,25 0-46,0 1 16,-25-26 0,0 25-1,0 0 1,0 1 46,-25 24-46,0 0 0,-74 49 15,74 50 0,25-74-15,0 0-16,0 0 125,0 0-110</inkml:trace>
  <inkml:trace contextRef="#ctx0" brushRef="#br3" timeOffset="166721">32569 9996 0</inkml:trace>
  <inkml:trace contextRef="#ctx0" brushRef="#br3" timeOffset="167625.47">32742 9203 0,'0'24'47,"0"1"-32,0 0 1,0 49-16,0-49 0,0 0 15,0 99 17,0-99 15,0 0-32,25-25 16,0 0-15,0 0 0,-1 0-1,1 0-15,0 0 16,0 0 0,0 0 15,-1 0 0,1 0-15,-25-25 62,0 0-78</inkml:trace>
  <inkml:trace contextRef="#ctx0" brushRef="#br3" timeOffset="168313">32990 9178 0,'0'25'63,"0"-1"-48,0 26-15,0-25 16,0 0-16,0 49 31,0-24-31,0 198 63,0-199-63,0-24 0,0 0 15,0 49 17,0-49-17,0 0 79,0 0-78,0-1 15,-25 1-15,25 25 30</inkml:trace>
  <inkml:trace contextRef="#ctx0" brushRef="#br3" timeOffset="169614.87">33213 9203 0,'25'0'62,"0"0"-62,0 0 16,24 0-16,-24 0 31,25 0 0,-50 24-31,25 26 31,-25-25-15,25 99 31,-1-99 0,1-1-32,0 1 17,0 0-17,-25 0 1,25 24 0,-25 75 15,24-24 0,-24-76-15,0 1-1,0 0 17,-24 0-32,-1 0 15,0-1 1,0-24-1,-74 50 32,49-50-47,-24 0 47,49 0 16,0 0-48</inkml:trace>
  <inkml:trace contextRef="#ctx0" brushRef="#br3" timeOffset="171106.46">33486 8855 0,'25'-25'78,"0"25"-78,0 25 15,0 0 1,-1 25 0,1-50-1,0 49-15,49 51 47,-49-51-47,0 1 16,-25-1-1,25-24-15,0 149 47,-1-149-31,-24 24 0,0 50 15,0-74-16,0 0-15,0 0 16,0 24 31,0-24-47,0 0 0,0 0 16,-24 24-1,24 1 1,0-25 15,0 0-31,0-1 16,0 1-1,-25 25 1,0 0 0,25-1-1,-25 1 1,0-50-16,25 49 15,-24-49-15,-26 100 47,50-76-47,-25 1 0,0 0 16,1 25-16,-26 24 16,25-49-1,0 49 16,1-74-31,24 25 0,-25 0 32,0-25-1,0 25 16,-25-50 0,1 0-16,49 0-31,-25 0 16</inkml:trace>
  <inkml:trace contextRef="#ctx0" brushRef="#br3" timeOffset="172457.08">29741 9029 0,'-25'25'31,"-25"-25"-16,50 49 1,-74 51 15,74-26-31,0-49 16,0 24-16,0 274 62,0-274-62,0 1 16,0 173 31,0-173-47,0 0 16,0-1-16,0-24 15,0 149 16,0-150-31,0 1 16,0 0-16,25 25 16,-25-1-1,0-24-15,25 0 16,-1 0 0,1-1-1,25 26 32,-25-25-47,-1-25 47,1-25 78,-25 0-125,50 0 16</inkml:trace>
  <inkml:trace contextRef="#ctx0" brushRef="#br3" timeOffset="173977.65">33486 8310 0,'25'0'62,"0"0"-46,25 0-1,-26 24-15,1-24 32,25 25-1,-50 0-15,0 0-16,0 124 46,0-100-46,-25-49 16,25 25 0,0 25 77,25-50-61,24 0-17,-24 0-15,0 0 16,25 0 31,-26 0-47,-24-25 94,0 0 31</inkml:trace>
  <inkml:trace contextRef="#ctx0" brushRef="#br3" timeOffset="175754.37">29666 10740 0,'25'0'109,"25"0"-93,-1 0 15,-24 0-31,50 0 0,98 0 31,-123 0-31,24 0 16,50 0 0,224 0 15,172 0 31,-445-24-62,-25-1 16,24 0-16,-24 25 16,198-25 15,-199 25-31,26 0 16,-51 0-16,26 0 15,-25 0 1,24 0-16,1 0 0,223 0 31,-199 0-31,26 0 16,222 0 31,-272 0-47,24 0 0,-24 0 15,272 0 32,-297 0-47,0 0 94,-1 0-79,1 0 1,0 0 0,0 0-1,49 0 1,-24 0 46</inkml:trace>
  <inkml:trace contextRef="#ctx0" brushRef="#br3" timeOffset="177897.88">30659 11088 0,'0'24'94,"0"1"-94,0 25 16,0-25-16,0 0 15,0 123 16,0-123-15,0 25-16,0-25 16,0-1-16,0 26 15,0-25 1,0 24-16,0-24 16,0 0-1,0 0-15</inkml:trace>
  <inkml:trace contextRef="#ctx0" brushRef="#br3" timeOffset="179089.19">31080 10939 0,'0'25'16,"0"24"15,-25 1-15,25-25-1,-24 49 1,-1-24-1,-25 74 17,50 0 15,-25-75-32,25 125 32,0-149-47,0 0 16,0-1-16,0 1 15,0 25 17,0-25-17,50-25 16,0 0-31,123 0 32,-148-25-32,74-25 31,-99 25 47,0-24-62,-24 24-1,-1 0 17,0 25-1,0 0-16,-25 0 1,26 0 0,-1 50-1,25-25 17,0-1-17,0 1 16,0 0-15,0 0 31</inkml:trace>
  <inkml:trace contextRef="#ctx0" brushRef="#br3" timeOffset="179586.28">31527 11881 0,'0'-49'110,"0"24"-79</inkml:trace>
  <inkml:trace contextRef="#ctx0" brushRef="#br3" timeOffset="180450.65">31700 11063 0,'0'49'63,"0"-24"-63,0 0 16,0 25-16,0-1 15,0-24-15,0 99 47,0-99-47,0 0 16,25 0 62,0-25-63,25 0-15,74 0 47,-100 0 63,-24-25-95</inkml:trace>
  <inkml:trace contextRef="#ctx0" brushRef="#br3" timeOffset="181065.4">31998 11137 0,'0'50'62,"0"0"-46,0-1-16,0 75 31,0-74-31,0-1 16,0 26-1,0-26-15,0 100 63,0-124-1,0-50 48,25 0-95,0 1-15,-1-1 16</inkml:trace>
  <inkml:trace contextRef="#ctx0" brushRef="#br3" timeOffset="182233.36">32246 11212 0,'0'-25'47,"25"0"-32,-25 50 64,0 25-79,0-26 15,0 1-15,0 0 16,-25 0-1,25 0 1,50-1 62,-25-24-47,24 0-15,-24 25 0,0 0-1,0-25 1,-25 25-16,24-25 16,1 74 30,-25-49-46,0 0 16,0 0 15,-74 74 16,49-99-47,0 25 16,-24-1 15,24 1-15,0-25-1,0 0 1,0 0 109,0 0-109</inkml:trace>
  <inkml:trace contextRef="#ctx0" brushRef="#br0" timeOffset="-174663.85">10220 13295 0,'24'0'93,"1"0"-77,25 0 0,-25 0-16,-1 0 15,26 0-15,0 0 16,-26 0-16,1 0 16,0 0-16,25 0 15,-26 0 1,26 0 78,-25-24-94,0-1 15,-1 25-15,1 0 16,25-25-16</inkml:trace>
  <inkml:trace contextRef="#ctx0" brushRef="#br0" timeOffset="-173880.03">10344 13816 0,'24'0'94,"26"0"-94,0 0 15,-1 0-15,26-25 16,-51 25-16,1 0 15,0 0 1,0 0 0,0 0-1,-1 0 1,1 0 93,0 0-77,0 0-17</inkml:trace>
  <inkml:trace contextRef="#ctx0" brushRef="#br0" timeOffset="-11358.65">11609 12973 0,'-25'-25'16,"0"25"0,0 0-1,-49 25 1,74 24 0,-25-49-16,-49 149 46,49-74-46,0-50 16,25-1-16,0 1 16,0 25-1,0-25-15,0 24 16,0-24 0,0 0-16,0 99 31,0 25 16,0-125-32,0 1-15,0 0 0,50 49 47,-50-49-31,24 0-16,51 0 62,-50-25-62,-1 0 0,1 0 16,74 0 0,-74 0-16,50 0 15,-26-25-15,75-25 47,-99 26-47,0-1 16,0 0-1,24-124 17,-49 100-17,25-1-15,-25 25 16,0-198 31,0 198-47,-25-49 0,0 24 15,-24-49 32,24 99-47,0-25 0,0 25 16,1-25-1,-1 25-15,0 0 16,-25 0 0,26 0-1,-1 0 1,0 0 0,0 0-16,0 0 31,-49 0 31,49 0 1</inkml:trace>
  <inkml:trace contextRef="#ctx0" brushRef="#br0" timeOffset="-10623.53">12229 13767 0</inkml:trace>
  <inkml:trace contextRef="#ctx0" brushRef="#br0" timeOffset="-8869.45">12774 13022 0,'0'0'0,"0"-24"32,-24-1-17,-1 0 1,0 25 0,0 0-1,0 0-15,1 0 31,-1 0-15,0 0 0,0 0-16,-24 74 47,49 26-47,0-76 15,0 1-15,0 25 16,0-25-16,0 24 15,24 1 17,26 0 15,0-50-32,-26 0 1,51 0-1,-50-25-15,-1 25 16,1-25-16,50-99 47,-75 99-47,24-25 16,-24 26-16,0-26 15,0 25 16,0 0 32,-24 50-16,24 0-47,0 0 15,-50 24 1,50-24-16,0 50 16,0-26-1,0-24-15,0 50 16,0-1 0,0-24-1,0-26-15,0 76 31,0-76-31,0 1 16,0 0 0,-25 49 46</inkml:trace>
  <inkml:trace contextRef="#ctx0" brushRef="#br0" timeOffset="-7397.97">13246 13072 0,'0'-25'31,"-50"0"16,25 25-15,-24 0 93,49 25-94,0 0-31,0 0 15,0 24-15,0-24 16,0 0 0,24 25-16,-24 24 31,25-24-31,-25-25 31,0-1-31,25-24 16,0 0 46,0 0-46,0 0 0,-1 0-1,1 0-15,0 0 16,0 25-16,24-25 47,-49 25-32,25-25 1,-25 50 15,0-26-15,0 1-1,0 25 1,0-1 0,0-24-16,0 25 15,-25-50 1,25 49 0,-24-24-16,-51-25 46,26 0-14,24 0-32,-149-49 62,149 49-62,0 0 16</inkml:trace>
  <inkml:trace contextRef="#ctx0" brushRef="#br0" timeOffset="-5430.65">13816 13047 0,'0'25'78,"-25"25"-78,25-26 16,-24 1-16,-51 199 47,75-200-47,0 51 16,0-50-16,-25 99 46,25-100-30,-24 26-16,24-25 16,0 0-1,0-1-15,0 1 16,0 25 0,0-25-1,0 24 1,0-24-16,0 25 15,0-26 1,24 26 15,-24-25-31,25-25 32,0 0-17,0 0 16,124-50 16,-125 25-31,-24-49 0,25 49-16,-25 0 15,0 1-15,0-26 16,0 25-1,0 0-15,0-24 16,0-1-16,-25 50 16,25-25-1,-49-24 17,24 49-17,-25 0 1,-24 49 15,0 125 16,74-149-31,0 0-1,0-1 1,0 1 62</inkml:trace>
  <inkml:trace contextRef="#ctx0" brushRef="#br0" timeOffset="-3887.23">14387 13246 0,'-25'0'94,"0"74"-79,25-49 1,0 25-16,0 98 31,0-98-15,0-25-16,0 0 16,0 24-16,0-24 15,0 0-15,0 0 16,0 24-16,0-24 15,0 25 1,25-26 0,-25 1-1,0 0 17,25-25 93,0 0-79,-1 0-46,1-50 32,0 1-17,-25 24 1,0-49 15,0 49-31,0 0 0,25 0 16,-25 0 15,0 1 47,-25 24 32,0 0-95,0 0 1,1 0-16,24 24 31,0 1-15,-25 25-1,25-25 17,0-1-17</inkml:trace>
  <inkml:trace contextRef="#ctx0" brushRef="#br1" timeOffset="54800.97">15379 13196 0,'25'50'94,"0"-25"-79,-25-1-15,0 26 16,0 24-16,24 1 16,1-26-1,-25-24-15,25 50 16,-25-51-16,0 51 15,0-1-15,25-24 16,-25-25-16,0 24 16,0 1-16,0 24 15,0-24-15,0-1 16,0-24-16,0 0 16,0 0-16,0 0 15,0-1 1,0-48 156</inkml:trace>
  <inkml:trace contextRef="#ctx0" brushRef="#br1" timeOffset="55569.04">15255 13816 0,'0'-25'125,"25"25"-110,24 0 1,26 0-16,-26 0 15,26-24-15,-26 24 16,26 0-16,-50-25 16,-1 25-1,1 0-15,0 0 32,0 0-17,0 0 32,24 0-31,-24 0-1,0 0-15,0 0 16,-1 0 0</inkml:trace>
  <inkml:trace contextRef="#ctx0" brushRef="#br1" timeOffset="56569.81">16024 13370 0,'0'-25'16,"0"0"-16,25 25 15,49-25 1,-49 25-16,24 0 16,1 0-16,-25 0 15,0 0-15,-1 0 16,1 0-16,0 0 15,0 0-15,0 0 16,24 25-16,-24 25 16,0-50-1,0 25-15,0 24 16,-1 26 0,-24-51-16,0 26 15,0 0-15,0 24 16,-24-49-1,-1 24-15,25 1 16,-25-25-16,0 0 16,0-1-16,25 1 15,-49 0-15,49 0 16,-25 0 0,25-1-16,0 1 15,0 0 16,0 0-31,0 0 32,0-1-17,25 1 1,24-25 0,1 0-1,0 0-15,-1 0 16,1 0-16,24 0 15,1 0-15,-51 0 16,1 0-16,0 0 16,0 0-1,-25-25 79</inkml:trace>
  <inkml:trace contextRef="#ctx0" brushRef="#br1" timeOffset="56970.43">17214 14015 0</inkml:trace>
  <inkml:trace contextRef="#ctx0" brushRef="#br1" timeOffset="63265.63">17462 13097 0,'0'25'94,"0"49"-79,25-24-15,-25-25 16,0 49-16,0-49 16,0 24-16,25 26 15,0-50-15,-25-1 16,0 1-16,25 25 15,-25-25 1,0-1-16,0 1 16,0 0-16,25 0 15,-25 24 173,24-49-173</inkml:trace>
  <inkml:trace contextRef="#ctx0" brushRef="#br1" timeOffset="64480.49">17785 13146 0,'0'-24'31,"25"24"0,0 0 1,-1 0-1,1 24-16,0 1 1,0 0 0,-25 0-16,25 0 15,-25 0-15,0-1 16,0 1-16,0 0 16,0 25-16,0-26 15,0 1-15,0 25 16,0-1-1,0-24-15,0 0 16,-25 25 0,25-26-16,0 1 31,0 0 78,25 0-93,-1-25-16,1 0 16,0 0-16,0 0 15,0 0-15,-1 0 16,1 0-16,0 0 15,0 0 1,0 0 0,-1 0-16,1 0 15,0 0 1</inkml:trace>
  <inkml:trace contextRef="#ctx0" brushRef="#br1" timeOffset="65986.52">18504 13171 0,'0'-25'31,"0"1"-15,0-1-16,0 0 31,-25 25-31,1 0 31,-1 0 1,0 0-17,0 0 1,0 0-1,25 50-15,-24-26 16,-1 1-16,25 0 16,0 0-16,0 0 15,0 24-15,0-24 16,0 0 0,0 0-16,0 0 15,0-1 1,25-24-1,-25 25 1,24 0 0,1-25 15,0 0-15,0 0-16,24 0 15,-24-25 1,0 25-1,0-49-15,-25 24 16,25 0-16,0-25 16,-25 26-16,0-1 15,0-25-15,0 25 16,0 0-16,0 1 16,0-1-1,0 74 126,0-24-126,0 0-15,0 25 16,0-1-16,0 26 16,0-50-16,0-1 15,0 26-15,0 0 16,0-1-16,0-24 16,0 25-16,0-26 15,0 1-15,24 25 16,1-25-16,-25-1 15,0 1 1,0 0-16,0 0 16,0 0-16,0-1 31,0 1-15,25-25-1,0 0 79,0-49-63</inkml:trace>
  <inkml:trace contextRef="#ctx0" brushRef="#br1" timeOffset="67064.56">18827 13097 0,'25'0'110,"24"25"-95,-24-25-15,0 0 16,24 24-16,-24 1 31,0 0-31,-25 25 16,50-25-16,-50 24 15,0 1-15,0-1 16,0 1-16,0-25 16,0 0-16,0-1 15,0 1 48,0 0-48,0 0-15,24 0 16,1-25-16,0 0 16,25 0-16,-26 0 31,1 24-31,0-24 16,0 25-16,-25 0 15,25-25-15,-25 25 16,0 24-1,0-24 1,0 0-16,0 0 16,0 0-1,-25-25-15,0 24 16,-25 1 0,26-25-16,-1 25 15,0-25-15,0 0 16,-24 25-16,24-25 15,0 0 1,0 0-16,0 0 16,1 0-16,-1 0 15,-25 0 1,25 0 15,1-25 0,-1 25-15,0 0 15</inkml:trace>
  <inkml:trace contextRef="#ctx0" brushRef="#br2" timeOffset="107642.65">19943 12898 0,'0'50'109,"0"0"-109,0-26 16,0 1-16,0 25 15,0-1-15,0 1 16,0 0-16,0-25 16,0 24-16,0 1 15,0-25-15,0 24 16,0-24-16,0 25 15,0-26-15,0 1 16,0 25-16,0-25 16,0-1-16,0 1 15,0 0-15,0 0 16,0 0 0,0-1 155</inkml:trace>
  <inkml:trace contextRef="#ctx0" brushRef="#br2" timeOffset="108451.41">19720 13444 0,'25'-25'93,"24"1"-93,1-1 16,-25 25-16,-1 0 16,1 0-16,0 0 15,0 0 1,0 0 31,-1 0-32,1 0-15,0 0 16,0 0-16,24-25 16,-24 25 15,25 0-16,-25 0 95,-1 0-95</inkml:trace>
  <inkml:trace contextRef="#ctx0" brushRef="#br2" timeOffset="109993.39">20588 13047 0,'-25'0'63,"25"25"-48,0 0 1,-25 0-16,25-1 16,0 1-1,0 25-15,0 0 16,0-26-16,0 1 15,0 25-15,0-25 16,0-1-16,0 1 16,0 0-16,0 0 15,0 24-15,0-24 32,0 0-32,25 0 15,0 0 16,-25-1 1,25-24-1,-1 0-15,1 0-1,25 0 1,24-24-1,-49-1 1,0 0-16,-25 0 16,25 0-1,0 1-15,-25-1 16,0 0 0,24-25-1,-24 26-15,0-1 16,0 0-1,0 0-15,0-24 16,0 24-16,0 0 16,0-25-16,-24 25 15,24 1-15,-25-1 16,0 25-16,25-25 16,-25 0-16,0 0 15,-24 1 1,-1 24-1,25 0 1,0 0 0,1 0-16,-1 0 15,0 0 1,0 0-16,0 24 16,1 1-1,-1 0 16,0 0 1,25 0 30,0-1-46</inkml:trace>
  <inkml:trace contextRef="#ctx0" brushRef="#br2" timeOffset="110649.93">21233 13643 0,'-25'-25'125</inkml:trace>
  <inkml:trace contextRef="#ctx0" brushRef="#br2" timeOffset="112585.36">21530 13072 0,'0'-25'0,"0"0"31,25 1-15,0 24-1,25 0 1,-26 0-16,1 0 16,0 0-16,25 0 15,-25 0 17,24 0 30,-49 24-46,0 1-1,0 0-15,0 0 16,0 24-16,0 1 16,0 0-16,-49-25 15,24 24-15,-25-24 16,50 0-16,-25 0 15,0-25-15,1 24 16,-1 1-16,25 0 16,-25 0-1,0 0 1,25-1 0,0 1-1,0 0 1,0 0-1,0 0 17,0-1-17,0 1 1,25-25-16,0 25 16,0-25-1,24 0-15,1 0 16,0 0-16,-1 0 15,-24-25-15,0 25 16,24-25 0,-24 1-1,-25-1 17,0 0-17,0 0 16,0 0-31,0-24 16,-25-1 0,-24 50-16,24-49 15,0 24-15,-49-25 16,49 25-16,-25 1 16,1-1-16,-1 25 15,25-25-15,-24 0 16,24 0-16,0-24 15,0 49-15,0-25 16,1 25 0,24-25 46,0 0-46,0 0-1,24 25 1,26 0-16,-25 0 16,0 0 15,-1 0-15,1 0 15,0 0-16,0 0 17,24 0-17,1 0 1,0 25-16,-25-25 16</inkml:trace>
  <inkml:trace contextRef="#ctx0" brushRef="#br2" timeOffset="113516.2">22324 12948 0,'-25'-25'63,"25"50"-47,0 25-1,-24-1 1,24-24-16,0 25 15,-25-1-15,25-24 16,0 0 0,0 0-16,0 0 31,0-1 16,25-24-47,-1 25 15,1-25-15,25 0 16,-25 0-16,-1 0 16,26 0-16,-25 0 15,24 0-15,-24 0 16,0 0 0,-25-25 15,25 1 94,0-1-110,-25 0-15</inkml:trace>
  <inkml:trace contextRef="#ctx0" brushRef="#br2" timeOffset="114145.65">22671 12923 0,'0'50'63,"0"-25"-48,0-1-15,0 1 16,0 25-1,0-25 1,0 24-16,0 1 16,0 0-16,0-1 15,0 1 1,0-25-16,0 24 16,0 1-16,0-25 15,0 24-15,0 1 16,0-25-16,0 24 15,0-24 1,0 0 0</inkml:trace>
  <inkml:trace contextRef="#ctx0" brushRef="#br2" timeOffset="115665.33">23068 12923 0,'25'0'93,"0"0"-77,0 0-16,0 0 31,-1 0 1,1 0-17,-25 50 1,25-25-16,-25-1 15,0 1 1,0 0-16,0 0 16,0 24-16,0-24 15,-25 0 1,0 25-16,1-25 16,-1 24-16,0-49 15,0 25-15,0 0 16,1 0-16,-1-25 15,0 24-15,25 1 16,-50 0-16,26 0 16,24 0-16,-25-1 15,25 1-15,-25 0 16,25 0 0,0 0-1,0-1 1,0 1-16,0 0 15,0 0 17,0 0-17,25-1-15,24-24 16,1 0 0,0 0-16,-1 0 15,1 0 1,-1 0-16,26 0 15,-26 0-15,1 0 16,-25-24-16,0 24 16,-25-25-1,0 0 1,0 0-16,0 0 16,0 1-16,0-26 15,0 0 1,-25 26-16,0-26 15,-25 25-15,26-24 16,-26-1-16,25 0 16,-24 1-16,24-1 15,0 25-15,0-24 16,0 24 0,1 25-1,24-25 1,0 0-16,-25 0 15,25 1 1,-25-1-16,25 0 31,0 0-15,0 0 0,0 1-1,0-1 1,25 0-16,0 0 15,-1 25 1,1 0 0,0 0-1,0 0 17,0 0 30,-1 0-46</inkml:trace>
  <inkml:trace contextRef="#ctx0" brushRef="#br2" timeOffset="116994.75">23664 12948 0,'0'-25'47,"49"25"-32,1 0 1,-25 0-16,-1 0 15,26 0-15,-25 0 16,0 0-16,0 0 16,24 0 15,-49 50-15,25-50-16,-25 25 15,0-1-15,0 1 16,0 25-16,0-25 15,0-1 17,0 1 46,25 0-47,0-25-31,24 25 16,-24-25-1,-25 25-15,25 0 16,0-25-16,24 24 16,-49 1-16,25 0 15,-25 0-15,0 0 16,25 24-16,-25-24 15,0 0 1,0 0-16,0-1 16,0 1-16,0 0 15,-25-25-15,25 25 16,-25-25 0,0 25-16,1-1 15,-26-24 1,25 0-16,-24 0 15,24 0-15,-25 0 16,1 0-16,24 0 16,0 0-1,0 0 1,0 0 0,0 0 46,1 0-46,-1 0 31</inkml:trace>
  <inkml:trace contextRef="#ctx0" brushRef="#br3" timeOffset="156377.45">24854 12849 0,'0'49'109,"0"1"-93,0-25-16,0 49 16,0 25-1,0-49-15,0 0 16,0 49 0,0-49-1,0 173 32,0-198-31,0-1-16,0 1 15,0 25 1,0-25 0,0-1 15,0-73 94</inkml:trace>
  <inkml:trace contextRef="#ctx0" brushRef="#br3" timeOffset="157130.63">24656 13345 0,'25'0'125,"-1"0"-109,26-25-16,0 25 16,-26 0-1,1 0-15,0-25 31,0 25-31,49 0 47,-49-24-31,0 24 31,0 0-32,0 0 1,-1-25 15</inkml:trace>
  <inkml:trace contextRef="#ctx0" brushRef="#br3" timeOffset="158113.65">25425 13146 0,'0'-24'78,"0"-1"-78,0 0 16,0 0-16,49-74 15,-24 49 1,-25 26-16,50-76 16,-50 76-1,25-1-15,-25 0 47,0 75 31,0-26-62,0 1-16,0 50 15,0-1 1,0-49-16,0 24 16,0-24-1,0 124 17,0-99-32,0-25 15,0 24-15,0-24 16,24 49 15,-24-49-31,0 0 16,0 0 46</inkml:trace>
  <inkml:trace contextRef="#ctx0" brushRef="#br3" timeOffset="158929.34">25400 13568 0,'25'0'62,"0"0"-46,24 0 15,-24 0-31,0 0 0,148 0 47,-148 0-31,50-25 46,-51 25-62,1 0 156</inkml:trace>
  <inkml:trace contextRef="#ctx0" brushRef="#br3" timeOffset="159353.14">26095 13543 0</inkml:trace>
  <inkml:trace contextRef="#ctx0" brushRef="#br3" timeOffset="161036.4">26243 12725 0,'50'0'62,"-25"0"-46,24 0-1,-24 0-15,0 0 16,49 25 31,-49-1-31,0 26-16,-25 0 46,0-26-30,0 26 0,0-25-1,0 0-15,0-1 16,0 26-16,0 24 31,-25-24-15,0-25-1,1 25 1,24-26 0,0 1-16,0 0 15,0 0 1,0 0-16,0-1 31,0 1-15,0 25 15,0-1-15,24-49-1,1 25 1,0-25 0,0 0 30,0 0-46,-1 0 47,1 0 16,0-25-48,-25-49 17,0 24-32,-99-123 62,74 148-62,25 0 16,-25 0-1,-24 0-15,49 1 16,-25 24 0,-74-50 15,49 0-31,25 26 16,0-26-16,1 0 15,24 26 1,-25-1-16,25-25 15,0 25 1,0 1-16,0-1 47,0 0-31,0 0 30</inkml:trace>
  <inkml:trace contextRef="#ctx0" brushRef="#br3" timeOffset="162554.19">26690 12774 0,'25'0'79,"-1"0"-64,1 0-15,25 0 16,-50 25-1,25-25-15,24 0 0,-24 25 16,0 0 0,0-25-16,-1 0 0,51 49 31,-75-24-15,0 25-1,0 49 48,0-49-63,-25-50 15,0 24-15,-24 1 16,49 0 0,-50-25-16,0 75 46,50-51-14,0 1-17,0 25 1,0-25 0,0-1-16,0 26 15,25 24 32,0-74-47,-25 25 16,74 0 31,-49-25-47,0 0 31,0 0 0,-25-25 0,0-24-31,0-1 16,0 25-16,-25-24 16,-74-100-1,74 74 1,-49 26-16,-1-26 31,-173-98 16,248 148-47,-25 25 16,1-25-1,-1 0 16,25 0-31,0 1 16,0-1 15,25 0-31,-1 25 16,1 0 0</inkml:trace>
  <inkml:trace contextRef="#ctx0" brushRef="#br3" timeOffset="164233.31">27236 12774 0,'24'0'78,"26"-24"-78,-25 24 16,0 0-1,-1 0 1,26 0-1,-25 0 1,24 0 15,-24 0-31,50 124 47,-75-100-31,0 1-16,0 25 15,0-1 1,-25 1 0,0-25-1,0 0-15,25-1 16,-25-24 0,1 25-1,-1-25 1,0 25-1,0 0 1,0 0 15,1 24-15,24-24-16,0 0 16,0 0-1,0 24 16,49 26 16,1-75-31,-25 0 0,-1 0-16,100 0 46,-74 0-46,-50-25 16,0-25 47,0 26-63,0-26 15,-25 0 1,0 26-16,1-26 15,-150-74 32,124 99-47,50 0 0,-49 0 16,49-24-16,-50 24 16,50 0-16,-25 0 15,25 1 16,0-26 1,25 25-1,0 25-31,25-49 31,-26 24-31,1 0 110,0 25-95,0 0-15</inkml:trace>
  <inkml:trace contextRef="#ctx0" brushRef="#br3" timeOffset="165433.38">27831 12799 0,'25'0'63,"24"0"-48,1 0-15,-1 0 16,-24 0 15,0 0 1,0 50-17,-25-1 1,0 26-1,0-50 1,0 24 31,25-49-16,0 25-15,-1-25-16,26 25 15,-25 0 1,0-25-16,-1 24 16,-24 1-1,25-25-15,-25 25 16,50 74 15,-50-74-15,0 0-1,0 25 1,-50-50 0,-74 24-1,99-24 1,-124 0 0,125 0-1,-26 0 1,-24 0-16,-75-24 47</inkml:trace>
  <inkml:trace contextRef="#ctx0" brushRef="#br3" timeOffset="171433.45">10319 15553 0,'25'0'78,"24"0"-78,1 0 16,49 0-1,-49 0-15,-1 0 16,1 0-16,99 0 47,-125 0-47,26 0 15,-25 0 1,0 0 15,-1 0-31,1 0 16,25 0-16,-25 0 15,49 0 1,-49 0-16,-25 24 156</inkml:trace>
  <inkml:trace contextRef="#ctx0" brushRef="#br3" timeOffset="172346.28">10368 16073 0,'75'0'110,"-26"0"-95,26 0-15,-26 0 16,1 0-1,0 0-15,-1 0 0,-24 0 16,198 0 31,-173 0-47,-25 0 0,-1 0 16,26 0-16,0 0 46</inkml:trace>
  <inkml:trace contextRef="#ctx0" brushRef="#br3" timeOffset="-204759.83">12477 15007 0,'-50'0'78,"25"0"-62,-24 0-16,-1 0 15,-173 0 17,198 0-17,0 0 17,0 0-17,1 0 1,-1 0-1,0 0 1,25 25 0,-25-25-1,25 24 1,-25 1-16,25 0 16,0 149 15,0-150-31,0 1 15,0 0 1,50 99 31,-50-99-47,25 0 16,0 0-1,-1-25-15,26 0 16,0 0-16,148 0 47,-148 0-47,-1 0 0,-24 0 15,0 0-15,99 49 47,-99-49-31,0 25-16,24 124 62,-49-124-62,0-1 0,-74 175 63,24-150-63,1-24 15,-1 0-15,0-25 16,1 0 0,-26 0-16,1 0 15,24 0 1,25 0-16,-24 0 16,24 0-1,-25 0-15,1 0 47,24 0-47,25-50 78,25 50-78</inkml:trace>
  <inkml:trace contextRef="#ctx0" brushRef="#br3" timeOffset="-204317.19">13047 16197 0,'0'-24'93,"0"-1"-77,0 0 0,0 0-1</inkml:trace>
  <inkml:trace contextRef="#ctx0" brushRef="#br3" timeOffset="-202903.61">13419 15131 0,'0'-25'31,"75"0"-15,-26 25 0,199 0 15,-198 0-15,-25 25-1,24 25 1,-49-26-16,50 200 62,-50-125-62,-25-74 16,0 0-16,1-1 16,-200 76 15,175-76-16,-1 1-15,1-25 16,24 25 0,-25 0-16,-24 49 62,74-24-62,0-25 16,49 173 31,-49-148-32,149 24 32,-124-74-31,0 0-1,49 0 1,-24 0 0,-25 0-1,49-25 1,-74 0 0,25 1-16,-25-1 15,-25-273 32,-25 224-47,1-25 16,-26 49-16,-123-223 47,148 199-47,50 24 15,-24 25-15,-1-124 47,25 100-31,0 24-16,0-25 0,0 1 15,173-50 32,-123 99-47,0 0 16,-1 0-16,-24-25 15,0 25 1,0 0 47</inkml:trace>
  <inkml:trace contextRef="#ctx0" brushRef="#br3" timeOffset="-201751.98">14213 15081 0,'0'0'0,"25"-25"0,0 25 0,-1 0 31,125 0 16,-124 0-47,-25 25 16,99 248 30,-99-223-46,0-1 16,0 1-16,0 74 16,-24-74-1,-26 24-15,0 0 32,50-49-32,-49 74 62,49-74-62,0 0 0,0 0 16,0 0 46,25-25-46,24 0-16,26 0 15,-26 0-15,1 0 16,74 24 31,-99-24 109,-1 0-140</inkml:trace>
  <inkml:trace contextRef="#ctx0" brushRef="#br3" timeOffset="-200615.14">15032 15081 0,'24'0'32,"26"0"-32,-25 0 15,0 0-15,49 25 16,0 0 15,-74 0-15,50-1-16,-50 26 0,124 297 62,-124-272-62,-25-1 0,-24 1 16,-125 148 31,174-198-47,-25-1 15,25 1-15,0 25 16,0-25 15,0-1 0,25-24-15,0 0-16,124 0 31,-100 0-31,26 0 16,98 0 0,-123 0 30,-25 0 79</inkml:trace>
  <inkml:trace contextRef="#ctx0" brushRef="#br3" timeOffset="-199366.48">16421 15180 0,'0'-24'16,"-25"24"-1,-74-50 17,74 50-32,-25 0 15,1 0-15,-26 0 16,-74 0 15,125 0-15,-1 0-16,0 0 15,0 0 1,-24 25-16,24 0 31,25 49 0,0-49-31,0 24 16,0 1-16,49 273 47,-49-299-31,25 26-16,-25-25 15,25 0 1,0-1 15,0-24-15,-1 50-1,1-50 1,298 0 31,-299 0-32,125 0 32,-149 25-31,50 0-16,0 74 47,-50-74-32,0-1 1,0 76 31,-25-76-47,0-24 0,0 25 16,0 0-16,-148-25 62,98 0-62,50 0 0,-24-25 16,-26 0 46</inkml:trace>
  <inkml:trace contextRef="#ctx0" brushRef="#br3" timeOffset="-197974.25">8558 14908 0,'24'0'110,"1"24"-110,0-24 15,25 50-15,-1-25 16,125 148 31,-149-148-47,-1 25 15,-24-1-15,50 1 16,-25-25 0,0 25-16,0 24 15,24-24 1,-24 24-16,49 50 15,-24-74 1,-25 24-16,24-24 16,26 74 15,-50-75-31,-25-24 16,24 0-1,1 74 32,0-99-47</inkml:trace>
  <inkml:trace contextRef="#ctx0" brushRef="#br3" timeOffset="-197367.4">8632 16123 0,'0'-50'47,"0"1"-32,50-75 1,-26 49 0,1 1-16,25-50 15,74-199 32,-75 175-16,-49 123-31,0 0 0,25 25 16,-25-25 15,25 25-15,-25-25 0</inkml:trace>
  <inkml:trace contextRef="#ctx0" brushRef="#br3" timeOffset="-196569.74">8930 14188 0,'0'0'0,"24"0"15,1 0 1,25 0-16,0 0 15,-26 0-15,1 0 16,50 25 15,-51-25-15,1 50 0,-25 173 15,0-198-16,0 0-15,0-1 16,0 1 62,25-25-62,74 0 15,-49 0-31,-25 0 0,-1 0 31,1 0-31,25 25 32,-50 0-1,25-25-16,-25 25-15,24 99 16</inkml:trace>
  <inkml:trace contextRef="#ctx0" brushRef="#br3" timeOffset="-195255.21">9922 16371 0,'0'25'63,"0"49"-48,0-49-15,0 25 16,0 24-1,0-24-15,0-25 16,0-1-16,0 26 47,0-100 15,0 26-46,0-76-16,-25 26 16,-49-100-1,49 75-15,-25 0 16,-49-124 0,74 148-16,25 26 15,-49-199 32,49 223-47,0 0 0,0 0 63,24 25-48,1 0-15,124 50 63,-124-50-63,0 25 0,-1-25 15,76 49 17,-76-24-17,1-25-15,-25 25 16,50-25-16,-50 25 15,25-1-15,-25 1 16,74 223 31,-74-198-47,0-25 16,0 24-16,-25 1 31,25-25-16,-24-25 1,-125 0 15,124 0-31,0 0 16,0 0 0,0 0 46,1 0-46</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0-18T20:02:32.277"/>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
  </inkml:definitions>
  <inkml:trace contextRef="#ctx0" brushRef="#br0">11881 5407 0,'25'0'110,"25"0"-95,-1 0-15,26 0 16,-1 0-16,-24 0 15,0 0-15,-1 0 16,26 0-16,-26 0 16,-24 0-16,0 0 15,0 0-15,-1 0 16,1 0 0,0 0-16,0 0 31,0 0-16</inkml:trace>
  <inkml:trace contextRef="#ctx0" brushRef="#br0" timeOffset="648.16">11857 6127 0,'49'0'47,"1"0"-31,-1 0-16,26 0 15,24 0-15,0-25 16,-24 25-16,-1 0 16,1-25-16,-1 0 15,-49 25-15,24 0 16,-24 0 0,0 0-16,0 0 15</inkml:trace>
  <inkml:trace contextRef="#ctx0" brushRef="#br0" timeOffset="2151.84">14213 4663 0,'-25'-25'78,"-24"25"-62,24 0-16,-50-24 15,26 24-15,24 0 16,0 0-16,0 0 15,-24 0-15,24 0 16,0 0-16,-24 0 16,-1 24-16,25 76 15,-24-51-15,24 26 16,0-26-16,0 26 16,25-26-16,0 1 15,0 0-15,0 24 16,25-24-1,0-50 1,-25 24-16,25-24 16,-25 25-16,24 0 15,26-25 1,0 25-16,-1 0 16,1-25-16,49 0 15,-25 24-15,-24-24 16,74 25-16,-99-25 15,24 0-15,26 25 16,-50 0-16,24-25 16,-24 25-16,0-1 15,25 1-15,-50 0 16,49 0-16,1 24 16,-25-24-1,-25 25 32,0-1-31,0 1-1,-25-25-15,0 0 16,-25 0-16,1-1 16,-1-24-1,-24 0-15,-1 0 16,-24 0-16,25 0 15,24 0-15,0 0 16,26 0-16,-1 0 16,0 0-16,0 0 15</inkml:trace>
  <inkml:trace contextRef="#ctx0" brushRef="#br0" timeOffset="2559.81">15007 5928 0</inkml:trace>
  <inkml:trace contextRef="#ctx0" brushRef="#br0" timeOffset="3552.79">15478 4862 0,'0'0'0,"149"0"16,-99 0-16,24 0 15,-49 0-15,24 25 16,-49-1-16,50 26 16,-50 0-1,25-1-15,-25-24 16,0 49-16,0-24 15,-25 24-15,0-24 16,-24 0-16,-26 24 16,1-24-16,-25 24 15,-1 25-15,1-24 16,25-1-16,-1-49 16,50 49-16,1-24 15,-1 0-15,25-26 16,0 26-16,0-25 15,0 0-15,0-1 16,0 1 0,25 0-1,-1-25-15,1 25 16,25-25-16,24 0 16,26 0-16,-51-25 15,1 25-15,-1-50 16,1 26-16,-25-26 15,0 25-15,-1-24 16,-24-1-16,0 25 16,0-24-1,0-26-15,0 50 16,-49-74-16,24 25 16,0-1-16,-24-49 15,-26 50-15,26-50 16,-26 25-16,25-1 15,1 26-15,24 24 16,0 1-16,25 24 16,0 0-16,0 0 15,0 0-15,0 1 16,0-1-16,25 25 16,25 0-16,24-25 15,-24 0-15,24 0 16,-24 25-16,49-24 15,-49 24-15,-1 0 16,1 0-16,-1 0 16,1 0-16</inkml:trace>
  <inkml:trace contextRef="#ctx0" brushRef="#br1" timeOffset="17311.59">17165 10592 0,'25'0'94,"24"0"-94,1 0 15,24 0-15,1 0 16,-1 0-16,25 0 16,25 0-16,25 0 15,-25 0-15,50 0 16,-1 0-16,26 0 16,-50 0-16,49 0 15,1 0 1,-1 0-16,0 0 15,-24 0-15,25 0 16,24 0-16,50 0 16,-1 0-16,-23 0 15,23 0-15,26 0 16,49 0-16,-49 0 16,74 0-16,-74 0 15,24 0-15,1 0 16,-1 0-16,25 0 15,-24 0-15,-1 0 16,50 0-16,-49 0 16,-26 0-16,26 0 15,-25 0-15,-1 0 16,-74 0-16,1 0 16,-1 0-16,-25 0 15,1 0-15,-50 0 16,-1 0-16,-23 0 15,-26 0-15,-50 0 16,1 0-16,-25 0 16,0 0-16,24 0 15,-24 0 1,0 0 0,49 0-1,1 24-15,-26-24 16,50 0-16,1 0 15,48 0-15,-23 0 16,73 0-16,-24 0 16,-1 0-16,1 0 15,-50 0-15,0 0 16,0 0-16,-74 0 16,-26 0-16,1 0 15</inkml:trace>
  <inkml:trace contextRef="#ctx0" brushRef="#br1" timeOffset="20671.97">17115 9996 0,'25'0'62,"25"0"-46,-1 0 0,26 0-16,-26 25 15,26 0 1,-51-25-16,26 0 16,0 25-16,-1-25 15,-24 0 1,25 0-16,-1 0 0,1 0 15,0 0 1,-1 0-16,1 0 16,-1 0-16,1 0 15,24 0-15,-24 0 16,-25 0-16,0 0 16,24 0-16,-24 0 15,25 0-15,-26 0 16,1 0-1,50-25-15,-51 25 16,51 0 0,-50-25-16,24 0 15,-24 25 1,0-25-16,0 1 16,0 24-16,-25-25 15,49 25-15,-24-25 16,0 0-16,24 0 15,-24-24-15,25 24 16,-25-25-16,24 26 16,26-26-16,-26 25 15,-24 0-15,25-24 16,-1 24 0,-24-49-16,25 24 15,-1 0-15,1 1 16,-25-1-16,-1 25 15,1-24-15,25-1 16,-50 25-16,25-24 16,24-26-16,-24 26 15,0 24-15,-25-25 16,50 1-16,-26 24 16,1-25-16,25-24 15,-1 24-15,1 1 16,0-26-16,-26 26 15,26 24-15,24-25 16,1 1-16,-26-1 16,51 0-16,-51-24 15,26 24-15,24 1 16,-25 24-16,-24 0 16,0-25-16,24 50 15,-24-49-15,-1 24 16,1 25-16,-25 0 15,24-25-15,1 0 16,-1 1 0,1-1-16,24 0 15,1 25-15,-26-25 16,1-24-16,0 49 16,24-50-16,-24 25 15,-1 0-15,1 1 16,0-1-16,24 0 15,0-25-15,-24 1 16,0-1-16,24 25 16,0-24-16,1 24 15,-50-25-15,49 26 16,-24-1-16,-1 0 16,1 0-16,-1-24 15,1 49-15,0-25 16,-26 25-16,76-50 15,-51 50-15,-24 0 16,74-25-16,-24 1 16,-1-1-16,-24 25 15,24 0-15,1 0 16,-1 0-16,0 0 16,1 0-16,-1 0 15,1 0 1,-1 0-16,-24 0 0,-1 0 15,1 0 1,0 0-16,-1 0 16,26 0-16,-26 0 15,26 25-15,-1-1 16,-24-24-16,-1 25 16,1 0-16,24 0 15,-24 0-15,-1-1 16,26 1-16,-1 25 15,1-25-15,-26-1 16,26 26-16,-26-25 16,26 24-16,-1-24 15,-24 25-15,-1-25 16,26 24-16,-26-24 16,1 25-16,0-26 15,24 1-15,0 25 16,-24-25-16,0 24 15,-1-49-15,1 50 16,-25-50-16,24 25 16,-24-1-16,25 26 15,-25-50 1,24 50-16,26-26 16,-26 51-1,1-50-15,-1 24 16,26 1-16,-26-25 15,1 49-15,24-49 16,-24 25-16,0-26 16,-1 51-16,1-50 15,-25-1-15,24 26 16,26-25-16,-26 24 16,1-24-16,-25 0 15,49 25-15,-24-26 16,24 26-16,-24-25 15,49 24-15,-49-24 16,24 25-16,-24-25 16,24 24-16,-24-24 15,-1 25-15,1-25 16,-1-1-16,26 1 16,-50 0-16,-1 25 15,51-50-15,-50 49 16,24-49-16,-24 0 15,25 25 1,-1-25-16,1 25 16,0 0-1,-1-1-15,1 1 16,49 0-16,0 0 16,-24 24-16,49 1 15,-25 24-15,25-49 16,0 25-16,-25-25 15,0 24-15,25 1 16,-24-25-16,24 24 16,-50 1-16,0-25 15,1-25-15,-26 49 16,-24-49 0,0 0-16,0 0 46,0 0-30,-1 25-16,1-25 31</inkml:trace>
  <inkml:trace contextRef="#ctx0" brushRef="#br1" timeOffset="22343.21">26243 8310 0,'0'24'110,"25"26"-110,-25-25 15,0 24 1,0-24-16,0 25 16,0 24-16,0-24 15,0-1-15,25 51 16,0-26-16,0 25 15,-25 1-15,0-51 16,24 75-16,1-49 16,0-26-16,-25 1 15,0 24-15,25 1 16,-25-51-16,25 51 16,-25-50-16,24 49 15,-24-49-15,0 24 16,25 26-16,-25-50 15,0 24 1,25 26-16,0-26 16,-25-24-16,0 0 15,0 25-15,0-26 16,0 26 0,0-25-16,0 0 15,0-1 1,0 1 31,0 0 62,0 0-93,0 0-1,0-1 1,0 1 15</inkml:trace>
  <inkml:trace contextRef="#ctx0" brushRef="#br1" timeOffset="23759.64">26442 11212 0,'0'-25'94,"25"25"-94,24 0 16,1 0-16,-25 0 15,-1 0-15,1 0 16,0 0-16,-25 25 78,0 0-78,0 24 16,0-24-1,0 0 79,25 0-94,-25-1 16,49-24-16,1 50 15,-25-25-15,24 0 16,26 24-16,-26-49 16,-24 50-16,25-50 15,-25 25-15,0-1 16,-1 1 0,-24 0-1,0 0-15,0 24 16,-24-24-1,-26 0 1,25 0 0,-25 0-16,1-25 15,-1 0 1,25 0-16,-24 0 16,24 24-16,0-24 15,0 0 16,1 0-15</inkml:trace>
  <inkml:trace contextRef="#ctx0" brushRef="#br1" timeOffset="24192.2">27335 11881 0,'25'-24'62,"-25"-26"1,0 25-48</inkml:trace>
  <inkml:trace contextRef="#ctx0" brushRef="#br1" timeOffset="25344.6">27360 11112 0,'24'0'46,"26"0"-46,0 25 16,-26-25 0,26 0-1,-25 0 1,0 25 0,-1 0-1,1-25-15,-25 25 16,25 0-1,-25-1 1,0 26 0,-25 0-16,25-26 15,-49 26-15,-1-25 16,50 24 0,-50-24-16,50 25 15,-24-50-15,-1 25 16,25-1-16,-25 26 15,25-25 1,0 0 0,0-1-16,0 26 15,0-25-15,0 0 16,0 24-16,0-24 16,0 0-1,50-25 1,-26 0-1,1 0-15,25 0 16,24-25-16,-24 0 16,-25 0-16,24 1 15,-24-1-15,0 0 16,-25-25 0,0 26-1,0-1-15,0 0 16,0-49-16,0 24 15,-25 0-15,0 1 16,0-1-16,1 1 16,-26 24-16,0-25 15,26 25-15,-26-24 16,0 24 0,26 0-1,-1 25 1,25-25-1,-25 0-15,0 25 16,0-24 31,25-1-47,0 0 16,0 0-1,0 0-15,0 1 16,25-1-1,0 25 1,0 0-16</inkml:trace>
  <inkml:trace contextRef="#ctx0" brushRef="#br1" timeOffset="26304.87">26938 8682 0,'-25'-25'15,"0"50"1,25-1-16,-49 26 15,49 0-15,-25-26 16,25 1-16,-25 25 16,0 24-16,25-24 15,-49 0-15,24-1 16,-25 26-16,1 24 16,-1-25-16,0-24 15,50 24-15,-49-24 16,49-25-16,-25 24 15,25-24-15,0 0 16,0 0-16,-25 49 16,0-49-1,25 0 1,25-25 62,0 0-62,25-50-16,-1 50 15</inkml:trace>
  <inkml:trace contextRef="#ctx0" brushRef="#br1" timeOffset="26872.02">27136 8930 0,'0'0'0,"-24"24"0,24 1 16,0 0-16,0 25 15,-25-25-15,25-1 16,-25 76-16,25-26 16,-25 0-16,0 1 15,0 24-15,1 50 16,-1-25-16,0 0 15,25-25 1,-25 0-16,0-24 16,1 24-16,24-74 15,-25 49-15,25-24 16,0-25 0,0-1-1,0 1-15,0-50 110,49-49-95,26 0-15,24-50 16</inkml:trace>
  <inkml:trace contextRef="#ctx0" brushRef="#br1" timeOffset="27368.45">27657 9079 0,'0'49'31,"0"1"-31,0 24 16,0-24-16,0 24 15,0 1-15,0 24 16,0 0-16,0 0 16,0 25-16,0-49 15,0 24-15,0-25 16,0 1-16,0 24 16,0-25-16,0-24 15,0-25-15,0 0 16,0 24-1,0-24-15,0-50 94,50-24-94,-25-26 16</inkml:trace>
  <inkml:trace contextRef="#ctx0" brushRef="#br1" timeOffset="27823.93">28104 9599 0,'0'25'16,"0"0"-16,0 25 15,0-1-15,0 26 16,0-26-1,-25 1 1,0-1-16,25 1 16,0-25-16,-25 49 15,0 1-15,1-1 16,24-49-16,-25 25 16,25-26-16,0 1 15,0 0-15,0 0 16</inkml:trace>
  <inkml:trace contextRef="#ctx0" brushRef="#br1" timeOffset="28303.31">28525 9823 0,'0'0'0,"0"24"16,0 26-16,0 0 16,-24-26-16,24 26 15,0-25-15,-50 49 16,25-24-16,0 24 15,1 1-15,-1-26 16,-25 1-16,25-25 16,25 24-16,0-24 31,0 0 47,75-50-62,-26 0-1</inkml:trace>
  <inkml:trace contextRef="#ctx0" brushRef="#br1" timeOffset="28719.94">29146 9971 0,'0'50'32,"-25"-25"-32,25 25 15,-25-1-15,0 1 16,0-1-16,25 1 16,-25 49-16,-24-74 15,49 25-15,-50-1 16,25 1-1,25-25 1,0-1 0,25-24 31</inkml:trace>
  <inkml:trace contextRef="#ctx0" brushRef="#br1" timeOffset="29183.75">29319 10120 0,'0'25'31,"0"0"-31,0 0 16,0 0-16,0 24 16,-25 1-16,25-25 15,0-1 1,0 1 0</inkml:trace>
  <inkml:trace contextRef="#ctx0" brushRef="#br1" timeOffset="55008.44">28773 6201 0,'-24'0'47,"24"25"-31,0 49-16,0 26 16,0 48-16,24 26 15,1 0-15,0 24 16,25 25-16,-1 1 15,26 24-15,-26 25 16,-24-50-16,25 50 16,-1 24-16,51 1 15,-76 49-15,1-24 16,0-26-16,-25 1 16,0 0-16,0-50 15,0 0 1,0-25-16,0-25 15,0-24-15,0-50 16,0-25-16,0 0 16,0-24-16,0-1 15,0 1-15,0-26 16,0 1-16,0-25 16,0 0-16,0-1 15,0 1-15,0 0 16,0 0 31</inkml:trace>
  <inkml:trace contextRef="#ctx0" brushRef="#br1" timeOffset="56697.18">28922 13146 0,'-25'0'125,"-24"0"-109,-1 0-1,1 25 1,-26 0-16,50 0 16,-24 25-16,-1-1 15,25 1-15,1-1 16,-1 1-16,0-25 15,25 0-15,0-1 16,0 1 0,0 0 15,0 0-15,0 0-16,25-25 15,24 24-15,1-24 16,-25 25-16,0-25 15,24 0-15,1 0 16,-1 0 0,-24 0-16,25 25 15,-1-25-15,-24 25 16,0-25-16,25 25 16,-26-1-1,26 1 1,-25 0-1,0 0-15,-25 0 16,25-1-16,-25 1 16,0 0-1,0 0-15,0 0 16,0-1-16,0 1 16,0 25-1,-25-1-15,0-49 16,0 50-16,-25-50 15,26 25-15,-1 0 16,-25-25 0,25 0-1,1 0-15,-1 0 16,0 0 0</inkml:trace>
  <inkml:trace contextRef="#ctx0" brushRef="#br1" timeOffset="57088.39">29642 14163 0,'0'-24'109,"0"-1"-93</inkml:trace>
  <inkml:trace contextRef="#ctx0" brushRef="#br1" timeOffset="58448.66">29989 13444 0,'0'0'0,"25"0"31,-1 0-31,1 0 47,0 0 0,-25 25 0,0 0-32,0 0-15,0-1 16,0 1-16,0 25 16,0-1-16,-25-24 15,25 25-15,-25-1 16,1-49 0,24 25-16,0 25 15,0-1 1,0-24-1,0 0 1,0 0 0,0 0-16,0-1 31,0 1-15,0 0-1,49-25 1,-24 0-16,0 0 15,0 0-15,-1 0 16,1 0-16,25 0 16,-25 0-1,0 0 48,-25-25-63,0 0 15,0-24 1,0 24 0,0 0-16,-25 25 15,0-49-15,0 49 16,0-25-16,0 0 16,-24 0-1,24 0 1,0 1-16,0 24 15,1-25-15,-1 25 16,0 0-16,0-25 16,25 0-16,-49 0 15,24-24 1,0 49-16,25-25 16,0 0-1,-25 0-15,50 1 63,25-1-48,-50 0 1,49 25 0</inkml:trace>
  <inkml:trace contextRef="#ctx0" brushRef="#br1" timeOffset="59327.4">28873 13072 0,'24'0'32,"1"0"-32,0 0 15,0 0 1,49 0-16,-49 0 16,25-25-1,-25 0-15,-1 25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E3BE33-F394-4161-A881-10DD3C23F08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2B4E3A26-BBB3-4466-A837-4D8EBD6B82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D4A4DBB1-BEDA-4AE1-A667-58FEB641193B}"/>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422C1496-8662-4155-A919-D128A5E9810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F3AD6B02-62E0-4EFC-AD7A-9B0BC4D06FC2}"/>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168472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891DFB-684D-4A1F-82B0-909F5B40C01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4A44BEC-42C3-4956-A9A6-5F51556281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EC3A5EC1-CEC6-441A-AB83-908ACEF5D764}"/>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C77AE591-B91B-45C5-B8C4-2688DA8F16A3}"/>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3CDCD04-0EC6-49DA-8589-25FC1D96CBBF}"/>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2120759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CC084-679E-4727-8140-F45A840E8E1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5228A786-B3B1-4601-9CEB-FA40F77A7C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64B524A-71D3-43AA-B67D-9C111B3BB904}"/>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7F8101AA-D76A-4B7C-BAF1-8D55E111FA4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BCAD83A-3496-4278-B3B1-2A9153C9CF58}"/>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228731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F3B42-50DB-49A0-B9CB-717BC9E5037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9FEF8B5C-E505-4092-9B76-DDBE5130530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C4B96897-B2E5-454C-9CE1-D2B86980C76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2BE5E885-FF5B-4F8D-9D98-9102E9B55C37}"/>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6" name="Marcador de pie de página 5">
            <a:extLst>
              <a:ext uri="{FF2B5EF4-FFF2-40B4-BE49-F238E27FC236}">
                <a16:creationId xmlns:a16="http://schemas.microsoft.com/office/drawing/2014/main" id="{20AA2005-2B54-41CB-9808-C15E6A1CEDEA}"/>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4F25BDFC-38C4-4477-8C21-421AC637C764}"/>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99100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E654E-1BEF-40BF-8FFF-FCA10B3CB2E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9F5E93D4-82CE-4870-BD28-2A27AC777B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44803F0-8D96-44DB-BDA3-A5A65AF1F32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88DAA92F-0BD3-44DC-8C37-27AA00E800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D8E69CB-3663-423D-AD71-668B1DF990E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8F07AF8E-6CCD-434B-AD05-74A5F2FF08BA}"/>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8" name="Marcador de pie de página 7">
            <a:extLst>
              <a:ext uri="{FF2B5EF4-FFF2-40B4-BE49-F238E27FC236}">
                <a16:creationId xmlns:a16="http://schemas.microsoft.com/office/drawing/2014/main" id="{79EEA43C-CD90-4E6D-8F06-8724E220BCC1}"/>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4DE7C341-3A4C-408D-A1B4-FC8FBFDFD8E3}"/>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1589616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68328-8139-4609-9523-6E491F541C5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E452FC0F-14BD-452F-A288-0407A08753DF}"/>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4" name="Marcador de pie de página 3">
            <a:extLst>
              <a:ext uri="{FF2B5EF4-FFF2-40B4-BE49-F238E27FC236}">
                <a16:creationId xmlns:a16="http://schemas.microsoft.com/office/drawing/2014/main" id="{54C3E0E1-4603-4A0E-A0D6-41C6BB0F7944}"/>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E7EE9325-7596-4194-A649-157F12517713}"/>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2386486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51E39C-0557-4FB6-B59B-BCF9D0A448C9}"/>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3" name="Marcador de pie de página 2">
            <a:extLst>
              <a:ext uri="{FF2B5EF4-FFF2-40B4-BE49-F238E27FC236}">
                <a16:creationId xmlns:a16="http://schemas.microsoft.com/office/drawing/2014/main" id="{DDF443C6-9A43-47FB-B1F1-3A02E1EC68B4}"/>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2AB3FED7-04E9-41D3-B68D-4991F9F17673}"/>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3343431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2BD3F-55FD-4288-873E-E1CF62A79D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CC81C037-97BE-48A7-B084-870B3BC82A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B971CE96-3391-4700-9271-9AAE1E3EFF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E853C6-6A7E-4536-8745-FA78B7C1CA65}"/>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6" name="Marcador de pie de página 5">
            <a:extLst>
              <a:ext uri="{FF2B5EF4-FFF2-40B4-BE49-F238E27FC236}">
                <a16:creationId xmlns:a16="http://schemas.microsoft.com/office/drawing/2014/main" id="{CE0D1100-BAEC-43FA-8E78-DB7B6C7B6BCB}"/>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9892D879-CCE8-4C77-8138-92EABAC2F838}"/>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3170765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CA4AB6-66F0-4067-8EC1-450285B60C5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06609C9A-DA17-47F2-B23C-D3F5874C7A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66477436-B989-45E5-8D7F-73EF41636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229D325-66A3-4819-9A7A-29E4CC43EE1A}"/>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6" name="Marcador de pie de página 5">
            <a:extLst>
              <a:ext uri="{FF2B5EF4-FFF2-40B4-BE49-F238E27FC236}">
                <a16:creationId xmlns:a16="http://schemas.microsoft.com/office/drawing/2014/main" id="{A7B592FF-86C7-4612-AEAC-069E5A8B77D6}"/>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A81F7F7E-E50E-4A39-BB6D-C9FE1D260411}"/>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1290719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0BD984-BC6F-45A1-AF93-F7825203F33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D492007A-4823-435C-BA33-63AA0792A31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49F9207-2A67-4C1B-B493-59CE96117E55}"/>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26F930ED-D73A-4CC0-9134-73AA15DEF8A5}"/>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F123F90C-608C-4731-BF75-EFD3D3A4C79E}"/>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3969358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339B81-2841-4A84-AB1D-44431295805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D30A25BE-83F1-4DB4-8CB5-8BE5A32096C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6FA3EFA7-9386-44F3-A31B-BC61A7AA0E1C}"/>
              </a:ext>
            </a:extLst>
          </p:cNvPr>
          <p:cNvSpPr>
            <a:spLocks noGrp="1"/>
          </p:cNvSpPr>
          <p:nvPr>
            <p:ph type="dt" sz="half" idx="10"/>
          </p:nvPr>
        </p:nvSpPr>
        <p:spPr/>
        <p:txBody>
          <a:body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20BCF674-5731-48CC-9DCB-501E067F56DA}"/>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DD91DF3-8DB0-4DAB-86FC-5BD78DE26AEC}"/>
              </a:ext>
            </a:extLst>
          </p:cNvPr>
          <p:cNvSpPr>
            <a:spLocks noGrp="1"/>
          </p:cNvSpPr>
          <p:nvPr>
            <p:ph type="sldNum" sz="quarter" idx="12"/>
          </p:nvPr>
        </p:nvSpPr>
        <p:spPr/>
        <p:txBody>
          <a:bodyPr/>
          <a:lstStyle/>
          <a:p>
            <a:fld id="{78BB320C-229E-4B6D-B2B1-9AD119712752}" type="slidenum">
              <a:rPr lang="es-NI" smtClean="0"/>
              <a:t>‹Nº›</a:t>
            </a:fld>
            <a:endParaRPr lang="es-NI"/>
          </a:p>
        </p:txBody>
      </p:sp>
    </p:spTree>
    <p:extLst>
      <p:ext uri="{BB962C8B-B14F-4D97-AF65-F5344CB8AC3E}">
        <p14:creationId xmlns:p14="http://schemas.microsoft.com/office/powerpoint/2010/main" val="3363181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EF2F7F7-9DC1-4E8A-9A33-35A7CF5F78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C1F070AF-73E3-4D07-8F85-830E04E1B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060AB71-866F-4084-8D94-15FAB104A4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209FDB-1639-4FB8-9390-648D8A5E8214}" type="datetimeFigureOut">
              <a:rPr lang="es-NI" smtClean="0"/>
              <a:t>18/10/2021</a:t>
            </a:fld>
            <a:endParaRPr lang="es-NI"/>
          </a:p>
        </p:txBody>
      </p:sp>
      <p:sp>
        <p:nvSpPr>
          <p:cNvPr id="5" name="Marcador de pie de página 4">
            <a:extLst>
              <a:ext uri="{FF2B5EF4-FFF2-40B4-BE49-F238E27FC236}">
                <a16:creationId xmlns:a16="http://schemas.microsoft.com/office/drawing/2014/main" id="{1BBD5AC2-41AC-4B19-A3B5-7F6A50ADCB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5315BDAE-A02A-4FE0-8D3B-E73FE53579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BB320C-229E-4B6D-B2B1-9AD119712752}" type="slidenum">
              <a:rPr lang="es-NI" smtClean="0"/>
              <a:t>‹Nº›</a:t>
            </a:fld>
            <a:endParaRPr lang="es-NI"/>
          </a:p>
        </p:txBody>
      </p:sp>
    </p:spTree>
    <p:extLst>
      <p:ext uri="{BB962C8B-B14F-4D97-AF65-F5344CB8AC3E}">
        <p14:creationId xmlns:p14="http://schemas.microsoft.com/office/powerpoint/2010/main" val="3688289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7" name="CuadroTexto 6">
            <a:extLst>
              <a:ext uri="{FF2B5EF4-FFF2-40B4-BE49-F238E27FC236}">
                <a16:creationId xmlns:a16="http://schemas.microsoft.com/office/drawing/2014/main" id="{A6A2B52E-BAF8-4DC7-89AA-F2F7C3064592}"/>
              </a:ext>
            </a:extLst>
          </p:cNvPr>
          <p:cNvSpPr txBox="1"/>
          <p:nvPr/>
        </p:nvSpPr>
        <p:spPr>
          <a:xfrm>
            <a:off x="409431" y="1355763"/>
            <a:ext cx="11423175" cy="4154984"/>
          </a:xfrm>
          <a:prstGeom prst="rect">
            <a:avLst/>
          </a:prstGeom>
          <a:noFill/>
        </p:spPr>
        <p:txBody>
          <a:bodyPr wrap="square">
            <a:spAutoFit/>
          </a:bodyPr>
          <a:lstStyle/>
          <a:p>
            <a:pPr algn="l"/>
            <a:r>
              <a:rPr lang="es-ES" sz="2400" b="0" i="0" dirty="0">
                <a:solidFill>
                  <a:srgbClr val="007DC3"/>
                </a:solidFill>
                <a:effectLst/>
                <a:latin typeface="Domine"/>
              </a:rPr>
              <a:t>¿Qué es la prueba de independencia ji cuadrado?</a:t>
            </a:r>
            <a:endParaRPr lang="es-ES" sz="2400" b="1" i="0" dirty="0">
              <a:solidFill>
                <a:srgbClr val="007DC3"/>
              </a:solidFill>
              <a:effectLst/>
              <a:latin typeface="Domine"/>
            </a:endParaRPr>
          </a:p>
          <a:p>
            <a:pPr algn="l"/>
            <a:r>
              <a:rPr lang="es-ES" sz="2400" b="0" i="0" dirty="0">
                <a:solidFill>
                  <a:srgbClr val="333333"/>
                </a:solidFill>
                <a:effectLst/>
                <a:latin typeface="Domine"/>
              </a:rPr>
              <a:t>La prueba de independencia de ji cuadrado es una prueba estadística de hipótesis que se usa para determinar si dos variables categóricas o nominales pueden estar o no relacionadas.</a:t>
            </a:r>
          </a:p>
          <a:p>
            <a:pPr algn="l"/>
            <a:endParaRPr lang="es-ES" sz="2400" b="0" i="0" dirty="0">
              <a:solidFill>
                <a:srgbClr val="333333"/>
              </a:solidFill>
              <a:effectLst/>
              <a:latin typeface="Domine"/>
            </a:endParaRPr>
          </a:p>
          <a:p>
            <a:pPr algn="l"/>
            <a:r>
              <a:rPr lang="es-ES" sz="2400" b="0" i="0" dirty="0">
                <a:solidFill>
                  <a:srgbClr val="007DC3"/>
                </a:solidFill>
                <a:effectLst/>
                <a:latin typeface="Domine"/>
              </a:rPr>
              <a:t>¿Cuándo puedo usar esta prueba?</a:t>
            </a:r>
            <a:endParaRPr lang="es-ES" sz="2400" b="1" i="0" dirty="0">
              <a:solidFill>
                <a:srgbClr val="007DC3"/>
              </a:solidFill>
              <a:effectLst/>
              <a:latin typeface="Domine"/>
            </a:endParaRPr>
          </a:p>
          <a:p>
            <a:pPr algn="l"/>
            <a:r>
              <a:rPr lang="es-ES" sz="2400" b="0" i="0" dirty="0">
                <a:solidFill>
                  <a:srgbClr val="333333"/>
                </a:solidFill>
                <a:effectLst/>
                <a:latin typeface="Domine"/>
              </a:rPr>
              <a:t>Puede usar esta prueba cuando tenga conteos de valores de dos variables categóricas.</a:t>
            </a:r>
          </a:p>
          <a:p>
            <a:pPr algn="l"/>
            <a:endParaRPr lang="es-ES" sz="2400" b="0" i="0" dirty="0">
              <a:solidFill>
                <a:srgbClr val="333333"/>
              </a:solidFill>
              <a:effectLst/>
              <a:latin typeface="Domine"/>
            </a:endParaRPr>
          </a:p>
          <a:p>
            <a:pPr algn="l"/>
            <a:r>
              <a:rPr lang="es-ES" sz="2400" b="0" i="0" dirty="0">
                <a:solidFill>
                  <a:srgbClr val="007DC3"/>
                </a:solidFill>
                <a:effectLst/>
                <a:latin typeface="Domine"/>
              </a:rPr>
              <a:t>¿Puedo usar esta prueba si tengo los conteos de frecuencia en una tabla?</a:t>
            </a:r>
            <a:endParaRPr lang="es-ES" sz="2400" b="1" i="0" dirty="0">
              <a:solidFill>
                <a:srgbClr val="007DC3"/>
              </a:solidFill>
              <a:effectLst/>
              <a:latin typeface="Domine"/>
            </a:endParaRPr>
          </a:p>
          <a:p>
            <a:pPr algn="l"/>
            <a:r>
              <a:rPr lang="es-ES" sz="2400" b="0" i="0" dirty="0">
                <a:solidFill>
                  <a:srgbClr val="333333"/>
                </a:solidFill>
                <a:effectLst/>
                <a:latin typeface="Domine"/>
              </a:rPr>
              <a:t>Sí. Si solo tiene una tabla de valores con los conteos de frecuencia, puede usar esta prueba.</a:t>
            </a:r>
          </a:p>
        </p:txBody>
      </p:sp>
    </p:spTree>
    <p:extLst>
      <p:ext uri="{BB962C8B-B14F-4D97-AF65-F5344CB8AC3E}">
        <p14:creationId xmlns:p14="http://schemas.microsoft.com/office/powerpoint/2010/main" val="3936299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6" name="CuadroTexto 5">
            <a:extLst>
              <a:ext uri="{FF2B5EF4-FFF2-40B4-BE49-F238E27FC236}">
                <a16:creationId xmlns:a16="http://schemas.microsoft.com/office/drawing/2014/main" id="{E1C15AB1-CF01-4B0B-9704-198C37D6E803}"/>
              </a:ext>
            </a:extLst>
          </p:cNvPr>
          <p:cNvSpPr txBox="1"/>
          <p:nvPr/>
        </p:nvSpPr>
        <p:spPr>
          <a:xfrm>
            <a:off x="691487" y="1536174"/>
            <a:ext cx="10809026" cy="3785652"/>
          </a:xfrm>
          <a:prstGeom prst="rect">
            <a:avLst/>
          </a:prstGeom>
          <a:noFill/>
        </p:spPr>
        <p:txBody>
          <a:bodyPr wrap="square">
            <a:spAutoFit/>
          </a:bodyPr>
          <a:lstStyle/>
          <a:p>
            <a:pPr algn="l"/>
            <a:r>
              <a:rPr lang="es-ES" sz="2400" b="0" i="0" dirty="0">
                <a:solidFill>
                  <a:srgbClr val="007DC3"/>
                </a:solidFill>
                <a:effectLst/>
                <a:latin typeface="avenir-med"/>
              </a:rPr>
              <a:t>Usar la prueba de independencia ji cuadrado</a:t>
            </a:r>
          </a:p>
          <a:p>
            <a:pPr algn="l"/>
            <a:endParaRPr lang="es-ES" sz="2400" b="0" i="0" dirty="0">
              <a:solidFill>
                <a:srgbClr val="007DC3"/>
              </a:solidFill>
              <a:effectLst/>
              <a:latin typeface="avenir-med"/>
            </a:endParaRPr>
          </a:p>
          <a:p>
            <a:pPr algn="l"/>
            <a:r>
              <a:rPr lang="es-ES" sz="2400" b="0" i="0" dirty="0">
                <a:solidFill>
                  <a:srgbClr val="333333"/>
                </a:solidFill>
                <a:effectLst/>
                <a:latin typeface="Domine"/>
              </a:rPr>
              <a:t>La prueba de independencia ji cuadrado comprueba si es probable que dos variables estén o no relacionadas. Tenemos conteos de dos variables nominales o categóricas. También tenemos la noción de que ambas no están relacionadas. Esta prueba nos da una forma de decidir si esta noción es plausible o no.</a:t>
            </a:r>
          </a:p>
          <a:p>
            <a:pPr algn="l"/>
            <a:endParaRPr lang="es-ES" sz="2400" b="0" i="0" dirty="0">
              <a:solidFill>
                <a:srgbClr val="333333"/>
              </a:solidFill>
              <a:effectLst/>
              <a:latin typeface="Domine"/>
            </a:endParaRPr>
          </a:p>
          <a:p>
            <a:pPr algn="l"/>
            <a:r>
              <a:rPr lang="es-ES" sz="2400" b="0" i="0" dirty="0">
                <a:solidFill>
                  <a:srgbClr val="333333"/>
                </a:solidFill>
                <a:effectLst/>
                <a:latin typeface="Domine"/>
              </a:rPr>
              <a:t>Las siguientes secciones repasan lo que necesitamos para la prueba, cómo llevarla a cabo, cómo entender los resultados, detalles estadísticos y cómo interpretar valores p.</a:t>
            </a:r>
          </a:p>
        </p:txBody>
      </p:sp>
    </p:spTree>
    <p:extLst>
      <p:ext uri="{BB962C8B-B14F-4D97-AF65-F5344CB8AC3E}">
        <p14:creationId xmlns:p14="http://schemas.microsoft.com/office/powerpoint/2010/main" val="91348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4" name="CuadroTexto 3">
            <a:extLst>
              <a:ext uri="{FF2B5EF4-FFF2-40B4-BE49-F238E27FC236}">
                <a16:creationId xmlns:a16="http://schemas.microsoft.com/office/drawing/2014/main" id="{6537FDEA-717A-478A-A4C8-323B2D3DEC4C}"/>
              </a:ext>
            </a:extLst>
          </p:cNvPr>
          <p:cNvSpPr txBox="1"/>
          <p:nvPr/>
        </p:nvSpPr>
        <p:spPr>
          <a:xfrm>
            <a:off x="341194" y="616257"/>
            <a:ext cx="11477767" cy="6001643"/>
          </a:xfrm>
          <a:prstGeom prst="rect">
            <a:avLst/>
          </a:prstGeom>
          <a:noFill/>
        </p:spPr>
        <p:txBody>
          <a:bodyPr wrap="square">
            <a:spAutoFit/>
          </a:bodyPr>
          <a:lstStyle/>
          <a:p>
            <a:pPr algn="l"/>
            <a:r>
              <a:rPr lang="es-ES" sz="2400" b="1" i="0" dirty="0">
                <a:solidFill>
                  <a:srgbClr val="007DC3"/>
                </a:solidFill>
                <a:effectLst/>
                <a:latin typeface="avenir-light"/>
              </a:rPr>
              <a:t>¿Qué necesito?</a:t>
            </a:r>
          </a:p>
          <a:p>
            <a:pPr algn="l"/>
            <a:r>
              <a:rPr lang="es-ES" sz="2400" b="0" i="0" dirty="0">
                <a:solidFill>
                  <a:srgbClr val="333333"/>
                </a:solidFill>
                <a:effectLst/>
                <a:latin typeface="Domine"/>
              </a:rPr>
              <a:t>Para la prueba de independencia de ji cuadrado necesitamos dos variables. Nuestra idea es que ambas no guardan relación. He aquí un par de ejemplos:</a:t>
            </a:r>
          </a:p>
          <a:p>
            <a:pPr algn="l"/>
            <a:endParaRPr lang="es-ES" sz="2400" b="0" i="0" dirty="0">
              <a:solidFill>
                <a:srgbClr val="333333"/>
              </a:solidFill>
              <a:effectLst/>
              <a:latin typeface="Domine"/>
            </a:endParaRPr>
          </a:p>
          <a:p>
            <a:pPr marL="900113" indent="-342900" algn="l">
              <a:buFont typeface="Arial" panose="020B0604020202020204" pitchFamily="34" charset="0"/>
              <a:buChar char="•"/>
            </a:pPr>
            <a:r>
              <a:rPr lang="es-ES" sz="2400" dirty="0">
                <a:solidFill>
                  <a:srgbClr val="333333"/>
                </a:solidFill>
                <a:latin typeface="Domine"/>
              </a:rPr>
              <a:t>T</a:t>
            </a:r>
            <a:r>
              <a:rPr lang="es-ES" sz="2400" b="0" i="0" dirty="0">
                <a:solidFill>
                  <a:srgbClr val="333333"/>
                </a:solidFill>
                <a:effectLst/>
                <a:latin typeface="Domine"/>
              </a:rPr>
              <a:t>enemos una lista de géneros cinematográficos; es nuestra primera variable. La segunda variable es si los espectadores de estos géneros compran snacks en el cine o no. Nuestra idea (o en términos estadísticos, nuestra hipótesis nula) es que el tipo de película y la compra de snacks no guardan relación. El propietario del cine quiere estimar cuántos snacks comprar. Si género y snacks son independientes, la estimación será más sencilla que si el tipo de película afecta a las ventas de aperitivos.</a:t>
            </a:r>
          </a:p>
          <a:p>
            <a:pPr marL="900113" indent="-342900" algn="l">
              <a:buFont typeface="Arial" panose="020B0604020202020204" pitchFamily="34" charset="0"/>
              <a:buChar char="•"/>
            </a:pPr>
            <a:r>
              <a:rPr lang="es-ES" sz="2400" b="0" i="0" dirty="0">
                <a:solidFill>
                  <a:srgbClr val="333333"/>
                </a:solidFill>
                <a:effectLst/>
                <a:latin typeface="Domine"/>
              </a:rPr>
              <a:t>Una clínica veterinaria tiene una lista de las razas de perros que atienden. La segunda variable es si sus dueños les dan comida seca, enlatada o una combinación de ambas. Nuestra idea es que la raza de perro y el tipo de dieta son independientes. Si es el caso, la clínica puede hacer pedidos de alimento solo en función del número de perros, sin atender a su raza.</a:t>
            </a:r>
          </a:p>
        </p:txBody>
      </p:sp>
    </p:spTree>
    <p:extLst>
      <p:ext uri="{BB962C8B-B14F-4D97-AF65-F5344CB8AC3E}">
        <p14:creationId xmlns:p14="http://schemas.microsoft.com/office/powerpoint/2010/main" val="414734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4" name="CuadroTexto 3">
            <a:extLst>
              <a:ext uri="{FF2B5EF4-FFF2-40B4-BE49-F238E27FC236}">
                <a16:creationId xmlns:a16="http://schemas.microsoft.com/office/drawing/2014/main" id="{6381F98A-BFF6-4C86-B60D-39C278EDFAA2}"/>
              </a:ext>
            </a:extLst>
          </p:cNvPr>
          <p:cNvSpPr txBox="1"/>
          <p:nvPr/>
        </p:nvSpPr>
        <p:spPr>
          <a:xfrm>
            <a:off x="354842" y="1724252"/>
            <a:ext cx="11477767" cy="3416320"/>
          </a:xfrm>
          <a:prstGeom prst="rect">
            <a:avLst/>
          </a:prstGeom>
          <a:noFill/>
        </p:spPr>
        <p:txBody>
          <a:bodyPr wrap="square">
            <a:spAutoFit/>
          </a:bodyPr>
          <a:lstStyle/>
          <a:p>
            <a:pPr algn="l"/>
            <a:r>
              <a:rPr lang="es-ES" sz="2400" b="0" i="0" dirty="0">
                <a:solidFill>
                  <a:srgbClr val="333333"/>
                </a:solidFill>
                <a:effectLst/>
                <a:latin typeface="Domine"/>
              </a:rPr>
              <a:t>Para realizar una prueba válida necesitamos:</a:t>
            </a:r>
          </a:p>
          <a:p>
            <a:pPr algn="l"/>
            <a:endParaRPr lang="es-ES" sz="2400" b="0" i="0" dirty="0">
              <a:solidFill>
                <a:srgbClr val="333333"/>
              </a:solidFill>
              <a:effectLst/>
              <a:latin typeface="Domine"/>
            </a:endParaRPr>
          </a:p>
          <a:p>
            <a:pPr marL="723900" indent="-342900" algn="l">
              <a:buFont typeface="Arial" panose="020B0604020202020204" pitchFamily="34" charset="0"/>
              <a:buChar char="•"/>
            </a:pPr>
            <a:r>
              <a:rPr lang="es-ES" sz="2400" b="0" i="0" dirty="0">
                <a:solidFill>
                  <a:srgbClr val="333333"/>
                </a:solidFill>
                <a:effectLst/>
                <a:latin typeface="Domine"/>
              </a:rPr>
              <a:t>Valores de datos que son una muestra aleatoria simple de la población de interés.</a:t>
            </a:r>
          </a:p>
          <a:p>
            <a:pPr marL="723900" indent="-342900" algn="l">
              <a:buFont typeface="Arial" panose="020B0604020202020204" pitchFamily="34" charset="0"/>
              <a:buChar char="•"/>
            </a:pPr>
            <a:r>
              <a:rPr lang="es-ES" sz="2400" b="0" i="0" dirty="0">
                <a:solidFill>
                  <a:srgbClr val="333333"/>
                </a:solidFill>
                <a:effectLst/>
                <a:latin typeface="Domine"/>
              </a:rPr>
              <a:t>Dos variables categóricas o nominales. No use la prueba de independencia en variables continuas que definen las combinaciones de categoría. Sin embargo, los conteos de combinaciones de las dos variables categóricas serán continuos.</a:t>
            </a:r>
          </a:p>
          <a:p>
            <a:pPr marL="723900" indent="-342900" algn="l">
              <a:buFont typeface="Arial" panose="020B0604020202020204" pitchFamily="34" charset="0"/>
              <a:buChar char="•"/>
            </a:pPr>
            <a:r>
              <a:rPr lang="es-ES" sz="2400" b="0" i="0" dirty="0">
                <a:solidFill>
                  <a:srgbClr val="333333"/>
                </a:solidFill>
                <a:effectLst/>
                <a:latin typeface="Domine"/>
              </a:rPr>
              <a:t>Para cada combinación de niveles de las dos variables, necesitamos por lo menos cinco valores esperados. Cuando tenemos menos de cinco valores para cualquier combinación, los resultados de la prueba no son fiables.</a:t>
            </a:r>
          </a:p>
        </p:txBody>
      </p:sp>
    </p:spTree>
    <p:extLst>
      <p:ext uri="{BB962C8B-B14F-4D97-AF65-F5344CB8AC3E}">
        <p14:creationId xmlns:p14="http://schemas.microsoft.com/office/powerpoint/2010/main" val="3860020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3" name="Rectángulo 2">
            <a:extLst>
              <a:ext uri="{FF2B5EF4-FFF2-40B4-BE49-F238E27FC236}">
                <a16:creationId xmlns:a16="http://schemas.microsoft.com/office/drawing/2014/main" id="{2FFCD28D-6AB9-40D2-90A9-D883B03E3FC5}"/>
              </a:ext>
            </a:extLst>
          </p:cNvPr>
          <p:cNvSpPr/>
          <p:nvPr/>
        </p:nvSpPr>
        <p:spPr>
          <a:xfrm>
            <a:off x="411480" y="1184255"/>
            <a:ext cx="11399520" cy="4832092"/>
          </a:xfrm>
          <a:prstGeom prst="rect">
            <a:avLst/>
          </a:prstGeom>
          <a:noFill/>
        </p:spPr>
        <p:txBody>
          <a:bodyPr wrap="square" lIns="91440" tIns="45720" rIns="91440" bIns="45720">
            <a:spAutoFit/>
          </a:bodyPr>
          <a:lstStyle/>
          <a:p>
            <a:pPr marL="914400" indent="-914400" algn="just">
              <a:buAutoNum type="arabicPeriod"/>
            </a:pPr>
            <a:r>
              <a:rPr lang="es-ES" sz="4400" dirty="0">
                <a:ln w="0"/>
                <a:effectLst>
                  <a:outerShdw blurRad="38100" dist="19050" dir="2700000" algn="tl" rotWithShape="0">
                    <a:schemeClr val="dk1">
                      <a:alpha val="40000"/>
                    </a:schemeClr>
                  </a:outerShdw>
                </a:effectLst>
              </a:rPr>
              <a:t>Proponer las hipótesis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 y “H</a:t>
            </a:r>
            <a:r>
              <a:rPr lang="es-ES" sz="4400" baseline="-25000" dirty="0">
                <a:ln w="0"/>
                <a:effectLst>
                  <a:outerShdw blurRad="38100" dist="19050" dir="2700000" algn="tl" rotWithShape="0">
                    <a:schemeClr val="dk1">
                      <a:alpha val="40000"/>
                    </a:schemeClr>
                  </a:outerShdw>
                </a:effectLst>
              </a:rPr>
              <a:t>1</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b="0" cap="none" spc="0" dirty="0">
                <a:ln w="0"/>
                <a:solidFill>
                  <a:schemeClr val="tx1"/>
                </a:solidFill>
                <a:effectLst>
                  <a:outerShdw blurRad="38100" dist="19050" dir="2700000" algn="tl" rotWithShape="0">
                    <a:schemeClr val="dk1">
                      <a:alpha val="40000"/>
                    </a:schemeClr>
                  </a:outerShdw>
                </a:effectLst>
              </a:rPr>
              <a:t>Especificar la significación</a:t>
            </a:r>
          </a:p>
          <a:p>
            <a:pPr marL="914400" indent="-914400" algn="just">
              <a:buAutoNum type="arabicPeriod"/>
            </a:pPr>
            <a:r>
              <a:rPr lang="es-ES" sz="4400" dirty="0">
                <a:ln w="0"/>
                <a:effectLst>
                  <a:outerShdw blurRad="38100" dist="19050" dir="2700000" algn="tl" rotWithShape="0">
                    <a:schemeClr val="dk1">
                      <a:alpha val="40000"/>
                    </a:schemeClr>
                  </a:outerShdw>
                </a:effectLst>
              </a:rPr>
              <a:t>Calcular los valores críticos de prueba, definiendo la zona de aceptación y la zona de rechazo de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dirty="0">
                <a:ln w="0"/>
                <a:effectLst>
                  <a:outerShdw blurRad="38100" dist="19050" dir="2700000" algn="tl" rotWithShape="0">
                    <a:schemeClr val="dk1">
                      <a:alpha val="40000"/>
                    </a:schemeClr>
                  </a:outerShdw>
                </a:effectLst>
              </a:rPr>
              <a:t>Decisiones y Conclusiones</a:t>
            </a:r>
          </a:p>
          <a:p>
            <a:pPr marL="914400" indent="-914400" algn="just">
              <a:buAutoNum type="arabicPeriod"/>
            </a:pPr>
            <a:endParaRPr lang="es-ES" sz="4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62036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2" name="CuadroTexto 1">
            <a:extLst>
              <a:ext uri="{FF2B5EF4-FFF2-40B4-BE49-F238E27FC236}">
                <a16:creationId xmlns:a16="http://schemas.microsoft.com/office/drawing/2014/main" id="{A938F315-2C1F-4E07-BCBF-C90D19833214}"/>
              </a:ext>
            </a:extLst>
          </p:cNvPr>
          <p:cNvSpPr txBox="1"/>
          <p:nvPr/>
        </p:nvSpPr>
        <p:spPr>
          <a:xfrm>
            <a:off x="313899" y="1023582"/>
            <a:ext cx="11518710" cy="2308324"/>
          </a:xfrm>
          <a:prstGeom prst="rect">
            <a:avLst/>
          </a:prstGeom>
          <a:noFill/>
        </p:spPr>
        <p:txBody>
          <a:bodyPr wrap="square" rtlCol="0">
            <a:spAutoFit/>
          </a:bodyPr>
          <a:lstStyle/>
          <a:p>
            <a:r>
              <a:rPr lang="es-MX" sz="2400" dirty="0"/>
              <a:t>Para encontrar la Xi cuadrada crítica primero se calcula usando la tabla de xi cuadrada usando V(grados de libertad) = (filas -1) (columnas -1) y los grados de significación</a:t>
            </a:r>
          </a:p>
          <a:p>
            <a:endParaRPr lang="es-MX" sz="2400" dirty="0"/>
          </a:p>
          <a:p>
            <a:r>
              <a:rPr lang="es-MX" sz="2400" dirty="0"/>
              <a:t>Para encontrar Xi cuadrada de prueba se usa la siguiente fórmula;</a:t>
            </a:r>
          </a:p>
          <a:p>
            <a:endParaRPr lang="es-MX" sz="2400" dirty="0"/>
          </a:p>
          <a:p>
            <a:endParaRPr lang="es-NI" sz="2400" dirty="0"/>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F08FC735-D060-4CEA-80AA-3D945D4CEF5D}"/>
                  </a:ext>
                </a:extLst>
              </p:cNvPr>
              <p:cNvSpPr txBox="1"/>
              <p:nvPr/>
            </p:nvSpPr>
            <p:spPr>
              <a:xfrm>
                <a:off x="668740" y="2937639"/>
                <a:ext cx="2991588" cy="1394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z="2800" smtClean="0">
                              <a:solidFill>
                                <a:srgbClr val="836967"/>
                              </a:solidFill>
                              <a:latin typeface="Cambria Math" panose="02040503050406030204" pitchFamily="18" charset="0"/>
                            </a:rPr>
                          </m:ctrlPr>
                        </m:sSubSupPr>
                        <m:e>
                          <m:r>
                            <a:rPr lang="es-NI" sz="2800" i="1">
                              <a:latin typeface="Cambria Math" panose="02040503050406030204" pitchFamily="18" charset="0"/>
                            </a:rPr>
                            <m:t>𝑥</m:t>
                          </m:r>
                        </m:e>
                        <m:sub>
                          <m:r>
                            <a:rPr lang="es-NI" sz="2800" i="1">
                              <a:latin typeface="Cambria Math" panose="02040503050406030204" pitchFamily="18" charset="0"/>
                            </a:rPr>
                            <m:t>𝑝</m:t>
                          </m:r>
                        </m:sub>
                        <m:sup>
                          <m:r>
                            <a:rPr lang="es-NI" sz="2800" i="0">
                              <a:latin typeface="Cambria Math" panose="02040503050406030204" pitchFamily="18" charset="0"/>
                            </a:rPr>
                            <m:t>2</m:t>
                          </m:r>
                        </m:sup>
                      </m:sSubSup>
                      <m:r>
                        <a:rPr lang="es-NI" sz="2800" i="0">
                          <a:latin typeface="Cambria Math" panose="02040503050406030204" pitchFamily="18" charset="0"/>
                        </a:rPr>
                        <m:t>=</m:t>
                      </m:r>
                      <m:nary>
                        <m:naryPr>
                          <m:chr m:val="∑"/>
                          <m:grow m:val="on"/>
                          <m:subHide m:val="on"/>
                          <m:supHide m:val="on"/>
                          <m:ctrlPr>
                            <a:rPr lang="es-NI" sz="2800" i="1">
                              <a:latin typeface="Cambria Math" panose="02040503050406030204" pitchFamily="18" charset="0"/>
                            </a:rPr>
                          </m:ctrlPr>
                        </m:naryPr>
                        <m:sub/>
                        <m:sup/>
                        <m:e>
                          <m:f>
                            <m:fPr>
                              <m:ctrlPr>
                                <a:rPr lang="es-NI" sz="2800" i="1">
                                  <a:solidFill>
                                    <a:srgbClr val="836967"/>
                                  </a:solidFill>
                                  <a:latin typeface="Cambria Math" panose="02040503050406030204" pitchFamily="18" charset="0"/>
                                </a:rPr>
                              </m:ctrlPr>
                            </m:fPr>
                            <m:num>
                              <m:sSup>
                                <m:sSupPr>
                                  <m:ctrlPr>
                                    <a:rPr lang="es-NI" sz="2800" i="1">
                                      <a:solidFill>
                                        <a:srgbClr val="836967"/>
                                      </a:solidFill>
                                      <a:latin typeface="Cambria Math" panose="02040503050406030204" pitchFamily="18" charset="0"/>
                                    </a:rPr>
                                  </m:ctrlPr>
                                </m:sSupPr>
                                <m:e>
                                  <m:d>
                                    <m:dPr>
                                      <m:ctrlPr>
                                        <a:rPr lang="es-NI" sz="2800" i="1">
                                          <a:solidFill>
                                            <a:srgbClr val="836967"/>
                                          </a:solidFill>
                                          <a:latin typeface="Cambria Math" panose="02040503050406030204" pitchFamily="18" charset="0"/>
                                        </a:rPr>
                                      </m:ctrlPr>
                                    </m:dPr>
                                    <m:e>
                                      <m:r>
                                        <m:rPr>
                                          <m:sty m:val="p"/>
                                        </m:rPr>
                                        <a:rPr lang="es-MX" sz="2800" b="0" i="0" smtClean="0">
                                          <a:solidFill>
                                            <a:srgbClr val="836967"/>
                                          </a:solidFill>
                                          <a:latin typeface="Cambria Math" panose="02040503050406030204" pitchFamily="18" charset="0"/>
                                        </a:rPr>
                                        <m:t>o</m:t>
                                      </m:r>
                                      <m:r>
                                        <a:rPr lang="es-NI" sz="2800" i="0">
                                          <a:latin typeface="Cambria Math" panose="02040503050406030204" pitchFamily="18" charset="0"/>
                                        </a:rPr>
                                        <m:t>−ⅇ</m:t>
                                      </m:r>
                                    </m:e>
                                  </m:d>
                                </m:e>
                                <m:sup>
                                  <m:r>
                                    <a:rPr lang="es-NI" sz="2800" i="0">
                                      <a:latin typeface="Cambria Math" panose="02040503050406030204" pitchFamily="18" charset="0"/>
                                    </a:rPr>
                                    <m:t>2</m:t>
                                  </m:r>
                                </m:sup>
                              </m:sSup>
                            </m:num>
                            <m:den>
                              <m:r>
                                <a:rPr lang="es-NI" sz="2800" i="0">
                                  <a:latin typeface="Cambria Math" panose="02040503050406030204" pitchFamily="18" charset="0"/>
                                </a:rPr>
                                <m:t>ⅇ</m:t>
                              </m:r>
                            </m:den>
                          </m:f>
                        </m:e>
                      </m:nary>
                    </m:oMath>
                  </m:oMathPara>
                </a14:m>
                <a:endParaRPr lang="es-NI" sz="2800" dirty="0"/>
              </a:p>
            </p:txBody>
          </p:sp>
        </mc:Choice>
        <mc:Fallback>
          <p:sp>
            <p:nvSpPr>
              <p:cNvPr id="3" name="CuadroTexto 2">
                <a:extLst>
                  <a:ext uri="{FF2B5EF4-FFF2-40B4-BE49-F238E27FC236}">
                    <a16:creationId xmlns:a16="http://schemas.microsoft.com/office/drawing/2014/main" id="{F08FC735-D060-4CEA-80AA-3D945D4CEF5D}"/>
                  </a:ext>
                </a:extLst>
              </p:cNvPr>
              <p:cNvSpPr txBox="1">
                <a:spLocks noRot="1" noChangeAspect="1" noMove="1" noResize="1" noEditPoints="1" noAdjustHandles="1" noChangeArrowheads="1" noChangeShapeType="1" noTextEdit="1"/>
              </p:cNvSpPr>
              <p:nvPr/>
            </p:nvSpPr>
            <p:spPr>
              <a:xfrm>
                <a:off x="668740" y="2937639"/>
                <a:ext cx="2991588" cy="1394036"/>
              </a:xfrm>
              <a:prstGeom prst="rect">
                <a:avLst/>
              </a:prstGeom>
              <a:blipFill>
                <a:blip r:embed="rId2"/>
                <a:stretch>
                  <a:fillRect/>
                </a:stretch>
              </a:blipFill>
            </p:spPr>
            <p:txBody>
              <a:bodyPr/>
              <a:lstStyle/>
              <a:p>
                <a:r>
                  <a:rPr lang="es-NI">
                    <a:noFill/>
                  </a:rPr>
                  <a:t> </a:t>
                </a:r>
              </a:p>
            </p:txBody>
          </p:sp>
        </mc:Fallback>
      </mc:AlternateContent>
      <p:sp>
        <p:nvSpPr>
          <p:cNvPr id="6" name="CuadroTexto 5">
            <a:extLst>
              <a:ext uri="{FF2B5EF4-FFF2-40B4-BE49-F238E27FC236}">
                <a16:creationId xmlns:a16="http://schemas.microsoft.com/office/drawing/2014/main" id="{B2EC2178-B6A1-418C-887F-892BBCA4397A}"/>
              </a:ext>
            </a:extLst>
          </p:cNvPr>
          <p:cNvSpPr txBox="1"/>
          <p:nvPr/>
        </p:nvSpPr>
        <p:spPr>
          <a:xfrm>
            <a:off x="4570180" y="2937639"/>
            <a:ext cx="7237862" cy="3046988"/>
          </a:xfrm>
          <a:prstGeom prst="rect">
            <a:avLst/>
          </a:prstGeom>
          <a:noFill/>
        </p:spPr>
        <p:txBody>
          <a:bodyPr wrap="square" rtlCol="0">
            <a:spAutoFit/>
          </a:bodyPr>
          <a:lstStyle/>
          <a:p>
            <a:r>
              <a:rPr lang="es-MX" sz="2400" dirty="0"/>
              <a:t>O = valores observados, son los valores dados en la tabla del problema</a:t>
            </a:r>
          </a:p>
          <a:p>
            <a:endParaRPr lang="es-MX" sz="2400" dirty="0"/>
          </a:p>
          <a:p>
            <a:r>
              <a:rPr lang="es-MX" sz="2400" dirty="0"/>
              <a:t>e = valores esperados, se calculan multiplicando el total de la fila donde está el valor,. Por el total de su fila Y se divide entre el total</a:t>
            </a:r>
          </a:p>
          <a:p>
            <a:endParaRPr lang="es-MX" sz="2400" dirty="0"/>
          </a:p>
          <a:p>
            <a:endParaRPr lang="es-NI" sz="2400" dirty="0"/>
          </a:p>
        </p:txBody>
      </p:sp>
    </p:spTree>
    <p:extLst>
      <p:ext uri="{BB962C8B-B14F-4D97-AF65-F5344CB8AC3E}">
        <p14:creationId xmlns:p14="http://schemas.microsoft.com/office/powerpoint/2010/main" val="1306353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1457467" y="133555"/>
            <a:ext cx="9312890" cy="584775"/>
          </a:xfrm>
          <a:prstGeom prst="rect">
            <a:avLst/>
          </a:prstGeom>
          <a:noFill/>
        </p:spPr>
        <p:txBody>
          <a:bodyPr wrap="square">
            <a:spAutoFit/>
          </a:bodyPr>
          <a:lstStyle/>
          <a:p>
            <a:pPr algn="l"/>
            <a:r>
              <a:rPr lang="es-ES" sz="3200" b="1" i="0" dirty="0">
                <a:solidFill>
                  <a:srgbClr val="194573"/>
                </a:solidFill>
                <a:effectLst/>
                <a:latin typeface="avenir-med"/>
              </a:rPr>
              <a:t>EJEMPLO: Prueba de independencia de ji cuadrado</a:t>
            </a:r>
          </a:p>
        </p:txBody>
      </p:sp>
      <p:sp>
        <p:nvSpPr>
          <p:cNvPr id="4" name="CuadroTexto 3">
            <a:extLst>
              <a:ext uri="{FF2B5EF4-FFF2-40B4-BE49-F238E27FC236}">
                <a16:creationId xmlns:a16="http://schemas.microsoft.com/office/drawing/2014/main" id="{FE9896C2-1F56-471B-AD94-CD5F0CE7639B}"/>
              </a:ext>
            </a:extLst>
          </p:cNvPr>
          <p:cNvSpPr txBox="1"/>
          <p:nvPr/>
        </p:nvSpPr>
        <p:spPr>
          <a:xfrm>
            <a:off x="370764" y="720831"/>
            <a:ext cx="11450471" cy="830997"/>
          </a:xfrm>
          <a:prstGeom prst="rect">
            <a:avLst/>
          </a:prstGeom>
          <a:noFill/>
        </p:spPr>
        <p:txBody>
          <a:bodyPr wrap="square">
            <a:spAutoFit/>
          </a:bodyPr>
          <a:lstStyle/>
          <a:p>
            <a:r>
              <a:rPr lang="es-NI" sz="2400" dirty="0"/>
              <a:t>Para estudiar la dependencia entre la práctica de algún deporte y la depresión se seleccionó una muestra aleatoria simple de 100 jóvenes con los siguientes resultados</a:t>
            </a:r>
          </a:p>
        </p:txBody>
      </p:sp>
      <p:graphicFrame>
        <p:nvGraphicFramePr>
          <p:cNvPr id="3" name="Tabla 5">
            <a:extLst>
              <a:ext uri="{FF2B5EF4-FFF2-40B4-BE49-F238E27FC236}">
                <a16:creationId xmlns:a16="http://schemas.microsoft.com/office/drawing/2014/main" id="{31C5043F-2221-43C4-9F62-F57482B1BF36}"/>
              </a:ext>
            </a:extLst>
          </p:cNvPr>
          <p:cNvGraphicFramePr>
            <a:graphicFrameLocks noGrp="1"/>
          </p:cNvGraphicFramePr>
          <p:nvPr>
            <p:extLst>
              <p:ext uri="{D42A27DB-BD31-4B8C-83A1-F6EECF244321}">
                <p14:modId xmlns:p14="http://schemas.microsoft.com/office/powerpoint/2010/main" val="3295726110"/>
              </p:ext>
            </p:extLst>
          </p:nvPr>
        </p:nvGraphicFramePr>
        <p:xfrm>
          <a:off x="370764" y="1781867"/>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t>38</a:t>
                      </a:r>
                      <a:endParaRPr lang="es-NI" dirty="0"/>
                    </a:p>
                  </a:txBody>
                  <a:tcPr/>
                </a:tc>
                <a:tc>
                  <a:txBody>
                    <a:bodyPr/>
                    <a:lstStyle/>
                    <a:p>
                      <a:r>
                        <a:rPr lang="es-MX" dirty="0"/>
                        <a:t>9</a:t>
                      </a:r>
                      <a:endParaRPr lang="es-NI" dirty="0"/>
                    </a:p>
                  </a:txBody>
                  <a:tcPr/>
                </a:tc>
                <a:tc>
                  <a:txBody>
                    <a:bodyPr/>
                    <a:lstStyle/>
                    <a:p>
                      <a:r>
                        <a:rPr lang="es-MX" dirty="0"/>
                        <a:t>47</a:t>
                      </a:r>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t>31</a:t>
                      </a:r>
                      <a:endParaRPr lang="es-NI" dirty="0"/>
                    </a:p>
                  </a:txBody>
                  <a:tcPr/>
                </a:tc>
                <a:tc>
                  <a:txBody>
                    <a:bodyPr/>
                    <a:lstStyle/>
                    <a:p>
                      <a:r>
                        <a:rPr lang="es-MX" dirty="0"/>
                        <a:t>22</a:t>
                      </a:r>
                      <a:endParaRPr lang="es-NI" dirty="0"/>
                    </a:p>
                  </a:txBody>
                  <a:tcPr/>
                </a:tc>
                <a:tc>
                  <a:txBody>
                    <a:bodyPr/>
                    <a:lstStyle/>
                    <a:p>
                      <a:r>
                        <a:rPr lang="es-MX" dirty="0"/>
                        <a:t>53</a:t>
                      </a:r>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r>
                        <a:rPr lang="es-MX" dirty="0"/>
                        <a:t>69</a:t>
                      </a:r>
                      <a:endParaRPr lang="es-NI" dirty="0"/>
                    </a:p>
                  </a:txBody>
                  <a:tcPr/>
                </a:tc>
                <a:tc>
                  <a:txBody>
                    <a:bodyPr/>
                    <a:lstStyle/>
                    <a:p>
                      <a:r>
                        <a:rPr lang="es-MX" dirty="0"/>
                        <a:t>31</a:t>
                      </a:r>
                      <a:endParaRPr lang="es-NI" dirty="0"/>
                    </a:p>
                  </a:txBody>
                  <a:tcPr/>
                </a:tc>
                <a:tc>
                  <a:txBody>
                    <a:bodyPr/>
                    <a:lstStyle/>
                    <a:p>
                      <a:r>
                        <a:rPr lang="es-MX" dirty="0"/>
                        <a:t>100</a:t>
                      </a:r>
                      <a:endParaRPr lang="es-NI" dirty="0"/>
                    </a:p>
                  </a:txBody>
                  <a:tcPr/>
                </a:tc>
                <a:extLst>
                  <a:ext uri="{0D108BD9-81ED-4DB2-BD59-A6C34878D82A}">
                    <a16:rowId xmlns:a16="http://schemas.microsoft.com/office/drawing/2014/main" val="4105268154"/>
                  </a:ext>
                </a:extLst>
              </a:tr>
            </a:tbl>
          </a:graphicData>
        </a:graphic>
      </p:graphicFrame>
      <p:sp>
        <p:nvSpPr>
          <p:cNvPr id="8" name="CuadroTexto 7">
            <a:extLst>
              <a:ext uri="{FF2B5EF4-FFF2-40B4-BE49-F238E27FC236}">
                <a16:creationId xmlns:a16="http://schemas.microsoft.com/office/drawing/2014/main" id="{FB9AD4D9-F908-445B-ADA0-F0896223F41B}"/>
              </a:ext>
            </a:extLst>
          </p:cNvPr>
          <p:cNvSpPr txBox="1"/>
          <p:nvPr/>
        </p:nvSpPr>
        <p:spPr>
          <a:xfrm>
            <a:off x="6157227" y="1586782"/>
            <a:ext cx="5825507" cy="1200329"/>
          </a:xfrm>
          <a:prstGeom prst="rect">
            <a:avLst/>
          </a:prstGeom>
          <a:noFill/>
        </p:spPr>
        <p:txBody>
          <a:bodyPr wrap="square">
            <a:spAutoFit/>
          </a:bodyPr>
          <a:lstStyle/>
          <a:p>
            <a:r>
              <a:rPr lang="es-NI" sz="2400" dirty="0"/>
              <a:t>Indicar si existe dependencia entre practicar deporte y el estado de ánimo, con una significancia del 5%</a:t>
            </a:r>
          </a:p>
        </p:txBody>
      </p:sp>
    </p:spTree>
    <p:extLst>
      <p:ext uri="{BB962C8B-B14F-4D97-AF65-F5344CB8AC3E}">
        <p14:creationId xmlns:p14="http://schemas.microsoft.com/office/powerpoint/2010/main" val="3890796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1457467" y="133555"/>
            <a:ext cx="9312890" cy="584775"/>
          </a:xfrm>
          <a:prstGeom prst="rect">
            <a:avLst/>
          </a:prstGeom>
          <a:noFill/>
        </p:spPr>
        <p:txBody>
          <a:bodyPr wrap="square">
            <a:spAutoFit/>
          </a:bodyPr>
          <a:lstStyle/>
          <a:p>
            <a:pPr algn="l"/>
            <a:r>
              <a:rPr lang="es-ES" sz="3200" b="1" i="0" dirty="0">
                <a:solidFill>
                  <a:srgbClr val="194573"/>
                </a:solidFill>
                <a:effectLst/>
                <a:latin typeface="avenir-med"/>
              </a:rPr>
              <a:t>EJEMPLO: Prueba de independencia de ji cuadrado</a:t>
            </a:r>
          </a:p>
        </p:txBody>
      </p:sp>
      <p:sp>
        <p:nvSpPr>
          <p:cNvPr id="4" name="CuadroTexto 3">
            <a:extLst>
              <a:ext uri="{FF2B5EF4-FFF2-40B4-BE49-F238E27FC236}">
                <a16:creationId xmlns:a16="http://schemas.microsoft.com/office/drawing/2014/main" id="{FE9896C2-1F56-471B-AD94-CD5F0CE7639B}"/>
              </a:ext>
            </a:extLst>
          </p:cNvPr>
          <p:cNvSpPr txBox="1"/>
          <p:nvPr/>
        </p:nvSpPr>
        <p:spPr>
          <a:xfrm>
            <a:off x="370764" y="720831"/>
            <a:ext cx="11450471" cy="830997"/>
          </a:xfrm>
          <a:prstGeom prst="rect">
            <a:avLst/>
          </a:prstGeom>
          <a:noFill/>
        </p:spPr>
        <p:txBody>
          <a:bodyPr wrap="square">
            <a:spAutoFit/>
          </a:bodyPr>
          <a:lstStyle/>
          <a:p>
            <a:r>
              <a:rPr lang="es-NI" sz="2400" dirty="0"/>
              <a:t>Para estudiar la dependencia entre la práctica de algún deporte y la depresión se seleccionó una muestra aleatoria simple de 100 jóvenes con los siguientes resultados</a:t>
            </a:r>
          </a:p>
        </p:txBody>
      </p:sp>
      <p:graphicFrame>
        <p:nvGraphicFramePr>
          <p:cNvPr id="3" name="Tabla 5">
            <a:extLst>
              <a:ext uri="{FF2B5EF4-FFF2-40B4-BE49-F238E27FC236}">
                <a16:creationId xmlns:a16="http://schemas.microsoft.com/office/drawing/2014/main" id="{31C5043F-2221-43C4-9F62-F57482B1BF36}"/>
              </a:ext>
            </a:extLst>
          </p:cNvPr>
          <p:cNvGraphicFramePr>
            <a:graphicFrameLocks noGrp="1"/>
          </p:cNvGraphicFramePr>
          <p:nvPr/>
        </p:nvGraphicFramePr>
        <p:xfrm>
          <a:off x="370764" y="1781867"/>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t>38</a:t>
                      </a:r>
                      <a:endParaRPr lang="es-NI" dirty="0"/>
                    </a:p>
                  </a:txBody>
                  <a:tcPr/>
                </a:tc>
                <a:tc>
                  <a:txBody>
                    <a:bodyPr/>
                    <a:lstStyle/>
                    <a:p>
                      <a:r>
                        <a:rPr lang="es-MX" dirty="0"/>
                        <a:t>9</a:t>
                      </a:r>
                      <a:endParaRPr lang="es-NI" dirty="0"/>
                    </a:p>
                  </a:txBody>
                  <a:tcPr/>
                </a:tc>
                <a:tc>
                  <a:txBody>
                    <a:bodyPr/>
                    <a:lstStyle/>
                    <a:p>
                      <a:r>
                        <a:rPr lang="es-MX" dirty="0"/>
                        <a:t>47</a:t>
                      </a:r>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t>31</a:t>
                      </a:r>
                      <a:endParaRPr lang="es-NI" dirty="0"/>
                    </a:p>
                  </a:txBody>
                  <a:tcPr/>
                </a:tc>
                <a:tc>
                  <a:txBody>
                    <a:bodyPr/>
                    <a:lstStyle/>
                    <a:p>
                      <a:r>
                        <a:rPr lang="es-MX" dirty="0"/>
                        <a:t>22</a:t>
                      </a:r>
                      <a:endParaRPr lang="es-NI" dirty="0"/>
                    </a:p>
                  </a:txBody>
                  <a:tcPr/>
                </a:tc>
                <a:tc>
                  <a:txBody>
                    <a:bodyPr/>
                    <a:lstStyle/>
                    <a:p>
                      <a:r>
                        <a:rPr lang="es-MX" dirty="0"/>
                        <a:t>53</a:t>
                      </a:r>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r>
                        <a:rPr lang="es-MX" dirty="0"/>
                        <a:t>69</a:t>
                      </a:r>
                      <a:endParaRPr lang="es-NI" dirty="0"/>
                    </a:p>
                  </a:txBody>
                  <a:tcPr/>
                </a:tc>
                <a:tc>
                  <a:txBody>
                    <a:bodyPr/>
                    <a:lstStyle/>
                    <a:p>
                      <a:r>
                        <a:rPr lang="es-MX" dirty="0"/>
                        <a:t>31</a:t>
                      </a:r>
                      <a:endParaRPr lang="es-NI" dirty="0"/>
                    </a:p>
                  </a:txBody>
                  <a:tcPr/>
                </a:tc>
                <a:tc>
                  <a:txBody>
                    <a:bodyPr/>
                    <a:lstStyle/>
                    <a:p>
                      <a:r>
                        <a:rPr lang="es-MX" dirty="0"/>
                        <a:t>100</a:t>
                      </a:r>
                      <a:endParaRPr lang="es-NI" dirty="0"/>
                    </a:p>
                  </a:txBody>
                  <a:tcPr/>
                </a:tc>
                <a:extLst>
                  <a:ext uri="{0D108BD9-81ED-4DB2-BD59-A6C34878D82A}">
                    <a16:rowId xmlns:a16="http://schemas.microsoft.com/office/drawing/2014/main" val="4105268154"/>
                  </a:ext>
                </a:extLst>
              </a:tr>
            </a:tbl>
          </a:graphicData>
        </a:graphic>
      </p:graphicFrame>
      <p:sp>
        <p:nvSpPr>
          <p:cNvPr id="7" name="CuadroTexto 6">
            <a:extLst>
              <a:ext uri="{FF2B5EF4-FFF2-40B4-BE49-F238E27FC236}">
                <a16:creationId xmlns:a16="http://schemas.microsoft.com/office/drawing/2014/main" id="{FC56C9F1-951F-4532-BE25-BE37C4A604F7}"/>
              </a:ext>
            </a:extLst>
          </p:cNvPr>
          <p:cNvSpPr txBox="1"/>
          <p:nvPr/>
        </p:nvSpPr>
        <p:spPr>
          <a:xfrm>
            <a:off x="110414" y="3990321"/>
            <a:ext cx="6184710" cy="2308324"/>
          </a:xfrm>
          <a:prstGeom prst="rect">
            <a:avLst/>
          </a:prstGeom>
          <a:noFill/>
        </p:spPr>
        <p:txBody>
          <a:bodyPr wrap="square" rtlCol="0">
            <a:spAutoFit/>
          </a:bodyPr>
          <a:lstStyle/>
          <a:p>
            <a:r>
              <a:rPr lang="es-ES" sz="2400" b="1" dirty="0"/>
              <a:t>Paso 1</a:t>
            </a:r>
            <a:r>
              <a:rPr lang="es-ES" sz="2400" dirty="0"/>
              <a:t>: Proponer las hipótesis “H</a:t>
            </a:r>
            <a:r>
              <a:rPr lang="es-ES" sz="2400" baseline="-25000" dirty="0"/>
              <a:t>0</a:t>
            </a:r>
            <a:r>
              <a:rPr lang="es-ES" sz="2400" dirty="0"/>
              <a:t>” y “H</a:t>
            </a:r>
            <a:r>
              <a:rPr lang="es-ES" sz="2400" baseline="-25000" dirty="0"/>
              <a:t>1</a:t>
            </a:r>
            <a:r>
              <a:rPr lang="es-ES" sz="2400" dirty="0"/>
              <a:t>”</a:t>
            </a:r>
          </a:p>
          <a:p>
            <a:endParaRPr lang="es-ES" sz="2400" dirty="0"/>
          </a:p>
          <a:p>
            <a:r>
              <a:rPr lang="es-ES" sz="2400" dirty="0"/>
              <a:t>H</a:t>
            </a:r>
            <a:r>
              <a:rPr lang="es-ES" sz="2400" baseline="-25000" dirty="0"/>
              <a:t>0</a:t>
            </a:r>
            <a:r>
              <a:rPr lang="es-ES" sz="2400" dirty="0"/>
              <a:t>: El practicar deportes y el estado de ánimo son independientes</a:t>
            </a:r>
          </a:p>
          <a:p>
            <a:r>
              <a:rPr lang="es-ES" sz="2400" dirty="0"/>
              <a:t>H</a:t>
            </a:r>
            <a:r>
              <a:rPr lang="es-ES" sz="2400" baseline="-25000" dirty="0"/>
              <a:t>1</a:t>
            </a:r>
            <a:r>
              <a:rPr lang="es-ES" sz="2400" dirty="0"/>
              <a:t>: El practicar deportes y el estado de ánimo son dependientes</a:t>
            </a:r>
          </a:p>
        </p:txBody>
      </p:sp>
      <p:sp>
        <p:nvSpPr>
          <p:cNvPr id="6" name="CuadroTexto 5">
            <a:extLst>
              <a:ext uri="{FF2B5EF4-FFF2-40B4-BE49-F238E27FC236}">
                <a16:creationId xmlns:a16="http://schemas.microsoft.com/office/drawing/2014/main" id="{9D39603A-F79B-49B1-900E-2DF8D7C30194}"/>
              </a:ext>
            </a:extLst>
          </p:cNvPr>
          <p:cNvSpPr txBox="1"/>
          <p:nvPr/>
        </p:nvSpPr>
        <p:spPr>
          <a:xfrm>
            <a:off x="6295124" y="3990321"/>
            <a:ext cx="5687610" cy="830997"/>
          </a:xfrm>
          <a:prstGeom prst="rect">
            <a:avLst/>
          </a:prstGeom>
          <a:noFill/>
        </p:spPr>
        <p:txBody>
          <a:bodyPr wrap="square" rtlCol="0">
            <a:spAutoFit/>
          </a:bodyPr>
          <a:lstStyle/>
          <a:p>
            <a:r>
              <a:rPr lang="es-ES" sz="2400" b="1" dirty="0"/>
              <a:t>Paso 2</a:t>
            </a:r>
            <a:r>
              <a:rPr lang="es-ES" sz="2400" dirty="0"/>
              <a:t>: Especificar la significación</a:t>
            </a:r>
          </a:p>
          <a:p>
            <a:endParaRPr lang="es-ES" sz="2400" dirty="0"/>
          </a:p>
        </p:txBody>
      </p:sp>
      <p:sp>
        <p:nvSpPr>
          <p:cNvPr id="8" name="CuadroTexto 7">
            <a:extLst>
              <a:ext uri="{FF2B5EF4-FFF2-40B4-BE49-F238E27FC236}">
                <a16:creationId xmlns:a16="http://schemas.microsoft.com/office/drawing/2014/main" id="{8C821C60-FAC1-4A79-BF02-7D938244EA7F}"/>
              </a:ext>
            </a:extLst>
          </p:cNvPr>
          <p:cNvSpPr txBox="1"/>
          <p:nvPr/>
        </p:nvSpPr>
        <p:spPr>
          <a:xfrm>
            <a:off x="6157227" y="1586782"/>
            <a:ext cx="5825507" cy="1200329"/>
          </a:xfrm>
          <a:prstGeom prst="rect">
            <a:avLst/>
          </a:prstGeom>
          <a:noFill/>
        </p:spPr>
        <p:txBody>
          <a:bodyPr wrap="square">
            <a:spAutoFit/>
          </a:bodyPr>
          <a:lstStyle/>
          <a:p>
            <a:r>
              <a:rPr lang="es-NI" sz="2400" dirty="0"/>
              <a:t>Indicar si existe dependencia entre practicar deporte y el estado de ánimo, con una significancia del 5%</a:t>
            </a:r>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42EDB2C5-7661-43F5-BF11-A6FDD923F9EA}"/>
                  </a:ext>
                </a:extLst>
              </p:cNvPr>
              <p:cNvSpPr txBox="1"/>
              <p:nvPr/>
            </p:nvSpPr>
            <p:spPr>
              <a:xfrm>
                <a:off x="8106770" y="5086552"/>
                <a:ext cx="1235018"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NI" sz="2400" i="1" smtClean="0">
                          <a:latin typeface="Cambria Math" panose="02040503050406030204" pitchFamily="18" charset="0"/>
                        </a:rPr>
                        <m:t>𝛼</m:t>
                      </m:r>
                      <m:r>
                        <a:rPr lang="es-NI" sz="2400" i="0">
                          <a:latin typeface="Cambria Math" panose="02040503050406030204" pitchFamily="18" charset="0"/>
                        </a:rPr>
                        <m:t>=0.05</m:t>
                      </m:r>
                    </m:oMath>
                  </m:oMathPara>
                </a14:m>
                <a:endParaRPr lang="es-NI" sz="2400" dirty="0"/>
              </a:p>
            </p:txBody>
          </p:sp>
        </mc:Choice>
        <mc:Fallback>
          <p:sp>
            <p:nvSpPr>
              <p:cNvPr id="9" name="CuadroTexto 8">
                <a:extLst>
                  <a:ext uri="{FF2B5EF4-FFF2-40B4-BE49-F238E27FC236}">
                    <a16:creationId xmlns:a16="http://schemas.microsoft.com/office/drawing/2014/main" id="{42EDB2C5-7661-43F5-BF11-A6FDD923F9EA}"/>
                  </a:ext>
                </a:extLst>
              </p:cNvPr>
              <p:cNvSpPr txBox="1">
                <a:spLocks noRot="1" noChangeAspect="1" noMove="1" noResize="1" noEditPoints="1" noAdjustHandles="1" noChangeArrowheads="1" noChangeShapeType="1" noTextEdit="1"/>
              </p:cNvSpPr>
              <p:nvPr/>
            </p:nvSpPr>
            <p:spPr>
              <a:xfrm>
                <a:off x="8106770" y="5086552"/>
                <a:ext cx="1235018" cy="369332"/>
              </a:xfrm>
              <a:prstGeom prst="rect">
                <a:avLst/>
              </a:prstGeom>
              <a:blipFill>
                <a:blip r:embed="rId2"/>
                <a:stretch>
                  <a:fillRect l="-3465" r="-6436" b="-8197"/>
                </a:stretch>
              </a:blipFill>
            </p:spPr>
            <p:txBody>
              <a:bodyPr/>
              <a:lstStyle/>
              <a:p>
                <a:r>
                  <a:rPr lang="es-NI">
                    <a:noFill/>
                  </a:rPr>
                  <a:t> </a:t>
                </a:r>
              </a:p>
            </p:txBody>
          </p:sp>
        </mc:Fallback>
      </mc:AlternateContent>
    </p:spTree>
    <p:extLst>
      <p:ext uri="{BB962C8B-B14F-4D97-AF65-F5344CB8AC3E}">
        <p14:creationId xmlns:p14="http://schemas.microsoft.com/office/powerpoint/2010/main" val="957707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3" name="CuadroTexto 2">
            <a:extLst>
              <a:ext uri="{FF2B5EF4-FFF2-40B4-BE49-F238E27FC236}">
                <a16:creationId xmlns:a16="http://schemas.microsoft.com/office/drawing/2014/main" id="{557243DB-9EE1-4F21-A9E4-B2BFB86E321E}"/>
              </a:ext>
            </a:extLst>
          </p:cNvPr>
          <p:cNvSpPr txBox="1"/>
          <p:nvPr/>
        </p:nvSpPr>
        <p:spPr>
          <a:xfrm>
            <a:off x="370764" y="720831"/>
            <a:ext cx="11450471" cy="1200329"/>
          </a:xfrm>
          <a:prstGeom prst="rect">
            <a:avLst/>
          </a:prstGeom>
          <a:noFill/>
        </p:spPr>
        <p:txBody>
          <a:bodyPr wrap="square" rtlCol="0">
            <a:spAutoFit/>
          </a:bodyPr>
          <a:lstStyle/>
          <a:p>
            <a:r>
              <a:rPr lang="es-ES" sz="2400" b="1" dirty="0"/>
              <a:t>Paso 2</a:t>
            </a:r>
            <a:r>
              <a:rPr lang="es-ES" sz="2400" dirty="0"/>
              <a:t>: Calcular los valores críticos de prueba, definiendo la zona de aceptación y la zona de rechazo de “H</a:t>
            </a:r>
            <a:r>
              <a:rPr lang="es-ES" sz="2400" baseline="-25000" dirty="0"/>
              <a:t>0</a:t>
            </a:r>
            <a:r>
              <a:rPr lang="es-ES" sz="2400" dirty="0"/>
              <a:t>”</a:t>
            </a:r>
          </a:p>
          <a:p>
            <a:endParaRPr lang="es-ES" sz="2400" dirty="0"/>
          </a:p>
        </p:txBody>
      </p:sp>
      <p:sp>
        <p:nvSpPr>
          <p:cNvPr id="2" name="CuadroTexto 1">
            <a:extLst>
              <a:ext uri="{FF2B5EF4-FFF2-40B4-BE49-F238E27FC236}">
                <a16:creationId xmlns:a16="http://schemas.microsoft.com/office/drawing/2014/main" id="{DE65A51C-D24B-4830-A6BD-E01873506620}"/>
              </a:ext>
            </a:extLst>
          </p:cNvPr>
          <p:cNvSpPr txBox="1"/>
          <p:nvPr/>
        </p:nvSpPr>
        <p:spPr>
          <a:xfrm>
            <a:off x="272956" y="1702796"/>
            <a:ext cx="11548279" cy="1200329"/>
          </a:xfrm>
          <a:prstGeom prst="rect">
            <a:avLst/>
          </a:prstGeom>
          <a:noFill/>
        </p:spPr>
        <p:txBody>
          <a:bodyPr wrap="square" rtlCol="0">
            <a:spAutoFit/>
          </a:bodyPr>
          <a:lstStyle/>
          <a:p>
            <a:r>
              <a:rPr lang="es-MX" sz="2400" dirty="0"/>
              <a:t>V= (filas -1) (columnas-1) = (2-1)(2-1)= 1 * 1 = 1  </a:t>
            </a:r>
          </a:p>
          <a:p>
            <a:r>
              <a:rPr lang="es-MX" sz="2400" dirty="0"/>
              <a:t>(tenemos un grado de libertad, usamos la significación de 0.05 en la tabla para encontrar el valor</a:t>
            </a:r>
            <a:endParaRPr lang="es-NI" sz="2400" dirty="0"/>
          </a:p>
        </p:txBody>
      </p:sp>
      <p:pic>
        <p:nvPicPr>
          <p:cNvPr id="6" name="Imagen 5">
            <a:extLst>
              <a:ext uri="{FF2B5EF4-FFF2-40B4-BE49-F238E27FC236}">
                <a16:creationId xmlns:a16="http://schemas.microsoft.com/office/drawing/2014/main" id="{E9ABF599-2E79-4359-BE59-AC87A2DCDF43}"/>
              </a:ext>
            </a:extLst>
          </p:cNvPr>
          <p:cNvPicPr>
            <a:picLocks noChangeAspect="1"/>
          </p:cNvPicPr>
          <p:nvPr/>
        </p:nvPicPr>
        <p:blipFill>
          <a:blip r:embed="rId2"/>
          <a:stretch>
            <a:fillRect/>
          </a:stretch>
        </p:blipFill>
        <p:spPr>
          <a:xfrm>
            <a:off x="1880832" y="2812944"/>
            <a:ext cx="6819900" cy="3324225"/>
          </a:xfrm>
          <a:prstGeom prst="rect">
            <a:avLst/>
          </a:prstGeom>
        </p:spPr>
      </p:pic>
    </p:spTree>
    <p:extLst>
      <p:ext uri="{BB962C8B-B14F-4D97-AF65-F5344CB8AC3E}">
        <p14:creationId xmlns:p14="http://schemas.microsoft.com/office/powerpoint/2010/main" val="880585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sp>
        <p:nvSpPr>
          <p:cNvPr id="3" name="CuadroTexto 2">
            <a:extLst>
              <a:ext uri="{FF2B5EF4-FFF2-40B4-BE49-F238E27FC236}">
                <a16:creationId xmlns:a16="http://schemas.microsoft.com/office/drawing/2014/main" id="{557243DB-9EE1-4F21-A9E4-B2BFB86E321E}"/>
              </a:ext>
            </a:extLst>
          </p:cNvPr>
          <p:cNvSpPr txBox="1"/>
          <p:nvPr/>
        </p:nvSpPr>
        <p:spPr>
          <a:xfrm>
            <a:off x="370764" y="720831"/>
            <a:ext cx="11450471" cy="1200329"/>
          </a:xfrm>
          <a:prstGeom prst="rect">
            <a:avLst/>
          </a:prstGeom>
          <a:noFill/>
        </p:spPr>
        <p:txBody>
          <a:bodyPr wrap="square" rtlCol="0">
            <a:spAutoFit/>
          </a:bodyPr>
          <a:lstStyle/>
          <a:p>
            <a:r>
              <a:rPr lang="es-ES" sz="2400" b="1" dirty="0"/>
              <a:t>Paso 2</a:t>
            </a:r>
            <a:r>
              <a:rPr lang="es-ES" sz="2400" dirty="0"/>
              <a:t>: Calcular los valores críticos de prueba, definiendo la zona de aceptación y la zona de rechazo de “H</a:t>
            </a:r>
            <a:r>
              <a:rPr lang="es-ES" sz="2400" baseline="-25000" dirty="0"/>
              <a:t>0</a:t>
            </a:r>
            <a:r>
              <a:rPr lang="es-ES" sz="2400" dirty="0"/>
              <a:t>”</a:t>
            </a:r>
          </a:p>
          <a:p>
            <a:endParaRPr lang="es-ES" sz="2400" dirty="0"/>
          </a:p>
        </p:txBody>
      </p:sp>
      <mc:AlternateContent xmlns:mc="http://schemas.openxmlformats.org/markup-compatibility/2006">
        <mc:Choice xmlns:p14="http://schemas.microsoft.com/office/powerpoint/2010/main" Requires="p14">
          <p:contentPart p14:bwMode="auto" r:id="rId2">
            <p14:nvContentPartPr>
              <p14:cNvPr id="2" name="Entrada de lápiz 1">
                <a:extLst>
                  <a:ext uri="{FF2B5EF4-FFF2-40B4-BE49-F238E27FC236}">
                    <a16:creationId xmlns:a16="http://schemas.microsoft.com/office/drawing/2014/main" id="{DC6E0EDE-1D21-4407-8E26-FBC89412E4BB}"/>
                  </a:ext>
                </a:extLst>
              </p14:cNvPr>
              <p14:cNvContentPartPr/>
              <p14:nvPr/>
            </p14:nvContentPartPr>
            <p14:xfrm>
              <a:off x="375120" y="2286000"/>
              <a:ext cx="4089960" cy="1679040"/>
            </p14:xfrm>
          </p:contentPart>
        </mc:Choice>
        <mc:Fallback>
          <p:pic>
            <p:nvPicPr>
              <p:cNvPr id="2" name="Entrada de lápiz 1">
                <a:extLst>
                  <a:ext uri="{FF2B5EF4-FFF2-40B4-BE49-F238E27FC236}">
                    <a16:creationId xmlns:a16="http://schemas.microsoft.com/office/drawing/2014/main" id="{DC6E0EDE-1D21-4407-8E26-FBC89412E4BB}"/>
                  </a:ext>
                </a:extLst>
              </p:cNvPr>
              <p:cNvPicPr/>
              <p:nvPr/>
            </p:nvPicPr>
            <p:blipFill>
              <a:blip r:embed="rId3"/>
              <a:stretch>
                <a:fillRect/>
              </a:stretch>
            </p:blipFill>
            <p:spPr>
              <a:xfrm>
                <a:off x="365760" y="2276640"/>
                <a:ext cx="4108680" cy="1697760"/>
              </a:xfrm>
              <a:prstGeom prst="rect">
                <a:avLst/>
              </a:prstGeom>
            </p:spPr>
          </p:pic>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A7181034-DF81-4689-A357-7DDE70B89783}"/>
                  </a:ext>
                </a:extLst>
              </p:cNvPr>
              <p:cNvSpPr txBox="1"/>
              <p:nvPr/>
            </p:nvSpPr>
            <p:spPr>
              <a:xfrm>
                <a:off x="6346209" y="1588982"/>
                <a:ext cx="2991588" cy="1394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z="2800" smtClean="0">
                              <a:solidFill>
                                <a:srgbClr val="836967"/>
                              </a:solidFill>
                              <a:latin typeface="Cambria Math" panose="02040503050406030204" pitchFamily="18" charset="0"/>
                            </a:rPr>
                          </m:ctrlPr>
                        </m:sSubSupPr>
                        <m:e>
                          <m:r>
                            <a:rPr lang="es-NI" sz="2800" i="1">
                              <a:latin typeface="Cambria Math" panose="02040503050406030204" pitchFamily="18" charset="0"/>
                            </a:rPr>
                            <m:t>𝑥</m:t>
                          </m:r>
                        </m:e>
                        <m:sub>
                          <m:r>
                            <a:rPr lang="es-NI" sz="2800" i="1">
                              <a:latin typeface="Cambria Math" panose="02040503050406030204" pitchFamily="18" charset="0"/>
                            </a:rPr>
                            <m:t>𝑝</m:t>
                          </m:r>
                        </m:sub>
                        <m:sup>
                          <m:r>
                            <a:rPr lang="es-NI" sz="2800" i="0">
                              <a:latin typeface="Cambria Math" panose="02040503050406030204" pitchFamily="18" charset="0"/>
                            </a:rPr>
                            <m:t>2</m:t>
                          </m:r>
                        </m:sup>
                      </m:sSubSup>
                      <m:r>
                        <a:rPr lang="es-NI" sz="2800" i="0">
                          <a:latin typeface="Cambria Math" panose="02040503050406030204" pitchFamily="18" charset="0"/>
                        </a:rPr>
                        <m:t>=</m:t>
                      </m:r>
                      <m:nary>
                        <m:naryPr>
                          <m:chr m:val="∑"/>
                          <m:grow m:val="on"/>
                          <m:subHide m:val="on"/>
                          <m:supHide m:val="on"/>
                          <m:ctrlPr>
                            <a:rPr lang="es-NI" sz="2800" i="1">
                              <a:latin typeface="Cambria Math" panose="02040503050406030204" pitchFamily="18" charset="0"/>
                            </a:rPr>
                          </m:ctrlPr>
                        </m:naryPr>
                        <m:sub/>
                        <m:sup/>
                        <m:e>
                          <m:f>
                            <m:fPr>
                              <m:ctrlPr>
                                <a:rPr lang="es-NI" sz="2800" i="1">
                                  <a:solidFill>
                                    <a:srgbClr val="836967"/>
                                  </a:solidFill>
                                  <a:latin typeface="Cambria Math" panose="02040503050406030204" pitchFamily="18" charset="0"/>
                                </a:rPr>
                              </m:ctrlPr>
                            </m:fPr>
                            <m:num>
                              <m:sSup>
                                <m:sSupPr>
                                  <m:ctrlPr>
                                    <a:rPr lang="es-NI" sz="2800" i="1">
                                      <a:solidFill>
                                        <a:srgbClr val="836967"/>
                                      </a:solidFill>
                                      <a:latin typeface="Cambria Math" panose="02040503050406030204" pitchFamily="18" charset="0"/>
                                    </a:rPr>
                                  </m:ctrlPr>
                                </m:sSupPr>
                                <m:e>
                                  <m:d>
                                    <m:dPr>
                                      <m:ctrlPr>
                                        <a:rPr lang="es-NI" sz="2800" i="1">
                                          <a:solidFill>
                                            <a:srgbClr val="836967"/>
                                          </a:solidFill>
                                          <a:latin typeface="Cambria Math" panose="02040503050406030204" pitchFamily="18" charset="0"/>
                                        </a:rPr>
                                      </m:ctrlPr>
                                    </m:dPr>
                                    <m:e>
                                      <m:r>
                                        <m:rPr>
                                          <m:sty m:val="p"/>
                                        </m:rPr>
                                        <a:rPr lang="es-MX" sz="2800" b="0" i="0" smtClean="0">
                                          <a:solidFill>
                                            <a:srgbClr val="836967"/>
                                          </a:solidFill>
                                          <a:latin typeface="Cambria Math" panose="02040503050406030204" pitchFamily="18" charset="0"/>
                                        </a:rPr>
                                        <m:t>o</m:t>
                                      </m:r>
                                      <m:r>
                                        <a:rPr lang="es-NI" sz="2800" i="0">
                                          <a:latin typeface="Cambria Math" panose="02040503050406030204" pitchFamily="18" charset="0"/>
                                        </a:rPr>
                                        <m:t>−ⅇ</m:t>
                                      </m:r>
                                    </m:e>
                                  </m:d>
                                </m:e>
                                <m:sup>
                                  <m:r>
                                    <a:rPr lang="es-NI" sz="2800" i="0">
                                      <a:latin typeface="Cambria Math" panose="02040503050406030204" pitchFamily="18" charset="0"/>
                                    </a:rPr>
                                    <m:t>2</m:t>
                                  </m:r>
                                </m:sup>
                              </m:sSup>
                            </m:num>
                            <m:den>
                              <m:r>
                                <a:rPr lang="es-NI" sz="2800" i="0">
                                  <a:latin typeface="Cambria Math" panose="02040503050406030204" pitchFamily="18" charset="0"/>
                                </a:rPr>
                                <m:t>ⅇ</m:t>
                              </m:r>
                            </m:den>
                          </m:f>
                        </m:e>
                      </m:nary>
                    </m:oMath>
                  </m:oMathPara>
                </a14:m>
                <a:endParaRPr lang="es-NI" sz="2800" dirty="0"/>
              </a:p>
            </p:txBody>
          </p:sp>
        </mc:Choice>
        <mc:Fallback>
          <p:sp>
            <p:nvSpPr>
              <p:cNvPr id="6" name="CuadroTexto 5">
                <a:extLst>
                  <a:ext uri="{FF2B5EF4-FFF2-40B4-BE49-F238E27FC236}">
                    <a16:creationId xmlns:a16="http://schemas.microsoft.com/office/drawing/2014/main" id="{A7181034-DF81-4689-A357-7DDE70B89783}"/>
                  </a:ext>
                </a:extLst>
              </p:cNvPr>
              <p:cNvSpPr txBox="1">
                <a:spLocks noRot="1" noChangeAspect="1" noMove="1" noResize="1" noEditPoints="1" noAdjustHandles="1" noChangeArrowheads="1" noChangeShapeType="1" noTextEdit="1"/>
              </p:cNvSpPr>
              <p:nvPr/>
            </p:nvSpPr>
            <p:spPr>
              <a:xfrm>
                <a:off x="6346209" y="1588982"/>
                <a:ext cx="2991588" cy="1394036"/>
              </a:xfrm>
              <a:prstGeom prst="rect">
                <a:avLst/>
              </a:prstGeom>
              <a:blipFill>
                <a:blip r:embed="rId4"/>
                <a:stretch>
                  <a:fillRect/>
                </a:stretch>
              </a:blipFill>
            </p:spPr>
            <p:txBody>
              <a:bodyPr/>
              <a:lstStyle/>
              <a:p>
                <a:r>
                  <a:rPr lang="es-NI">
                    <a:noFill/>
                  </a:rPr>
                  <a:t> </a:t>
                </a:r>
              </a:p>
            </p:txBody>
          </p:sp>
        </mc:Fallback>
      </mc:AlternateContent>
      <p:graphicFrame>
        <p:nvGraphicFramePr>
          <p:cNvPr id="7" name="Tabla 5">
            <a:extLst>
              <a:ext uri="{FF2B5EF4-FFF2-40B4-BE49-F238E27FC236}">
                <a16:creationId xmlns:a16="http://schemas.microsoft.com/office/drawing/2014/main" id="{17FABCCB-D9C6-4C83-AA1F-7792AD3CEA3A}"/>
              </a:ext>
            </a:extLst>
          </p:cNvPr>
          <p:cNvGraphicFramePr>
            <a:graphicFrameLocks noGrp="1"/>
          </p:cNvGraphicFramePr>
          <p:nvPr>
            <p:extLst>
              <p:ext uri="{D42A27DB-BD31-4B8C-83A1-F6EECF244321}">
                <p14:modId xmlns:p14="http://schemas.microsoft.com/office/powerpoint/2010/main" val="181823146"/>
              </p:ext>
            </p:extLst>
          </p:nvPr>
        </p:nvGraphicFramePr>
        <p:xfrm>
          <a:off x="138752" y="4606876"/>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t>38</a:t>
                      </a:r>
                      <a:endParaRPr lang="es-NI" dirty="0"/>
                    </a:p>
                  </a:txBody>
                  <a:tcPr/>
                </a:tc>
                <a:tc>
                  <a:txBody>
                    <a:bodyPr/>
                    <a:lstStyle/>
                    <a:p>
                      <a:r>
                        <a:rPr lang="es-MX" dirty="0"/>
                        <a:t>9</a:t>
                      </a:r>
                      <a:endParaRPr lang="es-NI" dirty="0"/>
                    </a:p>
                  </a:txBody>
                  <a:tcPr/>
                </a:tc>
                <a:tc>
                  <a:txBody>
                    <a:bodyPr/>
                    <a:lstStyle/>
                    <a:p>
                      <a:r>
                        <a:rPr lang="es-MX" dirty="0"/>
                        <a:t>47</a:t>
                      </a:r>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t>31</a:t>
                      </a:r>
                      <a:endParaRPr lang="es-NI" dirty="0"/>
                    </a:p>
                  </a:txBody>
                  <a:tcPr/>
                </a:tc>
                <a:tc>
                  <a:txBody>
                    <a:bodyPr/>
                    <a:lstStyle/>
                    <a:p>
                      <a:r>
                        <a:rPr lang="es-MX" dirty="0"/>
                        <a:t>22</a:t>
                      </a:r>
                      <a:endParaRPr lang="es-NI" dirty="0"/>
                    </a:p>
                  </a:txBody>
                  <a:tcPr/>
                </a:tc>
                <a:tc>
                  <a:txBody>
                    <a:bodyPr/>
                    <a:lstStyle/>
                    <a:p>
                      <a:r>
                        <a:rPr lang="es-MX" dirty="0"/>
                        <a:t>53</a:t>
                      </a:r>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r>
                        <a:rPr lang="es-MX" dirty="0"/>
                        <a:t>69</a:t>
                      </a:r>
                      <a:endParaRPr lang="es-NI" dirty="0"/>
                    </a:p>
                  </a:txBody>
                  <a:tcPr/>
                </a:tc>
                <a:tc>
                  <a:txBody>
                    <a:bodyPr/>
                    <a:lstStyle/>
                    <a:p>
                      <a:r>
                        <a:rPr lang="es-MX" dirty="0"/>
                        <a:t>31</a:t>
                      </a:r>
                      <a:endParaRPr lang="es-NI" dirty="0"/>
                    </a:p>
                  </a:txBody>
                  <a:tcPr/>
                </a:tc>
                <a:tc>
                  <a:txBody>
                    <a:bodyPr/>
                    <a:lstStyle/>
                    <a:p>
                      <a:r>
                        <a:rPr lang="es-MX" dirty="0"/>
                        <a:t>100</a:t>
                      </a:r>
                      <a:endParaRPr lang="es-NI" dirty="0"/>
                    </a:p>
                  </a:txBody>
                  <a:tcPr/>
                </a:tc>
                <a:extLst>
                  <a:ext uri="{0D108BD9-81ED-4DB2-BD59-A6C34878D82A}">
                    <a16:rowId xmlns:a16="http://schemas.microsoft.com/office/drawing/2014/main" val="4105268154"/>
                  </a:ext>
                </a:extLst>
              </a:tr>
            </a:tbl>
          </a:graphicData>
        </a:graphic>
      </p:graphicFrame>
      <p:graphicFrame>
        <p:nvGraphicFramePr>
          <p:cNvPr id="8" name="Tabla 5">
            <a:extLst>
              <a:ext uri="{FF2B5EF4-FFF2-40B4-BE49-F238E27FC236}">
                <a16:creationId xmlns:a16="http://schemas.microsoft.com/office/drawing/2014/main" id="{23B67C8F-DE7E-481A-930E-82517B007B8B}"/>
              </a:ext>
            </a:extLst>
          </p:cNvPr>
          <p:cNvGraphicFramePr>
            <a:graphicFrameLocks noGrp="1"/>
          </p:cNvGraphicFramePr>
          <p:nvPr>
            <p:extLst>
              <p:ext uri="{D42A27DB-BD31-4B8C-83A1-F6EECF244321}">
                <p14:modId xmlns:p14="http://schemas.microsoft.com/office/powerpoint/2010/main" val="1969486289"/>
              </p:ext>
            </p:extLst>
          </p:nvPr>
        </p:nvGraphicFramePr>
        <p:xfrm>
          <a:off x="6157224" y="4606876"/>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endParaRPr lang="es-NI" dirty="0"/>
                    </a:p>
                  </a:txBody>
                  <a:tcPr/>
                </a:tc>
                <a:tc>
                  <a:txBody>
                    <a:bodyPr/>
                    <a:lstStyle/>
                    <a:p>
                      <a:endParaRPr lang="es-NI" dirty="0"/>
                    </a:p>
                  </a:txBody>
                  <a:tcPr/>
                </a:tc>
                <a:tc>
                  <a:txBody>
                    <a:bodyPr/>
                    <a:lstStyle/>
                    <a:p>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endParaRPr lang="es-NI" dirty="0"/>
                    </a:p>
                  </a:txBody>
                  <a:tcPr/>
                </a:tc>
                <a:tc>
                  <a:txBody>
                    <a:bodyPr/>
                    <a:lstStyle/>
                    <a:p>
                      <a:endParaRPr lang="es-NI" dirty="0"/>
                    </a:p>
                  </a:txBody>
                  <a:tcPr/>
                </a:tc>
                <a:tc>
                  <a:txBody>
                    <a:bodyPr/>
                    <a:lstStyle/>
                    <a:p>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endParaRPr lang="es-NI" dirty="0"/>
                    </a:p>
                  </a:txBody>
                  <a:tcPr/>
                </a:tc>
                <a:tc>
                  <a:txBody>
                    <a:bodyPr/>
                    <a:lstStyle/>
                    <a:p>
                      <a:endParaRPr lang="es-NI" dirty="0"/>
                    </a:p>
                  </a:txBody>
                  <a:tcPr/>
                </a:tc>
                <a:tc>
                  <a:txBody>
                    <a:bodyPr/>
                    <a:lstStyle/>
                    <a:p>
                      <a:endParaRPr lang="es-NI" dirty="0"/>
                    </a:p>
                  </a:txBody>
                  <a:tcPr/>
                </a:tc>
                <a:extLst>
                  <a:ext uri="{0D108BD9-81ED-4DB2-BD59-A6C34878D82A}">
                    <a16:rowId xmlns:a16="http://schemas.microsoft.com/office/drawing/2014/main" val="4105268154"/>
                  </a:ext>
                </a:extLst>
              </a:tr>
            </a:tbl>
          </a:graphicData>
        </a:graphic>
      </p:graphicFrame>
      <p:sp>
        <p:nvSpPr>
          <p:cNvPr id="4" name="CuadroTexto 3">
            <a:extLst>
              <a:ext uri="{FF2B5EF4-FFF2-40B4-BE49-F238E27FC236}">
                <a16:creationId xmlns:a16="http://schemas.microsoft.com/office/drawing/2014/main" id="{15A35C50-2549-44BD-997F-704BC7980E66}"/>
              </a:ext>
            </a:extLst>
          </p:cNvPr>
          <p:cNvSpPr txBox="1"/>
          <p:nvPr/>
        </p:nvSpPr>
        <p:spPr>
          <a:xfrm>
            <a:off x="370764" y="4067033"/>
            <a:ext cx="3177654" cy="461665"/>
          </a:xfrm>
          <a:prstGeom prst="rect">
            <a:avLst/>
          </a:prstGeom>
          <a:noFill/>
        </p:spPr>
        <p:txBody>
          <a:bodyPr wrap="square" rtlCol="0">
            <a:spAutoFit/>
          </a:bodyPr>
          <a:lstStyle/>
          <a:p>
            <a:r>
              <a:rPr lang="es-MX" sz="2400" b="1" dirty="0"/>
              <a:t>Valores Observados</a:t>
            </a:r>
            <a:endParaRPr lang="es-NI" sz="2400" b="1" dirty="0"/>
          </a:p>
        </p:txBody>
      </p:sp>
      <p:sp>
        <p:nvSpPr>
          <p:cNvPr id="9" name="CuadroTexto 8">
            <a:extLst>
              <a:ext uri="{FF2B5EF4-FFF2-40B4-BE49-F238E27FC236}">
                <a16:creationId xmlns:a16="http://schemas.microsoft.com/office/drawing/2014/main" id="{5A54CB35-D3B7-4704-8F9A-393644E3BCF9}"/>
              </a:ext>
            </a:extLst>
          </p:cNvPr>
          <p:cNvSpPr txBox="1"/>
          <p:nvPr/>
        </p:nvSpPr>
        <p:spPr>
          <a:xfrm>
            <a:off x="6253176" y="4067033"/>
            <a:ext cx="3177654" cy="461665"/>
          </a:xfrm>
          <a:prstGeom prst="rect">
            <a:avLst/>
          </a:prstGeom>
          <a:noFill/>
        </p:spPr>
        <p:txBody>
          <a:bodyPr wrap="square" rtlCol="0">
            <a:spAutoFit/>
          </a:bodyPr>
          <a:lstStyle/>
          <a:p>
            <a:r>
              <a:rPr lang="es-MX" sz="2400" b="1" dirty="0"/>
              <a:t>Valores Esperados</a:t>
            </a:r>
            <a:endParaRPr lang="es-NI" sz="2400" b="1" dirty="0"/>
          </a:p>
        </p:txBody>
      </p:sp>
    </p:spTree>
    <p:extLst>
      <p:ext uri="{BB962C8B-B14F-4D97-AF65-F5344CB8AC3E}">
        <p14:creationId xmlns:p14="http://schemas.microsoft.com/office/powerpoint/2010/main" val="1576131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graphicFrame>
        <p:nvGraphicFramePr>
          <p:cNvPr id="3" name="Tabla 5">
            <a:extLst>
              <a:ext uri="{FF2B5EF4-FFF2-40B4-BE49-F238E27FC236}">
                <a16:creationId xmlns:a16="http://schemas.microsoft.com/office/drawing/2014/main" id="{5BFA2115-CD18-4AC0-8D1F-E6849104FD0A}"/>
              </a:ext>
            </a:extLst>
          </p:cNvPr>
          <p:cNvGraphicFramePr>
            <a:graphicFrameLocks noGrp="1"/>
          </p:cNvGraphicFramePr>
          <p:nvPr>
            <p:extLst>
              <p:ext uri="{D42A27DB-BD31-4B8C-83A1-F6EECF244321}">
                <p14:modId xmlns:p14="http://schemas.microsoft.com/office/powerpoint/2010/main" val="2102180576"/>
              </p:ext>
            </p:extLst>
          </p:nvPr>
        </p:nvGraphicFramePr>
        <p:xfrm>
          <a:off x="179696" y="1260674"/>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t>38</a:t>
                      </a:r>
                      <a:endParaRPr lang="es-NI" dirty="0"/>
                    </a:p>
                  </a:txBody>
                  <a:tcPr/>
                </a:tc>
                <a:tc>
                  <a:txBody>
                    <a:bodyPr/>
                    <a:lstStyle/>
                    <a:p>
                      <a:r>
                        <a:rPr lang="es-MX" dirty="0"/>
                        <a:t>9</a:t>
                      </a:r>
                      <a:endParaRPr lang="es-NI" dirty="0"/>
                    </a:p>
                  </a:txBody>
                  <a:tcPr/>
                </a:tc>
                <a:tc>
                  <a:txBody>
                    <a:bodyPr/>
                    <a:lstStyle/>
                    <a:p>
                      <a:r>
                        <a:rPr lang="es-MX" dirty="0"/>
                        <a:t>47</a:t>
                      </a:r>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t>31</a:t>
                      </a:r>
                      <a:endParaRPr lang="es-NI" dirty="0"/>
                    </a:p>
                  </a:txBody>
                  <a:tcPr/>
                </a:tc>
                <a:tc>
                  <a:txBody>
                    <a:bodyPr/>
                    <a:lstStyle/>
                    <a:p>
                      <a:r>
                        <a:rPr lang="es-MX" dirty="0"/>
                        <a:t>22</a:t>
                      </a:r>
                      <a:endParaRPr lang="es-NI" dirty="0"/>
                    </a:p>
                  </a:txBody>
                  <a:tcPr/>
                </a:tc>
                <a:tc>
                  <a:txBody>
                    <a:bodyPr/>
                    <a:lstStyle/>
                    <a:p>
                      <a:r>
                        <a:rPr lang="es-MX" dirty="0"/>
                        <a:t>53</a:t>
                      </a:r>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r>
                        <a:rPr lang="es-MX" dirty="0"/>
                        <a:t>69</a:t>
                      </a:r>
                      <a:endParaRPr lang="es-NI" dirty="0"/>
                    </a:p>
                  </a:txBody>
                  <a:tcPr/>
                </a:tc>
                <a:tc>
                  <a:txBody>
                    <a:bodyPr/>
                    <a:lstStyle/>
                    <a:p>
                      <a:r>
                        <a:rPr lang="es-MX" dirty="0"/>
                        <a:t>31</a:t>
                      </a:r>
                      <a:endParaRPr lang="es-NI" dirty="0"/>
                    </a:p>
                  </a:txBody>
                  <a:tcPr/>
                </a:tc>
                <a:tc>
                  <a:txBody>
                    <a:bodyPr/>
                    <a:lstStyle/>
                    <a:p>
                      <a:r>
                        <a:rPr lang="es-MX" dirty="0"/>
                        <a:t>100</a:t>
                      </a:r>
                      <a:endParaRPr lang="es-NI" dirty="0"/>
                    </a:p>
                  </a:txBody>
                  <a:tcPr/>
                </a:tc>
                <a:extLst>
                  <a:ext uri="{0D108BD9-81ED-4DB2-BD59-A6C34878D82A}">
                    <a16:rowId xmlns:a16="http://schemas.microsoft.com/office/drawing/2014/main" val="4105268154"/>
                  </a:ext>
                </a:extLst>
              </a:tr>
            </a:tbl>
          </a:graphicData>
        </a:graphic>
      </p:graphicFrame>
      <p:graphicFrame>
        <p:nvGraphicFramePr>
          <p:cNvPr id="4" name="Tabla 5">
            <a:extLst>
              <a:ext uri="{FF2B5EF4-FFF2-40B4-BE49-F238E27FC236}">
                <a16:creationId xmlns:a16="http://schemas.microsoft.com/office/drawing/2014/main" id="{F617F1FE-6395-4F90-B3F3-4AF8CB8A1695}"/>
              </a:ext>
            </a:extLst>
          </p:cNvPr>
          <p:cNvGraphicFramePr>
            <a:graphicFrameLocks noGrp="1"/>
          </p:cNvGraphicFramePr>
          <p:nvPr>
            <p:extLst>
              <p:ext uri="{D42A27DB-BD31-4B8C-83A1-F6EECF244321}">
                <p14:modId xmlns:p14="http://schemas.microsoft.com/office/powerpoint/2010/main" val="465972622"/>
              </p:ext>
            </p:extLst>
          </p:nvPr>
        </p:nvGraphicFramePr>
        <p:xfrm>
          <a:off x="6198168" y="1260674"/>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solidFill>
                            <a:srgbClr val="FF0000"/>
                          </a:solidFill>
                        </a:rPr>
                        <a:t>32.43</a:t>
                      </a:r>
                      <a:endParaRPr lang="es-NI" dirty="0">
                        <a:solidFill>
                          <a:srgbClr val="FF0000"/>
                        </a:solidFill>
                      </a:endParaRPr>
                    </a:p>
                  </a:txBody>
                  <a:tcPr/>
                </a:tc>
                <a:tc>
                  <a:txBody>
                    <a:bodyPr/>
                    <a:lstStyle/>
                    <a:p>
                      <a:r>
                        <a:rPr lang="es-MX" dirty="0">
                          <a:solidFill>
                            <a:srgbClr val="FF0000"/>
                          </a:solidFill>
                        </a:rPr>
                        <a:t>14.57</a:t>
                      </a:r>
                      <a:endParaRPr lang="es-NI" dirty="0">
                        <a:solidFill>
                          <a:srgbClr val="FF0000"/>
                        </a:solidFill>
                      </a:endParaRPr>
                    </a:p>
                  </a:txBody>
                  <a:tcPr/>
                </a:tc>
                <a:tc>
                  <a:txBody>
                    <a:bodyPr/>
                    <a:lstStyle/>
                    <a:p>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solidFill>
                            <a:srgbClr val="FF0000"/>
                          </a:solidFill>
                        </a:rPr>
                        <a:t>36.57</a:t>
                      </a:r>
                      <a:endParaRPr lang="es-NI" dirty="0">
                        <a:solidFill>
                          <a:srgbClr val="FF0000"/>
                        </a:solidFill>
                      </a:endParaRPr>
                    </a:p>
                  </a:txBody>
                  <a:tcPr/>
                </a:tc>
                <a:tc>
                  <a:txBody>
                    <a:bodyPr/>
                    <a:lstStyle/>
                    <a:p>
                      <a:r>
                        <a:rPr lang="es-MX" dirty="0">
                          <a:solidFill>
                            <a:srgbClr val="FF0000"/>
                          </a:solidFill>
                        </a:rPr>
                        <a:t>16.43</a:t>
                      </a:r>
                      <a:endParaRPr lang="es-NI" dirty="0">
                        <a:solidFill>
                          <a:srgbClr val="FF0000"/>
                        </a:solidFill>
                      </a:endParaRPr>
                    </a:p>
                  </a:txBody>
                  <a:tcPr/>
                </a:tc>
                <a:tc>
                  <a:txBody>
                    <a:bodyPr/>
                    <a:lstStyle/>
                    <a:p>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endParaRPr lang="es-NI" dirty="0"/>
                    </a:p>
                  </a:txBody>
                  <a:tcPr/>
                </a:tc>
                <a:tc>
                  <a:txBody>
                    <a:bodyPr/>
                    <a:lstStyle/>
                    <a:p>
                      <a:endParaRPr lang="es-NI" dirty="0"/>
                    </a:p>
                  </a:txBody>
                  <a:tcPr/>
                </a:tc>
                <a:tc>
                  <a:txBody>
                    <a:bodyPr/>
                    <a:lstStyle/>
                    <a:p>
                      <a:endParaRPr lang="es-NI" dirty="0"/>
                    </a:p>
                  </a:txBody>
                  <a:tcPr/>
                </a:tc>
                <a:extLst>
                  <a:ext uri="{0D108BD9-81ED-4DB2-BD59-A6C34878D82A}">
                    <a16:rowId xmlns:a16="http://schemas.microsoft.com/office/drawing/2014/main" val="4105268154"/>
                  </a:ext>
                </a:extLst>
              </a:tr>
            </a:tbl>
          </a:graphicData>
        </a:graphic>
      </p:graphicFrame>
      <p:sp>
        <p:nvSpPr>
          <p:cNvPr id="6" name="CuadroTexto 5">
            <a:extLst>
              <a:ext uri="{FF2B5EF4-FFF2-40B4-BE49-F238E27FC236}">
                <a16:creationId xmlns:a16="http://schemas.microsoft.com/office/drawing/2014/main" id="{6C214F4C-A804-48C2-B8F3-FBEAC286DC44}"/>
              </a:ext>
            </a:extLst>
          </p:cNvPr>
          <p:cNvSpPr txBox="1"/>
          <p:nvPr/>
        </p:nvSpPr>
        <p:spPr>
          <a:xfrm>
            <a:off x="411708" y="720831"/>
            <a:ext cx="3177654" cy="461665"/>
          </a:xfrm>
          <a:prstGeom prst="rect">
            <a:avLst/>
          </a:prstGeom>
          <a:noFill/>
        </p:spPr>
        <p:txBody>
          <a:bodyPr wrap="square" rtlCol="0">
            <a:spAutoFit/>
          </a:bodyPr>
          <a:lstStyle/>
          <a:p>
            <a:r>
              <a:rPr lang="es-MX" sz="2400" b="1" dirty="0"/>
              <a:t>Valores Observados</a:t>
            </a:r>
            <a:endParaRPr lang="es-NI" sz="2400" b="1" dirty="0"/>
          </a:p>
        </p:txBody>
      </p:sp>
      <p:sp>
        <p:nvSpPr>
          <p:cNvPr id="7" name="CuadroTexto 6">
            <a:extLst>
              <a:ext uri="{FF2B5EF4-FFF2-40B4-BE49-F238E27FC236}">
                <a16:creationId xmlns:a16="http://schemas.microsoft.com/office/drawing/2014/main" id="{CFF8B123-AAB9-4242-8684-30E956004959}"/>
              </a:ext>
            </a:extLst>
          </p:cNvPr>
          <p:cNvSpPr txBox="1"/>
          <p:nvPr/>
        </p:nvSpPr>
        <p:spPr>
          <a:xfrm>
            <a:off x="6294120" y="720831"/>
            <a:ext cx="3177654" cy="461665"/>
          </a:xfrm>
          <a:prstGeom prst="rect">
            <a:avLst/>
          </a:prstGeom>
          <a:noFill/>
        </p:spPr>
        <p:txBody>
          <a:bodyPr wrap="square" rtlCol="0">
            <a:spAutoFit/>
          </a:bodyPr>
          <a:lstStyle/>
          <a:p>
            <a:r>
              <a:rPr lang="es-MX" sz="2400" b="1" dirty="0"/>
              <a:t>Valores Esperados</a:t>
            </a:r>
            <a:endParaRPr lang="es-NI" sz="2400" b="1" dirty="0"/>
          </a:p>
        </p:txBody>
      </p:sp>
      <mc:AlternateContent xmlns:mc="http://schemas.openxmlformats.org/markup-compatibility/2006">
        <mc:Choice xmlns:p14="http://schemas.microsoft.com/office/powerpoint/2010/main" Requires="p14">
          <p:contentPart p14:bwMode="auto" r:id="rId2">
            <p14:nvContentPartPr>
              <p14:cNvPr id="2" name="Entrada de lápiz 1">
                <a:extLst>
                  <a:ext uri="{FF2B5EF4-FFF2-40B4-BE49-F238E27FC236}">
                    <a16:creationId xmlns:a16="http://schemas.microsoft.com/office/drawing/2014/main" id="{44A46706-9103-4EC5-97FE-0057C7A43B66}"/>
                  </a:ext>
                </a:extLst>
              </p14:cNvPr>
              <p14:cNvContentPartPr/>
              <p14:nvPr/>
            </p14:nvContentPartPr>
            <p14:xfrm>
              <a:off x="758880" y="1455480"/>
              <a:ext cx="10001880" cy="3902760"/>
            </p14:xfrm>
          </p:contentPart>
        </mc:Choice>
        <mc:Fallback>
          <p:pic>
            <p:nvPicPr>
              <p:cNvPr id="2" name="Entrada de lápiz 1">
                <a:extLst>
                  <a:ext uri="{FF2B5EF4-FFF2-40B4-BE49-F238E27FC236}">
                    <a16:creationId xmlns:a16="http://schemas.microsoft.com/office/drawing/2014/main" id="{44A46706-9103-4EC5-97FE-0057C7A43B66}"/>
                  </a:ext>
                </a:extLst>
              </p:cNvPr>
              <p:cNvPicPr/>
              <p:nvPr/>
            </p:nvPicPr>
            <p:blipFill>
              <a:blip r:embed="rId3"/>
              <a:stretch>
                <a:fillRect/>
              </a:stretch>
            </p:blipFill>
            <p:spPr>
              <a:xfrm>
                <a:off x="749520" y="1446120"/>
                <a:ext cx="10020600" cy="3921480"/>
              </a:xfrm>
              <a:prstGeom prst="rect">
                <a:avLst/>
              </a:prstGeom>
            </p:spPr>
          </p:pic>
        </mc:Fallback>
      </mc:AlternateContent>
    </p:spTree>
    <p:extLst>
      <p:ext uri="{BB962C8B-B14F-4D97-AF65-F5344CB8AC3E}">
        <p14:creationId xmlns:p14="http://schemas.microsoft.com/office/powerpoint/2010/main" val="249007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p:graphicFrame>
        <p:nvGraphicFramePr>
          <p:cNvPr id="3" name="Tabla 5">
            <a:extLst>
              <a:ext uri="{FF2B5EF4-FFF2-40B4-BE49-F238E27FC236}">
                <a16:creationId xmlns:a16="http://schemas.microsoft.com/office/drawing/2014/main" id="{5BFA2115-CD18-4AC0-8D1F-E6849104FD0A}"/>
              </a:ext>
            </a:extLst>
          </p:cNvPr>
          <p:cNvGraphicFramePr>
            <a:graphicFrameLocks noGrp="1"/>
          </p:cNvGraphicFramePr>
          <p:nvPr/>
        </p:nvGraphicFramePr>
        <p:xfrm>
          <a:off x="179696" y="1260674"/>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t>38</a:t>
                      </a:r>
                      <a:endParaRPr lang="es-NI" dirty="0"/>
                    </a:p>
                  </a:txBody>
                  <a:tcPr/>
                </a:tc>
                <a:tc>
                  <a:txBody>
                    <a:bodyPr/>
                    <a:lstStyle/>
                    <a:p>
                      <a:r>
                        <a:rPr lang="es-MX" dirty="0"/>
                        <a:t>9</a:t>
                      </a:r>
                      <a:endParaRPr lang="es-NI" dirty="0"/>
                    </a:p>
                  </a:txBody>
                  <a:tcPr/>
                </a:tc>
                <a:tc>
                  <a:txBody>
                    <a:bodyPr/>
                    <a:lstStyle/>
                    <a:p>
                      <a:r>
                        <a:rPr lang="es-MX" dirty="0"/>
                        <a:t>47</a:t>
                      </a:r>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t>31</a:t>
                      </a:r>
                      <a:endParaRPr lang="es-NI" dirty="0"/>
                    </a:p>
                  </a:txBody>
                  <a:tcPr/>
                </a:tc>
                <a:tc>
                  <a:txBody>
                    <a:bodyPr/>
                    <a:lstStyle/>
                    <a:p>
                      <a:r>
                        <a:rPr lang="es-MX" dirty="0"/>
                        <a:t>22</a:t>
                      </a:r>
                      <a:endParaRPr lang="es-NI" dirty="0"/>
                    </a:p>
                  </a:txBody>
                  <a:tcPr/>
                </a:tc>
                <a:tc>
                  <a:txBody>
                    <a:bodyPr/>
                    <a:lstStyle/>
                    <a:p>
                      <a:r>
                        <a:rPr lang="es-MX" dirty="0"/>
                        <a:t>53</a:t>
                      </a:r>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r>
                        <a:rPr lang="es-MX" dirty="0"/>
                        <a:t>69</a:t>
                      </a:r>
                      <a:endParaRPr lang="es-NI" dirty="0"/>
                    </a:p>
                  </a:txBody>
                  <a:tcPr/>
                </a:tc>
                <a:tc>
                  <a:txBody>
                    <a:bodyPr/>
                    <a:lstStyle/>
                    <a:p>
                      <a:r>
                        <a:rPr lang="es-MX" dirty="0"/>
                        <a:t>31</a:t>
                      </a:r>
                      <a:endParaRPr lang="es-NI" dirty="0"/>
                    </a:p>
                  </a:txBody>
                  <a:tcPr/>
                </a:tc>
                <a:tc>
                  <a:txBody>
                    <a:bodyPr/>
                    <a:lstStyle/>
                    <a:p>
                      <a:r>
                        <a:rPr lang="es-MX" dirty="0"/>
                        <a:t>100</a:t>
                      </a:r>
                      <a:endParaRPr lang="es-NI" dirty="0"/>
                    </a:p>
                  </a:txBody>
                  <a:tcPr/>
                </a:tc>
                <a:extLst>
                  <a:ext uri="{0D108BD9-81ED-4DB2-BD59-A6C34878D82A}">
                    <a16:rowId xmlns:a16="http://schemas.microsoft.com/office/drawing/2014/main" val="4105268154"/>
                  </a:ext>
                </a:extLst>
              </a:tr>
            </a:tbl>
          </a:graphicData>
        </a:graphic>
      </p:graphicFrame>
      <p:graphicFrame>
        <p:nvGraphicFramePr>
          <p:cNvPr id="4" name="Tabla 5">
            <a:extLst>
              <a:ext uri="{FF2B5EF4-FFF2-40B4-BE49-F238E27FC236}">
                <a16:creationId xmlns:a16="http://schemas.microsoft.com/office/drawing/2014/main" id="{F617F1FE-6395-4F90-B3F3-4AF8CB8A1695}"/>
              </a:ext>
            </a:extLst>
          </p:cNvPr>
          <p:cNvGraphicFramePr>
            <a:graphicFrameLocks noGrp="1"/>
          </p:cNvGraphicFramePr>
          <p:nvPr/>
        </p:nvGraphicFramePr>
        <p:xfrm>
          <a:off x="6198168" y="1260674"/>
          <a:ext cx="5664011" cy="1483360"/>
        </p:xfrm>
        <a:graphic>
          <a:graphicData uri="http://schemas.openxmlformats.org/drawingml/2006/table">
            <a:tbl>
              <a:tblPr firstRow="1" bandRow="1">
                <a:tableStyleId>{5C22544A-7EE6-4342-B048-85BDC9FD1C3A}</a:tableStyleId>
              </a:tblPr>
              <a:tblGrid>
                <a:gridCol w="1665217">
                  <a:extLst>
                    <a:ext uri="{9D8B030D-6E8A-4147-A177-3AD203B41FA5}">
                      <a16:colId xmlns:a16="http://schemas.microsoft.com/office/drawing/2014/main" val="906325438"/>
                    </a:ext>
                  </a:extLst>
                </a:gridCol>
                <a:gridCol w="1569492">
                  <a:extLst>
                    <a:ext uri="{9D8B030D-6E8A-4147-A177-3AD203B41FA5}">
                      <a16:colId xmlns:a16="http://schemas.microsoft.com/office/drawing/2014/main" val="3235993953"/>
                    </a:ext>
                  </a:extLst>
                </a:gridCol>
                <a:gridCol w="1596788">
                  <a:extLst>
                    <a:ext uri="{9D8B030D-6E8A-4147-A177-3AD203B41FA5}">
                      <a16:colId xmlns:a16="http://schemas.microsoft.com/office/drawing/2014/main" val="1747109382"/>
                    </a:ext>
                  </a:extLst>
                </a:gridCol>
                <a:gridCol w="832514">
                  <a:extLst>
                    <a:ext uri="{9D8B030D-6E8A-4147-A177-3AD203B41FA5}">
                      <a16:colId xmlns:a16="http://schemas.microsoft.com/office/drawing/2014/main" val="2096266175"/>
                    </a:ext>
                  </a:extLst>
                </a:gridCol>
              </a:tblGrid>
              <a:tr h="370840">
                <a:tc>
                  <a:txBody>
                    <a:bodyPr/>
                    <a:lstStyle/>
                    <a:p>
                      <a:endParaRPr lang="es-NI"/>
                    </a:p>
                  </a:txBody>
                  <a:tcPr/>
                </a:tc>
                <a:tc>
                  <a:txBody>
                    <a:bodyPr/>
                    <a:lstStyle/>
                    <a:p>
                      <a:r>
                        <a:rPr lang="es-MX" dirty="0"/>
                        <a:t>Sin depresión</a:t>
                      </a:r>
                      <a:endParaRPr lang="es-NI" dirty="0"/>
                    </a:p>
                  </a:txBody>
                  <a:tcPr/>
                </a:tc>
                <a:tc>
                  <a:txBody>
                    <a:bodyPr/>
                    <a:lstStyle/>
                    <a:p>
                      <a:r>
                        <a:rPr lang="es-MX" dirty="0"/>
                        <a:t>Con depresión</a:t>
                      </a:r>
                      <a:endParaRPr lang="es-NI" dirty="0"/>
                    </a:p>
                  </a:txBody>
                  <a:tcPr/>
                </a:tc>
                <a:tc>
                  <a:txBody>
                    <a:bodyPr/>
                    <a:lstStyle/>
                    <a:p>
                      <a:r>
                        <a:rPr lang="es-MX" dirty="0"/>
                        <a:t>Total</a:t>
                      </a:r>
                      <a:endParaRPr lang="es-NI" dirty="0"/>
                    </a:p>
                  </a:txBody>
                  <a:tcPr/>
                </a:tc>
                <a:extLst>
                  <a:ext uri="{0D108BD9-81ED-4DB2-BD59-A6C34878D82A}">
                    <a16:rowId xmlns:a16="http://schemas.microsoft.com/office/drawing/2014/main" val="3378523419"/>
                  </a:ext>
                </a:extLst>
              </a:tr>
              <a:tr h="370840">
                <a:tc>
                  <a:txBody>
                    <a:bodyPr/>
                    <a:lstStyle/>
                    <a:p>
                      <a:r>
                        <a:rPr lang="es-MX" dirty="0"/>
                        <a:t>Deportista</a:t>
                      </a:r>
                      <a:endParaRPr lang="es-NI" dirty="0"/>
                    </a:p>
                  </a:txBody>
                  <a:tcPr/>
                </a:tc>
                <a:tc>
                  <a:txBody>
                    <a:bodyPr/>
                    <a:lstStyle/>
                    <a:p>
                      <a:r>
                        <a:rPr lang="es-MX" dirty="0">
                          <a:solidFill>
                            <a:srgbClr val="FF0000"/>
                          </a:solidFill>
                        </a:rPr>
                        <a:t>32.43</a:t>
                      </a:r>
                      <a:endParaRPr lang="es-NI" dirty="0">
                        <a:solidFill>
                          <a:srgbClr val="FF0000"/>
                        </a:solidFill>
                      </a:endParaRPr>
                    </a:p>
                  </a:txBody>
                  <a:tcPr/>
                </a:tc>
                <a:tc>
                  <a:txBody>
                    <a:bodyPr/>
                    <a:lstStyle/>
                    <a:p>
                      <a:r>
                        <a:rPr lang="es-MX" dirty="0">
                          <a:solidFill>
                            <a:srgbClr val="FF0000"/>
                          </a:solidFill>
                        </a:rPr>
                        <a:t>14.57</a:t>
                      </a:r>
                      <a:endParaRPr lang="es-NI" dirty="0">
                        <a:solidFill>
                          <a:srgbClr val="FF0000"/>
                        </a:solidFill>
                      </a:endParaRPr>
                    </a:p>
                  </a:txBody>
                  <a:tcPr/>
                </a:tc>
                <a:tc>
                  <a:txBody>
                    <a:bodyPr/>
                    <a:lstStyle/>
                    <a:p>
                      <a:endParaRPr lang="es-NI" dirty="0"/>
                    </a:p>
                  </a:txBody>
                  <a:tcPr/>
                </a:tc>
                <a:extLst>
                  <a:ext uri="{0D108BD9-81ED-4DB2-BD59-A6C34878D82A}">
                    <a16:rowId xmlns:a16="http://schemas.microsoft.com/office/drawing/2014/main" val="3782647666"/>
                  </a:ext>
                </a:extLst>
              </a:tr>
              <a:tr h="370840">
                <a:tc>
                  <a:txBody>
                    <a:bodyPr/>
                    <a:lstStyle/>
                    <a:p>
                      <a:r>
                        <a:rPr lang="es-MX" dirty="0"/>
                        <a:t>No deportista</a:t>
                      </a:r>
                      <a:endParaRPr lang="es-NI" dirty="0"/>
                    </a:p>
                  </a:txBody>
                  <a:tcPr/>
                </a:tc>
                <a:tc>
                  <a:txBody>
                    <a:bodyPr/>
                    <a:lstStyle/>
                    <a:p>
                      <a:r>
                        <a:rPr lang="es-MX" dirty="0">
                          <a:solidFill>
                            <a:srgbClr val="FF0000"/>
                          </a:solidFill>
                        </a:rPr>
                        <a:t>36.57</a:t>
                      </a:r>
                      <a:endParaRPr lang="es-NI" dirty="0">
                        <a:solidFill>
                          <a:srgbClr val="FF0000"/>
                        </a:solidFill>
                      </a:endParaRPr>
                    </a:p>
                  </a:txBody>
                  <a:tcPr/>
                </a:tc>
                <a:tc>
                  <a:txBody>
                    <a:bodyPr/>
                    <a:lstStyle/>
                    <a:p>
                      <a:r>
                        <a:rPr lang="es-MX" dirty="0">
                          <a:solidFill>
                            <a:srgbClr val="FF0000"/>
                          </a:solidFill>
                        </a:rPr>
                        <a:t>16.43</a:t>
                      </a:r>
                      <a:endParaRPr lang="es-NI" dirty="0">
                        <a:solidFill>
                          <a:srgbClr val="FF0000"/>
                        </a:solidFill>
                      </a:endParaRPr>
                    </a:p>
                  </a:txBody>
                  <a:tcPr/>
                </a:tc>
                <a:tc>
                  <a:txBody>
                    <a:bodyPr/>
                    <a:lstStyle/>
                    <a:p>
                      <a:endParaRPr lang="es-NI" dirty="0"/>
                    </a:p>
                  </a:txBody>
                  <a:tcPr/>
                </a:tc>
                <a:extLst>
                  <a:ext uri="{0D108BD9-81ED-4DB2-BD59-A6C34878D82A}">
                    <a16:rowId xmlns:a16="http://schemas.microsoft.com/office/drawing/2014/main" val="2794333482"/>
                  </a:ext>
                </a:extLst>
              </a:tr>
              <a:tr h="370840">
                <a:tc>
                  <a:txBody>
                    <a:bodyPr/>
                    <a:lstStyle/>
                    <a:p>
                      <a:r>
                        <a:rPr lang="es-MX" dirty="0"/>
                        <a:t>Total</a:t>
                      </a:r>
                      <a:endParaRPr lang="es-NI" dirty="0"/>
                    </a:p>
                  </a:txBody>
                  <a:tcPr/>
                </a:tc>
                <a:tc>
                  <a:txBody>
                    <a:bodyPr/>
                    <a:lstStyle/>
                    <a:p>
                      <a:endParaRPr lang="es-NI" dirty="0"/>
                    </a:p>
                  </a:txBody>
                  <a:tcPr/>
                </a:tc>
                <a:tc>
                  <a:txBody>
                    <a:bodyPr/>
                    <a:lstStyle/>
                    <a:p>
                      <a:endParaRPr lang="es-NI" dirty="0"/>
                    </a:p>
                  </a:txBody>
                  <a:tcPr/>
                </a:tc>
                <a:tc>
                  <a:txBody>
                    <a:bodyPr/>
                    <a:lstStyle/>
                    <a:p>
                      <a:endParaRPr lang="es-NI" dirty="0"/>
                    </a:p>
                  </a:txBody>
                  <a:tcPr/>
                </a:tc>
                <a:extLst>
                  <a:ext uri="{0D108BD9-81ED-4DB2-BD59-A6C34878D82A}">
                    <a16:rowId xmlns:a16="http://schemas.microsoft.com/office/drawing/2014/main" val="4105268154"/>
                  </a:ext>
                </a:extLst>
              </a:tr>
            </a:tbl>
          </a:graphicData>
        </a:graphic>
      </p:graphicFrame>
      <p:sp>
        <p:nvSpPr>
          <p:cNvPr id="6" name="CuadroTexto 5">
            <a:extLst>
              <a:ext uri="{FF2B5EF4-FFF2-40B4-BE49-F238E27FC236}">
                <a16:creationId xmlns:a16="http://schemas.microsoft.com/office/drawing/2014/main" id="{6C214F4C-A804-48C2-B8F3-FBEAC286DC44}"/>
              </a:ext>
            </a:extLst>
          </p:cNvPr>
          <p:cNvSpPr txBox="1"/>
          <p:nvPr/>
        </p:nvSpPr>
        <p:spPr>
          <a:xfrm>
            <a:off x="411708" y="720831"/>
            <a:ext cx="3177654" cy="461665"/>
          </a:xfrm>
          <a:prstGeom prst="rect">
            <a:avLst/>
          </a:prstGeom>
          <a:noFill/>
        </p:spPr>
        <p:txBody>
          <a:bodyPr wrap="square" rtlCol="0">
            <a:spAutoFit/>
          </a:bodyPr>
          <a:lstStyle/>
          <a:p>
            <a:r>
              <a:rPr lang="es-MX" sz="2400" b="1" dirty="0"/>
              <a:t>Valores Observados</a:t>
            </a:r>
            <a:endParaRPr lang="es-NI" sz="2400" b="1" dirty="0"/>
          </a:p>
        </p:txBody>
      </p:sp>
      <p:sp>
        <p:nvSpPr>
          <p:cNvPr id="7" name="CuadroTexto 6">
            <a:extLst>
              <a:ext uri="{FF2B5EF4-FFF2-40B4-BE49-F238E27FC236}">
                <a16:creationId xmlns:a16="http://schemas.microsoft.com/office/drawing/2014/main" id="{CFF8B123-AAB9-4242-8684-30E956004959}"/>
              </a:ext>
            </a:extLst>
          </p:cNvPr>
          <p:cNvSpPr txBox="1"/>
          <p:nvPr/>
        </p:nvSpPr>
        <p:spPr>
          <a:xfrm>
            <a:off x="6294120" y="720831"/>
            <a:ext cx="3177654" cy="461665"/>
          </a:xfrm>
          <a:prstGeom prst="rect">
            <a:avLst/>
          </a:prstGeom>
          <a:noFill/>
        </p:spPr>
        <p:txBody>
          <a:bodyPr wrap="square" rtlCol="0">
            <a:spAutoFit/>
          </a:bodyPr>
          <a:lstStyle/>
          <a:p>
            <a:r>
              <a:rPr lang="es-MX" sz="2400" b="1" dirty="0"/>
              <a:t>Valores Esperados</a:t>
            </a:r>
            <a:endParaRPr lang="es-NI" sz="2400" b="1"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4BAD20D-B6A0-4C0F-BC19-7B14CD4A72E8}"/>
                  </a:ext>
                </a:extLst>
              </p:cNvPr>
              <p:cNvSpPr txBox="1"/>
              <p:nvPr/>
            </p:nvSpPr>
            <p:spPr>
              <a:xfrm>
                <a:off x="313898" y="2940110"/>
                <a:ext cx="2991588" cy="1394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z="2800" smtClean="0">
                              <a:solidFill>
                                <a:srgbClr val="836967"/>
                              </a:solidFill>
                              <a:latin typeface="Cambria Math" panose="02040503050406030204" pitchFamily="18" charset="0"/>
                            </a:rPr>
                          </m:ctrlPr>
                        </m:sSubSupPr>
                        <m:e>
                          <m:r>
                            <a:rPr lang="es-NI" sz="2800" i="1">
                              <a:latin typeface="Cambria Math" panose="02040503050406030204" pitchFamily="18" charset="0"/>
                            </a:rPr>
                            <m:t>𝑥</m:t>
                          </m:r>
                        </m:e>
                        <m:sub>
                          <m:r>
                            <a:rPr lang="es-NI" sz="2800" i="1">
                              <a:latin typeface="Cambria Math" panose="02040503050406030204" pitchFamily="18" charset="0"/>
                            </a:rPr>
                            <m:t>𝑝</m:t>
                          </m:r>
                        </m:sub>
                        <m:sup>
                          <m:r>
                            <a:rPr lang="es-NI" sz="2800" i="0">
                              <a:latin typeface="Cambria Math" panose="02040503050406030204" pitchFamily="18" charset="0"/>
                            </a:rPr>
                            <m:t>2</m:t>
                          </m:r>
                        </m:sup>
                      </m:sSubSup>
                      <m:r>
                        <a:rPr lang="es-NI" sz="2800" i="0">
                          <a:latin typeface="Cambria Math" panose="02040503050406030204" pitchFamily="18" charset="0"/>
                        </a:rPr>
                        <m:t>=</m:t>
                      </m:r>
                      <m:nary>
                        <m:naryPr>
                          <m:chr m:val="∑"/>
                          <m:grow m:val="on"/>
                          <m:subHide m:val="on"/>
                          <m:supHide m:val="on"/>
                          <m:ctrlPr>
                            <a:rPr lang="es-NI" sz="2800" i="1">
                              <a:latin typeface="Cambria Math" panose="02040503050406030204" pitchFamily="18" charset="0"/>
                            </a:rPr>
                          </m:ctrlPr>
                        </m:naryPr>
                        <m:sub/>
                        <m:sup/>
                        <m:e>
                          <m:f>
                            <m:fPr>
                              <m:ctrlPr>
                                <a:rPr lang="es-NI" sz="2800" i="1">
                                  <a:solidFill>
                                    <a:srgbClr val="836967"/>
                                  </a:solidFill>
                                  <a:latin typeface="Cambria Math" panose="02040503050406030204" pitchFamily="18" charset="0"/>
                                </a:rPr>
                              </m:ctrlPr>
                            </m:fPr>
                            <m:num>
                              <m:sSup>
                                <m:sSupPr>
                                  <m:ctrlPr>
                                    <a:rPr lang="es-NI" sz="2800" i="1">
                                      <a:solidFill>
                                        <a:srgbClr val="836967"/>
                                      </a:solidFill>
                                      <a:latin typeface="Cambria Math" panose="02040503050406030204" pitchFamily="18" charset="0"/>
                                    </a:rPr>
                                  </m:ctrlPr>
                                </m:sSupPr>
                                <m:e>
                                  <m:d>
                                    <m:dPr>
                                      <m:ctrlPr>
                                        <a:rPr lang="es-NI" sz="2800" i="1">
                                          <a:solidFill>
                                            <a:srgbClr val="836967"/>
                                          </a:solidFill>
                                          <a:latin typeface="Cambria Math" panose="02040503050406030204" pitchFamily="18" charset="0"/>
                                        </a:rPr>
                                      </m:ctrlPr>
                                    </m:dPr>
                                    <m:e>
                                      <m:r>
                                        <m:rPr>
                                          <m:sty m:val="p"/>
                                        </m:rPr>
                                        <a:rPr lang="es-MX" sz="2800" b="0" i="0" smtClean="0">
                                          <a:solidFill>
                                            <a:srgbClr val="836967"/>
                                          </a:solidFill>
                                          <a:latin typeface="Cambria Math" panose="02040503050406030204" pitchFamily="18" charset="0"/>
                                        </a:rPr>
                                        <m:t>o</m:t>
                                      </m:r>
                                      <m:r>
                                        <a:rPr lang="es-NI" sz="2800" i="0">
                                          <a:latin typeface="Cambria Math" panose="02040503050406030204" pitchFamily="18" charset="0"/>
                                        </a:rPr>
                                        <m:t>−ⅇ</m:t>
                                      </m:r>
                                    </m:e>
                                  </m:d>
                                </m:e>
                                <m:sup>
                                  <m:r>
                                    <a:rPr lang="es-NI" sz="2800" i="0">
                                      <a:latin typeface="Cambria Math" panose="02040503050406030204" pitchFamily="18" charset="0"/>
                                    </a:rPr>
                                    <m:t>2</m:t>
                                  </m:r>
                                </m:sup>
                              </m:sSup>
                            </m:num>
                            <m:den>
                              <m:r>
                                <a:rPr lang="es-NI" sz="2800" i="0">
                                  <a:latin typeface="Cambria Math" panose="02040503050406030204" pitchFamily="18" charset="0"/>
                                </a:rPr>
                                <m:t>ⅇ</m:t>
                              </m:r>
                            </m:den>
                          </m:f>
                        </m:e>
                      </m:nary>
                    </m:oMath>
                  </m:oMathPara>
                </a14:m>
                <a:endParaRPr lang="es-NI" sz="2800" dirty="0"/>
              </a:p>
            </p:txBody>
          </p:sp>
        </mc:Choice>
        <mc:Fallback>
          <p:sp>
            <p:nvSpPr>
              <p:cNvPr id="8" name="CuadroTexto 7">
                <a:extLst>
                  <a:ext uri="{FF2B5EF4-FFF2-40B4-BE49-F238E27FC236}">
                    <a16:creationId xmlns:a16="http://schemas.microsoft.com/office/drawing/2014/main" id="{64BAD20D-B6A0-4C0F-BC19-7B14CD4A72E8}"/>
                  </a:ext>
                </a:extLst>
              </p:cNvPr>
              <p:cNvSpPr txBox="1">
                <a:spLocks noRot="1" noChangeAspect="1" noMove="1" noResize="1" noEditPoints="1" noAdjustHandles="1" noChangeArrowheads="1" noChangeShapeType="1" noTextEdit="1"/>
              </p:cNvSpPr>
              <p:nvPr/>
            </p:nvSpPr>
            <p:spPr>
              <a:xfrm>
                <a:off x="313898" y="2940110"/>
                <a:ext cx="2991588" cy="1394036"/>
              </a:xfrm>
              <a:prstGeom prst="rect">
                <a:avLst/>
              </a:prstGeom>
              <a:blipFill>
                <a:blip r:embed="rId2"/>
                <a:stretch>
                  <a:fillRect/>
                </a:stretch>
              </a:blipFill>
            </p:spPr>
            <p:txBody>
              <a:bodyPr/>
              <a:lstStyle/>
              <a:p>
                <a:r>
                  <a:rPr lang="es-NI">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Entrada de lápiz 1">
                <a:extLst>
                  <a:ext uri="{FF2B5EF4-FFF2-40B4-BE49-F238E27FC236}">
                    <a16:creationId xmlns:a16="http://schemas.microsoft.com/office/drawing/2014/main" id="{15464CE5-CE4F-4EAE-882A-D18C2BB170D5}"/>
                  </a:ext>
                </a:extLst>
              </p14:cNvPr>
              <p14:cNvContentPartPr/>
              <p14:nvPr/>
            </p14:nvContentPartPr>
            <p14:xfrm>
              <a:off x="1866240" y="1661040"/>
              <a:ext cx="10323000" cy="4375800"/>
            </p14:xfrm>
          </p:contentPart>
        </mc:Choice>
        <mc:Fallback>
          <p:pic>
            <p:nvPicPr>
              <p:cNvPr id="2" name="Entrada de lápiz 1">
                <a:extLst>
                  <a:ext uri="{FF2B5EF4-FFF2-40B4-BE49-F238E27FC236}">
                    <a16:creationId xmlns:a16="http://schemas.microsoft.com/office/drawing/2014/main" id="{15464CE5-CE4F-4EAE-882A-D18C2BB170D5}"/>
                  </a:ext>
                </a:extLst>
              </p:cNvPr>
              <p:cNvPicPr/>
              <p:nvPr/>
            </p:nvPicPr>
            <p:blipFill>
              <a:blip r:embed="rId4"/>
              <a:stretch>
                <a:fillRect/>
              </a:stretch>
            </p:blipFill>
            <p:spPr>
              <a:xfrm>
                <a:off x="1856880" y="1651680"/>
                <a:ext cx="10341720" cy="4394520"/>
              </a:xfrm>
              <a:prstGeom prst="rect">
                <a:avLst/>
              </a:prstGeom>
            </p:spPr>
          </p:pic>
        </mc:Fallback>
      </mc:AlternateContent>
    </p:spTree>
    <p:extLst>
      <p:ext uri="{BB962C8B-B14F-4D97-AF65-F5344CB8AC3E}">
        <p14:creationId xmlns:p14="http://schemas.microsoft.com/office/powerpoint/2010/main" val="167314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B7027F2-7F40-4367-A769-9AAAF548823F}"/>
              </a:ext>
            </a:extLst>
          </p:cNvPr>
          <p:cNvSpPr txBox="1"/>
          <p:nvPr/>
        </p:nvSpPr>
        <p:spPr>
          <a:xfrm>
            <a:off x="2508345" y="136056"/>
            <a:ext cx="7175310" cy="584775"/>
          </a:xfrm>
          <a:prstGeom prst="rect">
            <a:avLst/>
          </a:prstGeom>
          <a:noFill/>
        </p:spPr>
        <p:txBody>
          <a:bodyPr wrap="square">
            <a:spAutoFit/>
          </a:bodyPr>
          <a:lstStyle/>
          <a:p>
            <a:pPr algn="l"/>
            <a:r>
              <a:rPr lang="es-ES" sz="3200" b="1" i="0" dirty="0">
                <a:solidFill>
                  <a:srgbClr val="194573"/>
                </a:solidFill>
                <a:effectLst/>
                <a:latin typeface="avenir-med"/>
              </a:rPr>
              <a:t>Prueba de independencia de ji cuadrado</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73B4D8C9-38B7-40E0-992C-DB011034289B}"/>
                  </a:ext>
                </a:extLst>
              </p:cNvPr>
              <p:cNvSpPr txBox="1"/>
              <p:nvPr/>
            </p:nvSpPr>
            <p:spPr>
              <a:xfrm>
                <a:off x="1119117" y="1397913"/>
                <a:ext cx="2991588" cy="1394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z="2800" smtClean="0">
                              <a:solidFill>
                                <a:srgbClr val="836967"/>
                              </a:solidFill>
                              <a:latin typeface="Cambria Math" panose="02040503050406030204" pitchFamily="18" charset="0"/>
                            </a:rPr>
                          </m:ctrlPr>
                        </m:sSubSupPr>
                        <m:e>
                          <m:r>
                            <a:rPr lang="es-NI" sz="2800" i="1">
                              <a:latin typeface="Cambria Math" panose="02040503050406030204" pitchFamily="18" charset="0"/>
                            </a:rPr>
                            <m:t>𝑥</m:t>
                          </m:r>
                        </m:e>
                        <m:sub>
                          <m:r>
                            <a:rPr lang="es-NI" sz="2800" i="1">
                              <a:latin typeface="Cambria Math" panose="02040503050406030204" pitchFamily="18" charset="0"/>
                            </a:rPr>
                            <m:t>𝑝</m:t>
                          </m:r>
                        </m:sub>
                        <m:sup>
                          <m:r>
                            <a:rPr lang="es-NI" sz="2800" i="0">
                              <a:latin typeface="Cambria Math" panose="02040503050406030204" pitchFamily="18" charset="0"/>
                            </a:rPr>
                            <m:t>2</m:t>
                          </m:r>
                        </m:sup>
                      </m:sSubSup>
                      <m:r>
                        <a:rPr lang="es-NI" sz="2800" i="0">
                          <a:latin typeface="Cambria Math" panose="02040503050406030204" pitchFamily="18" charset="0"/>
                        </a:rPr>
                        <m:t>=</m:t>
                      </m:r>
                      <m:nary>
                        <m:naryPr>
                          <m:chr m:val="∑"/>
                          <m:grow m:val="on"/>
                          <m:subHide m:val="on"/>
                          <m:supHide m:val="on"/>
                          <m:ctrlPr>
                            <a:rPr lang="es-NI" sz="2800" i="1">
                              <a:latin typeface="Cambria Math" panose="02040503050406030204" pitchFamily="18" charset="0"/>
                            </a:rPr>
                          </m:ctrlPr>
                        </m:naryPr>
                        <m:sub/>
                        <m:sup/>
                        <m:e>
                          <m:f>
                            <m:fPr>
                              <m:ctrlPr>
                                <a:rPr lang="es-NI" sz="2800" i="1">
                                  <a:solidFill>
                                    <a:srgbClr val="836967"/>
                                  </a:solidFill>
                                  <a:latin typeface="Cambria Math" panose="02040503050406030204" pitchFamily="18" charset="0"/>
                                </a:rPr>
                              </m:ctrlPr>
                            </m:fPr>
                            <m:num>
                              <m:sSup>
                                <m:sSupPr>
                                  <m:ctrlPr>
                                    <a:rPr lang="es-NI" sz="2800" i="1">
                                      <a:solidFill>
                                        <a:srgbClr val="836967"/>
                                      </a:solidFill>
                                      <a:latin typeface="Cambria Math" panose="02040503050406030204" pitchFamily="18" charset="0"/>
                                    </a:rPr>
                                  </m:ctrlPr>
                                </m:sSupPr>
                                <m:e>
                                  <m:d>
                                    <m:dPr>
                                      <m:ctrlPr>
                                        <a:rPr lang="es-NI" sz="2800" i="1">
                                          <a:solidFill>
                                            <a:srgbClr val="836967"/>
                                          </a:solidFill>
                                          <a:latin typeface="Cambria Math" panose="02040503050406030204" pitchFamily="18" charset="0"/>
                                        </a:rPr>
                                      </m:ctrlPr>
                                    </m:dPr>
                                    <m:e>
                                      <m:r>
                                        <m:rPr>
                                          <m:sty m:val="p"/>
                                        </m:rPr>
                                        <a:rPr lang="es-MX" sz="2800" b="0" i="0" smtClean="0">
                                          <a:solidFill>
                                            <a:srgbClr val="836967"/>
                                          </a:solidFill>
                                          <a:latin typeface="Cambria Math" panose="02040503050406030204" pitchFamily="18" charset="0"/>
                                        </a:rPr>
                                        <m:t>o</m:t>
                                      </m:r>
                                      <m:r>
                                        <a:rPr lang="es-NI" sz="2800" i="0">
                                          <a:latin typeface="Cambria Math" panose="02040503050406030204" pitchFamily="18" charset="0"/>
                                        </a:rPr>
                                        <m:t>−ⅇ</m:t>
                                      </m:r>
                                    </m:e>
                                  </m:d>
                                </m:e>
                                <m:sup>
                                  <m:r>
                                    <a:rPr lang="es-NI" sz="2800" i="0">
                                      <a:latin typeface="Cambria Math" panose="02040503050406030204" pitchFamily="18" charset="0"/>
                                    </a:rPr>
                                    <m:t>2</m:t>
                                  </m:r>
                                </m:sup>
                              </m:sSup>
                            </m:num>
                            <m:den>
                              <m:r>
                                <a:rPr lang="es-NI" sz="2800" i="0">
                                  <a:latin typeface="Cambria Math" panose="02040503050406030204" pitchFamily="18" charset="0"/>
                                </a:rPr>
                                <m:t>ⅇ</m:t>
                              </m:r>
                            </m:den>
                          </m:f>
                        </m:e>
                      </m:nary>
                    </m:oMath>
                  </m:oMathPara>
                </a14:m>
                <a:endParaRPr lang="es-NI" sz="2800" dirty="0"/>
              </a:p>
            </p:txBody>
          </p:sp>
        </mc:Choice>
        <mc:Fallback>
          <p:sp>
            <p:nvSpPr>
              <p:cNvPr id="3" name="CuadroTexto 2">
                <a:extLst>
                  <a:ext uri="{FF2B5EF4-FFF2-40B4-BE49-F238E27FC236}">
                    <a16:creationId xmlns:a16="http://schemas.microsoft.com/office/drawing/2014/main" id="{73B4D8C9-38B7-40E0-992C-DB011034289B}"/>
                  </a:ext>
                </a:extLst>
              </p:cNvPr>
              <p:cNvSpPr txBox="1">
                <a:spLocks noRot="1" noChangeAspect="1" noMove="1" noResize="1" noEditPoints="1" noAdjustHandles="1" noChangeArrowheads="1" noChangeShapeType="1" noTextEdit="1"/>
              </p:cNvSpPr>
              <p:nvPr/>
            </p:nvSpPr>
            <p:spPr>
              <a:xfrm>
                <a:off x="1119117" y="1397913"/>
                <a:ext cx="2991588" cy="1394036"/>
              </a:xfrm>
              <a:prstGeom prst="rect">
                <a:avLst/>
              </a:prstGeom>
              <a:blipFill>
                <a:blip r:embed="rId2"/>
                <a:stretch>
                  <a:fillRect/>
                </a:stretch>
              </a:blipFill>
            </p:spPr>
            <p:txBody>
              <a:bodyPr/>
              <a:lstStyle/>
              <a:p>
                <a:r>
                  <a:rPr lang="es-NI">
                    <a:noFill/>
                  </a:rPr>
                  <a:t> </a:t>
                </a:r>
              </a:p>
            </p:txBody>
          </p:sp>
        </mc:Fallback>
      </mc:AlternateContent>
      <p:sp>
        <p:nvSpPr>
          <p:cNvPr id="4" name="CuadroTexto 3">
            <a:extLst>
              <a:ext uri="{FF2B5EF4-FFF2-40B4-BE49-F238E27FC236}">
                <a16:creationId xmlns:a16="http://schemas.microsoft.com/office/drawing/2014/main" id="{65275A64-E7BF-46AE-BFC5-B2251B8C59C6}"/>
              </a:ext>
            </a:extLst>
          </p:cNvPr>
          <p:cNvSpPr txBox="1"/>
          <p:nvPr/>
        </p:nvSpPr>
        <p:spPr>
          <a:xfrm>
            <a:off x="408390" y="4918370"/>
            <a:ext cx="5687610" cy="830997"/>
          </a:xfrm>
          <a:prstGeom prst="rect">
            <a:avLst/>
          </a:prstGeom>
          <a:noFill/>
        </p:spPr>
        <p:txBody>
          <a:bodyPr wrap="square" rtlCol="0">
            <a:spAutoFit/>
          </a:bodyPr>
          <a:lstStyle/>
          <a:p>
            <a:r>
              <a:rPr lang="es-ES" sz="2400" b="1" dirty="0"/>
              <a:t>Paso 4</a:t>
            </a:r>
            <a:r>
              <a:rPr lang="es-ES" sz="2400" dirty="0"/>
              <a:t>:</a:t>
            </a:r>
          </a:p>
          <a:p>
            <a:endParaRPr lang="es-ES" sz="2400" dirty="0"/>
          </a:p>
        </p:txBody>
      </p:sp>
      <mc:AlternateContent xmlns:mc="http://schemas.openxmlformats.org/markup-compatibility/2006">
        <mc:Choice xmlns:p14="http://schemas.microsoft.com/office/powerpoint/2010/main" Requires="p14">
          <p:contentPart p14:bwMode="auto" r:id="rId3">
            <p14:nvContentPartPr>
              <p14:cNvPr id="2" name="Entrada de lápiz 1">
                <a:extLst>
                  <a:ext uri="{FF2B5EF4-FFF2-40B4-BE49-F238E27FC236}">
                    <a16:creationId xmlns:a16="http://schemas.microsoft.com/office/drawing/2014/main" id="{61A7BF81-333D-40D6-9AFD-58CACA73699B}"/>
                  </a:ext>
                </a:extLst>
              </p14:cNvPr>
              <p14:cNvContentPartPr/>
              <p14:nvPr/>
            </p14:nvContentPartPr>
            <p14:xfrm>
              <a:off x="4268520" y="1661040"/>
              <a:ext cx="6652800" cy="3474000"/>
            </p14:xfrm>
          </p:contentPart>
        </mc:Choice>
        <mc:Fallback>
          <p:pic>
            <p:nvPicPr>
              <p:cNvPr id="2" name="Entrada de lápiz 1">
                <a:extLst>
                  <a:ext uri="{FF2B5EF4-FFF2-40B4-BE49-F238E27FC236}">
                    <a16:creationId xmlns:a16="http://schemas.microsoft.com/office/drawing/2014/main" id="{61A7BF81-333D-40D6-9AFD-58CACA73699B}"/>
                  </a:ext>
                </a:extLst>
              </p:cNvPr>
              <p:cNvPicPr/>
              <p:nvPr/>
            </p:nvPicPr>
            <p:blipFill>
              <a:blip r:embed="rId4"/>
              <a:stretch>
                <a:fillRect/>
              </a:stretch>
            </p:blipFill>
            <p:spPr>
              <a:xfrm>
                <a:off x="4259160" y="1651680"/>
                <a:ext cx="6671520" cy="3492720"/>
              </a:xfrm>
              <a:prstGeom prst="rect">
                <a:avLst/>
              </a:prstGeom>
            </p:spPr>
          </p:pic>
        </mc:Fallback>
      </mc:AlternateContent>
    </p:spTree>
    <p:extLst>
      <p:ext uri="{BB962C8B-B14F-4D97-AF65-F5344CB8AC3E}">
        <p14:creationId xmlns:p14="http://schemas.microsoft.com/office/powerpoint/2010/main" val="15663127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1070</Words>
  <Application>Microsoft Office PowerPoint</Application>
  <PresentationFormat>Panorámica</PresentationFormat>
  <Paragraphs>172</Paragraphs>
  <Slides>13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Arial</vt:lpstr>
      <vt:lpstr>avenir-light</vt:lpstr>
      <vt:lpstr>avenir-med</vt:lpstr>
      <vt:lpstr>Calibri</vt:lpstr>
      <vt:lpstr>Calibri Light</vt:lpstr>
      <vt:lpstr>Cambria Math</vt:lpstr>
      <vt:lpstr>Domine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1</cp:revision>
  <dcterms:created xsi:type="dcterms:W3CDTF">2021-10-18T17:36:24Z</dcterms:created>
  <dcterms:modified xsi:type="dcterms:W3CDTF">2021-10-18T20:07:22Z</dcterms:modified>
</cp:coreProperties>
</file>